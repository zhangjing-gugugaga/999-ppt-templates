
<file path=[Content_Types].xml><?xml version="1.0" encoding="utf-8"?>
<Types xmlns="http://schemas.openxmlformats.org/package/2006/content-types">
  <Default Extension="jpeg" ContentType="image/jpeg"/>
  <Default Extension="JPG" ContentType="image/.jpg"/>
  <Default Extension="png" ContentType="image/png"/>
  <Default Extension="tiff" ContentType="image/tif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media/image2.svg" ContentType="image/svg+xml"/>
  <Override PartName="/ppt/media/image4.svg" ContentType="image/svg+xml"/>
  <Override PartName="/ppt/media/image6.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handoutMasterIdLst>
    <p:handoutMasterId r:id="rId24"/>
  </p:handoutMasterIdLst>
  <p:sldIdLst>
    <p:sldId id="362" r:id="rId3"/>
    <p:sldId id="363" r:id="rId5"/>
    <p:sldId id="369" r:id="rId6"/>
    <p:sldId id="366" r:id="rId7"/>
    <p:sldId id="392" r:id="rId8"/>
    <p:sldId id="393" r:id="rId9"/>
    <p:sldId id="394" r:id="rId10"/>
    <p:sldId id="389" r:id="rId11"/>
    <p:sldId id="395" r:id="rId12"/>
    <p:sldId id="396" r:id="rId13"/>
    <p:sldId id="397" r:id="rId14"/>
    <p:sldId id="390" r:id="rId15"/>
    <p:sldId id="398" r:id="rId16"/>
    <p:sldId id="399" r:id="rId17"/>
    <p:sldId id="400" r:id="rId18"/>
    <p:sldId id="391" r:id="rId19"/>
    <p:sldId id="401" r:id="rId20"/>
    <p:sldId id="402" r:id="rId21"/>
    <p:sldId id="403" r:id="rId22"/>
    <p:sldId id="388" r:id="rId23"/>
  </p:sldIdLst>
  <p:sldSz cx="12192000" cy="6858000"/>
  <p:notesSz cx="6858000" cy="9144000"/>
  <p:custDataLst>
    <p:tags r:id="rId28"/>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16F58"/>
    <a:srgbClr val="01527F"/>
    <a:srgbClr val="011C27"/>
    <a:srgbClr val="FCF7DA"/>
    <a:srgbClr val="DF2123"/>
    <a:srgbClr val="F49E00"/>
    <a:srgbClr val="4256A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081"/>
    <p:restoredTop sz="96271"/>
  </p:normalViewPr>
  <p:slideViewPr>
    <p:cSldViewPr snapToGrid="0" snapToObjects="1">
      <p:cViewPr varScale="1">
        <p:scale>
          <a:sx n="107" d="100"/>
          <a:sy n="107" d="100"/>
        </p:scale>
        <p:origin x="126" y="306"/>
      </p:cViewPr>
      <p:guideLst/>
    </p:cSldViewPr>
  </p:slideViewPr>
  <p:outlineViewPr>
    <p:cViewPr>
      <p:scale>
        <a:sx n="33" d="100"/>
        <a:sy n="33" d="100"/>
      </p:scale>
      <p:origin x="0" y="0"/>
    </p:cViewPr>
  </p:outlineViewPr>
  <p:notesTextViewPr>
    <p:cViewPr>
      <p:scale>
        <a:sx n="1" d="1"/>
        <a:sy n="1" d="1"/>
      </p:scale>
      <p:origin x="0" y="0"/>
    </p:cViewPr>
  </p:notesTextViewPr>
  <p:sorterViewPr>
    <p:cViewPr>
      <p:scale>
        <a:sx n="196" d="100"/>
        <a:sy n="196" d="100"/>
      </p:scale>
      <p:origin x="0" y="0"/>
    </p:cViewPr>
  </p:sorterViewPr>
  <p:notesViewPr>
    <p:cSldViewPr snapToGrid="0" snapToObjects="1">
      <p:cViewPr varScale="1">
        <p:scale>
          <a:sx n="95" d="100"/>
          <a:sy n="95" d="100"/>
        </p:scale>
        <p:origin x="2504"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tags" Target="tags/tag10.xml"/><Relationship Id="rId27" Type="http://schemas.openxmlformats.org/officeDocument/2006/relationships/tableStyles" Target="tableStyles.xml"/><Relationship Id="rId26" Type="http://schemas.openxmlformats.org/officeDocument/2006/relationships/viewProps" Target="viewProps.xml"/><Relationship Id="rId25" Type="http://schemas.openxmlformats.org/officeDocument/2006/relationships/presProps" Target="presProps.xml"/><Relationship Id="rId24" Type="http://schemas.openxmlformats.org/officeDocument/2006/relationships/handoutMaster" Target="handoutMasters/handoutMaster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A84B3C7D-7ED1-A34F-BCFC-1C01389AE58C}" type="datetimeFigureOut">
              <a:rPr kumimoji="1" lang="zh-CN" altLang="en-US" smtClean="0"/>
            </a:fld>
            <a:endParaRPr kumimoji="1"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5" name="幻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CED8CE-3D9F-CA47-A17E-9AD879C3B1C0}"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ACF2CF-5EF1-D24F-8F8B-C67282AA038A}" type="datetimeFigureOut">
              <a:rPr kumimoji="1" lang="zh-CN" altLang="en-US" smtClean="0"/>
            </a:fld>
            <a:endParaRPr kumimoji="1"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zh-CN" altLang="en-US"/>
              <a:t>单击此处编辑母版文本样式</a:t>
            </a:r>
            <a:endParaRPr kumimoji="1" lang="zh-CN" altLang="en-US"/>
          </a:p>
          <a:p>
            <a:pPr lvl="1"/>
            <a:r>
              <a:rPr kumimoji="1" lang="zh-CN" altLang="en-US"/>
              <a:t>二级</a:t>
            </a:r>
            <a:endParaRPr kumimoji="1" lang="zh-CN" altLang="en-US"/>
          </a:p>
          <a:p>
            <a:pPr lvl="2"/>
            <a:r>
              <a:rPr kumimoji="1" lang="zh-CN" altLang="en-US"/>
              <a:t>三级</a:t>
            </a:r>
            <a:endParaRPr kumimoji="1" lang="zh-CN" altLang="en-US"/>
          </a:p>
          <a:p>
            <a:pPr lvl="3"/>
            <a:r>
              <a:rPr kumimoji="1" lang="zh-CN" altLang="en-US"/>
              <a:t>四级</a:t>
            </a:r>
            <a:endParaRPr kumimoji="1" lang="zh-CN" altLang="en-US"/>
          </a:p>
          <a:p>
            <a:pPr lvl="4"/>
            <a:r>
              <a:rPr kumimoji="1" lang="zh-CN" altLang="en-US"/>
              <a:t>五级</a:t>
            </a:r>
            <a:endParaRPr kumimoji="1"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zh-CN" altLang="en-US"/>
          </a:p>
        </p:txBody>
      </p:sp>
      <p:sp>
        <p:nvSpPr>
          <p:cNvPr id="7" name="幻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F70782-008B-5B48-B01C-A994AC4AA046}" type="slidenum">
              <a:rPr kumimoji="1" lang="zh-CN" altLang="en-US" smtClean="0"/>
            </a:fld>
            <a:endParaRPr kumimoji="1"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E2E3AE05-7DD1-4AF0-924E-BEEA496F3737}"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圆角矩形 1"/>
          <p:cNvSpPr/>
          <p:nvPr userDrawn="1"/>
        </p:nvSpPr>
        <p:spPr>
          <a:xfrm>
            <a:off x="200441" y="193607"/>
            <a:ext cx="578289" cy="578289"/>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p:cNvSpPr/>
          <p:nvPr userDrawn="1"/>
        </p:nvSpPr>
        <p:spPr>
          <a:xfrm>
            <a:off x="798672" y="736271"/>
            <a:ext cx="215597" cy="215597"/>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圆角矩形 3"/>
          <p:cNvSpPr/>
          <p:nvPr userDrawn="1"/>
        </p:nvSpPr>
        <p:spPr>
          <a:xfrm>
            <a:off x="995732" y="542126"/>
            <a:ext cx="132077" cy="132077"/>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p:cNvSpPr txBox="1"/>
          <p:nvPr userDrawn="1"/>
        </p:nvSpPr>
        <p:spPr>
          <a:xfrm>
            <a:off x="256188" y="298085"/>
            <a:ext cx="466794" cy="369332"/>
          </a:xfrm>
          <a:prstGeom prst="rect">
            <a:avLst/>
          </a:prstGeom>
          <a:noFill/>
        </p:spPr>
        <p:txBody>
          <a:bodyPr wrap="none" rtlCol="0">
            <a:spAutoFit/>
          </a:bodyPr>
          <a:lstStyle/>
          <a:p>
            <a:pPr algn="ctr"/>
            <a:fld id="{F7BBCCC8-9B2D-394B-A79D-92ED03E56A6A}" type="slidenum">
              <a:rPr kumimoji="1" lang="zh-CN" altLang="en-US">
                <a:solidFill>
                  <a:schemeClr val="tx2"/>
                </a:solidFill>
              </a:rPr>
            </a:fld>
            <a:endParaRPr kumimoji="1" lang="zh-CN" altLang="en-US">
              <a:solidFill>
                <a:schemeClr val="tx2"/>
              </a:solidFill>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两项内容">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cSld name="1_标题幻灯片">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sldLayout>
</file>

<file path=ppt/slideMasters/_rels/slideMaster1.xml.rels><?xml version="1.0" encoding="UTF-8" standalone="yes"?>
<Relationships xmlns="http://schemas.openxmlformats.org/package/2006/relationships"><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mc:AlternateContent xmlns:mc="http://schemas.openxmlformats.org/markup-compatibility/2006">
    <mc:Choice xmlns:p14="http://schemas.microsoft.com/office/powerpoint/2010/main" Requires="p14">
      <p:transition spd="slow" p14:dur="2000" advTm="3000"/>
    </mc:Choice>
    <mc:Fallback>
      <p:transition spd="slow" advTm="3000"/>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5" Type="http://schemas.openxmlformats.org/officeDocument/2006/relationships/notesSlide" Target="../notesSlides/notesSlide6.xml"/><Relationship Id="rId4" Type="http://schemas.openxmlformats.org/officeDocument/2006/relationships/slideLayout" Target="../slideLayouts/slideLayout1.xml"/><Relationship Id="rId3" Type="http://schemas.openxmlformats.org/officeDocument/2006/relationships/tags" Target="../tags/tag3.xml"/><Relationship Id="rId2" Type="http://schemas.openxmlformats.org/officeDocument/2006/relationships/tags" Target="../tags/tag2.xml"/><Relationship Id="rId1" Type="http://schemas.openxmlformats.org/officeDocument/2006/relationships/tags" Target="../tags/tag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xml"/><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1.xml"/><Relationship Id="rId1" Type="http://schemas.openxmlformats.org/officeDocument/2006/relationships/image" Target="../media/image7.jpe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5.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1.xml"/><Relationship Id="rId1" Type="http://schemas.openxmlformats.org/officeDocument/2006/relationships/image" Target="../media/image8.tiff"/></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5.xml"/></Relationships>
</file>

<file path=ppt/slides/_rels/slide17.xml.rels><?xml version="1.0" encoding="UTF-8" standalone="yes"?>
<Relationships xmlns="http://schemas.openxmlformats.org/package/2006/relationships"><Relationship Id="rId4" Type="http://schemas.openxmlformats.org/officeDocument/2006/relationships/notesSlide" Target="../notesSlides/notesSlide17.xml"/><Relationship Id="rId3" Type="http://schemas.openxmlformats.org/officeDocument/2006/relationships/slideLayout" Target="../slideLayouts/slideLayout1.xml"/><Relationship Id="rId2" Type="http://schemas.openxmlformats.org/officeDocument/2006/relationships/image" Target="../media/image10.jpeg"/><Relationship Id="rId1" Type="http://schemas.openxmlformats.org/officeDocument/2006/relationships/image" Target="../media/image9.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xml"/><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221719" y="2034283"/>
            <a:ext cx="2558265" cy="2558265"/>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p:cNvSpPr txBox="1"/>
          <p:nvPr/>
        </p:nvSpPr>
        <p:spPr>
          <a:xfrm>
            <a:off x="1922929" y="2528585"/>
            <a:ext cx="1415772" cy="1569660"/>
          </a:xfrm>
          <a:prstGeom prst="rect">
            <a:avLst/>
          </a:prstGeom>
          <a:noFill/>
        </p:spPr>
        <p:txBody>
          <a:bodyPr wrap="none" rtlCol="0">
            <a:spAutoFit/>
          </a:bodyPr>
          <a:lstStyle/>
          <a:p>
            <a:r>
              <a:rPr kumimoji="1" lang="zh-CN" altLang="en-US" sz="9600">
                <a:solidFill>
                  <a:schemeClr val="tx2"/>
                </a:solidFill>
                <a:latin typeface="思源宋体 CN" panose="02020700000000000000" pitchFamily="18" charset="-122"/>
                <a:ea typeface="思源宋体 CN" panose="02020700000000000000" pitchFamily="18" charset="-122"/>
              </a:rPr>
              <a:t>极</a:t>
            </a:r>
            <a:endParaRPr kumimoji="1" lang="zh-CN" altLang="en-US" sz="9600">
              <a:solidFill>
                <a:schemeClr val="tx2"/>
              </a:solidFill>
              <a:latin typeface="思源宋体 CN" panose="02020700000000000000" pitchFamily="18" charset="-122"/>
              <a:ea typeface="思源宋体 CN" panose="02020700000000000000" pitchFamily="18" charset="-122"/>
            </a:endParaRPr>
          </a:p>
        </p:txBody>
      </p:sp>
      <p:sp>
        <p:nvSpPr>
          <p:cNvPr id="4" name="文本框 3"/>
          <p:cNvSpPr txBox="1"/>
          <p:nvPr/>
        </p:nvSpPr>
        <p:spPr>
          <a:xfrm>
            <a:off x="3292740" y="2528585"/>
            <a:ext cx="1415772" cy="1569660"/>
          </a:xfrm>
          <a:prstGeom prst="rect">
            <a:avLst/>
          </a:prstGeom>
          <a:noFill/>
        </p:spPr>
        <p:txBody>
          <a:bodyPr wrap="none" rtlCol="0">
            <a:spAutoFit/>
          </a:bodyPr>
          <a:lstStyle/>
          <a:p>
            <a:r>
              <a:rPr kumimoji="1" lang="zh-CN" altLang="en-US" sz="9600">
                <a:solidFill>
                  <a:schemeClr val="tx2"/>
                </a:solidFill>
                <a:latin typeface="思源宋体 CN" panose="02020700000000000000" pitchFamily="18" charset="-122"/>
                <a:ea typeface="思源宋体 CN" panose="02020700000000000000" pitchFamily="18" charset="-122"/>
              </a:rPr>
              <a:t>简</a:t>
            </a:r>
            <a:endParaRPr kumimoji="1" lang="zh-CN" altLang="en-US" sz="9600">
              <a:solidFill>
                <a:schemeClr val="tx2"/>
              </a:solidFill>
              <a:latin typeface="思源宋体 CN" panose="02020700000000000000" pitchFamily="18" charset="-122"/>
              <a:ea typeface="思源宋体 CN" panose="02020700000000000000" pitchFamily="18" charset="-122"/>
            </a:endParaRPr>
          </a:p>
        </p:txBody>
      </p:sp>
      <p:sp>
        <p:nvSpPr>
          <p:cNvPr id="5" name="文本框 4"/>
          <p:cNvSpPr txBox="1"/>
          <p:nvPr/>
        </p:nvSpPr>
        <p:spPr>
          <a:xfrm>
            <a:off x="2878491" y="3822177"/>
            <a:ext cx="2988910" cy="523220"/>
          </a:xfrm>
          <a:prstGeom prst="rect">
            <a:avLst/>
          </a:prstGeom>
          <a:noFill/>
        </p:spPr>
        <p:txBody>
          <a:bodyPr wrap="square" rtlCol="0">
            <a:spAutoFit/>
          </a:bodyPr>
          <a:lstStyle/>
          <a:p>
            <a:pPr algn="dist"/>
            <a:r>
              <a:rPr kumimoji="1" lang="en-US" altLang="zh-CN" sz="2800">
                <a:solidFill>
                  <a:schemeClr val="bg1"/>
                </a:solidFill>
                <a:latin typeface="+mn-ea"/>
              </a:rPr>
              <a:t>MINI</a:t>
            </a:r>
            <a:r>
              <a:rPr kumimoji="1" lang="en-US" altLang="zh-CN" sz="2800">
                <a:solidFill>
                  <a:schemeClr val="tx2"/>
                </a:solidFill>
                <a:latin typeface="+mn-ea"/>
              </a:rPr>
              <a:t>MAL</a:t>
            </a:r>
            <a:r>
              <a:rPr kumimoji="1" lang="zh-CN" altLang="en-US" sz="2800">
                <a:solidFill>
                  <a:schemeClr val="tx2"/>
                </a:solidFill>
                <a:latin typeface="+mn-ea"/>
              </a:rPr>
              <a:t> </a:t>
            </a:r>
            <a:r>
              <a:rPr kumimoji="1" lang="en-US" altLang="zh-CN" sz="2800">
                <a:solidFill>
                  <a:schemeClr val="tx2"/>
                </a:solidFill>
                <a:latin typeface="+mn-ea"/>
              </a:rPr>
              <a:t>STYLE</a:t>
            </a:r>
            <a:endParaRPr kumimoji="1" lang="zh-CN" altLang="en-US" sz="2800">
              <a:solidFill>
                <a:schemeClr val="tx2"/>
              </a:solidFill>
              <a:latin typeface="+mn-ea"/>
            </a:endParaRPr>
          </a:p>
        </p:txBody>
      </p:sp>
      <p:sp>
        <p:nvSpPr>
          <p:cNvPr id="6" name="燕尾形 5"/>
          <p:cNvSpPr/>
          <p:nvPr/>
        </p:nvSpPr>
        <p:spPr>
          <a:xfrm>
            <a:off x="5965082" y="4007666"/>
            <a:ext cx="208052" cy="208052"/>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9" name="直线连接符 8"/>
          <p:cNvCxnSpPr/>
          <p:nvPr/>
        </p:nvCxnSpPr>
        <p:spPr>
          <a:xfrm>
            <a:off x="7270378" y="3340309"/>
            <a:ext cx="36620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圆角矩形 9"/>
          <p:cNvSpPr/>
          <p:nvPr/>
        </p:nvSpPr>
        <p:spPr>
          <a:xfrm>
            <a:off x="4186340" y="1636954"/>
            <a:ext cx="397329" cy="397329"/>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p:cNvSpPr/>
          <p:nvPr/>
        </p:nvSpPr>
        <p:spPr>
          <a:xfrm>
            <a:off x="4653679" y="2319515"/>
            <a:ext cx="209070" cy="209070"/>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p:cNvCxnSpPr/>
          <p:nvPr/>
        </p:nvCxnSpPr>
        <p:spPr>
          <a:xfrm>
            <a:off x="2142085" y="4111692"/>
            <a:ext cx="676409" cy="0"/>
          </a:xfrm>
          <a:prstGeom prst="line">
            <a:avLst/>
          </a:prstGeom>
          <a:ln w="44450"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7194176" y="2930636"/>
            <a:ext cx="3895618" cy="369332"/>
          </a:xfrm>
          <a:prstGeom prst="rect">
            <a:avLst/>
          </a:prstGeom>
          <a:noFill/>
        </p:spPr>
        <p:txBody>
          <a:bodyPr wrap="none" rtlCol="0">
            <a:spAutoFit/>
          </a:bodyPr>
          <a:lstStyle/>
          <a:p>
            <a:r>
              <a:rPr kumimoji="1" lang="en-US" altLang="zh-CN">
                <a:solidFill>
                  <a:schemeClr val="tx2"/>
                </a:solidFill>
                <a:latin typeface="+mn-ea"/>
              </a:rPr>
              <a:t>2021</a:t>
            </a:r>
            <a:r>
              <a:rPr kumimoji="1" lang="zh-CN" altLang="en-US">
                <a:solidFill>
                  <a:schemeClr val="tx2"/>
                </a:solidFill>
                <a:latin typeface="+mn-ea"/>
              </a:rPr>
              <a:t> </a:t>
            </a:r>
            <a:r>
              <a:rPr kumimoji="1" lang="en-US" altLang="zh-CN">
                <a:solidFill>
                  <a:schemeClr val="tx2"/>
                </a:solidFill>
                <a:latin typeface="+mn-ea"/>
              </a:rPr>
              <a:t>DEPARTMENT</a:t>
            </a:r>
            <a:r>
              <a:rPr kumimoji="1" lang="zh-CN" altLang="en-US">
                <a:solidFill>
                  <a:schemeClr val="tx2"/>
                </a:solidFill>
                <a:latin typeface="+mn-ea"/>
              </a:rPr>
              <a:t> </a:t>
            </a:r>
            <a:r>
              <a:rPr kumimoji="1" lang="en-US" altLang="zh-CN">
                <a:solidFill>
                  <a:schemeClr val="tx2"/>
                </a:solidFill>
                <a:latin typeface="+mn-ea"/>
              </a:rPr>
              <a:t>WORK</a:t>
            </a:r>
            <a:r>
              <a:rPr kumimoji="1" lang="zh-CN" altLang="en-US">
                <a:solidFill>
                  <a:schemeClr val="tx2"/>
                </a:solidFill>
                <a:latin typeface="+mn-ea"/>
              </a:rPr>
              <a:t> </a:t>
            </a:r>
            <a:r>
              <a:rPr kumimoji="1" lang="en-US" altLang="zh-CN">
                <a:solidFill>
                  <a:schemeClr val="tx2"/>
                </a:solidFill>
                <a:latin typeface="+mn-ea"/>
              </a:rPr>
              <a:t>REPORT</a:t>
            </a:r>
            <a:endParaRPr kumimoji="1" lang="zh-CN" altLang="en-US">
              <a:solidFill>
                <a:schemeClr val="tx2"/>
              </a:solidFill>
              <a:latin typeface="+mn-ea"/>
            </a:endParaRPr>
          </a:p>
        </p:txBody>
      </p:sp>
      <p:sp>
        <p:nvSpPr>
          <p:cNvPr id="20" name="文本框 19"/>
          <p:cNvSpPr txBox="1"/>
          <p:nvPr/>
        </p:nvSpPr>
        <p:spPr>
          <a:xfrm>
            <a:off x="7756434" y="3415553"/>
            <a:ext cx="3249706" cy="400110"/>
          </a:xfrm>
          <a:prstGeom prst="rect">
            <a:avLst/>
          </a:prstGeom>
          <a:noFill/>
        </p:spPr>
        <p:txBody>
          <a:bodyPr wrap="square" rtlCol="0">
            <a:spAutoFit/>
          </a:bodyPr>
          <a:lstStyle/>
          <a:p>
            <a:pPr algn="dist"/>
            <a:r>
              <a:rPr kumimoji="1" lang="zh-CN" altLang="en-US" sz="2000">
                <a:solidFill>
                  <a:schemeClr val="tx2"/>
                </a:solidFill>
              </a:rPr>
              <a:t>销售部下半年工作计划</a:t>
            </a:r>
            <a:endParaRPr kumimoji="1" lang="zh-CN" altLang="en-US" sz="2000">
              <a:solidFill>
                <a:schemeClr val="tx2"/>
              </a:solidFill>
            </a:endParaRPr>
          </a:p>
        </p:txBody>
      </p:sp>
      <p:sp>
        <p:nvSpPr>
          <p:cNvPr id="22" name="圆角矩形 21"/>
          <p:cNvSpPr/>
          <p:nvPr/>
        </p:nvSpPr>
        <p:spPr>
          <a:xfrm>
            <a:off x="1381562" y="4856527"/>
            <a:ext cx="209070" cy="209070"/>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p14:dur="0" advTm="3000"/>
    </mc:Choice>
    <mc:Fallback>
      <p:transition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checkerboard(across)">
                                      <p:cBhvr>
                                        <p:cTn id="10" dur="500"/>
                                        <p:tgtEl>
                                          <p:spTgt spid="5"/>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checkerboard(across)">
                                      <p:cBhvr>
                                        <p:cTn id="13" dur="500"/>
                                        <p:tgtEl>
                                          <p:spTgt spid="6"/>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checkerboard(across)">
                                      <p:cBhvr>
                                        <p:cTn id="16" dur="500"/>
                                        <p:tgtEl>
                                          <p:spTgt spid="10"/>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animEffect transition="in" filter="checkerboard(across)">
                                      <p:cBhvr>
                                        <p:cTn id="19" dur="500"/>
                                        <p:tgtEl>
                                          <p:spTgt spid="11"/>
                                        </p:tgtEl>
                                      </p:cBhvr>
                                    </p:animEffect>
                                  </p:childTnLst>
                                </p:cTn>
                              </p:par>
                              <p:par>
                                <p:cTn id="20" presetID="5" presetClass="entr" presetSubtype="10" fill="hold" nodeType="with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checkerboard(across)">
                                      <p:cBhvr>
                                        <p:cTn id="22" dur="500"/>
                                        <p:tgtEl>
                                          <p:spTgt spid="13"/>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22"/>
                                        </p:tgtEl>
                                        <p:attrNameLst>
                                          <p:attrName>style.visibility</p:attrName>
                                        </p:attrNameLst>
                                      </p:cBhvr>
                                      <p:to>
                                        <p:strVal val="visible"/>
                                      </p:to>
                                    </p:set>
                                    <p:animEffect transition="in" filter="checkerboard(across)">
                                      <p:cBhvr>
                                        <p:cTn id="25" dur="500"/>
                                        <p:tgtEl>
                                          <p:spTgt spid="22"/>
                                        </p:tgtEl>
                                      </p:cBhvr>
                                    </p:animEffect>
                                  </p:childTnLst>
                                </p:cTn>
                              </p:par>
                            </p:childTnLst>
                          </p:cTn>
                        </p:par>
                      </p:childTnLst>
                    </p:cTn>
                  </p:par>
                  <p:par>
                    <p:cTn id="26" fill="hold">
                      <p:stCondLst>
                        <p:cond delay="indefinite"/>
                      </p:stCondLst>
                      <p:childTnLst>
                        <p:par>
                          <p:cTn id="27" fill="hold">
                            <p:stCondLst>
                              <p:cond delay="0"/>
                            </p:stCondLst>
                            <p:childTnLst>
                              <p:par>
                                <p:cTn id="28" presetID="9" presetClass="entr" presetSubtype="0" fill="hold" grpId="0"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dissolve">
                                      <p:cBhvr>
                                        <p:cTn id="30" dur="500"/>
                                        <p:tgtEl>
                                          <p:spTgt spid="3"/>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4"/>
                                        </p:tgtEl>
                                        <p:attrNameLst>
                                          <p:attrName>style.visibility</p:attrName>
                                        </p:attrNameLst>
                                      </p:cBhvr>
                                      <p:to>
                                        <p:strVal val="visible"/>
                                      </p:to>
                                    </p:set>
                                    <p:animEffect transition="in" filter="dissolve">
                                      <p:cBhvr>
                                        <p:cTn id="33" dur="500"/>
                                        <p:tgtEl>
                                          <p:spTgt spid="4"/>
                                        </p:tgtEl>
                                      </p:cBhvr>
                                    </p:animEffect>
                                  </p:childTnLst>
                                </p:cTn>
                              </p:par>
                            </p:childTnLst>
                          </p:cTn>
                        </p:par>
                      </p:childTnLst>
                    </p:cTn>
                  </p:par>
                  <p:par>
                    <p:cTn id="34" fill="hold">
                      <p:stCondLst>
                        <p:cond delay="indefinite"/>
                      </p:stCondLst>
                      <p:childTnLst>
                        <p:par>
                          <p:cTn id="35" fill="hold">
                            <p:stCondLst>
                              <p:cond delay="0"/>
                            </p:stCondLst>
                            <p:childTnLst>
                              <p:par>
                                <p:cTn id="36" presetID="3" presetClass="entr" presetSubtype="10" fill="hold" nodeType="clickEffect">
                                  <p:stCondLst>
                                    <p:cond delay="0"/>
                                  </p:stCondLst>
                                  <p:childTnLst>
                                    <p:set>
                                      <p:cBhvr>
                                        <p:cTn id="37" dur="1" fill="hold">
                                          <p:stCondLst>
                                            <p:cond delay="0"/>
                                          </p:stCondLst>
                                        </p:cTn>
                                        <p:tgtEl>
                                          <p:spTgt spid="9"/>
                                        </p:tgtEl>
                                        <p:attrNameLst>
                                          <p:attrName>style.visibility</p:attrName>
                                        </p:attrNameLst>
                                      </p:cBhvr>
                                      <p:to>
                                        <p:strVal val="visible"/>
                                      </p:to>
                                    </p:set>
                                    <p:animEffect transition="in" filter="blinds(horizontal)">
                                      <p:cBhvr>
                                        <p:cTn id="38" dur="500"/>
                                        <p:tgtEl>
                                          <p:spTgt spid="9"/>
                                        </p:tgtEl>
                                      </p:cBhvr>
                                    </p:animEffect>
                                  </p:childTnLst>
                                </p:cTn>
                              </p:par>
                              <p:par>
                                <p:cTn id="39" presetID="3" presetClass="entr" presetSubtype="10"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blinds(horizontal)">
                                      <p:cBhvr>
                                        <p:cTn id="41" dur="500"/>
                                        <p:tgtEl>
                                          <p:spTgt spid="15"/>
                                        </p:tgtEl>
                                      </p:cBhvr>
                                    </p:animEffect>
                                  </p:childTnLst>
                                </p:cTn>
                              </p:par>
                              <p:par>
                                <p:cTn id="42" presetID="3" presetClass="entr" presetSubtype="10" fill="hold" grpId="0" nodeType="withEffect">
                                  <p:stCondLst>
                                    <p:cond delay="0"/>
                                  </p:stCondLst>
                                  <p:childTnLst>
                                    <p:set>
                                      <p:cBhvr>
                                        <p:cTn id="43" dur="1" fill="hold">
                                          <p:stCondLst>
                                            <p:cond delay="0"/>
                                          </p:stCondLst>
                                        </p:cTn>
                                        <p:tgtEl>
                                          <p:spTgt spid="20"/>
                                        </p:tgtEl>
                                        <p:attrNameLst>
                                          <p:attrName>style.visibility</p:attrName>
                                        </p:attrNameLst>
                                      </p:cBhvr>
                                      <p:to>
                                        <p:strVal val="visible"/>
                                      </p:to>
                                    </p:set>
                                    <p:animEffect transition="in" filter="blinds(horizontal)">
                                      <p:cBhvr>
                                        <p:cTn id="44"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p:bldP spid="4" grpId="0"/>
      <p:bldP spid="5" grpId="0"/>
      <p:bldP spid="6" grpId="0" animBg="1"/>
      <p:bldP spid="10" grpId="0" animBg="1"/>
      <p:bldP spid="11" grpId="0" animBg="1"/>
      <p:bldP spid="15" grpId="0"/>
      <p:bldP spid="20" grpId="0"/>
      <p:bldP spid="22"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320566" y="2617679"/>
            <a:ext cx="2964621" cy="1224072"/>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p:cNvSpPr/>
          <p:nvPr/>
        </p:nvSpPr>
        <p:spPr>
          <a:xfrm>
            <a:off x="1320566" y="4033596"/>
            <a:ext cx="397329" cy="397329"/>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圆角矩形 3"/>
          <p:cNvSpPr/>
          <p:nvPr/>
        </p:nvSpPr>
        <p:spPr>
          <a:xfrm>
            <a:off x="914622" y="3907860"/>
            <a:ext cx="209070" cy="209070"/>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圆角矩形 7"/>
          <p:cNvSpPr/>
          <p:nvPr/>
        </p:nvSpPr>
        <p:spPr>
          <a:xfrm>
            <a:off x="4288951" y="2408609"/>
            <a:ext cx="209070" cy="209070"/>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文本框 8"/>
          <p:cNvSpPr txBox="1"/>
          <p:nvPr/>
        </p:nvSpPr>
        <p:spPr>
          <a:xfrm>
            <a:off x="1852337" y="2721883"/>
            <a:ext cx="1798045" cy="1015663"/>
          </a:xfrm>
          <a:prstGeom prst="rect">
            <a:avLst/>
          </a:prstGeom>
          <a:noFill/>
        </p:spPr>
        <p:txBody>
          <a:bodyPr wrap="square" rtlCol="0">
            <a:spAutoFit/>
          </a:bodyPr>
          <a:lstStyle/>
          <a:p>
            <a:pPr algn="dist"/>
            <a:r>
              <a:rPr kumimoji="1" lang="zh-CN" altLang="en-US" sz="6000">
                <a:solidFill>
                  <a:schemeClr val="tx2"/>
                </a:solidFill>
                <a:latin typeface="+mj-ea"/>
                <a:ea typeface="+mj-ea"/>
              </a:rPr>
              <a:t>目录</a:t>
            </a:r>
            <a:endParaRPr kumimoji="1" lang="zh-CN" altLang="en-US" sz="6000">
              <a:solidFill>
                <a:schemeClr val="tx2"/>
              </a:solidFill>
              <a:latin typeface="+mj-ea"/>
              <a:ea typeface="+mj-ea"/>
            </a:endParaRPr>
          </a:p>
        </p:txBody>
      </p:sp>
      <p:sp>
        <p:nvSpPr>
          <p:cNvPr id="11" name="文本框 10"/>
          <p:cNvSpPr txBox="1"/>
          <p:nvPr/>
        </p:nvSpPr>
        <p:spPr>
          <a:xfrm>
            <a:off x="3545478" y="3293523"/>
            <a:ext cx="1798045" cy="400110"/>
          </a:xfrm>
          <a:prstGeom prst="rect">
            <a:avLst/>
          </a:prstGeom>
          <a:noFill/>
        </p:spPr>
        <p:txBody>
          <a:bodyPr wrap="square" rtlCol="0">
            <a:spAutoFit/>
          </a:bodyPr>
          <a:lstStyle/>
          <a:p>
            <a:pPr algn="dist"/>
            <a:r>
              <a:rPr kumimoji="1" lang="en-US" altLang="zh-CN" sz="2000">
                <a:solidFill>
                  <a:schemeClr val="bg1"/>
                </a:solidFill>
                <a:latin typeface="+mn-ea"/>
              </a:rPr>
              <a:t>CON</a:t>
            </a:r>
            <a:r>
              <a:rPr kumimoji="1" lang="en-US" altLang="zh-CN" sz="2000">
                <a:solidFill>
                  <a:schemeClr val="tx2"/>
                </a:solidFill>
                <a:latin typeface="+mn-ea"/>
              </a:rPr>
              <a:t>TENTS</a:t>
            </a:r>
            <a:endParaRPr kumimoji="1" lang="zh-CN" altLang="en-US" sz="2000">
              <a:solidFill>
                <a:schemeClr val="tx2"/>
              </a:solidFill>
              <a:latin typeface="+mn-ea"/>
            </a:endParaRPr>
          </a:p>
        </p:txBody>
      </p:sp>
      <p:sp>
        <p:nvSpPr>
          <p:cNvPr id="13" name="文本框 12"/>
          <p:cNvSpPr txBox="1"/>
          <p:nvPr/>
        </p:nvSpPr>
        <p:spPr>
          <a:xfrm>
            <a:off x="6519553" y="1472540"/>
            <a:ext cx="787395" cy="707886"/>
          </a:xfrm>
          <a:prstGeom prst="rect">
            <a:avLst/>
          </a:prstGeom>
          <a:noFill/>
        </p:spPr>
        <p:txBody>
          <a:bodyPr wrap="none" rtlCol="0">
            <a:spAutoFit/>
          </a:bodyPr>
          <a:lstStyle/>
          <a:p>
            <a:r>
              <a:rPr kumimoji="1" lang="en-US" altLang="zh-CN" sz="4000">
                <a:solidFill>
                  <a:schemeClr val="bg1">
                    <a:lumMod val="85000"/>
                  </a:schemeClr>
                </a:solidFill>
                <a:latin typeface="+mj-ea"/>
                <a:ea typeface="+mj-ea"/>
              </a:rPr>
              <a:t>01</a:t>
            </a:r>
            <a:endParaRPr kumimoji="1" lang="zh-CN" altLang="en-US" sz="4000">
              <a:solidFill>
                <a:schemeClr val="bg1">
                  <a:lumMod val="85000"/>
                </a:schemeClr>
              </a:solidFill>
              <a:latin typeface="+mj-ea"/>
              <a:ea typeface="+mj-ea"/>
            </a:endParaRPr>
          </a:p>
        </p:txBody>
      </p:sp>
      <p:sp>
        <p:nvSpPr>
          <p:cNvPr id="14" name="文本框 13"/>
          <p:cNvSpPr txBox="1"/>
          <p:nvPr/>
        </p:nvSpPr>
        <p:spPr>
          <a:xfrm>
            <a:off x="6519552" y="2556786"/>
            <a:ext cx="787395" cy="707886"/>
          </a:xfrm>
          <a:prstGeom prst="rect">
            <a:avLst/>
          </a:prstGeom>
          <a:noFill/>
        </p:spPr>
        <p:txBody>
          <a:bodyPr wrap="none" rtlCol="0">
            <a:spAutoFit/>
          </a:bodyPr>
          <a:lstStyle/>
          <a:p>
            <a:r>
              <a:rPr kumimoji="1" lang="en-US" altLang="zh-CN" sz="4000">
                <a:solidFill>
                  <a:schemeClr val="bg1">
                    <a:lumMod val="85000"/>
                  </a:schemeClr>
                </a:solidFill>
                <a:latin typeface="+mj-ea"/>
                <a:ea typeface="+mj-ea"/>
              </a:rPr>
              <a:t>02</a:t>
            </a:r>
            <a:endParaRPr kumimoji="1" lang="zh-CN" altLang="en-US" sz="4000">
              <a:solidFill>
                <a:schemeClr val="bg1">
                  <a:lumMod val="85000"/>
                </a:schemeClr>
              </a:solidFill>
              <a:latin typeface="+mj-ea"/>
              <a:ea typeface="+mj-ea"/>
            </a:endParaRPr>
          </a:p>
        </p:txBody>
      </p:sp>
      <p:sp>
        <p:nvSpPr>
          <p:cNvPr id="15" name="文本框 14"/>
          <p:cNvSpPr txBox="1"/>
          <p:nvPr/>
        </p:nvSpPr>
        <p:spPr>
          <a:xfrm>
            <a:off x="6519551" y="3641032"/>
            <a:ext cx="787395" cy="707886"/>
          </a:xfrm>
          <a:prstGeom prst="rect">
            <a:avLst/>
          </a:prstGeom>
          <a:noFill/>
        </p:spPr>
        <p:txBody>
          <a:bodyPr wrap="none" rtlCol="0">
            <a:spAutoFit/>
          </a:bodyPr>
          <a:lstStyle/>
          <a:p>
            <a:r>
              <a:rPr kumimoji="1" lang="en-US" altLang="zh-CN" sz="4000">
                <a:solidFill>
                  <a:schemeClr val="bg1">
                    <a:lumMod val="85000"/>
                  </a:schemeClr>
                </a:solidFill>
                <a:latin typeface="+mj-ea"/>
                <a:ea typeface="+mj-ea"/>
              </a:rPr>
              <a:t>03</a:t>
            </a:r>
            <a:endParaRPr kumimoji="1" lang="zh-CN" altLang="en-US" sz="4000">
              <a:solidFill>
                <a:schemeClr val="bg1">
                  <a:lumMod val="85000"/>
                </a:schemeClr>
              </a:solidFill>
              <a:latin typeface="+mj-ea"/>
              <a:ea typeface="+mj-ea"/>
            </a:endParaRPr>
          </a:p>
        </p:txBody>
      </p:sp>
      <p:sp>
        <p:nvSpPr>
          <p:cNvPr id="16" name="文本框 15"/>
          <p:cNvSpPr txBox="1"/>
          <p:nvPr/>
        </p:nvSpPr>
        <p:spPr>
          <a:xfrm>
            <a:off x="6519551" y="4737153"/>
            <a:ext cx="787395" cy="707886"/>
          </a:xfrm>
          <a:prstGeom prst="rect">
            <a:avLst/>
          </a:prstGeom>
          <a:noFill/>
        </p:spPr>
        <p:txBody>
          <a:bodyPr wrap="none" rtlCol="0">
            <a:spAutoFit/>
          </a:bodyPr>
          <a:lstStyle/>
          <a:p>
            <a:r>
              <a:rPr kumimoji="1" lang="en-US" altLang="zh-CN" sz="4000">
                <a:solidFill>
                  <a:schemeClr val="bg1">
                    <a:lumMod val="85000"/>
                  </a:schemeClr>
                </a:solidFill>
                <a:latin typeface="+mj-ea"/>
                <a:ea typeface="+mj-ea"/>
              </a:rPr>
              <a:t>04</a:t>
            </a:r>
            <a:endParaRPr kumimoji="1" lang="zh-CN" altLang="en-US" sz="4000">
              <a:solidFill>
                <a:schemeClr val="bg1">
                  <a:lumMod val="85000"/>
                </a:schemeClr>
              </a:solidFill>
              <a:latin typeface="+mj-ea"/>
              <a:ea typeface="+mj-ea"/>
            </a:endParaRPr>
          </a:p>
        </p:txBody>
      </p:sp>
      <p:sp>
        <p:nvSpPr>
          <p:cNvPr id="17" name="文本框 16"/>
          <p:cNvSpPr txBox="1"/>
          <p:nvPr/>
        </p:nvSpPr>
        <p:spPr>
          <a:xfrm>
            <a:off x="7318821" y="1522000"/>
            <a:ext cx="2339102" cy="461665"/>
          </a:xfrm>
          <a:prstGeom prst="rect">
            <a:avLst/>
          </a:prstGeom>
          <a:noFill/>
        </p:spPr>
        <p:txBody>
          <a:bodyPr wrap="none" rtlCol="0">
            <a:spAutoFit/>
          </a:bodyPr>
          <a:lstStyle/>
          <a:p>
            <a:r>
              <a:rPr kumimoji="1" lang="zh-CN" altLang="en-US" sz="2400">
                <a:solidFill>
                  <a:schemeClr val="tx2"/>
                </a:solidFill>
                <a:latin typeface="+mn-ea"/>
              </a:rPr>
              <a:t>下半年工作目标</a:t>
            </a:r>
            <a:endParaRPr kumimoji="1" lang="en-US" altLang="zh-CN" sz="2400">
              <a:solidFill>
                <a:schemeClr val="tx2"/>
              </a:solidFill>
              <a:latin typeface="+mn-ea"/>
            </a:endParaRPr>
          </a:p>
        </p:txBody>
      </p:sp>
      <p:sp>
        <p:nvSpPr>
          <p:cNvPr id="18" name="文本框 17"/>
          <p:cNvSpPr txBox="1"/>
          <p:nvPr/>
        </p:nvSpPr>
        <p:spPr>
          <a:xfrm>
            <a:off x="7318821" y="2631612"/>
            <a:ext cx="2339102" cy="461665"/>
          </a:xfrm>
          <a:prstGeom prst="rect">
            <a:avLst/>
          </a:prstGeom>
          <a:noFill/>
        </p:spPr>
        <p:txBody>
          <a:bodyPr wrap="none" rtlCol="0">
            <a:spAutoFit/>
          </a:bodyPr>
          <a:lstStyle/>
          <a:p>
            <a:r>
              <a:rPr kumimoji="1" lang="zh-CN" altLang="en-US" sz="2400">
                <a:solidFill>
                  <a:schemeClr val="tx2"/>
                </a:solidFill>
                <a:latin typeface="+mn-ea"/>
              </a:rPr>
              <a:t>新产品研发方案</a:t>
            </a:r>
            <a:endParaRPr kumimoji="1" lang="zh-CN" altLang="en-US" sz="2400">
              <a:solidFill>
                <a:schemeClr val="tx2"/>
              </a:solidFill>
              <a:latin typeface="+mn-ea"/>
            </a:endParaRPr>
          </a:p>
        </p:txBody>
      </p:sp>
      <p:sp>
        <p:nvSpPr>
          <p:cNvPr id="19" name="文本框 18"/>
          <p:cNvSpPr txBox="1"/>
          <p:nvPr/>
        </p:nvSpPr>
        <p:spPr>
          <a:xfrm>
            <a:off x="7318821" y="3718889"/>
            <a:ext cx="2339102" cy="461665"/>
          </a:xfrm>
          <a:prstGeom prst="rect">
            <a:avLst/>
          </a:prstGeom>
          <a:noFill/>
        </p:spPr>
        <p:txBody>
          <a:bodyPr wrap="none" rtlCol="0">
            <a:spAutoFit/>
          </a:bodyPr>
          <a:lstStyle/>
          <a:p>
            <a:r>
              <a:rPr kumimoji="1" lang="zh-CN" altLang="en-US" sz="2400">
                <a:solidFill>
                  <a:schemeClr val="tx2"/>
                </a:solidFill>
                <a:latin typeface="+mn-ea"/>
              </a:rPr>
              <a:t>消费者分析报告</a:t>
            </a:r>
            <a:endParaRPr kumimoji="1" lang="zh-CN" altLang="en-US" sz="2400">
              <a:solidFill>
                <a:schemeClr val="tx2"/>
              </a:solidFill>
              <a:latin typeface="+mn-ea"/>
            </a:endParaRPr>
          </a:p>
        </p:txBody>
      </p:sp>
      <p:sp>
        <p:nvSpPr>
          <p:cNvPr id="20" name="文本框 19"/>
          <p:cNvSpPr txBox="1"/>
          <p:nvPr/>
        </p:nvSpPr>
        <p:spPr>
          <a:xfrm>
            <a:off x="7318821" y="4820159"/>
            <a:ext cx="2339102" cy="461665"/>
          </a:xfrm>
          <a:prstGeom prst="rect">
            <a:avLst/>
          </a:prstGeom>
          <a:noFill/>
        </p:spPr>
        <p:txBody>
          <a:bodyPr wrap="none" rtlCol="0">
            <a:spAutoFit/>
          </a:bodyPr>
          <a:lstStyle/>
          <a:p>
            <a:r>
              <a:rPr kumimoji="1" lang="zh-CN" altLang="en-US" sz="2400">
                <a:solidFill>
                  <a:schemeClr val="tx2"/>
                </a:solidFill>
                <a:latin typeface="+mn-ea"/>
              </a:rPr>
              <a:t>各部门沟通流程</a:t>
            </a:r>
            <a:endParaRPr kumimoji="1" lang="zh-CN" altLang="en-US" sz="2400">
              <a:solidFill>
                <a:schemeClr val="tx2"/>
              </a:solidFill>
              <a:latin typeface="+mn-ea"/>
            </a:endParaRPr>
          </a:p>
        </p:txBody>
      </p:sp>
      <p:sp>
        <p:nvSpPr>
          <p:cNvPr id="21" name="文本框 20"/>
          <p:cNvSpPr txBox="1"/>
          <p:nvPr/>
        </p:nvSpPr>
        <p:spPr>
          <a:xfrm>
            <a:off x="7318821" y="1912769"/>
            <a:ext cx="2815194" cy="230832"/>
          </a:xfrm>
          <a:prstGeom prst="rect">
            <a:avLst/>
          </a:prstGeom>
          <a:noFill/>
        </p:spPr>
        <p:txBody>
          <a:bodyPr wrap="none" rtlCol="0">
            <a:spAutoFit/>
          </a:bodyPr>
          <a:lstStyle/>
          <a:p>
            <a:r>
              <a:rPr lang="en-GB" altLang="zh-CN" sz="900">
                <a:solidFill>
                  <a:schemeClr val="tx1">
                    <a:lumMod val="50000"/>
                    <a:lumOff val="50000"/>
                  </a:schemeClr>
                </a:solidFill>
                <a:latin typeface="+mn-ea"/>
              </a:rPr>
              <a:t>FILL IN THE TEXT OF THE DOCUMENT TITLE HERE</a:t>
            </a:r>
            <a:endParaRPr lang="en-GB" altLang="zh-CN" sz="900">
              <a:solidFill>
                <a:schemeClr val="tx1">
                  <a:lumMod val="50000"/>
                  <a:lumOff val="50000"/>
                </a:schemeClr>
              </a:solidFill>
              <a:latin typeface="+mn-ea"/>
            </a:endParaRPr>
          </a:p>
        </p:txBody>
      </p:sp>
      <p:sp>
        <p:nvSpPr>
          <p:cNvPr id="22" name="文本框 21"/>
          <p:cNvSpPr txBox="1"/>
          <p:nvPr/>
        </p:nvSpPr>
        <p:spPr>
          <a:xfrm>
            <a:off x="7318821" y="3018778"/>
            <a:ext cx="2815194" cy="230832"/>
          </a:xfrm>
          <a:prstGeom prst="rect">
            <a:avLst/>
          </a:prstGeom>
          <a:noFill/>
        </p:spPr>
        <p:txBody>
          <a:bodyPr wrap="none" rtlCol="0">
            <a:spAutoFit/>
          </a:bodyPr>
          <a:lstStyle/>
          <a:p>
            <a:r>
              <a:rPr lang="en-GB" altLang="zh-CN" sz="900">
                <a:solidFill>
                  <a:schemeClr val="tx1">
                    <a:lumMod val="50000"/>
                    <a:lumOff val="50000"/>
                  </a:schemeClr>
                </a:solidFill>
                <a:latin typeface="+mn-ea"/>
              </a:rPr>
              <a:t>FILL IN THE TEXT OF THE DOCUMENT TITLE HERE</a:t>
            </a:r>
            <a:endParaRPr lang="en-GB" altLang="zh-CN" sz="900">
              <a:solidFill>
                <a:schemeClr val="tx1">
                  <a:lumMod val="50000"/>
                  <a:lumOff val="50000"/>
                </a:schemeClr>
              </a:solidFill>
              <a:latin typeface="+mn-ea"/>
            </a:endParaRPr>
          </a:p>
        </p:txBody>
      </p:sp>
      <p:sp>
        <p:nvSpPr>
          <p:cNvPr id="23" name="文本框 22"/>
          <p:cNvSpPr txBox="1"/>
          <p:nvPr/>
        </p:nvSpPr>
        <p:spPr>
          <a:xfrm>
            <a:off x="7318821" y="4142995"/>
            <a:ext cx="2815194" cy="230832"/>
          </a:xfrm>
          <a:prstGeom prst="rect">
            <a:avLst/>
          </a:prstGeom>
          <a:noFill/>
        </p:spPr>
        <p:txBody>
          <a:bodyPr wrap="none" rtlCol="0">
            <a:spAutoFit/>
          </a:bodyPr>
          <a:lstStyle/>
          <a:p>
            <a:r>
              <a:rPr lang="en-GB" altLang="zh-CN" sz="900">
                <a:solidFill>
                  <a:schemeClr val="tx1">
                    <a:lumMod val="50000"/>
                    <a:lumOff val="50000"/>
                  </a:schemeClr>
                </a:solidFill>
                <a:latin typeface="+mn-ea"/>
              </a:rPr>
              <a:t>FILL IN THE TEXT OF THE DOCUMENT TITLE HERE</a:t>
            </a:r>
            <a:endParaRPr lang="en-GB" altLang="zh-CN" sz="900">
              <a:solidFill>
                <a:schemeClr val="tx1">
                  <a:lumMod val="50000"/>
                  <a:lumOff val="50000"/>
                </a:schemeClr>
              </a:solidFill>
              <a:latin typeface="+mn-ea"/>
            </a:endParaRPr>
          </a:p>
        </p:txBody>
      </p:sp>
      <p:sp>
        <p:nvSpPr>
          <p:cNvPr id="24" name="文本框 23"/>
          <p:cNvSpPr txBox="1"/>
          <p:nvPr/>
        </p:nvSpPr>
        <p:spPr>
          <a:xfrm>
            <a:off x="7318821" y="5226082"/>
            <a:ext cx="2815194" cy="230832"/>
          </a:xfrm>
          <a:prstGeom prst="rect">
            <a:avLst/>
          </a:prstGeom>
          <a:noFill/>
        </p:spPr>
        <p:txBody>
          <a:bodyPr wrap="none" rtlCol="0">
            <a:spAutoFit/>
          </a:bodyPr>
          <a:lstStyle/>
          <a:p>
            <a:r>
              <a:rPr lang="en-GB" altLang="zh-CN" sz="900">
                <a:solidFill>
                  <a:schemeClr val="tx1">
                    <a:lumMod val="50000"/>
                    <a:lumOff val="50000"/>
                  </a:schemeClr>
                </a:solidFill>
                <a:latin typeface="+mn-ea"/>
              </a:rPr>
              <a:t>FILL IN THE TEXT OF THE DOCUMENT TITLE HERE</a:t>
            </a:r>
            <a:endParaRPr lang="en-GB" altLang="zh-CN" sz="900">
              <a:solidFill>
                <a:schemeClr val="tx1">
                  <a:lumMod val="50000"/>
                  <a:lumOff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blinds(horizontal)">
                                      <p:cBhvr>
                                        <p:cTn id="7" dur="500"/>
                                        <p:tgtEl>
                                          <p:spTgt spid="13"/>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blinds(horizontal)">
                                      <p:cBhvr>
                                        <p:cTn id="10" dur="500"/>
                                        <p:tgtEl>
                                          <p:spTgt spid="14"/>
                                        </p:tgtEl>
                                      </p:cBhvr>
                                    </p:animEffect>
                                  </p:childTnLst>
                                </p:cTn>
                              </p:par>
                              <p:par>
                                <p:cTn id="11" presetID="3" presetClass="entr" presetSubtype="1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blinds(horizontal)">
                                      <p:cBhvr>
                                        <p:cTn id="13" dur="500"/>
                                        <p:tgtEl>
                                          <p:spTgt spid="1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blinds(horizontal)">
                                      <p:cBhvr>
                                        <p:cTn id="16" dur="500"/>
                                        <p:tgtEl>
                                          <p:spTgt spid="16"/>
                                        </p:tgtEl>
                                      </p:cBhvr>
                                    </p:animEffect>
                                  </p:childTnLst>
                                </p:cTn>
                              </p:par>
                              <p:par>
                                <p:cTn id="17" presetID="3" presetClass="entr" presetSubtype="1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blinds(horizontal)">
                                      <p:cBhvr>
                                        <p:cTn id="19" dur="500"/>
                                        <p:tgtEl>
                                          <p:spTgt spid="17"/>
                                        </p:tgtEl>
                                      </p:cBhvr>
                                    </p:animEffect>
                                  </p:childTnLst>
                                </p:cTn>
                              </p:par>
                              <p:par>
                                <p:cTn id="20" presetID="3" presetClass="entr" presetSubtype="1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blinds(horizontal)">
                                      <p:cBhvr>
                                        <p:cTn id="22" dur="500"/>
                                        <p:tgtEl>
                                          <p:spTgt spid="18"/>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blinds(horizontal)">
                                      <p:cBhvr>
                                        <p:cTn id="25" dur="500"/>
                                        <p:tgtEl>
                                          <p:spTgt spid="19"/>
                                        </p:tgtEl>
                                      </p:cBhvr>
                                    </p:animEffect>
                                  </p:childTnLst>
                                </p:cTn>
                              </p:par>
                              <p:par>
                                <p:cTn id="26" presetID="3" presetClass="entr" presetSubtype="1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blinds(horizontal)">
                                      <p:cBhvr>
                                        <p:cTn id="28" dur="500"/>
                                        <p:tgtEl>
                                          <p:spTgt spid="20"/>
                                        </p:tgtEl>
                                      </p:cBhvr>
                                    </p:animEffect>
                                  </p:childTnLst>
                                </p:cTn>
                              </p:par>
                              <p:par>
                                <p:cTn id="29" presetID="3" presetClass="entr" presetSubtype="1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blinds(horizontal)">
                                      <p:cBhvr>
                                        <p:cTn id="31" dur="500"/>
                                        <p:tgtEl>
                                          <p:spTgt spid="21"/>
                                        </p:tgtEl>
                                      </p:cBhvr>
                                    </p:animEffect>
                                  </p:childTnLst>
                                </p:cTn>
                              </p:par>
                              <p:par>
                                <p:cTn id="32" presetID="3" presetClass="entr" presetSubtype="1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blinds(horizontal)">
                                      <p:cBhvr>
                                        <p:cTn id="34" dur="500"/>
                                        <p:tgtEl>
                                          <p:spTgt spid="22"/>
                                        </p:tgtEl>
                                      </p:cBhvr>
                                    </p:animEffect>
                                  </p:childTnLst>
                                </p:cTn>
                              </p:par>
                              <p:par>
                                <p:cTn id="35" presetID="3" presetClass="entr" presetSubtype="1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linds(horizontal)">
                                      <p:cBhvr>
                                        <p:cTn id="37" dur="500"/>
                                        <p:tgtEl>
                                          <p:spTgt spid="23"/>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24"/>
                                        </p:tgtEl>
                                        <p:attrNameLst>
                                          <p:attrName>style.visibility</p:attrName>
                                        </p:attrNameLst>
                                      </p:cBhvr>
                                      <p:to>
                                        <p:strVal val="visible"/>
                                      </p:to>
                                    </p:set>
                                    <p:animEffect transition="in" filter="blinds(horizontal)">
                                      <p:cBhvr>
                                        <p:cTn id="40"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P spid="14" grpId="0"/>
      <p:bldP spid="15" grpId="0"/>
      <p:bldP spid="16" grpId="0"/>
      <p:bldP spid="17" grpId="0"/>
      <p:bldP spid="18" grpId="0"/>
      <p:bldP spid="19" grpId="0"/>
      <p:bldP spid="20" grpId="0"/>
      <p:bldP spid="21" grpId="0"/>
      <p:bldP spid="22" grpId="0"/>
      <p:bldP spid="23" grpId="0"/>
      <p:bldP spid="24"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70393" y="1546228"/>
            <a:ext cx="2221054" cy="828837"/>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p:cNvSpPr/>
          <p:nvPr/>
        </p:nvSpPr>
        <p:spPr>
          <a:xfrm>
            <a:off x="4507730" y="1424652"/>
            <a:ext cx="243152" cy="243152"/>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圆角矩形 3"/>
          <p:cNvSpPr/>
          <p:nvPr/>
        </p:nvSpPr>
        <p:spPr>
          <a:xfrm>
            <a:off x="4750882" y="1887516"/>
            <a:ext cx="127491" cy="127491"/>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圆角矩形 4"/>
          <p:cNvSpPr/>
          <p:nvPr/>
        </p:nvSpPr>
        <p:spPr>
          <a:xfrm>
            <a:off x="7318469" y="1320858"/>
            <a:ext cx="209070" cy="209070"/>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p:cNvSpPr txBox="1"/>
          <p:nvPr/>
        </p:nvSpPr>
        <p:spPr>
          <a:xfrm>
            <a:off x="5281898" y="1565553"/>
            <a:ext cx="1798045" cy="523220"/>
          </a:xfrm>
          <a:prstGeom prst="rect">
            <a:avLst/>
          </a:prstGeom>
          <a:noFill/>
        </p:spPr>
        <p:txBody>
          <a:bodyPr wrap="square" rtlCol="0">
            <a:spAutoFit/>
          </a:bodyPr>
          <a:lstStyle/>
          <a:p>
            <a:pPr algn="dist"/>
            <a:r>
              <a:rPr kumimoji="1" lang="zh-CN" altLang="en-US" sz="2800">
                <a:solidFill>
                  <a:schemeClr val="tx2"/>
                </a:solidFill>
                <a:latin typeface="+mj-ea"/>
                <a:ea typeface="+mj-ea"/>
              </a:rPr>
              <a:t>第一部分</a:t>
            </a:r>
            <a:endParaRPr kumimoji="1" lang="zh-CN" altLang="en-US" sz="2800">
              <a:solidFill>
                <a:schemeClr val="tx2"/>
              </a:solidFill>
              <a:latin typeface="+mj-ea"/>
              <a:ea typeface="+mj-ea"/>
            </a:endParaRPr>
          </a:p>
        </p:txBody>
      </p:sp>
      <p:sp>
        <p:nvSpPr>
          <p:cNvPr id="7" name="文本框 6"/>
          <p:cNvSpPr txBox="1"/>
          <p:nvPr/>
        </p:nvSpPr>
        <p:spPr>
          <a:xfrm>
            <a:off x="5293773" y="1998761"/>
            <a:ext cx="1774295" cy="338554"/>
          </a:xfrm>
          <a:prstGeom prst="rect">
            <a:avLst/>
          </a:prstGeom>
          <a:noFill/>
        </p:spPr>
        <p:txBody>
          <a:bodyPr wrap="square" rtlCol="0">
            <a:spAutoFit/>
          </a:bodyPr>
          <a:lstStyle/>
          <a:p>
            <a:pPr algn="dist"/>
            <a:r>
              <a:rPr kumimoji="1" lang="en-US" altLang="zh-CN" sz="1600">
                <a:solidFill>
                  <a:schemeClr val="bg1"/>
                </a:solidFill>
                <a:latin typeface="+mn-ea"/>
              </a:rPr>
              <a:t>PART</a:t>
            </a:r>
            <a:r>
              <a:rPr kumimoji="1" lang="zh-CN" altLang="en-US" sz="1600">
                <a:solidFill>
                  <a:schemeClr val="bg1"/>
                </a:solidFill>
                <a:latin typeface="+mn-ea"/>
              </a:rPr>
              <a:t> </a:t>
            </a:r>
            <a:r>
              <a:rPr kumimoji="1" lang="en-US" altLang="zh-CN" sz="1600">
                <a:solidFill>
                  <a:schemeClr val="bg1"/>
                </a:solidFill>
                <a:latin typeface="+mn-ea"/>
              </a:rPr>
              <a:t>01</a:t>
            </a:r>
            <a:endParaRPr kumimoji="1" lang="zh-CN" altLang="en-US" sz="1600">
              <a:solidFill>
                <a:schemeClr val="tx2"/>
              </a:solidFill>
              <a:latin typeface="+mn-ea"/>
            </a:endParaRPr>
          </a:p>
        </p:txBody>
      </p:sp>
      <p:sp>
        <p:nvSpPr>
          <p:cNvPr id="8" name="文本框 7"/>
          <p:cNvSpPr txBox="1"/>
          <p:nvPr/>
        </p:nvSpPr>
        <p:spPr>
          <a:xfrm>
            <a:off x="3126238" y="2770523"/>
            <a:ext cx="6109365" cy="1107996"/>
          </a:xfrm>
          <a:prstGeom prst="rect">
            <a:avLst/>
          </a:prstGeom>
          <a:noFill/>
        </p:spPr>
        <p:txBody>
          <a:bodyPr wrap="none" rtlCol="0">
            <a:spAutoFit/>
          </a:bodyPr>
          <a:lstStyle/>
          <a:p>
            <a:r>
              <a:rPr kumimoji="1" lang="zh-CN" altLang="en-US" sz="6600">
                <a:solidFill>
                  <a:schemeClr val="tx2"/>
                </a:solidFill>
                <a:latin typeface="+mn-ea"/>
              </a:rPr>
              <a:t>下半年工作目标</a:t>
            </a:r>
            <a:endParaRPr kumimoji="1" lang="zh-CN" altLang="en-US" sz="6600">
              <a:solidFill>
                <a:schemeClr val="tx2"/>
              </a:solidFill>
              <a:latin typeface="+mn-ea"/>
            </a:endParaRPr>
          </a:p>
        </p:txBody>
      </p:sp>
      <p:sp>
        <p:nvSpPr>
          <p:cNvPr id="9" name="文本框 8"/>
          <p:cNvSpPr txBox="1"/>
          <p:nvPr/>
        </p:nvSpPr>
        <p:spPr>
          <a:xfrm>
            <a:off x="2944894" y="3878519"/>
            <a:ext cx="6472052" cy="557012"/>
          </a:xfrm>
          <a:prstGeom prst="rect">
            <a:avLst/>
          </a:prstGeom>
          <a:noFill/>
        </p:spPr>
        <p:txBody>
          <a:bodyPr wrap="square" rtlCol="0">
            <a:spAutoFit/>
          </a:bodyPr>
          <a:lstStyle/>
          <a:p>
            <a:pPr algn="ctr">
              <a:lnSpc>
                <a:spcPct val="150000"/>
              </a:lnSpc>
            </a:pPr>
            <a:r>
              <a:rPr lang="en-GB" altLang="zh-CN" sz="1050">
                <a:solidFill>
                  <a:schemeClr val="tx1">
                    <a:lumMod val="50000"/>
                    <a:lumOff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50">
              <a:solidFill>
                <a:schemeClr val="tx1">
                  <a:lumMod val="50000"/>
                  <a:lumOff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下半年工作目标</a:t>
            </a:r>
            <a:endParaRPr kumimoji="1" lang="zh-CN" altLang="en-US" sz="2400">
              <a:solidFill>
                <a:schemeClr val="tx2"/>
              </a:solidFill>
              <a:latin typeface="+mn-ea"/>
            </a:endParaRPr>
          </a:p>
        </p:txBody>
      </p:sp>
      <p:sp>
        <p:nvSpPr>
          <p:cNvPr id="3" name="矩形 2"/>
          <p:cNvSpPr/>
          <p:nvPr/>
        </p:nvSpPr>
        <p:spPr>
          <a:xfrm>
            <a:off x="972875" y="3691270"/>
            <a:ext cx="1608881" cy="2152893"/>
          </a:xfrm>
          <a:prstGeom prst="rect">
            <a:avLst/>
          </a:prstGeom>
          <a:solidFill>
            <a:schemeClr val="bg1"/>
          </a:solidFill>
          <a:ln>
            <a:noFill/>
          </a:ln>
          <a:effectLst>
            <a:outerShdw blurRad="152400" sx="102000" sy="102000" algn="ctr" rotWithShape="0">
              <a:schemeClr val="tx1">
                <a:lumMod val="75000"/>
                <a:lumOff val="2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 name="Group 107"/>
          <p:cNvGrpSpPr/>
          <p:nvPr/>
        </p:nvGrpSpPr>
        <p:grpSpPr>
          <a:xfrm>
            <a:off x="1605980" y="3953147"/>
            <a:ext cx="342670" cy="383570"/>
            <a:chOff x="3471863" y="1916113"/>
            <a:chExt cx="492125" cy="550863"/>
          </a:xfrm>
          <a:solidFill>
            <a:schemeClr val="tx2"/>
          </a:solidFill>
        </p:grpSpPr>
        <p:sp>
          <p:nvSpPr>
            <p:cNvPr id="5" name="Freeform 70"/>
            <p:cNvSpPr>
              <a:spLocks noEditPoints="1"/>
            </p:cNvSpPr>
            <p:nvPr/>
          </p:nvSpPr>
          <p:spPr bwMode="auto">
            <a:xfrm>
              <a:off x="3633788" y="1916113"/>
              <a:ext cx="330200" cy="330200"/>
            </a:xfrm>
            <a:custGeom>
              <a:avLst/>
              <a:gdLst>
                <a:gd name="T0" fmla="*/ 958 w 2077"/>
                <a:gd name="T1" fmla="*/ 277 h 2076"/>
                <a:gd name="T2" fmla="*/ 796 w 2077"/>
                <a:gd name="T3" fmla="*/ 377 h 2076"/>
                <a:gd name="T4" fmla="*/ 576 w 2077"/>
                <a:gd name="T5" fmla="*/ 455 h 2076"/>
                <a:gd name="T6" fmla="*/ 456 w 2077"/>
                <a:gd name="T7" fmla="*/ 350 h 2076"/>
                <a:gd name="T8" fmla="*/ 457 w 2077"/>
                <a:gd name="T9" fmla="*/ 573 h 2076"/>
                <a:gd name="T10" fmla="*/ 379 w 2077"/>
                <a:gd name="T11" fmla="*/ 793 h 2076"/>
                <a:gd name="T12" fmla="*/ 281 w 2077"/>
                <a:gd name="T13" fmla="*/ 955 h 2076"/>
                <a:gd name="T14" fmla="*/ 142 w 2077"/>
                <a:gd name="T15" fmla="*/ 1105 h 2076"/>
                <a:gd name="T16" fmla="*/ 300 w 2077"/>
                <a:gd name="T17" fmla="*/ 1120 h 2076"/>
                <a:gd name="T18" fmla="*/ 400 w 2077"/>
                <a:gd name="T19" fmla="*/ 1331 h 2076"/>
                <a:gd name="T20" fmla="*/ 446 w 2077"/>
                <a:gd name="T21" fmla="*/ 1515 h 2076"/>
                <a:gd name="T22" fmla="*/ 459 w 2077"/>
                <a:gd name="T23" fmla="*/ 1723 h 2076"/>
                <a:gd name="T24" fmla="*/ 591 w 2077"/>
                <a:gd name="T25" fmla="*/ 1612 h 2076"/>
                <a:gd name="T26" fmla="*/ 846 w 2077"/>
                <a:gd name="T27" fmla="*/ 1714 h 2076"/>
                <a:gd name="T28" fmla="*/ 957 w 2077"/>
                <a:gd name="T29" fmla="*/ 1922 h 2076"/>
                <a:gd name="T30" fmla="*/ 1111 w 2077"/>
                <a:gd name="T31" fmla="*/ 1934 h 2076"/>
                <a:gd name="T32" fmla="*/ 1130 w 2077"/>
                <a:gd name="T33" fmla="*/ 1759 h 2076"/>
                <a:gd name="T34" fmla="*/ 1382 w 2077"/>
                <a:gd name="T35" fmla="*/ 1650 h 2076"/>
                <a:gd name="T36" fmla="*/ 1608 w 2077"/>
                <a:gd name="T37" fmla="*/ 1720 h 2076"/>
                <a:gd name="T38" fmla="*/ 1723 w 2077"/>
                <a:gd name="T39" fmla="*/ 1623 h 2076"/>
                <a:gd name="T40" fmla="*/ 1613 w 2077"/>
                <a:gd name="T41" fmla="*/ 1464 h 2076"/>
                <a:gd name="T42" fmla="*/ 1730 w 2077"/>
                <a:gd name="T43" fmla="*/ 1175 h 2076"/>
                <a:gd name="T44" fmla="*/ 1929 w 2077"/>
                <a:gd name="T45" fmla="*/ 1118 h 2076"/>
                <a:gd name="T46" fmla="*/ 1934 w 2077"/>
                <a:gd name="T47" fmla="*/ 962 h 2076"/>
                <a:gd name="T48" fmla="*/ 1747 w 2077"/>
                <a:gd name="T49" fmla="*/ 934 h 2076"/>
                <a:gd name="T50" fmla="*/ 1624 w 2077"/>
                <a:gd name="T51" fmla="*/ 648 h 2076"/>
                <a:gd name="T52" fmla="*/ 1728 w 2077"/>
                <a:gd name="T53" fmla="*/ 463 h 2076"/>
                <a:gd name="T54" fmla="*/ 1616 w 2077"/>
                <a:gd name="T55" fmla="*/ 350 h 2076"/>
                <a:gd name="T56" fmla="*/ 1449 w 2077"/>
                <a:gd name="T57" fmla="*/ 461 h 2076"/>
                <a:gd name="T58" fmla="*/ 1159 w 2077"/>
                <a:gd name="T59" fmla="*/ 341 h 2076"/>
                <a:gd name="T60" fmla="*/ 1119 w 2077"/>
                <a:gd name="T61" fmla="*/ 145 h 2076"/>
                <a:gd name="T62" fmla="*/ 1139 w 2077"/>
                <a:gd name="T63" fmla="*/ 3 h 2076"/>
                <a:gd name="T64" fmla="*/ 1260 w 2077"/>
                <a:gd name="T65" fmla="*/ 152 h 2076"/>
                <a:gd name="T66" fmla="*/ 1547 w 2077"/>
                <a:gd name="T67" fmla="*/ 227 h 2076"/>
                <a:gd name="T68" fmla="*/ 1705 w 2077"/>
                <a:gd name="T69" fmla="*/ 239 h 2076"/>
                <a:gd name="T70" fmla="*/ 1866 w 2077"/>
                <a:gd name="T71" fmla="*/ 474 h 2076"/>
                <a:gd name="T72" fmla="*/ 1819 w 2077"/>
                <a:gd name="T73" fmla="*/ 714 h 2076"/>
                <a:gd name="T74" fmla="*/ 2032 w 2077"/>
                <a:gd name="T75" fmla="*/ 861 h 2076"/>
                <a:gd name="T76" fmla="*/ 2065 w 2077"/>
                <a:gd name="T77" fmla="*/ 1165 h 2076"/>
                <a:gd name="T78" fmla="*/ 1925 w 2077"/>
                <a:gd name="T79" fmla="*/ 1259 h 2076"/>
                <a:gd name="T80" fmla="*/ 1852 w 2077"/>
                <a:gd name="T81" fmla="*/ 1551 h 2076"/>
                <a:gd name="T82" fmla="*/ 1821 w 2077"/>
                <a:gd name="T83" fmla="*/ 1722 h 2076"/>
                <a:gd name="T84" fmla="*/ 1592 w 2077"/>
                <a:gd name="T85" fmla="*/ 1863 h 2076"/>
                <a:gd name="T86" fmla="*/ 1361 w 2077"/>
                <a:gd name="T87" fmla="*/ 1818 h 2076"/>
                <a:gd name="T88" fmla="*/ 1216 w 2077"/>
                <a:gd name="T89" fmla="*/ 2031 h 2076"/>
                <a:gd name="T90" fmla="*/ 910 w 2077"/>
                <a:gd name="T91" fmla="*/ 2064 h 2076"/>
                <a:gd name="T92" fmla="*/ 817 w 2077"/>
                <a:gd name="T93" fmla="*/ 1852 h 2076"/>
                <a:gd name="T94" fmla="*/ 508 w 2077"/>
                <a:gd name="T95" fmla="*/ 1857 h 2076"/>
                <a:gd name="T96" fmla="*/ 354 w 2077"/>
                <a:gd name="T97" fmla="*/ 1820 h 2076"/>
                <a:gd name="T98" fmla="*/ 216 w 2077"/>
                <a:gd name="T99" fmla="*/ 1577 h 2076"/>
                <a:gd name="T100" fmla="*/ 240 w 2077"/>
                <a:gd name="T101" fmla="*/ 1311 h 2076"/>
                <a:gd name="T102" fmla="*/ 26 w 2077"/>
                <a:gd name="T103" fmla="*/ 1192 h 2076"/>
                <a:gd name="T104" fmla="*/ 26 w 2077"/>
                <a:gd name="T105" fmla="*/ 884 h 2076"/>
                <a:gd name="T106" fmla="*/ 246 w 2077"/>
                <a:gd name="T107" fmla="*/ 748 h 2076"/>
                <a:gd name="T108" fmla="*/ 211 w 2077"/>
                <a:gd name="T109" fmla="*/ 474 h 2076"/>
                <a:gd name="T110" fmla="*/ 372 w 2077"/>
                <a:gd name="T111" fmla="*/ 239 h 2076"/>
                <a:gd name="T112" fmla="*/ 530 w 2077"/>
                <a:gd name="T113" fmla="*/ 227 h 2076"/>
                <a:gd name="T114" fmla="*/ 817 w 2077"/>
                <a:gd name="T115" fmla="*/ 224 h 2076"/>
                <a:gd name="T116" fmla="*/ 910 w 2077"/>
                <a:gd name="T117" fmla="*/ 12 h 207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77" h="2076">
                  <a:moveTo>
                    <a:pt x="971" y="140"/>
                  </a:moveTo>
                  <a:lnTo>
                    <a:pt x="967" y="140"/>
                  </a:lnTo>
                  <a:lnTo>
                    <a:pt x="964" y="142"/>
                  </a:lnTo>
                  <a:lnTo>
                    <a:pt x="961" y="145"/>
                  </a:lnTo>
                  <a:lnTo>
                    <a:pt x="959" y="149"/>
                  </a:lnTo>
                  <a:lnTo>
                    <a:pt x="958" y="152"/>
                  </a:lnTo>
                  <a:lnTo>
                    <a:pt x="958" y="277"/>
                  </a:lnTo>
                  <a:lnTo>
                    <a:pt x="956" y="296"/>
                  </a:lnTo>
                  <a:lnTo>
                    <a:pt x="948" y="314"/>
                  </a:lnTo>
                  <a:lnTo>
                    <a:pt x="936" y="329"/>
                  </a:lnTo>
                  <a:lnTo>
                    <a:pt x="920" y="340"/>
                  </a:lnTo>
                  <a:lnTo>
                    <a:pt x="902" y="346"/>
                  </a:lnTo>
                  <a:lnTo>
                    <a:pt x="849" y="360"/>
                  </a:lnTo>
                  <a:lnTo>
                    <a:pt x="796" y="377"/>
                  </a:lnTo>
                  <a:lnTo>
                    <a:pt x="745" y="397"/>
                  </a:lnTo>
                  <a:lnTo>
                    <a:pt x="697" y="422"/>
                  </a:lnTo>
                  <a:lnTo>
                    <a:pt x="649" y="451"/>
                  </a:lnTo>
                  <a:lnTo>
                    <a:pt x="631" y="460"/>
                  </a:lnTo>
                  <a:lnTo>
                    <a:pt x="612" y="463"/>
                  </a:lnTo>
                  <a:lnTo>
                    <a:pt x="594" y="461"/>
                  </a:lnTo>
                  <a:lnTo>
                    <a:pt x="576" y="455"/>
                  </a:lnTo>
                  <a:lnTo>
                    <a:pt x="561" y="443"/>
                  </a:lnTo>
                  <a:lnTo>
                    <a:pt x="471" y="352"/>
                  </a:lnTo>
                  <a:lnTo>
                    <a:pt x="468" y="350"/>
                  </a:lnTo>
                  <a:lnTo>
                    <a:pt x="465" y="349"/>
                  </a:lnTo>
                  <a:lnTo>
                    <a:pt x="462" y="349"/>
                  </a:lnTo>
                  <a:lnTo>
                    <a:pt x="459" y="349"/>
                  </a:lnTo>
                  <a:lnTo>
                    <a:pt x="456" y="350"/>
                  </a:lnTo>
                  <a:lnTo>
                    <a:pt x="453" y="352"/>
                  </a:lnTo>
                  <a:lnTo>
                    <a:pt x="356" y="450"/>
                  </a:lnTo>
                  <a:lnTo>
                    <a:pt x="353" y="456"/>
                  </a:lnTo>
                  <a:lnTo>
                    <a:pt x="353" y="462"/>
                  </a:lnTo>
                  <a:lnTo>
                    <a:pt x="356" y="467"/>
                  </a:lnTo>
                  <a:lnTo>
                    <a:pt x="446" y="557"/>
                  </a:lnTo>
                  <a:lnTo>
                    <a:pt x="457" y="573"/>
                  </a:lnTo>
                  <a:lnTo>
                    <a:pt x="465" y="591"/>
                  </a:lnTo>
                  <a:lnTo>
                    <a:pt x="466" y="610"/>
                  </a:lnTo>
                  <a:lnTo>
                    <a:pt x="462" y="629"/>
                  </a:lnTo>
                  <a:lnTo>
                    <a:pt x="454" y="645"/>
                  </a:lnTo>
                  <a:lnTo>
                    <a:pt x="425" y="693"/>
                  </a:lnTo>
                  <a:lnTo>
                    <a:pt x="400" y="742"/>
                  </a:lnTo>
                  <a:lnTo>
                    <a:pt x="379" y="793"/>
                  </a:lnTo>
                  <a:lnTo>
                    <a:pt x="362" y="845"/>
                  </a:lnTo>
                  <a:lnTo>
                    <a:pt x="350" y="899"/>
                  </a:lnTo>
                  <a:lnTo>
                    <a:pt x="343" y="918"/>
                  </a:lnTo>
                  <a:lnTo>
                    <a:pt x="332" y="933"/>
                  </a:lnTo>
                  <a:lnTo>
                    <a:pt x="317" y="945"/>
                  </a:lnTo>
                  <a:lnTo>
                    <a:pt x="300" y="952"/>
                  </a:lnTo>
                  <a:lnTo>
                    <a:pt x="281" y="955"/>
                  </a:lnTo>
                  <a:lnTo>
                    <a:pt x="153" y="955"/>
                  </a:lnTo>
                  <a:lnTo>
                    <a:pt x="150" y="955"/>
                  </a:lnTo>
                  <a:lnTo>
                    <a:pt x="147" y="958"/>
                  </a:lnTo>
                  <a:lnTo>
                    <a:pt x="144" y="961"/>
                  </a:lnTo>
                  <a:lnTo>
                    <a:pt x="143" y="964"/>
                  </a:lnTo>
                  <a:lnTo>
                    <a:pt x="142" y="967"/>
                  </a:lnTo>
                  <a:lnTo>
                    <a:pt x="142" y="1105"/>
                  </a:lnTo>
                  <a:lnTo>
                    <a:pt x="143" y="1109"/>
                  </a:lnTo>
                  <a:lnTo>
                    <a:pt x="144" y="1113"/>
                  </a:lnTo>
                  <a:lnTo>
                    <a:pt x="147" y="1115"/>
                  </a:lnTo>
                  <a:lnTo>
                    <a:pt x="150" y="1117"/>
                  </a:lnTo>
                  <a:lnTo>
                    <a:pt x="153" y="1118"/>
                  </a:lnTo>
                  <a:lnTo>
                    <a:pt x="281" y="1118"/>
                  </a:lnTo>
                  <a:lnTo>
                    <a:pt x="300" y="1120"/>
                  </a:lnTo>
                  <a:lnTo>
                    <a:pt x="317" y="1128"/>
                  </a:lnTo>
                  <a:lnTo>
                    <a:pt x="332" y="1140"/>
                  </a:lnTo>
                  <a:lnTo>
                    <a:pt x="343" y="1156"/>
                  </a:lnTo>
                  <a:lnTo>
                    <a:pt x="350" y="1174"/>
                  </a:lnTo>
                  <a:lnTo>
                    <a:pt x="362" y="1228"/>
                  </a:lnTo>
                  <a:lnTo>
                    <a:pt x="379" y="1280"/>
                  </a:lnTo>
                  <a:lnTo>
                    <a:pt x="400" y="1331"/>
                  </a:lnTo>
                  <a:lnTo>
                    <a:pt x="425" y="1379"/>
                  </a:lnTo>
                  <a:lnTo>
                    <a:pt x="454" y="1427"/>
                  </a:lnTo>
                  <a:lnTo>
                    <a:pt x="462" y="1445"/>
                  </a:lnTo>
                  <a:lnTo>
                    <a:pt x="467" y="1464"/>
                  </a:lnTo>
                  <a:lnTo>
                    <a:pt x="465" y="1483"/>
                  </a:lnTo>
                  <a:lnTo>
                    <a:pt x="457" y="1500"/>
                  </a:lnTo>
                  <a:lnTo>
                    <a:pt x="446" y="1515"/>
                  </a:lnTo>
                  <a:lnTo>
                    <a:pt x="356" y="1606"/>
                  </a:lnTo>
                  <a:lnTo>
                    <a:pt x="353" y="1611"/>
                  </a:lnTo>
                  <a:lnTo>
                    <a:pt x="353" y="1617"/>
                  </a:lnTo>
                  <a:lnTo>
                    <a:pt x="356" y="1623"/>
                  </a:lnTo>
                  <a:lnTo>
                    <a:pt x="453" y="1720"/>
                  </a:lnTo>
                  <a:lnTo>
                    <a:pt x="456" y="1722"/>
                  </a:lnTo>
                  <a:lnTo>
                    <a:pt x="459" y="1723"/>
                  </a:lnTo>
                  <a:lnTo>
                    <a:pt x="462" y="1724"/>
                  </a:lnTo>
                  <a:lnTo>
                    <a:pt x="465" y="1723"/>
                  </a:lnTo>
                  <a:lnTo>
                    <a:pt x="468" y="1722"/>
                  </a:lnTo>
                  <a:lnTo>
                    <a:pt x="471" y="1720"/>
                  </a:lnTo>
                  <a:lnTo>
                    <a:pt x="559" y="1630"/>
                  </a:lnTo>
                  <a:lnTo>
                    <a:pt x="574" y="1619"/>
                  </a:lnTo>
                  <a:lnTo>
                    <a:pt x="591" y="1612"/>
                  </a:lnTo>
                  <a:lnTo>
                    <a:pt x="609" y="1610"/>
                  </a:lnTo>
                  <a:lnTo>
                    <a:pt x="629" y="1614"/>
                  </a:lnTo>
                  <a:lnTo>
                    <a:pt x="648" y="1622"/>
                  </a:lnTo>
                  <a:lnTo>
                    <a:pt x="695" y="1651"/>
                  </a:lnTo>
                  <a:lnTo>
                    <a:pt x="744" y="1676"/>
                  </a:lnTo>
                  <a:lnTo>
                    <a:pt x="795" y="1697"/>
                  </a:lnTo>
                  <a:lnTo>
                    <a:pt x="846" y="1714"/>
                  </a:lnTo>
                  <a:lnTo>
                    <a:pt x="900" y="1726"/>
                  </a:lnTo>
                  <a:lnTo>
                    <a:pt x="919" y="1733"/>
                  </a:lnTo>
                  <a:lnTo>
                    <a:pt x="935" y="1744"/>
                  </a:lnTo>
                  <a:lnTo>
                    <a:pt x="947" y="1759"/>
                  </a:lnTo>
                  <a:lnTo>
                    <a:pt x="955" y="1776"/>
                  </a:lnTo>
                  <a:lnTo>
                    <a:pt x="957" y="1796"/>
                  </a:lnTo>
                  <a:lnTo>
                    <a:pt x="957" y="1922"/>
                  </a:lnTo>
                  <a:lnTo>
                    <a:pt x="958" y="1926"/>
                  </a:lnTo>
                  <a:lnTo>
                    <a:pt x="959" y="1929"/>
                  </a:lnTo>
                  <a:lnTo>
                    <a:pt x="963" y="1932"/>
                  </a:lnTo>
                  <a:lnTo>
                    <a:pt x="966" y="1934"/>
                  </a:lnTo>
                  <a:lnTo>
                    <a:pt x="970" y="1934"/>
                  </a:lnTo>
                  <a:lnTo>
                    <a:pt x="1108" y="1934"/>
                  </a:lnTo>
                  <a:lnTo>
                    <a:pt x="1111" y="1934"/>
                  </a:lnTo>
                  <a:lnTo>
                    <a:pt x="1114" y="1932"/>
                  </a:lnTo>
                  <a:lnTo>
                    <a:pt x="1118" y="1929"/>
                  </a:lnTo>
                  <a:lnTo>
                    <a:pt x="1119" y="1926"/>
                  </a:lnTo>
                  <a:lnTo>
                    <a:pt x="1120" y="1922"/>
                  </a:lnTo>
                  <a:lnTo>
                    <a:pt x="1120" y="1796"/>
                  </a:lnTo>
                  <a:lnTo>
                    <a:pt x="1123" y="1776"/>
                  </a:lnTo>
                  <a:lnTo>
                    <a:pt x="1130" y="1759"/>
                  </a:lnTo>
                  <a:lnTo>
                    <a:pt x="1142" y="1744"/>
                  </a:lnTo>
                  <a:lnTo>
                    <a:pt x="1158" y="1733"/>
                  </a:lnTo>
                  <a:lnTo>
                    <a:pt x="1177" y="1726"/>
                  </a:lnTo>
                  <a:lnTo>
                    <a:pt x="1231" y="1714"/>
                  </a:lnTo>
                  <a:lnTo>
                    <a:pt x="1282" y="1697"/>
                  </a:lnTo>
                  <a:lnTo>
                    <a:pt x="1333" y="1676"/>
                  </a:lnTo>
                  <a:lnTo>
                    <a:pt x="1382" y="1650"/>
                  </a:lnTo>
                  <a:lnTo>
                    <a:pt x="1430" y="1622"/>
                  </a:lnTo>
                  <a:lnTo>
                    <a:pt x="1447" y="1614"/>
                  </a:lnTo>
                  <a:lnTo>
                    <a:pt x="1466" y="1610"/>
                  </a:lnTo>
                  <a:lnTo>
                    <a:pt x="1485" y="1611"/>
                  </a:lnTo>
                  <a:lnTo>
                    <a:pt x="1503" y="1619"/>
                  </a:lnTo>
                  <a:lnTo>
                    <a:pt x="1518" y="1630"/>
                  </a:lnTo>
                  <a:lnTo>
                    <a:pt x="1608" y="1720"/>
                  </a:lnTo>
                  <a:lnTo>
                    <a:pt x="1611" y="1722"/>
                  </a:lnTo>
                  <a:lnTo>
                    <a:pt x="1614" y="1723"/>
                  </a:lnTo>
                  <a:lnTo>
                    <a:pt x="1617" y="1724"/>
                  </a:lnTo>
                  <a:lnTo>
                    <a:pt x="1619" y="1723"/>
                  </a:lnTo>
                  <a:lnTo>
                    <a:pt x="1622" y="1722"/>
                  </a:lnTo>
                  <a:lnTo>
                    <a:pt x="1625" y="1720"/>
                  </a:lnTo>
                  <a:lnTo>
                    <a:pt x="1723" y="1623"/>
                  </a:lnTo>
                  <a:lnTo>
                    <a:pt x="1726" y="1618"/>
                  </a:lnTo>
                  <a:lnTo>
                    <a:pt x="1726" y="1611"/>
                  </a:lnTo>
                  <a:lnTo>
                    <a:pt x="1723" y="1606"/>
                  </a:lnTo>
                  <a:lnTo>
                    <a:pt x="1633" y="1516"/>
                  </a:lnTo>
                  <a:lnTo>
                    <a:pt x="1621" y="1501"/>
                  </a:lnTo>
                  <a:lnTo>
                    <a:pt x="1615" y="1483"/>
                  </a:lnTo>
                  <a:lnTo>
                    <a:pt x="1613" y="1464"/>
                  </a:lnTo>
                  <a:lnTo>
                    <a:pt x="1616" y="1446"/>
                  </a:lnTo>
                  <a:lnTo>
                    <a:pt x="1624" y="1428"/>
                  </a:lnTo>
                  <a:lnTo>
                    <a:pt x="1654" y="1380"/>
                  </a:lnTo>
                  <a:lnTo>
                    <a:pt x="1679" y="1332"/>
                  </a:lnTo>
                  <a:lnTo>
                    <a:pt x="1700" y="1281"/>
                  </a:lnTo>
                  <a:lnTo>
                    <a:pt x="1717" y="1229"/>
                  </a:lnTo>
                  <a:lnTo>
                    <a:pt x="1730" y="1175"/>
                  </a:lnTo>
                  <a:lnTo>
                    <a:pt x="1736" y="1156"/>
                  </a:lnTo>
                  <a:lnTo>
                    <a:pt x="1747" y="1141"/>
                  </a:lnTo>
                  <a:lnTo>
                    <a:pt x="1761" y="1128"/>
                  </a:lnTo>
                  <a:lnTo>
                    <a:pt x="1779" y="1121"/>
                  </a:lnTo>
                  <a:lnTo>
                    <a:pt x="1798" y="1119"/>
                  </a:lnTo>
                  <a:lnTo>
                    <a:pt x="1925" y="1119"/>
                  </a:lnTo>
                  <a:lnTo>
                    <a:pt x="1929" y="1118"/>
                  </a:lnTo>
                  <a:lnTo>
                    <a:pt x="1932" y="1117"/>
                  </a:lnTo>
                  <a:lnTo>
                    <a:pt x="1934" y="1114"/>
                  </a:lnTo>
                  <a:lnTo>
                    <a:pt x="1936" y="1110"/>
                  </a:lnTo>
                  <a:lnTo>
                    <a:pt x="1936" y="1107"/>
                  </a:lnTo>
                  <a:lnTo>
                    <a:pt x="1936" y="969"/>
                  </a:lnTo>
                  <a:lnTo>
                    <a:pt x="1936" y="965"/>
                  </a:lnTo>
                  <a:lnTo>
                    <a:pt x="1934" y="962"/>
                  </a:lnTo>
                  <a:lnTo>
                    <a:pt x="1932" y="959"/>
                  </a:lnTo>
                  <a:lnTo>
                    <a:pt x="1929" y="958"/>
                  </a:lnTo>
                  <a:lnTo>
                    <a:pt x="1925" y="957"/>
                  </a:lnTo>
                  <a:lnTo>
                    <a:pt x="1798" y="957"/>
                  </a:lnTo>
                  <a:lnTo>
                    <a:pt x="1779" y="954"/>
                  </a:lnTo>
                  <a:lnTo>
                    <a:pt x="1761" y="946"/>
                  </a:lnTo>
                  <a:lnTo>
                    <a:pt x="1747" y="934"/>
                  </a:lnTo>
                  <a:lnTo>
                    <a:pt x="1736" y="919"/>
                  </a:lnTo>
                  <a:lnTo>
                    <a:pt x="1730" y="900"/>
                  </a:lnTo>
                  <a:lnTo>
                    <a:pt x="1716" y="847"/>
                  </a:lnTo>
                  <a:lnTo>
                    <a:pt x="1699" y="794"/>
                  </a:lnTo>
                  <a:lnTo>
                    <a:pt x="1678" y="744"/>
                  </a:lnTo>
                  <a:lnTo>
                    <a:pt x="1654" y="694"/>
                  </a:lnTo>
                  <a:lnTo>
                    <a:pt x="1624" y="648"/>
                  </a:lnTo>
                  <a:lnTo>
                    <a:pt x="1616" y="630"/>
                  </a:lnTo>
                  <a:lnTo>
                    <a:pt x="1613" y="611"/>
                  </a:lnTo>
                  <a:lnTo>
                    <a:pt x="1615" y="592"/>
                  </a:lnTo>
                  <a:lnTo>
                    <a:pt x="1621" y="574"/>
                  </a:lnTo>
                  <a:lnTo>
                    <a:pt x="1633" y="559"/>
                  </a:lnTo>
                  <a:lnTo>
                    <a:pt x="1724" y="468"/>
                  </a:lnTo>
                  <a:lnTo>
                    <a:pt x="1728" y="463"/>
                  </a:lnTo>
                  <a:lnTo>
                    <a:pt x="1728" y="457"/>
                  </a:lnTo>
                  <a:lnTo>
                    <a:pt x="1724" y="451"/>
                  </a:lnTo>
                  <a:lnTo>
                    <a:pt x="1626" y="354"/>
                  </a:lnTo>
                  <a:lnTo>
                    <a:pt x="1623" y="351"/>
                  </a:lnTo>
                  <a:lnTo>
                    <a:pt x="1621" y="350"/>
                  </a:lnTo>
                  <a:lnTo>
                    <a:pt x="1618" y="350"/>
                  </a:lnTo>
                  <a:lnTo>
                    <a:pt x="1616" y="350"/>
                  </a:lnTo>
                  <a:lnTo>
                    <a:pt x="1613" y="351"/>
                  </a:lnTo>
                  <a:lnTo>
                    <a:pt x="1609" y="354"/>
                  </a:lnTo>
                  <a:lnTo>
                    <a:pt x="1520" y="444"/>
                  </a:lnTo>
                  <a:lnTo>
                    <a:pt x="1504" y="456"/>
                  </a:lnTo>
                  <a:lnTo>
                    <a:pt x="1486" y="462"/>
                  </a:lnTo>
                  <a:lnTo>
                    <a:pt x="1467" y="464"/>
                  </a:lnTo>
                  <a:lnTo>
                    <a:pt x="1449" y="461"/>
                  </a:lnTo>
                  <a:lnTo>
                    <a:pt x="1431" y="452"/>
                  </a:lnTo>
                  <a:lnTo>
                    <a:pt x="1384" y="423"/>
                  </a:lnTo>
                  <a:lnTo>
                    <a:pt x="1335" y="399"/>
                  </a:lnTo>
                  <a:lnTo>
                    <a:pt x="1284" y="378"/>
                  </a:lnTo>
                  <a:lnTo>
                    <a:pt x="1232" y="361"/>
                  </a:lnTo>
                  <a:lnTo>
                    <a:pt x="1178" y="348"/>
                  </a:lnTo>
                  <a:lnTo>
                    <a:pt x="1159" y="341"/>
                  </a:lnTo>
                  <a:lnTo>
                    <a:pt x="1143" y="330"/>
                  </a:lnTo>
                  <a:lnTo>
                    <a:pt x="1131" y="315"/>
                  </a:lnTo>
                  <a:lnTo>
                    <a:pt x="1124" y="298"/>
                  </a:lnTo>
                  <a:lnTo>
                    <a:pt x="1121" y="278"/>
                  </a:lnTo>
                  <a:lnTo>
                    <a:pt x="1121" y="152"/>
                  </a:lnTo>
                  <a:lnTo>
                    <a:pt x="1121" y="149"/>
                  </a:lnTo>
                  <a:lnTo>
                    <a:pt x="1119" y="145"/>
                  </a:lnTo>
                  <a:lnTo>
                    <a:pt x="1117" y="142"/>
                  </a:lnTo>
                  <a:lnTo>
                    <a:pt x="1112" y="140"/>
                  </a:lnTo>
                  <a:lnTo>
                    <a:pt x="1109" y="140"/>
                  </a:lnTo>
                  <a:lnTo>
                    <a:pt x="971" y="140"/>
                  </a:lnTo>
                  <a:close/>
                  <a:moveTo>
                    <a:pt x="970" y="0"/>
                  </a:moveTo>
                  <a:lnTo>
                    <a:pt x="1108" y="0"/>
                  </a:lnTo>
                  <a:lnTo>
                    <a:pt x="1139" y="3"/>
                  </a:lnTo>
                  <a:lnTo>
                    <a:pt x="1167" y="12"/>
                  </a:lnTo>
                  <a:lnTo>
                    <a:pt x="1193" y="25"/>
                  </a:lnTo>
                  <a:lnTo>
                    <a:pt x="1216" y="44"/>
                  </a:lnTo>
                  <a:lnTo>
                    <a:pt x="1234" y="66"/>
                  </a:lnTo>
                  <a:lnTo>
                    <a:pt x="1248" y="93"/>
                  </a:lnTo>
                  <a:lnTo>
                    <a:pt x="1257" y="121"/>
                  </a:lnTo>
                  <a:lnTo>
                    <a:pt x="1260" y="152"/>
                  </a:lnTo>
                  <a:lnTo>
                    <a:pt x="1260" y="223"/>
                  </a:lnTo>
                  <a:lnTo>
                    <a:pt x="1329" y="245"/>
                  </a:lnTo>
                  <a:lnTo>
                    <a:pt x="1394" y="272"/>
                  </a:lnTo>
                  <a:lnTo>
                    <a:pt x="1457" y="305"/>
                  </a:lnTo>
                  <a:lnTo>
                    <a:pt x="1508" y="255"/>
                  </a:lnTo>
                  <a:lnTo>
                    <a:pt x="1527" y="239"/>
                  </a:lnTo>
                  <a:lnTo>
                    <a:pt x="1547" y="227"/>
                  </a:lnTo>
                  <a:lnTo>
                    <a:pt x="1569" y="217"/>
                  </a:lnTo>
                  <a:lnTo>
                    <a:pt x="1592" y="212"/>
                  </a:lnTo>
                  <a:lnTo>
                    <a:pt x="1616" y="210"/>
                  </a:lnTo>
                  <a:lnTo>
                    <a:pt x="1640" y="212"/>
                  </a:lnTo>
                  <a:lnTo>
                    <a:pt x="1663" y="217"/>
                  </a:lnTo>
                  <a:lnTo>
                    <a:pt x="1684" y="227"/>
                  </a:lnTo>
                  <a:lnTo>
                    <a:pt x="1705" y="239"/>
                  </a:lnTo>
                  <a:lnTo>
                    <a:pt x="1723" y="255"/>
                  </a:lnTo>
                  <a:lnTo>
                    <a:pt x="1821" y="352"/>
                  </a:lnTo>
                  <a:lnTo>
                    <a:pt x="1839" y="373"/>
                  </a:lnTo>
                  <a:lnTo>
                    <a:pt x="1852" y="397"/>
                  </a:lnTo>
                  <a:lnTo>
                    <a:pt x="1862" y="422"/>
                  </a:lnTo>
                  <a:lnTo>
                    <a:pt x="1866" y="447"/>
                  </a:lnTo>
                  <a:lnTo>
                    <a:pt x="1866" y="474"/>
                  </a:lnTo>
                  <a:lnTo>
                    <a:pt x="1862" y="499"/>
                  </a:lnTo>
                  <a:lnTo>
                    <a:pt x="1852" y="523"/>
                  </a:lnTo>
                  <a:lnTo>
                    <a:pt x="1839" y="546"/>
                  </a:lnTo>
                  <a:lnTo>
                    <a:pt x="1821" y="567"/>
                  </a:lnTo>
                  <a:lnTo>
                    <a:pt x="1771" y="618"/>
                  </a:lnTo>
                  <a:lnTo>
                    <a:pt x="1796" y="665"/>
                  </a:lnTo>
                  <a:lnTo>
                    <a:pt x="1819" y="714"/>
                  </a:lnTo>
                  <a:lnTo>
                    <a:pt x="1837" y="765"/>
                  </a:lnTo>
                  <a:lnTo>
                    <a:pt x="1853" y="816"/>
                  </a:lnTo>
                  <a:lnTo>
                    <a:pt x="1925" y="816"/>
                  </a:lnTo>
                  <a:lnTo>
                    <a:pt x="1955" y="818"/>
                  </a:lnTo>
                  <a:lnTo>
                    <a:pt x="1984" y="828"/>
                  </a:lnTo>
                  <a:lnTo>
                    <a:pt x="2010" y="842"/>
                  </a:lnTo>
                  <a:lnTo>
                    <a:pt x="2032" y="861"/>
                  </a:lnTo>
                  <a:lnTo>
                    <a:pt x="2051" y="883"/>
                  </a:lnTo>
                  <a:lnTo>
                    <a:pt x="2065" y="909"/>
                  </a:lnTo>
                  <a:lnTo>
                    <a:pt x="2075" y="938"/>
                  </a:lnTo>
                  <a:lnTo>
                    <a:pt x="2077" y="968"/>
                  </a:lnTo>
                  <a:lnTo>
                    <a:pt x="2077" y="1106"/>
                  </a:lnTo>
                  <a:lnTo>
                    <a:pt x="2075" y="1137"/>
                  </a:lnTo>
                  <a:lnTo>
                    <a:pt x="2065" y="1165"/>
                  </a:lnTo>
                  <a:lnTo>
                    <a:pt x="2051" y="1192"/>
                  </a:lnTo>
                  <a:lnTo>
                    <a:pt x="2032" y="1214"/>
                  </a:lnTo>
                  <a:lnTo>
                    <a:pt x="2010" y="1233"/>
                  </a:lnTo>
                  <a:lnTo>
                    <a:pt x="1984" y="1247"/>
                  </a:lnTo>
                  <a:lnTo>
                    <a:pt x="1955" y="1255"/>
                  </a:lnTo>
                  <a:lnTo>
                    <a:pt x="1925" y="1258"/>
                  </a:lnTo>
                  <a:lnTo>
                    <a:pt x="1925" y="1259"/>
                  </a:lnTo>
                  <a:lnTo>
                    <a:pt x="1853" y="1259"/>
                  </a:lnTo>
                  <a:lnTo>
                    <a:pt x="1831" y="1328"/>
                  </a:lnTo>
                  <a:lnTo>
                    <a:pt x="1803" y="1393"/>
                  </a:lnTo>
                  <a:lnTo>
                    <a:pt x="1771" y="1456"/>
                  </a:lnTo>
                  <a:lnTo>
                    <a:pt x="1821" y="1507"/>
                  </a:lnTo>
                  <a:lnTo>
                    <a:pt x="1839" y="1528"/>
                  </a:lnTo>
                  <a:lnTo>
                    <a:pt x="1852" y="1551"/>
                  </a:lnTo>
                  <a:lnTo>
                    <a:pt x="1862" y="1577"/>
                  </a:lnTo>
                  <a:lnTo>
                    <a:pt x="1866" y="1602"/>
                  </a:lnTo>
                  <a:lnTo>
                    <a:pt x="1866" y="1628"/>
                  </a:lnTo>
                  <a:lnTo>
                    <a:pt x="1862" y="1654"/>
                  </a:lnTo>
                  <a:lnTo>
                    <a:pt x="1852" y="1678"/>
                  </a:lnTo>
                  <a:lnTo>
                    <a:pt x="1839" y="1701"/>
                  </a:lnTo>
                  <a:lnTo>
                    <a:pt x="1821" y="1722"/>
                  </a:lnTo>
                  <a:lnTo>
                    <a:pt x="1723" y="1820"/>
                  </a:lnTo>
                  <a:lnTo>
                    <a:pt x="1705" y="1836"/>
                  </a:lnTo>
                  <a:lnTo>
                    <a:pt x="1684" y="1849"/>
                  </a:lnTo>
                  <a:lnTo>
                    <a:pt x="1663" y="1857"/>
                  </a:lnTo>
                  <a:lnTo>
                    <a:pt x="1640" y="1863"/>
                  </a:lnTo>
                  <a:lnTo>
                    <a:pt x="1616" y="1864"/>
                  </a:lnTo>
                  <a:lnTo>
                    <a:pt x="1592" y="1863"/>
                  </a:lnTo>
                  <a:lnTo>
                    <a:pt x="1569" y="1857"/>
                  </a:lnTo>
                  <a:lnTo>
                    <a:pt x="1547" y="1849"/>
                  </a:lnTo>
                  <a:lnTo>
                    <a:pt x="1527" y="1836"/>
                  </a:lnTo>
                  <a:lnTo>
                    <a:pt x="1508" y="1820"/>
                  </a:lnTo>
                  <a:lnTo>
                    <a:pt x="1457" y="1770"/>
                  </a:lnTo>
                  <a:lnTo>
                    <a:pt x="1410" y="1796"/>
                  </a:lnTo>
                  <a:lnTo>
                    <a:pt x="1361" y="1818"/>
                  </a:lnTo>
                  <a:lnTo>
                    <a:pt x="1312" y="1837"/>
                  </a:lnTo>
                  <a:lnTo>
                    <a:pt x="1260" y="1852"/>
                  </a:lnTo>
                  <a:lnTo>
                    <a:pt x="1260" y="1924"/>
                  </a:lnTo>
                  <a:lnTo>
                    <a:pt x="1257" y="1954"/>
                  </a:lnTo>
                  <a:lnTo>
                    <a:pt x="1248" y="1983"/>
                  </a:lnTo>
                  <a:lnTo>
                    <a:pt x="1234" y="2009"/>
                  </a:lnTo>
                  <a:lnTo>
                    <a:pt x="1216" y="2031"/>
                  </a:lnTo>
                  <a:lnTo>
                    <a:pt x="1193" y="2050"/>
                  </a:lnTo>
                  <a:lnTo>
                    <a:pt x="1167" y="2064"/>
                  </a:lnTo>
                  <a:lnTo>
                    <a:pt x="1139" y="2073"/>
                  </a:lnTo>
                  <a:lnTo>
                    <a:pt x="1108" y="2076"/>
                  </a:lnTo>
                  <a:lnTo>
                    <a:pt x="970" y="2076"/>
                  </a:lnTo>
                  <a:lnTo>
                    <a:pt x="938" y="2073"/>
                  </a:lnTo>
                  <a:lnTo>
                    <a:pt x="910" y="2064"/>
                  </a:lnTo>
                  <a:lnTo>
                    <a:pt x="884" y="2050"/>
                  </a:lnTo>
                  <a:lnTo>
                    <a:pt x="861" y="2031"/>
                  </a:lnTo>
                  <a:lnTo>
                    <a:pt x="843" y="2009"/>
                  </a:lnTo>
                  <a:lnTo>
                    <a:pt x="829" y="1983"/>
                  </a:lnTo>
                  <a:lnTo>
                    <a:pt x="820" y="1954"/>
                  </a:lnTo>
                  <a:lnTo>
                    <a:pt x="817" y="1924"/>
                  </a:lnTo>
                  <a:lnTo>
                    <a:pt x="817" y="1852"/>
                  </a:lnTo>
                  <a:lnTo>
                    <a:pt x="748" y="1831"/>
                  </a:lnTo>
                  <a:lnTo>
                    <a:pt x="683" y="1802"/>
                  </a:lnTo>
                  <a:lnTo>
                    <a:pt x="620" y="1770"/>
                  </a:lnTo>
                  <a:lnTo>
                    <a:pt x="569" y="1820"/>
                  </a:lnTo>
                  <a:lnTo>
                    <a:pt x="550" y="1836"/>
                  </a:lnTo>
                  <a:lnTo>
                    <a:pt x="530" y="1849"/>
                  </a:lnTo>
                  <a:lnTo>
                    <a:pt x="508" y="1857"/>
                  </a:lnTo>
                  <a:lnTo>
                    <a:pt x="486" y="1863"/>
                  </a:lnTo>
                  <a:lnTo>
                    <a:pt x="461" y="1864"/>
                  </a:lnTo>
                  <a:lnTo>
                    <a:pt x="437" y="1863"/>
                  </a:lnTo>
                  <a:lnTo>
                    <a:pt x="414" y="1857"/>
                  </a:lnTo>
                  <a:lnTo>
                    <a:pt x="393" y="1849"/>
                  </a:lnTo>
                  <a:lnTo>
                    <a:pt x="372" y="1836"/>
                  </a:lnTo>
                  <a:lnTo>
                    <a:pt x="354" y="1820"/>
                  </a:lnTo>
                  <a:lnTo>
                    <a:pt x="256" y="1722"/>
                  </a:lnTo>
                  <a:lnTo>
                    <a:pt x="238" y="1701"/>
                  </a:lnTo>
                  <a:lnTo>
                    <a:pt x="225" y="1678"/>
                  </a:lnTo>
                  <a:lnTo>
                    <a:pt x="216" y="1654"/>
                  </a:lnTo>
                  <a:lnTo>
                    <a:pt x="211" y="1628"/>
                  </a:lnTo>
                  <a:lnTo>
                    <a:pt x="211" y="1602"/>
                  </a:lnTo>
                  <a:lnTo>
                    <a:pt x="216" y="1577"/>
                  </a:lnTo>
                  <a:lnTo>
                    <a:pt x="225" y="1551"/>
                  </a:lnTo>
                  <a:lnTo>
                    <a:pt x="238" y="1528"/>
                  </a:lnTo>
                  <a:lnTo>
                    <a:pt x="256" y="1507"/>
                  </a:lnTo>
                  <a:lnTo>
                    <a:pt x="306" y="1456"/>
                  </a:lnTo>
                  <a:lnTo>
                    <a:pt x="281" y="1410"/>
                  </a:lnTo>
                  <a:lnTo>
                    <a:pt x="259" y="1360"/>
                  </a:lnTo>
                  <a:lnTo>
                    <a:pt x="240" y="1311"/>
                  </a:lnTo>
                  <a:lnTo>
                    <a:pt x="224" y="1259"/>
                  </a:lnTo>
                  <a:lnTo>
                    <a:pt x="152" y="1259"/>
                  </a:lnTo>
                  <a:lnTo>
                    <a:pt x="122" y="1256"/>
                  </a:lnTo>
                  <a:lnTo>
                    <a:pt x="93" y="1248"/>
                  </a:lnTo>
                  <a:lnTo>
                    <a:pt x="67" y="1233"/>
                  </a:lnTo>
                  <a:lnTo>
                    <a:pt x="45" y="1215"/>
                  </a:lnTo>
                  <a:lnTo>
                    <a:pt x="26" y="1192"/>
                  </a:lnTo>
                  <a:lnTo>
                    <a:pt x="12" y="1166"/>
                  </a:lnTo>
                  <a:lnTo>
                    <a:pt x="3" y="1138"/>
                  </a:lnTo>
                  <a:lnTo>
                    <a:pt x="0" y="1107"/>
                  </a:lnTo>
                  <a:lnTo>
                    <a:pt x="0" y="969"/>
                  </a:lnTo>
                  <a:lnTo>
                    <a:pt x="3" y="938"/>
                  </a:lnTo>
                  <a:lnTo>
                    <a:pt x="12" y="909"/>
                  </a:lnTo>
                  <a:lnTo>
                    <a:pt x="26" y="884"/>
                  </a:lnTo>
                  <a:lnTo>
                    <a:pt x="45" y="861"/>
                  </a:lnTo>
                  <a:lnTo>
                    <a:pt x="67" y="843"/>
                  </a:lnTo>
                  <a:lnTo>
                    <a:pt x="93" y="829"/>
                  </a:lnTo>
                  <a:lnTo>
                    <a:pt x="122" y="819"/>
                  </a:lnTo>
                  <a:lnTo>
                    <a:pt x="152" y="816"/>
                  </a:lnTo>
                  <a:lnTo>
                    <a:pt x="224" y="816"/>
                  </a:lnTo>
                  <a:lnTo>
                    <a:pt x="246" y="748"/>
                  </a:lnTo>
                  <a:lnTo>
                    <a:pt x="274" y="682"/>
                  </a:lnTo>
                  <a:lnTo>
                    <a:pt x="306" y="619"/>
                  </a:lnTo>
                  <a:lnTo>
                    <a:pt x="256" y="568"/>
                  </a:lnTo>
                  <a:lnTo>
                    <a:pt x="238" y="547"/>
                  </a:lnTo>
                  <a:lnTo>
                    <a:pt x="225" y="524"/>
                  </a:lnTo>
                  <a:lnTo>
                    <a:pt x="216" y="500"/>
                  </a:lnTo>
                  <a:lnTo>
                    <a:pt x="211" y="474"/>
                  </a:lnTo>
                  <a:lnTo>
                    <a:pt x="211" y="448"/>
                  </a:lnTo>
                  <a:lnTo>
                    <a:pt x="216" y="422"/>
                  </a:lnTo>
                  <a:lnTo>
                    <a:pt x="225" y="398"/>
                  </a:lnTo>
                  <a:lnTo>
                    <a:pt x="238" y="374"/>
                  </a:lnTo>
                  <a:lnTo>
                    <a:pt x="256" y="353"/>
                  </a:lnTo>
                  <a:lnTo>
                    <a:pt x="354" y="255"/>
                  </a:lnTo>
                  <a:lnTo>
                    <a:pt x="372" y="239"/>
                  </a:lnTo>
                  <a:lnTo>
                    <a:pt x="393" y="227"/>
                  </a:lnTo>
                  <a:lnTo>
                    <a:pt x="414" y="218"/>
                  </a:lnTo>
                  <a:lnTo>
                    <a:pt x="437" y="213"/>
                  </a:lnTo>
                  <a:lnTo>
                    <a:pt x="461" y="211"/>
                  </a:lnTo>
                  <a:lnTo>
                    <a:pt x="486" y="213"/>
                  </a:lnTo>
                  <a:lnTo>
                    <a:pt x="508" y="218"/>
                  </a:lnTo>
                  <a:lnTo>
                    <a:pt x="530" y="227"/>
                  </a:lnTo>
                  <a:lnTo>
                    <a:pt x="550" y="239"/>
                  </a:lnTo>
                  <a:lnTo>
                    <a:pt x="569" y="255"/>
                  </a:lnTo>
                  <a:lnTo>
                    <a:pt x="620" y="306"/>
                  </a:lnTo>
                  <a:lnTo>
                    <a:pt x="667" y="281"/>
                  </a:lnTo>
                  <a:lnTo>
                    <a:pt x="716" y="258"/>
                  </a:lnTo>
                  <a:lnTo>
                    <a:pt x="765" y="239"/>
                  </a:lnTo>
                  <a:lnTo>
                    <a:pt x="817" y="224"/>
                  </a:lnTo>
                  <a:lnTo>
                    <a:pt x="817" y="152"/>
                  </a:lnTo>
                  <a:lnTo>
                    <a:pt x="820" y="121"/>
                  </a:lnTo>
                  <a:lnTo>
                    <a:pt x="829" y="93"/>
                  </a:lnTo>
                  <a:lnTo>
                    <a:pt x="843" y="66"/>
                  </a:lnTo>
                  <a:lnTo>
                    <a:pt x="861" y="44"/>
                  </a:lnTo>
                  <a:lnTo>
                    <a:pt x="884" y="25"/>
                  </a:lnTo>
                  <a:lnTo>
                    <a:pt x="910" y="12"/>
                  </a:lnTo>
                  <a:lnTo>
                    <a:pt x="938" y="3"/>
                  </a:lnTo>
                  <a:lnTo>
                    <a:pt x="970"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6" name="Freeform 71"/>
            <p:cNvSpPr>
              <a:spLocks noEditPoints="1"/>
            </p:cNvSpPr>
            <p:nvPr/>
          </p:nvSpPr>
          <p:spPr bwMode="auto">
            <a:xfrm>
              <a:off x="3729038" y="2011363"/>
              <a:ext cx="139700" cy="139700"/>
            </a:xfrm>
            <a:custGeom>
              <a:avLst/>
              <a:gdLst>
                <a:gd name="T0" fmla="*/ 398 w 886"/>
                <a:gd name="T1" fmla="*/ 143 h 884"/>
                <a:gd name="T2" fmla="*/ 316 w 886"/>
                <a:gd name="T3" fmla="*/ 169 h 884"/>
                <a:gd name="T4" fmla="*/ 245 w 886"/>
                <a:gd name="T5" fmla="*/ 214 h 884"/>
                <a:gd name="T6" fmla="*/ 189 w 886"/>
                <a:gd name="T7" fmla="*/ 277 h 884"/>
                <a:gd name="T8" fmla="*/ 153 w 886"/>
                <a:gd name="T9" fmla="*/ 355 h 884"/>
                <a:gd name="T10" fmla="*/ 141 w 886"/>
                <a:gd name="T11" fmla="*/ 442 h 884"/>
                <a:gd name="T12" fmla="*/ 153 w 886"/>
                <a:gd name="T13" fmla="*/ 529 h 884"/>
                <a:gd name="T14" fmla="*/ 189 w 886"/>
                <a:gd name="T15" fmla="*/ 606 h 884"/>
                <a:gd name="T16" fmla="*/ 245 w 886"/>
                <a:gd name="T17" fmla="*/ 669 h 884"/>
                <a:gd name="T18" fmla="*/ 316 w 886"/>
                <a:gd name="T19" fmla="*/ 716 h 884"/>
                <a:gd name="T20" fmla="*/ 398 w 886"/>
                <a:gd name="T21" fmla="*/ 740 h 884"/>
                <a:gd name="T22" fmla="*/ 488 w 886"/>
                <a:gd name="T23" fmla="*/ 740 h 884"/>
                <a:gd name="T24" fmla="*/ 570 w 886"/>
                <a:gd name="T25" fmla="*/ 716 h 884"/>
                <a:gd name="T26" fmla="*/ 641 w 886"/>
                <a:gd name="T27" fmla="*/ 669 h 884"/>
                <a:gd name="T28" fmla="*/ 696 w 886"/>
                <a:gd name="T29" fmla="*/ 606 h 884"/>
                <a:gd name="T30" fmla="*/ 732 w 886"/>
                <a:gd name="T31" fmla="*/ 529 h 884"/>
                <a:gd name="T32" fmla="*/ 745 w 886"/>
                <a:gd name="T33" fmla="*/ 442 h 884"/>
                <a:gd name="T34" fmla="*/ 732 w 886"/>
                <a:gd name="T35" fmla="*/ 355 h 884"/>
                <a:gd name="T36" fmla="*/ 696 w 886"/>
                <a:gd name="T37" fmla="*/ 277 h 884"/>
                <a:gd name="T38" fmla="*/ 641 w 886"/>
                <a:gd name="T39" fmla="*/ 214 h 884"/>
                <a:gd name="T40" fmla="*/ 570 w 886"/>
                <a:gd name="T41" fmla="*/ 169 h 884"/>
                <a:gd name="T42" fmla="*/ 488 w 886"/>
                <a:gd name="T43" fmla="*/ 143 h 884"/>
                <a:gd name="T44" fmla="*/ 443 w 886"/>
                <a:gd name="T45" fmla="*/ 0 h 884"/>
                <a:gd name="T46" fmla="*/ 544 w 886"/>
                <a:gd name="T47" fmla="*/ 11 h 884"/>
                <a:gd name="T48" fmla="*/ 638 w 886"/>
                <a:gd name="T49" fmla="*/ 45 h 884"/>
                <a:gd name="T50" fmla="*/ 719 w 886"/>
                <a:gd name="T51" fmla="*/ 97 h 884"/>
                <a:gd name="T52" fmla="*/ 788 w 886"/>
                <a:gd name="T53" fmla="*/ 165 h 884"/>
                <a:gd name="T54" fmla="*/ 840 w 886"/>
                <a:gd name="T55" fmla="*/ 248 h 884"/>
                <a:gd name="T56" fmla="*/ 873 w 886"/>
                <a:gd name="T57" fmla="*/ 340 h 884"/>
                <a:gd name="T58" fmla="*/ 886 w 886"/>
                <a:gd name="T59" fmla="*/ 442 h 884"/>
                <a:gd name="T60" fmla="*/ 873 w 886"/>
                <a:gd name="T61" fmla="*/ 543 h 884"/>
                <a:gd name="T62" fmla="*/ 840 w 886"/>
                <a:gd name="T63" fmla="*/ 636 h 884"/>
                <a:gd name="T64" fmla="*/ 788 w 886"/>
                <a:gd name="T65" fmla="*/ 718 h 884"/>
                <a:gd name="T66" fmla="*/ 719 w 886"/>
                <a:gd name="T67" fmla="*/ 787 h 884"/>
                <a:gd name="T68" fmla="*/ 638 w 886"/>
                <a:gd name="T69" fmla="*/ 839 h 884"/>
                <a:gd name="T70" fmla="*/ 544 w 886"/>
                <a:gd name="T71" fmla="*/ 872 h 884"/>
                <a:gd name="T72" fmla="*/ 443 w 886"/>
                <a:gd name="T73" fmla="*/ 884 h 884"/>
                <a:gd name="T74" fmla="*/ 341 w 886"/>
                <a:gd name="T75" fmla="*/ 872 h 884"/>
                <a:gd name="T76" fmla="*/ 248 w 886"/>
                <a:gd name="T77" fmla="*/ 839 h 884"/>
                <a:gd name="T78" fmla="*/ 166 w 886"/>
                <a:gd name="T79" fmla="*/ 787 h 884"/>
                <a:gd name="T80" fmla="*/ 97 w 886"/>
                <a:gd name="T81" fmla="*/ 718 h 884"/>
                <a:gd name="T82" fmla="*/ 46 w 886"/>
                <a:gd name="T83" fmla="*/ 636 h 884"/>
                <a:gd name="T84" fmla="*/ 12 w 886"/>
                <a:gd name="T85" fmla="*/ 543 h 884"/>
                <a:gd name="T86" fmla="*/ 0 w 886"/>
                <a:gd name="T87" fmla="*/ 442 h 884"/>
                <a:gd name="T88" fmla="*/ 12 w 886"/>
                <a:gd name="T89" fmla="*/ 340 h 884"/>
                <a:gd name="T90" fmla="*/ 46 w 886"/>
                <a:gd name="T91" fmla="*/ 248 h 884"/>
                <a:gd name="T92" fmla="*/ 97 w 886"/>
                <a:gd name="T93" fmla="*/ 165 h 884"/>
                <a:gd name="T94" fmla="*/ 166 w 886"/>
                <a:gd name="T95" fmla="*/ 97 h 884"/>
                <a:gd name="T96" fmla="*/ 248 w 886"/>
                <a:gd name="T97" fmla="*/ 45 h 884"/>
                <a:gd name="T98" fmla="*/ 341 w 886"/>
                <a:gd name="T99" fmla="*/ 11 h 884"/>
                <a:gd name="T100" fmla="*/ 443 w 886"/>
                <a:gd name="T101" fmla="*/ 0 h 8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6" h="884">
                  <a:moveTo>
                    <a:pt x="443" y="140"/>
                  </a:moveTo>
                  <a:lnTo>
                    <a:pt x="398" y="143"/>
                  </a:lnTo>
                  <a:lnTo>
                    <a:pt x="356" y="153"/>
                  </a:lnTo>
                  <a:lnTo>
                    <a:pt x="316" y="169"/>
                  </a:lnTo>
                  <a:lnTo>
                    <a:pt x="279" y="189"/>
                  </a:lnTo>
                  <a:lnTo>
                    <a:pt x="245" y="214"/>
                  </a:lnTo>
                  <a:lnTo>
                    <a:pt x="215" y="243"/>
                  </a:lnTo>
                  <a:lnTo>
                    <a:pt x="189" y="277"/>
                  </a:lnTo>
                  <a:lnTo>
                    <a:pt x="169" y="315"/>
                  </a:lnTo>
                  <a:lnTo>
                    <a:pt x="153" y="355"/>
                  </a:lnTo>
                  <a:lnTo>
                    <a:pt x="144" y="397"/>
                  </a:lnTo>
                  <a:lnTo>
                    <a:pt x="141" y="442"/>
                  </a:lnTo>
                  <a:lnTo>
                    <a:pt x="144" y="486"/>
                  </a:lnTo>
                  <a:lnTo>
                    <a:pt x="153" y="529"/>
                  </a:lnTo>
                  <a:lnTo>
                    <a:pt x="169" y="569"/>
                  </a:lnTo>
                  <a:lnTo>
                    <a:pt x="189" y="606"/>
                  </a:lnTo>
                  <a:lnTo>
                    <a:pt x="215" y="640"/>
                  </a:lnTo>
                  <a:lnTo>
                    <a:pt x="245" y="669"/>
                  </a:lnTo>
                  <a:lnTo>
                    <a:pt x="279" y="695"/>
                  </a:lnTo>
                  <a:lnTo>
                    <a:pt x="316" y="716"/>
                  </a:lnTo>
                  <a:lnTo>
                    <a:pt x="356" y="731"/>
                  </a:lnTo>
                  <a:lnTo>
                    <a:pt x="398" y="740"/>
                  </a:lnTo>
                  <a:lnTo>
                    <a:pt x="443" y="743"/>
                  </a:lnTo>
                  <a:lnTo>
                    <a:pt x="488" y="740"/>
                  </a:lnTo>
                  <a:lnTo>
                    <a:pt x="530" y="731"/>
                  </a:lnTo>
                  <a:lnTo>
                    <a:pt x="570" y="716"/>
                  </a:lnTo>
                  <a:lnTo>
                    <a:pt x="607" y="695"/>
                  </a:lnTo>
                  <a:lnTo>
                    <a:pt x="641" y="669"/>
                  </a:lnTo>
                  <a:lnTo>
                    <a:pt x="670" y="640"/>
                  </a:lnTo>
                  <a:lnTo>
                    <a:pt x="696" y="606"/>
                  </a:lnTo>
                  <a:lnTo>
                    <a:pt x="717" y="569"/>
                  </a:lnTo>
                  <a:lnTo>
                    <a:pt x="732" y="529"/>
                  </a:lnTo>
                  <a:lnTo>
                    <a:pt x="741" y="486"/>
                  </a:lnTo>
                  <a:lnTo>
                    <a:pt x="745" y="442"/>
                  </a:lnTo>
                  <a:lnTo>
                    <a:pt x="741" y="397"/>
                  </a:lnTo>
                  <a:lnTo>
                    <a:pt x="732" y="355"/>
                  </a:lnTo>
                  <a:lnTo>
                    <a:pt x="717" y="315"/>
                  </a:lnTo>
                  <a:lnTo>
                    <a:pt x="696" y="277"/>
                  </a:lnTo>
                  <a:lnTo>
                    <a:pt x="670" y="243"/>
                  </a:lnTo>
                  <a:lnTo>
                    <a:pt x="641" y="214"/>
                  </a:lnTo>
                  <a:lnTo>
                    <a:pt x="607" y="189"/>
                  </a:lnTo>
                  <a:lnTo>
                    <a:pt x="570" y="169"/>
                  </a:lnTo>
                  <a:lnTo>
                    <a:pt x="530" y="153"/>
                  </a:lnTo>
                  <a:lnTo>
                    <a:pt x="488" y="143"/>
                  </a:lnTo>
                  <a:lnTo>
                    <a:pt x="443" y="140"/>
                  </a:lnTo>
                  <a:close/>
                  <a:moveTo>
                    <a:pt x="443" y="0"/>
                  </a:moveTo>
                  <a:lnTo>
                    <a:pt x="494" y="3"/>
                  </a:lnTo>
                  <a:lnTo>
                    <a:pt x="544" y="11"/>
                  </a:lnTo>
                  <a:lnTo>
                    <a:pt x="592" y="25"/>
                  </a:lnTo>
                  <a:lnTo>
                    <a:pt x="638" y="45"/>
                  </a:lnTo>
                  <a:lnTo>
                    <a:pt x="680" y="68"/>
                  </a:lnTo>
                  <a:lnTo>
                    <a:pt x="719" y="97"/>
                  </a:lnTo>
                  <a:lnTo>
                    <a:pt x="756" y="130"/>
                  </a:lnTo>
                  <a:lnTo>
                    <a:pt x="788" y="165"/>
                  </a:lnTo>
                  <a:lnTo>
                    <a:pt x="816" y="205"/>
                  </a:lnTo>
                  <a:lnTo>
                    <a:pt x="840" y="248"/>
                  </a:lnTo>
                  <a:lnTo>
                    <a:pt x="859" y="293"/>
                  </a:lnTo>
                  <a:lnTo>
                    <a:pt x="873" y="340"/>
                  </a:lnTo>
                  <a:lnTo>
                    <a:pt x="883" y="390"/>
                  </a:lnTo>
                  <a:lnTo>
                    <a:pt x="886" y="442"/>
                  </a:lnTo>
                  <a:lnTo>
                    <a:pt x="883" y="493"/>
                  </a:lnTo>
                  <a:lnTo>
                    <a:pt x="873" y="543"/>
                  </a:lnTo>
                  <a:lnTo>
                    <a:pt x="859" y="590"/>
                  </a:lnTo>
                  <a:lnTo>
                    <a:pt x="840" y="636"/>
                  </a:lnTo>
                  <a:lnTo>
                    <a:pt x="816" y="679"/>
                  </a:lnTo>
                  <a:lnTo>
                    <a:pt x="788" y="718"/>
                  </a:lnTo>
                  <a:lnTo>
                    <a:pt x="756" y="754"/>
                  </a:lnTo>
                  <a:lnTo>
                    <a:pt x="719" y="787"/>
                  </a:lnTo>
                  <a:lnTo>
                    <a:pt x="680" y="815"/>
                  </a:lnTo>
                  <a:lnTo>
                    <a:pt x="638" y="839"/>
                  </a:lnTo>
                  <a:lnTo>
                    <a:pt x="592" y="858"/>
                  </a:lnTo>
                  <a:lnTo>
                    <a:pt x="544" y="872"/>
                  </a:lnTo>
                  <a:lnTo>
                    <a:pt x="494" y="880"/>
                  </a:lnTo>
                  <a:lnTo>
                    <a:pt x="443" y="884"/>
                  </a:lnTo>
                  <a:lnTo>
                    <a:pt x="392" y="880"/>
                  </a:lnTo>
                  <a:lnTo>
                    <a:pt x="341" y="872"/>
                  </a:lnTo>
                  <a:lnTo>
                    <a:pt x="294" y="858"/>
                  </a:lnTo>
                  <a:lnTo>
                    <a:pt x="248" y="839"/>
                  </a:lnTo>
                  <a:lnTo>
                    <a:pt x="206" y="815"/>
                  </a:lnTo>
                  <a:lnTo>
                    <a:pt x="166" y="787"/>
                  </a:lnTo>
                  <a:lnTo>
                    <a:pt x="130" y="754"/>
                  </a:lnTo>
                  <a:lnTo>
                    <a:pt x="97" y="718"/>
                  </a:lnTo>
                  <a:lnTo>
                    <a:pt x="70" y="679"/>
                  </a:lnTo>
                  <a:lnTo>
                    <a:pt x="46" y="636"/>
                  </a:lnTo>
                  <a:lnTo>
                    <a:pt x="27" y="590"/>
                  </a:lnTo>
                  <a:lnTo>
                    <a:pt x="12" y="543"/>
                  </a:lnTo>
                  <a:lnTo>
                    <a:pt x="4" y="493"/>
                  </a:lnTo>
                  <a:lnTo>
                    <a:pt x="0" y="442"/>
                  </a:lnTo>
                  <a:lnTo>
                    <a:pt x="4" y="390"/>
                  </a:lnTo>
                  <a:lnTo>
                    <a:pt x="12" y="340"/>
                  </a:lnTo>
                  <a:lnTo>
                    <a:pt x="27" y="293"/>
                  </a:lnTo>
                  <a:lnTo>
                    <a:pt x="46" y="248"/>
                  </a:lnTo>
                  <a:lnTo>
                    <a:pt x="70" y="205"/>
                  </a:lnTo>
                  <a:lnTo>
                    <a:pt x="97" y="165"/>
                  </a:lnTo>
                  <a:lnTo>
                    <a:pt x="130" y="130"/>
                  </a:lnTo>
                  <a:lnTo>
                    <a:pt x="166" y="97"/>
                  </a:lnTo>
                  <a:lnTo>
                    <a:pt x="206" y="68"/>
                  </a:lnTo>
                  <a:lnTo>
                    <a:pt x="248" y="45"/>
                  </a:lnTo>
                  <a:lnTo>
                    <a:pt x="294" y="25"/>
                  </a:lnTo>
                  <a:lnTo>
                    <a:pt x="341" y="11"/>
                  </a:lnTo>
                  <a:lnTo>
                    <a:pt x="392" y="3"/>
                  </a:lnTo>
                  <a:lnTo>
                    <a:pt x="443"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7" name="Freeform 72"/>
            <p:cNvSpPr/>
            <p:nvPr/>
          </p:nvSpPr>
          <p:spPr bwMode="auto">
            <a:xfrm>
              <a:off x="3471863" y="2006601"/>
              <a:ext cx="403225" cy="460375"/>
            </a:xfrm>
            <a:custGeom>
              <a:avLst/>
              <a:gdLst>
                <a:gd name="T0" fmla="*/ 1098 w 2541"/>
                <a:gd name="T1" fmla="*/ 8 h 2906"/>
                <a:gd name="T2" fmla="*/ 1133 w 2541"/>
                <a:gd name="T3" fmla="*/ 48 h 2906"/>
                <a:gd name="T4" fmla="*/ 1130 w 2541"/>
                <a:gd name="T5" fmla="*/ 102 h 2906"/>
                <a:gd name="T6" fmla="*/ 1090 w 2541"/>
                <a:gd name="T7" fmla="*/ 136 h 2906"/>
                <a:gd name="T8" fmla="*/ 917 w 2541"/>
                <a:gd name="T9" fmla="*/ 214 h 2906"/>
                <a:gd name="T10" fmla="*/ 736 w 2541"/>
                <a:gd name="T11" fmla="*/ 341 h 2906"/>
                <a:gd name="T12" fmla="*/ 590 w 2541"/>
                <a:gd name="T13" fmla="*/ 501 h 2906"/>
                <a:gd name="T14" fmla="*/ 479 w 2541"/>
                <a:gd name="T15" fmla="*/ 688 h 2906"/>
                <a:gd name="T16" fmla="*/ 409 w 2541"/>
                <a:gd name="T17" fmla="*/ 895 h 2906"/>
                <a:gd name="T18" fmla="*/ 386 w 2541"/>
                <a:gd name="T19" fmla="*/ 1114 h 2906"/>
                <a:gd name="T20" fmla="*/ 378 w 2541"/>
                <a:gd name="T21" fmla="*/ 1330 h 2906"/>
                <a:gd name="T22" fmla="*/ 141 w 2541"/>
                <a:gd name="T23" fmla="*/ 1791 h 2906"/>
                <a:gd name="T24" fmla="*/ 145 w 2541"/>
                <a:gd name="T25" fmla="*/ 1829 h 2906"/>
                <a:gd name="T26" fmla="*/ 188 w 2541"/>
                <a:gd name="T27" fmla="*/ 1851 h 2906"/>
                <a:gd name="T28" fmla="*/ 336 w 2541"/>
                <a:gd name="T29" fmla="*/ 1855 h 2906"/>
                <a:gd name="T30" fmla="*/ 377 w 2541"/>
                <a:gd name="T31" fmla="*/ 1887 h 2906"/>
                <a:gd name="T32" fmla="*/ 386 w 2541"/>
                <a:gd name="T33" fmla="*/ 2330 h 2906"/>
                <a:gd name="T34" fmla="*/ 414 w 2541"/>
                <a:gd name="T35" fmla="*/ 2418 h 2906"/>
                <a:gd name="T36" fmla="*/ 482 w 2541"/>
                <a:gd name="T37" fmla="*/ 2477 h 2906"/>
                <a:gd name="T38" fmla="*/ 856 w 2541"/>
                <a:gd name="T39" fmla="*/ 2445 h 2906"/>
                <a:gd name="T40" fmla="*/ 899 w 2541"/>
                <a:gd name="T41" fmla="*/ 2452 h 2906"/>
                <a:gd name="T42" fmla="*/ 933 w 2541"/>
                <a:gd name="T43" fmla="*/ 2494 h 2906"/>
                <a:gd name="T44" fmla="*/ 2099 w 2541"/>
                <a:gd name="T45" fmla="*/ 2764 h 2906"/>
                <a:gd name="T46" fmla="*/ 2109 w 2541"/>
                <a:gd name="T47" fmla="*/ 1888 h 2906"/>
                <a:gd name="T48" fmla="*/ 2224 w 2541"/>
                <a:gd name="T49" fmla="*/ 1763 h 2906"/>
                <a:gd name="T50" fmla="*/ 2347 w 2541"/>
                <a:gd name="T51" fmla="*/ 1575 h 2906"/>
                <a:gd name="T52" fmla="*/ 2412 w 2541"/>
                <a:gd name="T53" fmla="*/ 1419 h 2906"/>
                <a:gd name="T54" fmla="*/ 2455 w 2541"/>
                <a:gd name="T55" fmla="*/ 1389 h 2906"/>
                <a:gd name="T56" fmla="*/ 2509 w 2541"/>
                <a:gd name="T57" fmla="*/ 1400 h 2906"/>
                <a:gd name="T58" fmla="*/ 2539 w 2541"/>
                <a:gd name="T59" fmla="*/ 1443 h 2906"/>
                <a:gd name="T60" fmla="*/ 2509 w 2541"/>
                <a:gd name="T61" fmla="*/ 1556 h 2906"/>
                <a:gd name="T62" fmla="*/ 2395 w 2541"/>
                <a:gd name="T63" fmla="*/ 1770 h 2906"/>
                <a:gd name="T64" fmla="*/ 2239 w 2541"/>
                <a:gd name="T65" fmla="*/ 1955 h 2906"/>
                <a:gd name="T66" fmla="*/ 2230 w 2541"/>
                <a:gd name="T67" fmla="*/ 2871 h 2906"/>
                <a:gd name="T68" fmla="*/ 2187 w 2541"/>
                <a:gd name="T69" fmla="*/ 2902 h 2906"/>
                <a:gd name="T70" fmla="*/ 847 w 2541"/>
                <a:gd name="T71" fmla="*/ 2902 h 2906"/>
                <a:gd name="T72" fmla="*/ 805 w 2541"/>
                <a:gd name="T73" fmla="*/ 2871 h 2906"/>
                <a:gd name="T74" fmla="*/ 796 w 2541"/>
                <a:gd name="T75" fmla="*/ 2596 h 2906"/>
                <a:gd name="T76" fmla="*/ 551 w 2541"/>
                <a:gd name="T77" fmla="*/ 2631 h 2906"/>
                <a:gd name="T78" fmla="*/ 461 w 2541"/>
                <a:gd name="T79" fmla="*/ 2618 h 2906"/>
                <a:gd name="T80" fmla="*/ 350 w 2541"/>
                <a:gd name="T81" fmla="*/ 2557 h 2906"/>
                <a:gd name="T82" fmla="*/ 274 w 2541"/>
                <a:gd name="T83" fmla="*/ 2455 h 2906"/>
                <a:gd name="T84" fmla="*/ 246 w 2541"/>
                <a:gd name="T85" fmla="*/ 2329 h 2906"/>
                <a:gd name="T86" fmla="*/ 176 w 2541"/>
                <a:gd name="T87" fmla="*/ 1989 h 2906"/>
                <a:gd name="T88" fmla="*/ 87 w 2541"/>
                <a:gd name="T89" fmla="*/ 1961 h 2906"/>
                <a:gd name="T90" fmla="*/ 24 w 2541"/>
                <a:gd name="T91" fmla="*/ 1900 h 2906"/>
                <a:gd name="T92" fmla="*/ 0 w 2541"/>
                <a:gd name="T93" fmla="*/ 1817 h 2906"/>
                <a:gd name="T94" fmla="*/ 16 w 2541"/>
                <a:gd name="T95" fmla="*/ 1724 h 2906"/>
                <a:gd name="T96" fmla="*/ 247 w 2541"/>
                <a:gd name="T97" fmla="*/ 1114 h 2906"/>
                <a:gd name="T98" fmla="*/ 271 w 2541"/>
                <a:gd name="T99" fmla="*/ 878 h 2906"/>
                <a:gd name="T100" fmla="*/ 341 w 2541"/>
                <a:gd name="T101" fmla="*/ 655 h 2906"/>
                <a:gd name="T102" fmla="*/ 453 w 2541"/>
                <a:gd name="T103" fmla="*/ 453 h 2906"/>
                <a:gd name="T104" fmla="*/ 602 w 2541"/>
                <a:gd name="T105" fmla="*/ 274 h 2906"/>
                <a:gd name="T106" fmla="*/ 785 w 2541"/>
                <a:gd name="T107" fmla="*/ 129 h 2906"/>
                <a:gd name="T108" fmla="*/ 983 w 2541"/>
                <a:gd name="T109" fmla="*/ 27 h 29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2541" h="2906">
                  <a:moveTo>
                    <a:pt x="1063" y="0"/>
                  </a:moveTo>
                  <a:lnTo>
                    <a:pt x="1082" y="1"/>
                  </a:lnTo>
                  <a:lnTo>
                    <a:pt x="1098" y="8"/>
                  </a:lnTo>
                  <a:lnTo>
                    <a:pt x="1113" y="17"/>
                  </a:lnTo>
                  <a:lnTo>
                    <a:pt x="1125" y="31"/>
                  </a:lnTo>
                  <a:lnTo>
                    <a:pt x="1133" y="48"/>
                  </a:lnTo>
                  <a:lnTo>
                    <a:pt x="1137" y="66"/>
                  </a:lnTo>
                  <a:lnTo>
                    <a:pt x="1135" y="85"/>
                  </a:lnTo>
                  <a:lnTo>
                    <a:pt x="1130" y="102"/>
                  </a:lnTo>
                  <a:lnTo>
                    <a:pt x="1121" y="116"/>
                  </a:lnTo>
                  <a:lnTo>
                    <a:pt x="1107" y="128"/>
                  </a:lnTo>
                  <a:lnTo>
                    <a:pt x="1090" y="136"/>
                  </a:lnTo>
                  <a:lnTo>
                    <a:pt x="1036" y="156"/>
                  </a:lnTo>
                  <a:lnTo>
                    <a:pt x="983" y="180"/>
                  </a:lnTo>
                  <a:lnTo>
                    <a:pt x="917" y="214"/>
                  </a:lnTo>
                  <a:lnTo>
                    <a:pt x="854" y="252"/>
                  </a:lnTo>
                  <a:lnTo>
                    <a:pt x="793" y="295"/>
                  </a:lnTo>
                  <a:lnTo>
                    <a:pt x="736" y="341"/>
                  </a:lnTo>
                  <a:lnTo>
                    <a:pt x="684" y="392"/>
                  </a:lnTo>
                  <a:lnTo>
                    <a:pt x="634" y="444"/>
                  </a:lnTo>
                  <a:lnTo>
                    <a:pt x="590" y="501"/>
                  </a:lnTo>
                  <a:lnTo>
                    <a:pt x="549" y="561"/>
                  </a:lnTo>
                  <a:lnTo>
                    <a:pt x="512" y="624"/>
                  </a:lnTo>
                  <a:lnTo>
                    <a:pt x="479" y="688"/>
                  </a:lnTo>
                  <a:lnTo>
                    <a:pt x="452" y="755"/>
                  </a:lnTo>
                  <a:lnTo>
                    <a:pt x="428" y="824"/>
                  </a:lnTo>
                  <a:lnTo>
                    <a:pt x="409" y="895"/>
                  </a:lnTo>
                  <a:lnTo>
                    <a:pt x="397" y="966"/>
                  </a:lnTo>
                  <a:lnTo>
                    <a:pt x="388" y="1040"/>
                  </a:lnTo>
                  <a:lnTo>
                    <a:pt x="386" y="1114"/>
                  </a:lnTo>
                  <a:lnTo>
                    <a:pt x="386" y="1297"/>
                  </a:lnTo>
                  <a:lnTo>
                    <a:pt x="384" y="1314"/>
                  </a:lnTo>
                  <a:lnTo>
                    <a:pt x="378" y="1330"/>
                  </a:lnTo>
                  <a:lnTo>
                    <a:pt x="154" y="1758"/>
                  </a:lnTo>
                  <a:lnTo>
                    <a:pt x="147" y="1775"/>
                  </a:lnTo>
                  <a:lnTo>
                    <a:pt x="141" y="1791"/>
                  </a:lnTo>
                  <a:lnTo>
                    <a:pt x="139" y="1806"/>
                  </a:lnTo>
                  <a:lnTo>
                    <a:pt x="140" y="1818"/>
                  </a:lnTo>
                  <a:lnTo>
                    <a:pt x="145" y="1829"/>
                  </a:lnTo>
                  <a:lnTo>
                    <a:pt x="154" y="1838"/>
                  </a:lnTo>
                  <a:lnTo>
                    <a:pt x="169" y="1846"/>
                  </a:lnTo>
                  <a:lnTo>
                    <a:pt x="188" y="1851"/>
                  </a:lnTo>
                  <a:lnTo>
                    <a:pt x="211" y="1852"/>
                  </a:lnTo>
                  <a:lnTo>
                    <a:pt x="317" y="1852"/>
                  </a:lnTo>
                  <a:lnTo>
                    <a:pt x="336" y="1855"/>
                  </a:lnTo>
                  <a:lnTo>
                    <a:pt x="352" y="1862"/>
                  </a:lnTo>
                  <a:lnTo>
                    <a:pt x="366" y="1873"/>
                  </a:lnTo>
                  <a:lnTo>
                    <a:pt x="377" y="1887"/>
                  </a:lnTo>
                  <a:lnTo>
                    <a:pt x="384" y="1904"/>
                  </a:lnTo>
                  <a:lnTo>
                    <a:pt x="386" y="1923"/>
                  </a:lnTo>
                  <a:lnTo>
                    <a:pt x="386" y="2330"/>
                  </a:lnTo>
                  <a:lnTo>
                    <a:pt x="389" y="2362"/>
                  </a:lnTo>
                  <a:lnTo>
                    <a:pt x="399" y="2392"/>
                  </a:lnTo>
                  <a:lnTo>
                    <a:pt x="414" y="2418"/>
                  </a:lnTo>
                  <a:lnTo>
                    <a:pt x="433" y="2443"/>
                  </a:lnTo>
                  <a:lnTo>
                    <a:pt x="456" y="2463"/>
                  </a:lnTo>
                  <a:lnTo>
                    <a:pt x="482" y="2477"/>
                  </a:lnTo>
                  <a:lnTo>
                    <a:pt x="512" y="2487"/>
                  </a:lnTo>
                  <a:lnTo>
                    <a:pt x="543" y="2491"/>
                  </a:lnTo>
                  <a:lnTo>
                    <a:pt x="856" y="2445"/>
                  </a:lnTo>
                  <a:lnTo>
                    <a:pt x="870" y="2444"/>
                  </a:lnTo>
                  <a:lnTo>
                    <a:pt x="885" y="2447"/>
                  </a:lnTo>
                  <a:lnTo>
                    <a:pt x="899" y="2452"/>
                  </a:lnTo>
                  <a:lnTo>
                    <a:pt x="912" y="2461"/>
                  </a:lnTo>
                  <a:lnTo>
                    <a:pt x="924" y="2476"/>
                  </a:lnTo>
                  <a:lnTo>
                    <a:pt x="933" y="2494"/>
                  </a:lnTo>
                  <a:lnTo>
                    <a:pt x="936" y="2514"/>
                  </a:lnTo>
                  <a:lnTo>
                    <a:pt x="936" y="2764"/>
                  </a:lnTo>
                  <a:lnTo>
                    <a:pt x="2099" y="2764"/>
                  </a:lnTo>
                  <a:lnTo>
                    <a:pt x="2099" y="1925"/>
                  </a:lnTo>
                  <a:lnTo>
                    <a:pt x="2101" y="1906"/>
                  </a:lnTo>
                  <a:lnTo>
                    <a:pt x="2109" y="1888"/>
                  </a:lnTo>
                  <a:lnTo>
                    <a:pt x="2121" y="1873"/>
                  </a:lnTo>
                  <a:lnTo>
                    <a:pt x="2175" y="1820"/>
                  </a:lnTo>
                  <a:lnTo>
                    <a:pt x="2224" y="1763"/>
                  </a:lnTo>
                  <a:lnTo>
                    <a:pt x="2270" y="1703"/>
                  </a:lnTo>
                  <a:lnTo>
                    <a:pt x="2310" y="1640"/>
                  </a:lnTo>
                  <a:lnTo>
                    <a:pt x="2347" y="1575"/>
                  </a:lnTo>
                  <a:lnTo>
                    <a:pt x="2377" y="1506"/>
                  </a:lnTo>
                  <a:lnTo>
                    <a:pt x="2404" y="1436"/>
                  </a:lnTo>
                  <a:lnTo>
                    <a:pt x="2412" y="1419"/>
                  </a:lnTo>
                  <a:lnTo>
                    <a:pt x="2424" y="1405"/>
                  </a:lnTo>
                  <a:lnTo>
                    <a:pt x="2438" y="1395"/>
                  </a:lnTo>
                  <a:lnTo>
                    <a:pt x="2455" y="1389"/>
                  </a:lnTo>
                  <a:lnTo>
                    <a:pt x="2474" y="1388"/>
                  </a:lnTo>
                  <a:lnTo>
                    <a:pt x="2492" y="1391"/>
                  </a:lnTo>
                  <a:lnTo>
                    <a:pt x="2509" y="1400"/>
                  </a:lnTo>
                  <a:lnTo>
                    <a:pt x="2523" y="1411"/>
                  </a:lnTo>
                  <a:lnTo>
                    <a:pt x="2533" y="1426"/>
                  </a:lnTo>
                  <a:lnTo>
                    <a:pt x="2539" y="1443"/>
                  </a:lnTo>
                  <a:lnTo>
                    <a:pt x="2541" y="1461"/>
                  </a:lnTo>
                  <a:lnTo>
                    <a:pt x="2537" y="1480"/>
                  </a:lnTo>
                  <a:lnTo>
                    <a:pt x="2509" y="1556"/>
                  </a:lnTo>
                  <a:lnTo>
                    <a:pt x="2476" y="1630"/>
                  </a:lnTo>
                  <a:lnTo>
                    <a:pt x="2438" y="1701"/>
                  </a:lnTo>
                  <a:lnTo>
                    <a:pt x="2395" y="1770"/>
                  </a:lnTo>
                  <a:lnTo>
                    <a:pt x="2348" y="1835"/>
                  </a:lnTo>
                  <a:lnTo>
                    <a:pt x="2295" y="1896"/>
                  </a:lnTo>
                  <a:lnTo>
                    <a:pt x="2239" y="1955"/>
                  </a:lnTo>
                  <a:lnTo>
                    <a:pt x="2239" y="2835"/>
                  </a:lnTo>
                  <a:lnTo>
                    <a:pt x="2236" y="2854"/>
                  </a:lnTo>
                  <a:lnTo>
                    <a:pt x="2230" y="2871"/>
                  </a:lnTo>
                  <a:lnTo>
                    <a:pt x="2218" y="2884"/>
                  </a:lnTo>
                  <a:lnTo>
                    <a:pt x="2204" y="2896"/>
                  </a:lnTo>
                  <a:lnTo>
                    <a:pt x="2187" y="2902"/>
                  </a:lnTo>
                  <a:lnTo>
                    <a:pt x="2168" y="2906"/>
                  </a:lnTo>
                  <a:lnTo>
                    <a:pt x="865" y="2906"/>
                  </a:lnTo>
                  <a:lnTo>
                    <a:pt x="847" y="2902"/>
                  </a:lnTo>
                  <a:lnTo>
                    <a:pt x="830" y="2896"/>
                  </a:lnTo>
                  <a:lnTo>
                    <a:pt x="816" y="2884"/>
                  </a:lnTo>
                  <a:lnTo>
                    <a:pt x="805" y="2871"/>
                  </a:lnTo>
                  <a:lnTo>
                    <a:pt x="798" y="2854"/>
                  </a:lnTo>
                  <a:lnTo>
                    <a:pt x="796" y="2835"/>
                  </a:lnTo>
                  <a:lnTo>
                    <a:pt x="796" y="2596"/>
                  </a:lnTo>
                  <a:lnTo>
                    <a:pt x="558" y="2631"/>
                  </a:lnTo>
                  <a:lnTo>
                    <a:pt x="555" y="2631"/>
                  </a:lnTo>
                  <a:lnTo>
                    <a:pt x="551" y="2631"/>
                  </a:lnTo>
                  <a:lnTo>
                    <a:pt x="549" y="2630"/>
                  </a:lnTo>
                  <a:lnTo>
                    <a:pt x="503" y="2627"/>
                  </a:lnTo>
                  <a:lnTo>
                    <a:pt x="461" y="2618"/>
                  </a:lnTo>
                  <a:lnTo>
                    <a:pt x="421" y="2602"/>
                  </a:lnTo>
                  <a:lnTo>
                    <a:pt x="384" y="2582"/>
                  </a:lnTo>
                  <a:lnTo>
                    <a:pt x="350" y="2557"/>
                  </a:lnTo>
                  <a:lnTo>
                    <a:pt x="321" y="2526"/>
                  </a:lnTo>
                  <a:lnTo>
                    <a:pt x="295" y="2493"/>
                  </a:lnTo>
                  <a:lnTo>
                    <a:pt x="274" y="2455"/>
                  </a:lnTo>
                  <a:lnTo>
                    <a:pt x="260" y="2415"/>
                  </a:lnTo>
                  <a:lnTo>
                    <a:pt x="249" y="2373"/>
                  </a:lnTo>
                  <a:lnTo>
                    <a:pt x="246" y="2329"/>
                  </a:lnTo>
                  <a:lnTo>
                    <a:pt x="246" y="1991"/>
                  </a:lnTo>
                  <a:lnTo>
                    <a:pt x="211" y="1991"/>
                  </a:lnTo>
                  <a:lnTo>
                    <a:pt x="176" y="1989"/>
                  </a:lnTo>
                  <a:lnTo>
                    <a:pt x="143" y="1983"/>
                  </a:lnTo>
                  <a:lnTo>
                    <a:pt x="114" y="1973"/>
                  </a:lnTo>
                  <a:lnTo>
                    <a:pt x="87" y="1961"/>
                  </a:lnTo>
                  <a:lnTo>
                    <a:pt x="62" y="1944"/>
                  </a:lnTo>
                  <a:lnTo>
                    <a:pt x="41" y="1924"/>
                  </a:lnTo>
                  <a:lnTo>
                    <a:pt x="24" y="1900"/>
                  </a:lnTo>
                  <a:lnTo>
                    <a:pt x="12" y="1874"/>
                  </a:lnTo>
                  <a:lnTo>
                    <a:pt x="3" y="1846"/>
                  </a:lnTo>
                  <a:lnTo>
                    <a:pt x="0" y="1817"/>
                  </a:lnTo>
                  <a:lnTo>
                    <a:pt x="0" y="1787"/>
                  </a:lnTo>
                  <a:lnTo>
                    <a:pt x="5" y="1756"/>
                  </a:lnTo>
                  <a:lnTo>
                    <a:pt x="16" y="1724"/>
                  </a:lnTo>
                  <a:lnTo>
                    <a:pt x="30" y="1693"/>
                  </a:lnTo>
                  <a:lnTo>
                    <a:pt x="247" y="1279"/>
                  </a:lnTo>
                  <a:lnTo>
                    <a:pt x="247" y="1114"/>
                  </a:lnTo>
                  <a:lnTo>
                    <a:pt x="250" y="1034"/>
                  </a:lnTo>
                  <a:lnTo>
                    <a:pt x="257" y="956"/>
                  </a:lnTo>
                  <a:lnTo>
                    <a:pt x="271" y="878"/>
                  </a:lnTo>
                  <a:lnTo>
                    <a:pt x="289" y="802"/>
                  </a:lnTo>
                  <a:lnTo>
                    <a:pt x="313" y="728"/>
                  </a:lnTo>
                  <a:lnTo>
                    <a:pt x="341" y="655"/>
                  </a:lnTo>
                  <a:lnTo>
                    <a:pt x="374" y="586"/>
                  </a:lnTo>
                  <a:lnTo>
                    <a:pt x="412" y="518"/>
                  </a:lnTo>
                  <a:lnTo>
                    <a:pt x="453" y="453"/>
                  </a:lnTo>
                  <a:lnTo>
                    <a:pt x="498" y="390"/>
                  </a:lnTo>
                  <a:lnTo>
                    <a:pt x="549" y="330"/>
                  </a:lnTo>
                  <a:lnTo>
                    <a:pt x="602" y="274"/>
                  </a:lnTo>
                  <a:lnTo>
                    <a:pt x="659" y="223"/>
                  </a:lnTo>
                  <a:lnTo>
                    <a:pt x="721" y="173"/>
                  </a:lnTo>
                  <a:lnTo>
                    <a:pt x="785" y="129"/>
                  </a:lnTo>
                  <a:lnTo>
                    <a:pt x="854" y="89"/>
                  </a:lnTo>
                  <a:lnTo>
                    <a:pt x="924" y="52"/>
                  </a:lnTo>
                  <a:lnTo>
                    <a:pt x="983" y="27"/>
                  </a:lnTo>
                  <a:lnTo>
                    <a:pt x="1045" y="3"/>
                  </a:lnTo>
                  <a:lnTo>
                    <a:pt x="1063"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sp>
        <p:nvSpPr>
          <p:cNvPr id="8" name="文本框 7"/>
          <p:cNvSpPr txBox="1"/>
          <p:nvPr/>
        </p:nvSpPr>
        <p:spPr>
          <a:xfrm>
            <a:off x="1004442" y="4834473"/>
            <a:ext cx="1545747" cy="717825"/>
          </a:xfrm>
          <a:prstGeom prst="rect">
            <a:avLst/>
          </a:prstGeom>
          <a:noFill/>
        </p:spPr>
        <p:txBody>
          <a:bodyPr wrap="square" rtlCol="0">
            <a:spAutoFit/>
          </a:bodyPr>
          <a:lstStyle/>
          <a:p>
            <a:pPr algn="ct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a:t>
            </a:r>
            <a:endParaRPr kumimoji="1" lang="zh-CN" altLang="en-US" sz="1100" dirty="0">
              <a:solidFill>
                <a:schemeClr val="bg1">
                  <a:lumMod val="50000"/>
                </a:schemeClr>
              </a:solidFill>
              <a:latin typeface="+mn-ea"/>
              <a:cs typeface="+mn-ea"/>
              <a:sym typeface="+mn-lt"/>
            </a:endParaRPr>
          </a:p>
        </p:txBody>
      </p:sp>
      <p:sp>
        <p:nvSpPr>
          <p:cNvPr id="9" name="文本框 8"/>
          <p:cNvSpPr txBox="1"/>
          <p:nvPr/>
        </p:nvSpPr>
        <p:spPr>
          <a:xfrm>
            <a:off x="1182534" y="4485258"/>
            <a:ext cx="1189562" cy="307777"/>
          </a:xfrm>
          <a:prstGeom prst="rect">
            <a:avLst/>
          </a:prstGeom>
          <a:noFill/>
        </p:spPr>
        <p:txBody>
          <a:bodyPr wrap="square" rtlCol="0">
            <a:spAutoFit/>
          </a:bodyPr>
          <a:lstStyle/>
          <a:p>
            <a:pPr algn="dist"/>
            <a:r>
              <a:rPr kumimoji="1" lang="zh-CN" altLang="en-US" sz="1400" dirty="0">
                <a:solidFill>
                  <a:schemeClr val="tx2"/>
                </a:solidFill>
                <a:latin typeface="+mn-ea"/>
                <a:cs typeface="+mn-ea"/>
                <a:sym typeface="+mn-lt"/>
              </a:rPr>
              <a:t>请输入标题</a:t>
            </a:r>
            <a:endParaRPr kumimoji="1" lang="zh-CN" altLang="en-US" sz="1400" dirty="0">
              <a:solidFill>
                <a:schemeClr val="tx2"/>
              </a:solidFill>
              <a:latin typeface="+mn-ea"/>
              <a:cs typeface="+mn-ea"/>
              <a:sym typeface="+mn-lt"/>
            </a:endParaRPr>
          </a:p>
        </p:txBody>
      </p:sp>
      <p:sp>
        <p:nvSpPr>
          <p:cNvPr id="10" name="矩形 9"/>
          <p:cNvSpPr/>
          <p:nvPr/>
        </p:nvSpPr>
        <p:spPr>
          <a:xfrm>
            <a:off x="2889451" y="3691270"/>
            <a:ext cx="1608881" cy="2152893"/>
          </a:xfrm>
          <a:prstGeom prst="rect">
            <a:avLst/>
          </a:prstGeom>
          <a:solidFill>
            <a:schemeClr val="bg1"/>
          </a:solidFill>
          <a:ln>
            <a:noFill/>
          </a:ln>
          <a:effectLst>
            <a:outerShdw blurRad="152400" sx="102000" sy="102000" algn="ctr" rotWithShape="0">
              <a:schemeClr val="tx1">
                <a:lumMod val="75000"/>
                <a:lumOff val="2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文本框 10"/>
          <p:cNvSpPr txBox="1"/>
          <p:nvPr/>
        </p:nvSpPr>
        <p:spPr>
          <a:xfrm>
            <a:off x="2921018" y="4834473"/>
            <a:ext cx="1545747" cy="717825"/>
          </a:xfrm>
          <a:prstGeom prst="rect">
            <a:avLst/>
          </a:prstGeom>
          <a:noFill/>
        </p:spPr>
        <p:txBody>
          <a:bodyPr wrap="square" rtlCol="0">
            <a:spAutoFit/>
          </a:bodyPr>
          <a:lstStyle/>
          <a:p>
            <a:pPr algn="ct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a:t>
            </a:r>
            <a:endParaRPr kumimoji="1" lang="zh-CN" altLang="en-US" sz="1100" dirty="0">
              <a:solidFill>
                <a:schemeClr val="bg1">
                  <a:lumMod val="50000"/>
                </a:schemeClr>
              </a:solidFill>
              <a:latin typeface="+mn-ea"/>
              <a:cs typeface="+mn-ea"/>
              <a:sym typeface="+mn-lt"/>
            </a:endParaRPr>
          </a:p>
        </p:txBody>
      </p:sp>
      <p:sp>
        <p:nvSpPr>
          <p:cNvPr id="12" name="文本框 11"/>
          <p:cNvSpPr txBox="1"/>
          <p:nvPr/>
        </p:nvSpPr>
        <p:spPr>
          <a:xfrm>
            <a:off x="3099110" y="4485258"/>
            <a:ext cx="1189562" cy="307777"/>
          </a:xfrm>
          <a:prstGeom prst="rect">
            <a:avLst/>
          </a:prstGeom>
          <a:noFill/>
        </p:spPr>
        <p:txBody>
          <a:bodyPr wrap="square" rtlCol="0">
            <a:spAutoFit/>
          </a:bodyPr>
          <a:lstStyle/>
          <a:p>
            <a:pPr algn="dist"/>
            <a:r>
              <a:rPr kumimoji="1" lang="zh-CN" altLang="en-US" sz="1400" dirty="0">
                <a:solidFill>
                  <a:schemeClr val="tx2"/>
                </a:solidFill>
                <a:latin typeface="+mn-ea"/>
                <a:cs typeface="+mn-ea"/>
                <a:sym typeface="+mn-lt"/>
              </a:rPr>
              <a:t>请输入标题</a:t>
            </a:r>
            <a:endParaRPr kumimoji="1" lang="zh-CN" altLang="en-US" sz="1400" dirty="0">
              <a:solidFill>
                <a:schemeClr val="tx2"/>
              </a:solidFill>
              <a:latin typeface="+mn-ea"/>
              <a:cs typeface="+mn-ea"/>
              <a:sym typeface="+mn-lt"/>
            </a:endParaRPr>
          </a:p>
        </p:txBody>
      </p:sp>
      <p:grpSp>
        <p:nvGrpSpPr>
          <p:cNvPr id="13" name="Group 102"/>
          <p:cNvGrpSpPr/>
          <p:nvPr/>
        </p:nvGrpSpPr>
        <p:grpSpPr>
          <a:xfrm>
            <a:off x="3521701" y="3964722"/>
            <a:ext cx="523120" cy="378394"/>
            <a:chOff x="4451350" y="1993900"/>
            <a:chExt cx="550863" cy="398462"/>
          </a:xfrm>
          <a:solidFill>
            <a:schemeClr val="tx2"/>
          </a:solidFill>
        </p:grpSpPr>
        <p:sp>
          <p:nvSpPr>
            <p:cNvPr id="14" name="Freeform 62"/>
            <p:cNvSpPr>
              <a:spLocks noEditPoints="1"/>
            </p:cNvSpPr>
            <p:nvPr/>
          </p:nvSpPr>
          <p:spPr bwMode="auto">
            <a:xfrm>
              <a:off x="4451350" y="1993900"/>
              <a:ext cx="369888" cy="398462"/>
            </a:xfrm>
            <a:custGeom>
              <a:avLst/>
              <a:gdLst>
                <a:gd name="T0" fmla="*/ 987 w 2332"/>
                <a:gd name="T1" fmla="*/ 170 h 2514"/>
                <a:gd name="T2" fmla="*/ 851 w 2332"/>
                <a:gd name="T3" fmla="*/ 274 h 2514"/>
                <a:gd name="T4" fmla="*/ 785 w 2332"/>
                <a:gd name="T5" fmla="*/ 434 h 2514"/>
                <a:gd name="T6" fmla="*/ 792 w 2332"/>
                <a:gd name="T7" fmla="*/ 983 h 2514"/>
                <a:gd name="T8" fmla="*/ 854 w 2332"/>
                <a:gd name="T9" fmla="*/ 1053 h 2514"/>
                <a:gd name="T10" fmla="*/ 872 w 2332"/>
                <a:gd name="T11" fmla="*/ 1535 h 2514"/>
                <a:gd name="T12" fmla="*/ 839 w 2332"/>
                <a:gd name="T13" fmla="*/ 1605 h 2514"/>
                <a:gd name="T14" fmla="*/ 771 w 2332"/>
                <a:gd name="T15" fmla="*/ 1642 h 2514"/>
                <a:gd name="T16" fmla="*/ 647 w 2332"/>
                <a:gd name="T17" fmla="*/ 1709 h 2514"/>
                <a:gd name="T18" fmla="*/ 481 w 2332"/>
                <a:gd name="T19" fmla="*/ 1811 h 2514"/>
                <a:gd name="T20" fmla="*/ 291 w 2332"/>
                <a:gd name="T21" fmla="*/ 1944 h 2514"/>
                <a:gd name="T22" fmla="*/ 160 w 2332"/>
                <a:gd name="T23" fmla="*/ 2060 h 2514"/>
                <a:gd name="T24" fmla="*/ 140 w 2332"/>
                <a:gd name="T25" fmla="*/ 2374 h 2514"/>
                <a:gd name="T26" fmla="*/ 2182 w 2332"/>
                <a:gd name="T27" fmla="*/ 2082 h 2514"/>
                <a:gd name="T28" fmla="*/ 2089 w 2332"/>
                <a:gd name="T29" fmla="*/ 1980 h 2514"/>
                <a:gd name="T30" fmla="*/ 1896 w 2332"/>
                <a:gd name="T31" fmla="*/ 1841 h 2514"/>
                <a:gd name="T32" fmla="*/ 1722 w 2332"/>
                <a:gd name="T33" fmla="*/ 1731 h 2514"/>
                <a:gd name="T34" fmla="*/ 1586 w 2332"/>
                <a:gd name="T35" fmla="*/ 1655 h 2514"/>
                <a:gd name="T36" fmla="*/ 1510 w 2332"/>
                <a:gd name="T37" fmla="*/ 1616 h 2514"/>
                <a:gd name="T38" fmla="*/ 1462 w 2332"/>
                <a:gd name="T39" fmla="*/ 1555 h 2514"/>
                <a:gd name="T40" fmla="*/ 1468 w 2332"/>
                <a:gd name="T41" fmla="*/ 1067 h 2514"/>
                <a:gd name="T42" fmla="*/ 1528 w 2332"/>
                <a:gd name="T43" fmla="*/ 1005 h 2514"/>
                <a:gd name="T44" fmla="*/ 1550 w 2332"/>
                <a:gd name="T45" fmla="*/ 479 h 2514"/>
                <a:gd name="T46" fmla="*/ 1504 w 2332"/>
                <a:gd name="T47" fmla="*/ 309 h 2514"/>
                <a:gd name="T48" fmla="*/ 1384 w 2332"/>
                <a:gd name="T49" fmla="*/ 189 h 2514"/>
                <a:gd name="T50" fmla="*/ 1214 w 2332"/>
                <a:gd name="T51" fmla="*/ 143 h 2514"/>
                <a:gd name="T52" fmla="*/ 1270 w 2332"/>
                <a:gd name="T53" fmla="*/ 4 h 2514"/>
                <a:gd name="T54" fmla="*/ 1469 w 2332"/>
                <a:gd name="T55" fmla="*/ 74 h 2514"/>
                <a:gd name="T56" fmla="*/ 1617 w 2332"/>
                <a:gd name="T57" fmla="*/ 222 h 2514"/>
                <a:gd name="T58" fmla="*/ 1687 w 2332"/>
                <a:gd name="T59" fmla="*/ 422 h 2514"/>
                <a:gd name="T60" fmla="*/ 1680 w 2332"/>
                <a:gd name="T61" fmla="*/ 1006 h 2514"/>
                <a:gd name="T62" fmla="*/ 1600 w 2332"/>
                <a:gd name="T63" fmla="*/ 1134 h 2514"/>
                <a:gd name="T64" fmla="*/ 1685 w 2332"/>
                <a:gd name="T65" fmla="*/ 1549 h 2514"/>
                <a:gd name="T66" fmla="*/ 1854 w 2332"/>
                <a:gd name="T67" fmla="*/ 1648 h 2514"/>
                <a:gd name="T68" fmla="*/ 2062 w 2332"/>
                <a:gd name="T69" fmla="*/ 1785 h 2514"/>
                <a:gd name="T70" fmla="*/ 2254 w 2332"/>
                <a:gd name="T71" fmla="*/ 1936 h 2514"/>
                <a:gd name="T72" fmla="*/ 2322 w 2332"/>
                <a:gd name="T73" fmla="*/ 2062 h 2514"/>
                <a:gd name="T74" fmla="*/ 2328 w 2332"/>
                <a:gd name="T75" fmla="*/ 2463 h 2514"/>
                <a:gd name="T76" fmla="*/ 2280 w 2332"/>
                <a:gd name="T77" fmla="*/ 2512 h 2514"/>
                <a:gd name="T78" fmla="*/ 35 w 2332"/>
                <a:gd name="T79" fmla="*/ 2505 h 2514"/>
                <a:gd name="T80" fmla="*/ 0 w 2332"/>
                <a:gd name="T81" fmla="*/ 2445 h 2514"/>
                <a:gd name="T82" fmla="*/ 20 w 2332"/>
                <a:gd name="T83" fmla="*/ 2027 h 2514"/>
                <a:gd name="T84" fmla="*/ 104 w 2332"/>
                <a:gd name="T85" fmla="*/ 1911 h 2514"/>
                <a:gd name="T86" fmla="*/ 324 w 2332"/>
                <a:gd name="T87" fmla="*/ 1748 h 2514"/>
                <a:gd name="T88" fmla="*/ 524 w 2332"/>
                <a:gd name="T89" fmla="*/ 1619 h 2514"/>
                <a:gd name="T90" fmla="*/ 679 w 2332"/>
                <a:gd name="T91" fmla="*/ 1531 h 2514"/>
                <a:gd name="T92" fmla="*/ 705 w 2332"/>
                <a:gd name="T93" fmla="*/ 1105 h 2514"/>
                <a:gd name="T94" fmla="*/ 644 w 2332"/>
                <a:gd name="T95" fmla="*/ 968 h 2514"/>
                <a:gd name="T96" fmla="*/ 654 w 2332"/>
                <a:gd name="T97" fmla="*/ 368 h 2514"/>
                <a:gd name="T98" fmla="*/ 746 w 2332"/>
                <a:gd name="T99" fmla="*/ 179 h 2514"/>
                <a:gd name="T100" fmla="*/ 908 w 2332"/>
                <a:gd name="T101" fmla="*/ 49 h 2514"/>
                <a:gd name="T102" fmla="*/ 1117 w 2332"/>
                <a:gd name="T103" fmla="*/ 0 h 25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332" h="2514">
                  <a:moveTo>
                    <a:pt x="1117" y="143"/>
                  </a:moveTo>
                  <a:lnTo>
                    <a:pt x="1071" y="145"/>
                  </a:lnTo>
                  <a:lnTo>
                    <a:pt x="1028" y="155"/>
                  </a:lnTo>
                  <a:lnTo>
                    <a:pt x="987" y="170"/>
                  </a:lnTo>
                  <a:lnTo>
                    <a:pt x="948" y="189"/>
                  </a:lnTo>
                  <a:lnTo>
                    <a:pt x="912" y="213"/>
                  </a:lnTo>
                  <a:lnTo>
                    <a:pt x="879" y="241"/>
                  </a:lnTo>
                  <a:lnTo>
                    <a:pt x="851" y="274"/>
                  </a:lnTo>
                  <a:lnTo>
                    <a:pt x="828" y="309"/>
                  </a:lnTo>
                  <a:lnTo>
                    <a:pt x="808" y="348"/>
                  </a:lnTo>
                  <a:lnTo>
                    <a:pt x="793" y="389"/>
                  </a:lnTo>
                  <a:lnTo>
                    <a:pt x="785" y="434"/>
                  </a:lnTo>
                  <a:lnTo>
                    <a:pt x="781" y="479"/>
                  </a:lnTo>
                  <a:lnTo>
                    <a:pt x="781" y="931"/>
                  </a:lnTo>
                  <a:lnTo>
                    <a:pt x="784" y="957"/>
                  </a:lnTo>
                  <a:lnTo>
                    <a:pt x="792" y="983"/>
                  </a:lnTo>
                  <a:lnTo>
                    <a:pt x="804" y="1005"/>
                  </a:lnTo>
                  <a:lnTo>
                    <a:pt x="820" y="1025"/>
                  </a:lnTo>
                  <a:lnTo>
                    <a:pt x="840" y="1042"/>
                  </a:lnTo>
                  <a:lnTo>
                    <a:pt x="854" y="1053"/>
                  </a:lnTo>
                  <a:lnTo>
                    <a:pt x="864" y="1067"/>
                  </a:lnTo>
                  <a:lnTo>
                    <a:pt x="870" y="1083"/>
                  </a:lnTo>
                  <a:lnTo>
                    <a:pt x="872" y="1100"/>
                  </a:lnTo>
                  <a:lnTo>
                    <a:pt x="872" y="1535"/>
                  </a:lnTo>
                  <a:lnTo>
                    <a:pt x="870" y="1556"/>
                  </a:lnTo>
                  <a:lnTo>
                    <a:pt x="864" y="1575"/>
                  </a:lnTo>
                  <a:lnTo>
                    <a:pt x="853" y="1592"/>
                  </a:lnTo>
                  <a:lnTo>
                    <a:pt x="839" y="1605"/>
                  </a:lnTo>
                  <a:lnTo>
                    <a:pt x="821" y="1616"/>
                  </a:lnTo>
                  <a:lnTo>
                    <a:pt x="809" y="1622"/>
                  </a:lnTo>
                  <a:lnTo>
                    <a:pt x="792" y="1631"/>
                  </a:lnTo>
                  <a:lnTo>
                    <a:pt x="771" y="1642"/>
                  </a:lnTo>
                  <a:lnTo>
                    <a:pt x="746" y="1656"/>
                  </a:lnTo>
                  <a:lnTo>
                    <a:pt x="716" y="1671"/>
                  </a:lnTo>
                  <a:lnTo>
                    <a:pt x="683" y="1689"/>
                  </a:lnTo>
                  <a:lnTo>
                    <a:pt x="647" y="1709"/>
                  </a:lnTo>
                  <a:lnTo>
                    <a:pt x="610" y="1732"/>
                  </a:lnTo>
                  <a:lnTo>
                    <a:pt x="568" y="1756"/>
                  </a:lnTo>
                  <a:lnTo>
                    <a:pt x="526" y="1783"/>
                  </a:lnTo>
                  <a:lnTo>
                    <a:pt x="481" y="1811"/>
                  </a:lnTo>
                  <a:lnTo>
                    <a:pt x="436" y="1841"/>
                  </a:lnTo>
                  <a:lnTo>
                    <a:pt x="388" y="1874"/>
                  </a:lnTo>
                  <a:lnTo>
                    <a:pt x="340" y="1908"/>
                  </a:lnTo>
                  <a:lnTo>
                    <a:pt x="291" y="1944"/>
                  </a:lnTo>
                  <a:lnTo>
                    <a:pt x="243" y="1981"/>
                  </a:lnTo>
                  <a:lnTo>
                    <a:pt x="194" y="2020"/>
                  </a:lnTo>
                  <a:lnTo>
                    <a:pt x="175" y="2039"/>
                  </a:lnTo>
                  <a:lnTo>
                    <a:pt x="160" y="2060"/>
                  </a:lnTo>
                  <a:lnTo>
                    <a:pt x="150" y="2083"/>
                  </a:lnTo>
                  <a:lnTo>
                    <a:pt x="142" y="2109"/>
                  </a:lnTo>
                  <a:lnTo>
                    <a:pt x="140" y="2135"/>
                  </a:lnTo>
                  <a:lnTo>
                    <a:pt x="140" y="2374"/>
                  </a:lnTo>
                  <a:lnTo>
                    <a:pt x="2191" y="2374"/>
                  </a:lnTo>
                  <a:lnTo>
                    <a:pt x="2191" y="2134"/>
                  </a:lnTo>
                  <a:lnTo>
                    <a:pt x="2189" y="2107"/>
                  </a:lnTo>
                  <a:lnTo>
                    <a:pt x="2182" y="2082"/>
                  </a:lnTo>
                  <a:lnTo>
                    <a:pt x="2171" y="2059"/>
                  </a:lnTo>
                  <a:lnTo>
                    <a:pt x="2155" y="2038"/>
                  </a:lnTo>
                  <a:lnTo>
                    <a:pt x="2138" y="2019"/>
                  </a:lnTo>
                  <a:lnTo>
                    <a:pt x="2089" y="1980"/>
                  </a:lnTo>
                  <a:lnTo>
                    <a:pt x="2039" y="1943"/>
                  </a:lnTo>
                  <a:lnTo>
                    <a:pt x="1991" y="1907"/>
                  </a:lnTo>
                  <a:lnTo>
                    <a:pt x="1944" y="1873"/>
                  </a:lnTo>
                  <a:lnTo>
                    <a:pt x="1896" y="1841"/>
                  </a:lnTo>
                  <a:lnTo>
                    <a:pt x="1850" y="1810"/>
                  </a:lnTo>
                  <a:lnTo>
                    <a:pt x="1805" y="1782"/>
                  </a:lnTo>
                  <a:lnTo>
                    <a:pt x="1762" y="1755"/>
                  </a:lnTo>
                  <a:lnTo>
                    <a:pt x="1722" y="1731"/>
                  </a:lnTo>
                  <a:lnTo>
                    <a:pt x="1683" y="1709"/>
                  </a:lnTo>
                  <a:lnTo>
                    <a:pt x="1648" y="1689"/>
                  </a:lnTo>
                  <a:lnTo>
                    <a:pt x="1616" y="1671"/>
                  </a:lnTo>
                  <a:lnTo>
                    <a:pt x="1586" y="1655"/>
                  </a:lnTo>
                  <a:lnTo>
                    <a:pt x="1561" y="1641"/>
                  </a:lnTo>
                  <a:lnTo>
                    <a:pt x="1540" y="1631"/>
                  </a:lnTo>
                  <a:lnTo>
                    <a:pt x="1522" y="1622"/>
                  </a:lnTo>
                  <a:lnTo>
                    <a:pt x="1510" y="1616"/>
                  </a:lnTo>
                  <a:lnTo>
                    <a:pt x="1492" y="1605"/>
                  </a:lnTo>
                  <a:lnTo>
                    <a:pt x="1478" y="1590"/>
                  </a:lnTo>
                  <a:lnTo>
                    <a:pt x="1468" y="1574"/>
                  </a:lnTo>
                  <a:lnTo>
                    <a:pt x="1462" y="1555"/>
                  </a:lnTo>
                  <a:lnTo>
                    <a:pt x="1459" y="1534"/>
                  </a:lnTo>
                  <a:lnTo>
                    <a:pt x="1459" y="1100"/>
                  </a:lnTo>
                  <a:lnTo>
                    <a:pt x="1462" y="1083"/>
                  </a:lnTo>
                  <a:lnTo>
                    <a:pt x="1468" y="1067"/>
                  </a:lnTo>
                  <a:lnTo>
                    <a:pt x="1477" y="1053"/>
                  </a:lnTo>
                  <a:lnTo>
                    <a:pt x="1490" y="1042"/>
                  </a:lnTo>
                  <a:lnTo>
                    <a:pt x="1511" y="1025"/>
                  </a:lnTo>
                  <a:lnTo>
                    <a:pt x="1528" y="1005"/>
                  </a:lnTo>
                  <a:lnTo>
                    <a:pt x="1540" y="983"/>
                  </a:lnTo>
                  <a:lnTo>
                    <a:pt x="1547" y="957"/>
                  </a:lnTo>
                  <a:lnTo>
                    <a:pt x="1550" y="931"/>
                  </a:lnTo>
                  <a:lnTo>
                    <a:pt x="1550" y="479"/>
                  </a:lnTo>
                  <a:lnTo>
                    <a:pt x="1547" y="434"/>
                  </a:lnTo>
                  <a:lnTo>
                    <a:pt x="1538" y="389"/>
                  </a:lnTo>
                  <a:lnTo>
                    <a:pt x="1524" y="348"/>
                  </a:lnTo>
                  <a:lnTo>
                    <a:pt x="1504" y="309"/>
                  </a:lnTo>
                  <a:lnTo>
                    <a:pt x="1480" y="274"/>
                  </a:lnTo>
                  <a:lnTo>
                    <a:pt x="1451" y="241"/>
                  </a:lnTo>
                  <a:lnTo>
                    <a:pt x="1419" y="213"/>
                  </a:lnTo>
                  <a:lnTo>
                    <a:pt x="1384" y="189"/>
                  </a:lnTo>
                  <a:lnTo>
                    <a:pt x="1345" y="170"/>
                  </a:lnTo>
                  <a:lnTo>
                    <a:pt x="1303" y="155"/>
                  </a:lnTo>
                  <a:lnTo>
                    <a:pt x="1259" y="145"/>
                  </a:lnTo>
                  <a:lnTo>
                    <a:pt x="1214" y="143"/>
                  </a:lnTo>
                  <a:lnTo>
                    <a:pt x="1117" y="143"/>
                  </a:lnTo>
                  <a:close/>
                  <a:moveTo>
                    <a:pt x="1117" y="0"/>
                  </a:moveTo>
                  <a:lnTo>
                    <a:pt x="1214" y="0"/>
                  </a:lnTo>
                  <a:lnTo>
                    <a:pt x="1270" y="4"/>
                  </a:lnTo>
                  <a:lnTo>
                    <a:pt x="1323" y="13"/>
                  </a:lnTo>
                  <a:lnTo>
                    <a:pt x="1375" y="28"/>
                  </a:lnTo>
                  <a:lnTo>
                    <a:pt x="1424" y="49"/>
                  </a:lnTo>
                  <a:lnTo>
                    <a:pt x="1469" y="74"/>
                  </a:lnTo>
                  <a:lnTo>
                    <a:pt x="1512" y="105"/>
                  </a:lnTo>
                  <a:lnTo>
                    <a:pt x="1551" y="140"/>
                  </a:lnTo>
                  <a:lnTo>
                    <a:pt x="1586" y="179"/>
                  </a:lnTo>
                  <a:lnTo>
                    <a:pt x="1617" y="222"/>
                  </a:lnTo>
                  <a:lnTo>
                    <a:pt x="1642" y="268"/>
                  </a:lnTo>
                  <a:lnTo>
                    <a:pt x="1662" y="316"/>
                  </a:lnTo>
                  <a:lnTo>
                    <a:pt x="1678" y="368"/>
                  </a:lnTo>
                  <a:lnTo>
                    <a:pt x="1687" y="422"/>
                  </a:lnTo>
                  <a:lnTo>
                    <a:pt x="1690" y="478"/>
                  </a:lnTo>
                  <a:lnTo>
                    <a:pt x="1690" y="930"/>
                  </a:lnTo>
                  <a:lnTo>
                    <a:pt x="1687" y="969"/>
                  </a:lnTo>
                  <a:lnTo>
                    <a:pt x="1680" y="1006"/>
                  </a:lnTo>
                  <a:lnTo>
                    <a:pt x="1666" y="1042"/>
                  </a:lnTo>
                  <a:lnTo>
                    <a:pt x="1648" y="1075"/>
                  </a:lnTo>
                  <a:lnTo>
                    <a:pt x="1626" y="1105"/>
                  </a:lnTo>
                  <a:lnTo>
                    <a:pt x="1600" y="1134"/>
                  </a:lnTo>
                  <a:lnTo>
                    <a:pt x="1600" y="1504"/>
                  </a:lnTo>
                  <a:lnTo>
                    <a:pt x="1623" y="1516"/>
                  </a:lnTo>
                  <a:lnTo>
                    <a:pt x="1651" y="1531"/>
                  </a:lnTo>
                  <a:lnTo>
                    <a:pt x="1685" y="1549"/>
                  </a:lnTo>
                  <a:lnTo>
                    <a:pt x="1722" y="1569"/>
                  </a:lnTo>
                  <a:lnTo>
                    <a:pt x="1763" y="1594"/>
                  </a:lnTo>
                  <a:lnTo>
                    <a:pt x="1807" y="1619"/>
                  </a:lnTo>
                  <a:lnTo>
                    <a:pt x="1854" y="1648"/>
                  </a:lnTo>
                  <a:lnTo>
                    <a:pt x="1903" y="1678"/>
                  </a:lnTo>
                  <a:lnTo>
                    <a:pt x="1955" y="1712"/>
                  </a:lnTo>
                  <a:lnTo>
                    <a:pt x="2008" y="1747"/>
                  </a:lnTo>
                  <a:lnTo>
                    <a:pt x="2062" y="1785"/>
                  </a:lnTo>
                  <a:lnTo>
                    <a:pt x="2116" y="1825"/>
                  </a:lnTo>
                  <a:lnTo>
                    <a:pt x="2171" y="1867"/>
                  </a:lnTo>
                  <a:lnTo>
                    <a:pt x="2226" y="1911"/>
                  </a:lnTo>
                  <a:lnTo>
                    <a:pt x="2254" y="1936"/>
                  </a:lnTo>
                  <a:lnTo>
                    <a:pt x="2277" y="1965"/>
                  </a:lnTo>
                  <a:lnTo>
                    <a:pt x="2296" y="1994"/>
                  </a:lnTo>
                  <a:lnTo>
                    <a:pt x="2312" y="2027"/>
                  </a:lnTo>
                  <a:lnTo>
                    <a:pt x="2322" y="2062"/>
                  </a:lnTo>
                  <a:lnTo>
                    <a:pt x="2329" y="2098"/>
                  </a:lnTo>
                  <a:lnTo>
                    <a:pt x="2332" y="2135"/>
                  </a:lnTo>
                  <a:lnTo>
                    <a:pt x="2332" y="2445"/>
                  </a:lnTo>
                  <a:lnTo>
                    <a:pt x="2328" y="2463"/>
                  </a:lnTo>
                  <a:lnTo>
                    <a:pt x="2322" y="2480"/>
                  </a:lnTo>
                  <a:lnTo>
                    <a:pt x="2311" y="2494"/>
                  </a:lnTo>
                  <a:lnTo>
                    <a:pt x="2297" y="2505"/>
                  </a:lnTo>
                  <a:lnTo>
                    <a:pt x="2280" y="2512"/>
                  </a:lnTo>
                  <a:lnTo>
                    <a:pt x="2261" y="2514"/>
                  </a:lnTo>
                  <a:lnTo>
                    <a:pt x="71" y="2514"/>
                  </a:lnTo>
                  <a:lnTo>
                    <a:pt x="52" y="2512"/>
                  </a:lnTo>
                  <a:lnTo>
                    <a:pt x="35" y="2505"/>
                  </a:lnTo>
                  <a:lnTo>
                    <a:pt x="20" y="2494"/>
                  </a:lnTo>
                  <a:lnTo>
                    <a:pt x="9" y="2480"/>
                  </a:lnTo>
                  <a:lnTo>
                    <a:pt x="2" y="2463"/>
                  </a:lnTo>
                  <a:lnTo>
                    <a:pt x="0" y="2445"/>
                  </a:lnTo>
                  <a:lnTo>
                    <a:pt x="0" y="2135"/>
                  </a:lnTo>
                  <a:lnTo>
                    <a:pt x="2" y="2098"/>
                  </a:lnTo>
                  <a:lnTo>
                    <a:pt x="9" y="2062"/>
                  </a:lnTo>
                  <a:lnTo>
                    <a:pt x="20" y="2027"/>
                  </a:lnTo>
                  <a:lnTo>
                    <a:pt x="36" y="1994"/>
                  </a:lnTo>
                  <a:lnTo>
                    <a:pt x="55" y="1964"/>
                  </a:lnTo>
                  <a:lnTo>
                    <a:pt x="78" y="1936"/>
                  </a:lnTo>
                  <a:lnTo>
                    <a:pt x="104" y="1911"/>
                  </a:lnTo>
                  <a:lnTo>
                    <a:pt x="159" y="1867"/>
                  </a:lnTo>
                  <a:lnTo>
                    <a:pt x="215" y="1825"/>
                  </a:lnTo>
                  <a:lnTo>
                    <a:pt x="269" y="1785"/>
                  </a:lnTo>
                  <a:lnTo>
                    <a:pt x="324" y="1748"/>
                  </a:lnTo>
                  <a:lnTo>
                    <a:pt x="376" y="1712"/>
                  </a:lnTo>
                  <a:lnTo>
                    <a:pt x="428" y="1679"/>
                  </a:lnTo>
                  <a:lnTo>
                    <a:pt x="477" y="1648"/>
                  </a:lnTo>
                  <a:lnTo>
                    <a:pt x="524" y="1619"/>
                  </a:lnTo>
                  <a:lnTo>
                    <a:pt x="568" y="1594"/>
                  </a:lnTo>
                  <a:lnTo>
                    <a:pt x="610" y="1570"/>
                  </a:lnTo>
                  <a:lnTo>
                    <a:pt x="646" y="1549"/>
                  </a:lnTo>
                  <a:lnTo>
                    <a:pt x="679" y="1531"/>
                  </a:lnTo>
                  <a:lnTo>
                    <a:pt x="708" y="1516"/>
                  </a:lnTo>
                  <a:lnTo>
                    <a:pt x="732" y="1504"/>
                  </a:lnTo>
                  <a:lnTo>
                    <a:pt x="732" y="1134"/>
                  </a:lnTo>
                  <a:lnTo>
                    <a:pt x="705" y="1105"/>
                  </a:lnTo>
                  <a:lnTo>
                    <a:pt x="682" y="1075"/>
                  </a:lnTo>
                  <a:lnTo>
                    <a:pt x="665" y="1042"/>
                  </a:lnTo>
                  <a:lnTo>
                    <a:pt x="652" y="1006"/>
                  </a:lnTo>
                  <a:lnTo>
                    <a:pt x="644" y="968"/>
                  </a:lnTo>
                  <a:lnTo>
                    <a:pt x="641" y="930"/>
                  </a:lnTo>
                  <a:lnTo>
                    <a:pt x="641" y="478"/>
                  </a:lnTo>
                  <a:lnTo>
                    <a:pt x="644" y="422"/>
                  </a:lnTo>
                  <a:lnTo>
                    <a:pt x="654" y="368"/>
                  </a:lnTo>
                  <a:lnTo>
                    <a:pt x="669" y="316"/>
                  </a:lnTo>
                  <a:lnTo>
                    <a:pt x="690" y="268"/>
                  </a:lnTo>
                  <a:lnTo>
                    <a:pt x="715" y="222"/>
                  </a:lnTo>
                  <a:lnTo>
                    <a:pt x="746" y="179"/>
                  </a:lnTo>
                  <a:lnTo>
                    <a:pt x="780" y="140"/>
                  </a:lnTo>
                  <a:lnTo>
                    <a:pt x="819" y="105"/>
                  </a:lnTo>
                  <a:lnTo>
                    <a:pt x="862" y="74"/>
                  </a:lnTo>
                  <a:lnTo>
                    <a:pt x="908" y="49"/>
                  </a:lnTo>
                  <a:lnTo>
                    <a:pt x="956" y="28"/>
                  </a:lnTo>
                  <a:lnTo>
                    <a:pt x="1008" y="13"/>
                  </a:lnTo>
                  <a:lnTo>
                    <a:pt x="1062" y="4"/>
                  </a:lnTo>
                  <a:lnTo>
                    <a:pt x="1117"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15" name="Freeform 63"/>
            <p:cNvSpPr>
              <a:spLocks noEditPoints="1"/>
            </p:cNvSpPr>
            <p:nvPr/>
          </p:nvSpPr>
          <p:spPr bwMode="auto">
            <a:xfrm>
              <a:off x="4764088" y="2005013"/>
              <a:ext cx="238125" cy="222250"/>
            </a:xfrm>
            <a:custGeom>
              <a:avLst/>
              <a:gdLst>
                <a:gd name="T0" fmla="*/ 215 w 1498"/>
                <a:gd name="T1" fmla="*/ 144 h 1402"/>
                <a:gd name="T2" fmla="*/ 176 w 1498"/>
                <a:gd name="T3" fmla="*/ 163 h 1402"/>
                <a:gd name="T4" fmla="*/ 150 w 1498"/>
                <a:gd name="T5" fmla="*/ 196 h 1402"/>
                <a:gd name="T6" fmla="*/ 140 w 1498"/>
                <a:gd name="T7" fmla="*/ 239 h 1402"/>
                <a:gd name="T8" fmla="*/ 142 w 1498"/>
                <a:gd name="T9" fmla="*/ 887 h 1402"/>
                <a:gd name="T10" fmla="*/ 161 w 1498"/>
                <a:gd name="T11" fmla="*/ 926 h 1402"/>
                <a:gd name="T12" fmla="*/ 195 w 1498"/>
                <a:gd name="T13" fmla="*/ 953 h 1402"/>
                <a:gd name="T14" fmla="*/ 237 w 1498"/>
                <a:gd name="T15" fmla="*/ 963 h 1402"/>
                <a:gd name="T16" fmla="*/ 388 w 1498"/>
                <a:gd name="T17" fmla="*/ 965 h 1402"/>
                <a:gd name="T18" fmla="*/ 419 w 1498"/>
                <a:gd name="T19" fmla="*/ 983 h 1402"/>
                <a:gd name="T20" fmla="*/ 437 w 1498"/>
                <a:gd name="T21" fmla="*/ 1014 h 1402"/>
                <a:gd name="T22" fmla="*/ 440 w 1498"/>
                <a:gd name="T23" fmla="*/ 1167 h 1402"/>
                <a:gd name="T24" fmla="*/ 647 w 1498"/>
                <a:gd name="T25" fmla="*/ 972 h 1402"/>
                <a:gd name="T26" fmla="*/ 680 w 1498"/>
                <a:gd name="T27" fmla="*/ 963 h 1402"/>
                <a:gd name="T28" fmla="*/ 1282 w 1498"/>
                <a:gd name="T29" fmla="*/ 960 h 1402"/>
                <a:gd name="T30" fmla="*/ 1320 w 1498"/>
                <a:gd name="T31" fmla="*/ 941 h 1402"/>
                <a:gd name="T32" fmla="*/ 1348 w 1498"/>
                <a:gd name="T33" fmla="*/ 908 h 1402"/>
                <a:gd name="T34" fmla="*/ 1357 w 1498"/>
                <a:gd name="T35" fmla="*/ 865 h 1402"/>
                <a:gd name="T36" fmla="*/ 1355 w 1498"/>
                <a:gd name="T37" fmla="*/ 217 h 1402"/>
                <a:gd name="T38" fmla="*/ 1336 w 1498"/>
                <a:gd name="T39" fmla="*/ 178 h 1402"/>
                <a:gd name="T40" fmla="*/ 1302 w 1498"/>
                <a:gd name="T41" fmla="*/ 151 h 1402"/>
                <a:gd name="T42" fmla="*/ 1260 w 1498"/>
                <a:gd name="T43" fmla="*/ 141 h 1402"/>
                <a:gd name="T44" fmla="*/ 237 w 1498"/>
                <a:gd name="T45" fmla="*/ 0 h 1402"/>
                <a:gd name="T46" fmla="*/ 1298 w 1498"/>
                <a:gd name="T47" fmla="*/ 3 h 1402"/>
                <a:gd name="T48" fmla="*/ 1369 w 1498"/>
                <a:gd name="T49" fmla="*/ 26 h 1402"/>
                <a:gd name="T50" fmla="*/ 1428 w 1498"/>
                <a:gd name="T51" fmla="*/ 70 h 1402"/>
                <a:gd name="T52" fmla="*/ 1471 w 1498"/>
                <a:gd name="T53" fmla="*/ 129 h 1402"/>
                <a:gd name="T54" fmla="*/ 1494 w 1498"/>
                <a:gd name="T55" fmla="*/ 200 h 1402"/>
                <a:gd name="T56" fmla="*/ 1498 w 1498"/>
                <a:gd name="T57" fmla="*/ 865 h 1402"/>
                <a:gd name="T58" fmla="*/ 1486 w 1498"/>
                <a:gd name="T59" fmla="*/ 940 h 1402"/>
                <a:gd name="T60" fmla="*/ 1452 w 1498"/>
                <a:gd name="T61" fmla="*/ 1006 h 1402"/>
                <a:gd name="T62" fmla="*/ 1401 w 1498"/>
                <a:gd name="T63" fmla="*/ 1057 h 1402"/>
                <a:gd name="T64" fmla="*/ 1335 w 1498"/>
                <a:gd name="T65" fmla="*/ 1091 h 1402"/>
                <a:gd name="T66" fmla="*/ 1260 w 1498"/>
                <a:gd name="T67" fmla="*/ 1104 h 1402"/>
                <a:gd name="T68" fmla="*/ 419 w 1498"/>
                <a:gd name="T69" fmla="*/ 1383 h 1402"/>
                <a:gd name="T70" fmla="*/ 387 w 1498"/>
                <a:gd name="T71" fmla="*/ 1400 h 1402"/>
                <a:gd name="T72" fmla="*/ 355 w 1498"/>
                <a:gd name="T73" fmla="*/ 1401 h 1402"/>
                <a:gd name="T74" fmla="*/ 324 w 1498"/>
                <a:gd name="T75" fmla="*/ 1386 h 1402"/>
                <a:gd name="T76" fmla="*/ 303 w 1498"/>
                <a:gd name="T77" fmla="*/ 1352 h 1402"/>
                <a:gd name="T78" fmla="*/ 300 w 1498"/>
                <a:gd name="T79" fmla="*/ 1104 h 1402"/>
                <a:gd name="T80" fmla="*/ 199 w 1498"/>
                <a:gd name="T81" fmla="*/ 1101 h 1402"/>
                <a:gd name="T82" fmla="*/ 129 w 1498"/>
                <a:gd name="T83" fmla="*/ 1076 h 1402"/>
                <a:gd name="T84" fmla="*/ 70 w 1498"/>
                <a:gd name="T85" fmla="*/ 1034 h 1402"/>
                <a:gd name="T86" fmla="*/ 26 w 1498"/>
                <a:gd name="T87" fmla="*/ 975 h 1402"/>
                <a:gd name="T88" fmla="*/ 2 w 1498"/>
                <a:gd name="T89" fmla="*/ 904 h 1402"/>
                <a:gd name="T90" fmla="*/ 0 w 1498"/>
                <a:gd name="T91" fmla="*/ 239 h 1402"/>
                <a:gd name="T92" fmla="*/ 12 w 1498"/>
                <a:gd name="T93" fmla="*/ 164 h 1402"/>
                <a:gd name="T94" fmla="*/ 45 w 1498"/>
                <a:gd name="T95" fmla="*/ 98 h 1402"/>
                <a:gd name="T96" fmla="*/ 97 w 1498"/>
                <a:gd name="T97" fmla="*/ 47 h 1402"/>
                <a:gd name="T98" fmla="*/ 163 w 1498"/>
                <a:gd name="T99" fmla="*/ 13 h 1402"/>
                <a:gd name="T100" fmla="*/ 237 w 1498"/>
                <a:gd name="T101" fmla="*/ 0 h 14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98" h="1402">
                  <a:moveTo>
                    <a:pt x="237" y="141"/>
                  </a:moveTo>
                  <a:lnTo>
                    <a:pt x="215" y="144"/>
                  </a:lnTo>
                  <a:lnTo>
                    <a:pt x="195" y="151"/>
                  </a:lnTo>
                  <a:lnTo>
                    <a:pt x="176" y="163"/>
                  </a:lnTo>
                  <a:lnTo>
                    <a:pt x="161" y="178"/>
                  </a:lnTo>
                  <a:lnTo>
                    <a:pt x="150" y="196"/>
                  </a:lnTo>
                  <a:lnTo>
                    <a:pt x="142" y="217"/>
                  </a:lnTo>
                  <a:lnTo>
                    <a:pt x="140" y="239"/>
                  </a:lnTo>
                  <a:lnTo>
                    <a:pt x="140" y="865"/>
                  </a:lnTo>
                  <a:lnTo>
                    <a:pt x="142" y="887"/>
                  </a:lnTo>
                  <a:lnTo>
                    <a:pt x="150" y="908"/>
                  </a:lnTo>
                  <a:lnTo>
                    <a:pt x="161" y="926"/>
                  </a:lnTo>
                  <a:lnTo>
                    <a:pt x="176" y="941"/>
                  </a:lnTo>
                  <a:lnTo>
                    <a:pt x="195" y="953"/>
                  </a:lnTo>
                  <a:lnTo>
                    <a:pt x="215" y="960"/>
                  </a:lnTo>
                  <a:lnTo>
                    <a:pt x="237" y="963"/>
                  </a:lnTo>
                  <a:lnTo>
                    <a:pt x="369" y="963"/>
                  </a:lnTo>
                  <a:lnTo>
                    <a:pt x="388" y="965"/>
                  </a:lnTo>
                  <a:lnTo>
                    <a:pt x="405" y="973"/>
                  </a:lnTo>
                  <a:lnTo>
                    <a:pt x="419" y="983"/>
                  </a:lnTo>
                  <a:lnTo>
                    <a:pt x="430" y="997"/>
                  </a:lnTo>
                  <a:lnTo>
                    <a:pt x="437" y="1014"/>
                  </a:lnTo>
                  <a:lnTo>
                    <a:pt x="440" y="1033"/>
                  </a:lnTo>
                  <a:lnTo>
                    <a:pt x="440" y="1167"/>
                  </a:lnTo>
                  <a:lnTo>
                    <a:pt x="632" y="982"/>
                  </a:lnTo>
                  <a:lnTo>
                    <a:pt x="647" y="972"/>
                  </a:lnTo>
                  <a:lnTo>
                    <a:pt x="662" y="965"/>
                  </a:lnTo>
                  <a:lnTo>
                    <a:pt x="680" y="963"/>
                  </a:lnTo>
                  <a:lnTo>
                    <a:pt x="1260" y="963"/>
                  </a:lnTo>
                  <a:lnTo>
                    <a:pt x="1282" y="960"/>
                  </a:lnTo>
                  <a:lnTo>
                    <a:pt x="1302" y="953"/>
                  </a:lnTo>
                  <a:lnTo>
                    <a:pt x="1320" y="941"/>
                  </a:lnTo>
                  <a:lnTo>
                    <a:pt x="1336" y="926"/>
                  </a:lnTo>
                  <a:lnTo>
                    <a:pt x="1348" y="908"/>
                  </a:lnTo>
                  <a:lnTo>
                    <a:pt x="1355" y="887"/>
                  </a:lnTo>
                  <a:lnTo>
                    <a:pt x="1357" y="865"/>
                  </a:lnTo>
                  <a:lnTo>
                    <a:pt x="1357" y="239"/>
                  </a:lnTo>
                  <a:lnTo>
                    <a:pt x="1355" y="217"/>
                  </a:lnTo>
                  <a:lnTo>
                    <a:pt x="1348" y="196"/>
                  </a:lnTo>
                  <a:lnTo>
                    <a:pt x="1336" y="178"/>
                  </a:lnTo>
                  <a:lnTo>
                    <a:pt x="1320" y="163"/>
                  </a:lnTo>
                  <a:lnTo>
                    <a:pt x="1302" y="151"/>
                  </a:lnTo>
                  <a:lnTo>
                    <a:pt x="1282" y="144"/>
                  </a:lnTo>
                  <a:lnTo>
                    <a:pt x="1260" y="141"/>
                  </a:lnTo>
                  <a:lnTo>
                    <a:pt x="237" y="141"/>
                  </a:lnTo>
                  <a:close/>
                  <a:moveTo>
                    <a:pt x="237" y="0"/>
                  </a:moveTo>
                  <a:lnTo>
                    <a:pt x="1260" y="0"/>
                  </a:lnTo>
                  <a:lnTo>
                    <a:pt x="1298" y="3"/>
                  </a:lnTo>
                  <a:lnTo>
                    <a:pt x="1335" y="13"/>
                  </a:lnTo>
                  <a:lnTo>
                    <a:pt x="1369" y="26"/>
                  </a:lnTo>
                  <a:lnTo>
                    <a:pt x="1401" y="47"/>
                  </a:lnTo>
                  <a:lnTo>
                    <a:pt x="1428" y="70"/>
                  </a:lnTo>
                  <a:lnTo>
                    <a:pt x="1452" y="98"/>
                  </a:lnTo>
                  <a:lnTo>
                    <a:pt x="1471" y="129"/>
                  </a:lnTo>
                  <a:lnTo>
                    <a:pt x="1486" y="164"/>
                  </a:lnTo>
                  <a:lnTo>
                    <a:pt x="1494" y="200"/>
                  </a:lnTo>
                  <a:lnTo>
                    <a:pt x="1498" y="239"/>
                  </a:lnTo>
                  <a:lnTo>
                    <a:pt x="1498" y="865"/>
                  </a:lnTo>
                  <a:lnTo>
                    <a:pt x="1494" y="903"/>
                  </a:lnTo>
                  <a:lnTo>
                    <a:pt x="1486" y="940"/>
                  </a:lnTo>
                  <a:lnTo>
                    <a:pt x="1471" y="974"/>
                  </a:lnTo>
                  <a:lnTo>
                    <a:pt x="1452" y="1006"/>
                  </a:lnTo>
                  <a:lnTo>
                    <a:pt x="1428" y="1033"/>
                  </a:lnTo>
                  <a:lnTo>
                    <a:pt x="1401" y="1057"/>
                  </a:lnTo>
                  <a:lnTo>
                    <a:pt x="1369" y="1076"/>
                  </a:lnTo>
                  <a:lnTo>
                    <a:pt x="1335" y="1091"/>
                  </a:lnTo>
                  <a:lnTo>
                    <a:pt x="1298" y="1101"/>
                  </a:lnTo>
                  <a:lnTo>
                    <a:pt x="1260" y="1104"/>
                  </a:lnTo>
                  <a:lnTo>
                    <a:pt x="709" y="1104"/>
                  </a:lnTo>
                  <a:lnTo>
                    <a:pt x="419" y="1383"/>
                  </a:lnTo>
                  <a:lnTo>
                    <a:pt x="404" y="1394"/>
                  </a:lnTo>
                  <a:lnTo>
                    <a:pt x="387" y="1400"/>
                  </a:lnTo>
                  <a:lnTo>
                    <a:pt x="369" y="1402"/>
                  </a:lnTo>
                  <a:lnTo>
                    <a:pt x="355" y="1401"/>
                  </a:lnTo>
                  <a:lnTo>
                    <a:pt x="342" y="1397"/>
                  </a:lnTo>
                  <a:lnTo>
                    <a:pt x="324" y="1386"/>
                  </a:lnTo>
                  <a:lnTo>
                    <a:pt x="311" y="1370"/>
                  </a:lnTo>
                  <a:lnTo>
                    <a:pt x="303" y="1352"/>
                  </a:lnTo>
                  <a:lnTo>
                    <a:pt x="300" y="1332"/>
                  </a:lnTo>
                  <a:lnTo>
                    <a:pt x="300" y="1104"/>
                  </a:lnTo>
                  <a:lnTo>
                    <a:pt x="237" y="1104"/>
                  </a:lnTo>
                  <a:lnTo>
                    <a:pt x="199" y="1101"/>
                  </a:lnTo>
                  <a:lnTo>
                    <a:pt x="163" y="1091"/>
                  </a:lnTo>
                  <a:lnTo>
                    <a:pt x="129" y="1076"/>
                  </a:lnTo>
                  <a:lnTo>
                    <a:pt x="97" y="1057"/>
                  </a:lnTo>
                  <a:lnTo>
                    <a:pt x="70" y="1034"/>
                  </a:lnTo>
                  <a:lnTo>
                    <a:pt x="45" y="1006"/>
                  </a:lnTo>
                  <a:lnTo>
                    <a:pt x="26" y="975"/>
                  </a:lnTo>
                  <a:lnTo>
                    <a:pt x="12" y="940"/>
                  </a:lnTo>
                  <a:lnTo>
                    <a:pt x="2" y="904"/>
                  </a:lnTo>
                  <a:lnTo>
                    <a:pt x="0" y="865"/>
                  </a:lnTo>
                  <a:lnTo>
                    <a:pt x="0" y="239"/>
                  </a:lnTo>
                  <a:lnTo>
                    <a:pt x="2" y="201"/>
                  </a:lnTo>
                  <a:lnTo>
                    <a:pt x="12" y="164"/>
                  </a:lnTo>
                  <a:lnTo>
                    <a:pt x="26" y="129"/>
                  </a:lnTo>
                  <a:lnTo>
                    <a:pt x="45" y="98"/>
                  </a:lnTo>
                  <a:lnTo>
                    <a:pt x="70" y="71"/>
                  </a:lnTo>
                  <a:lnTo>
                    <a:pt x="97" y="47"/>
                  </a:lnTo>
                  <a:lnTo>
                    <a:pt x="128" y="28"/>
                  </a:lnTo>
                  <a:lnTo>
                    <a:pt x="163" y="13"/>
                  </a:lnTo>
                  <a:lnTo>
                    <a:pt x="199" y="3"/>
                  </a:lnTo>
                  <a:lnTo>
                    <a:pt x="237"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16" name="Freeform 64"/>
            <p:cNvSpPr/>
            <p:nvPr/>
          </p:nvSpPr>
          <p:spPr bwMode="auto">
            <a:xfrm>
              <a:off x="4814889" y="2060575"/>
              <a:ext cx="136525" cy="22225"/>
            </a:xfrm>
            <a:custGeom>
              <a:avLst/>
              <a:gdLst>
                <a:gd name="T0" fmla="*/ 69 w 856"/>
                <a:gd name="T1" fmla="*/ 0 h 141"/>
                <a:gd name="T2" fmla="*/ 785 w 856"/>
                <a:gd name="T3" fmla="*/ 0 h 141"/>
                <a:gd name="T4" fmla="*/ 804 w 856"/>
                <a:gd name="T5" fmla="*/ 3 h 141"/>
                <a:gd name="T6" fmla="*/ 821 w 856"/>
                <a:gd name="T7" fmla="*/ 10 h 141"/>
                <a:gd name="T8" fmla="*/ 836 w 856"/>
                <a:gd name="T9" fmla="*/ 21 h 141"/>
                <a:gd name="T10" fmla="*/ 846 w 856"/>
                <a:gd name="T11" fmla="*/ 35 h 141"/>
                <a:gd name="T12" fmla="*/ 854 w 856"/>
                <a:gd name="T13" fmla="*/ 52 h 141"/>
                <a:gd name="T14" fmla="*/ 856 w 856"/>
                <a:gd name="T15" fmla="*/ 70 h 141"/>
                <a:gd name="T16" fmla="*/ 854 w 856"/>
                <a:gd name="T17" fmla="*/ 89 h 141"/>
                <a:gd name="T18" fmla="*/ 846 w 856"/>
                <a:gd name="T19" fmla="*/ 106 h 141"/>
                <a:gd name="T20" fmla="*/ 836 w 856"/>
                <a:gd name="T21" fmla="*/ 120 h 141"/>
                <a:gd name="T22" fmla="*/ 821 w 856"/>
                <a:gd name="T23" fmla="*/ 132 h 141"/>
                <a:gd name="T24" fmla="*/ 804 w 856"/>
                <a:gd name="T25" fmla="*/ 139 h 141"/>
                <a:gd name="T26" fmla="*/ 785 w 856"/>
                <a:gd name="T27" fmla="*/ 141 h 141"/>
                <a:gd name="T28" fmla="*/ 69 w 856"/>
                <a:gd name="T29" fmla="*/ 141 h 141"/>
                <a:gd name="T30" fmla="*/ 51 w 856"/>
                <a:gd name="T31" fmla="*/ 138 h 141"/>
                <a:gd name="T32" fmla="*/ 34 w 856"/>
                <a:gd name="T33" fmla="*/ 132 h 141"/>
                <a:gd name="T34" fmla="*/ 20 w 856"/>
                <a:gd name="T35" fmla="*/ 120 h 141"/>
                <a:gd name="T36" fmla="*/ 9 w 856"/>
                <a:gd name="T37" fmla="*/ 106 h 141"/>
                <a:gd name="T38" fmla="*/ 2 w 856"/>
                <a:gd name="T39" fmla="*/ 89 h 141"/>
                <a:gd name="T40" fmla="*/ 0 w 856"/>
                <a:gd name="T41" fmla="*/ 70 h 141"/>
                <a:gd name="T42" fmla="*/ 2 w 856"/>
                <a:gd name="T43" fmla="*/ 52 h 141"/>
                <a:gd name="T44" fmla="*/ 9 w 856"/>
                <a:gd name="T45" fmla="*/ 35 h 141"/>
                <a:gd name="T46" fmla="*/ 20 w 856"/>
                <a:gd name="T47" fmla="*/ 21 h 141"/>
                <a:gd name="T48" fmla="*/ 34 w 856"/>
                <a:gd name="T49" fmla="*/ 10 h 141"/>
                <a:gd name="T50" fmla="*/ 51 w 856"/>
                <a:gd name="T51" fmla="*/ 3 h 141"/>
                <a:gd name="T52" fmla="*/ 69 w 856"/>
                <a:gd name="T53"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6" h="141">
                  <a:moveTo>
                    <a:pt x="69" y="0"/>
                  </a:moveTo>
                  <a:lnTo>
                    <a:pt x="785" y="0"/>
                  </a:lnTo>
                  <a:lnTo>
                    <a:pt x="804" y="3"/>
                  </a:lnTo>
                  <a:lnTo>
                    <a:pt x="821" y="10"/>
                  </a:lnTo>
                  <a:lnTo>
                    <a:pt x="836" y="21"/>
                  </a:lnTo>
                  <a:lnTo>
                    <a:pt x="846" y="35"/>
                  </a:lnTo>
                  <a:lnTo>
                    <a:pt x="854" y="52"/>
                  </a:lnTo>
                  <a:lnTo>
                    <a:pt x="856" y="70"/>
                  </a:lnTo>
                  <a:lnTo>
                    <a:pt x="854" y="89"/>
                  </a:lnTo>
                  <a:lnTo>
                    <a:pt x="846" y="106"/>
                  </a:lnTo>
                  <a:lnTo>
                    <a:pt x="836" y="120"/>
                  </a:lnTo>
                  <a:lnTo>
                    <a:pt x="821" y="132"/>
                  </a:lnTo>
                  <a:lnTo>
                    <a:pt x="804" y="139"/>
                  </a:lnTo>
                  <a:lnTo>
                    <a:pt x="785" y="141"/>
                  </a:lnTo>
                  <a:lnTo>
                    <a:pt x="69" y="141"/>
                  </a:lnTo>
                  <a:lnTo>
                    <a:pt x="51" y="138"/>
                  </a:lnTo>
                  <a:lnTo>
                    <a:pt x="34" y="132"/>
                  </a:lnTo>
                  <a:lnTo>
                    <a:pt x="20" y="120"/>
                  </a:lnTo>
                  <a:lnTo>
                    <a:pt x="9" y="106"/>
                  </a:lnTo>
                  <a:lnTo>
                    <a:pt x="2" y="89"/>
                  </a:lnTo>
                  <a:lnTo>
                    <a:pt x="0" y="70"/>
                  </a:lnTo>
                  <a:lnTo>
                    <a:pt x="2" y="52"/>
                  </a:lnTo>
                  <a:lnTo>
                    <a:pt x="9" y="35"/>
                  </a:lnTo>
                  <a:lnTo>
                    <a:pt x="20" y="21"/>
                  </a:lnTo>
                  <a:lnTo>
                    <a:pt x="34" y="10"/>
                  </a:lnTo>
                  <a:lnTo>
                    <a:pt x="51" y="3"/>
                  </a:lnTo>
                  <a:lnTo>
                    <a:pt x="69"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17" name="Freeform 65"/>
            <p:cNvSpPr/>
            <p:nvPr/>
          </p:nvSpPr>
          <p:spPr bwMode="auto">
            <a:xfrm>
              <a:off x="4814889" y="2101850"/>
              <a:ext cx="136525" cy="22225"/>
            </a:xfrm>
            <a:custGeom>
              <a:avLst/>
              <a:gdLst>
                <a:gd name="T0" fmla="*/ 69 w 857"/>
                <a:gd name="T1" fmla="*/ 0 h 141"/>
                <a:gd name="T2" fmla="*/ 786 w 857"/>
                <a:gd name="T3" fmla="*/ 0 h 141"/>
                <a:gd name="T4" fmla="*/ 805 w 857"/>
                <a:gd name="T5" fmla="*/ 3 h 141"/>
                <a:gd name="T6" fmla="*/ 822 w 857"/>
                <a:gd name="T7" fmla="*/ 10 h 141"/>
                <a:gd name="T8" fmla="*/ 836 w 857"/>
                <a:gd name="T9" fmla="*/ 21 h 141"/>
                <a:gd name="T10" fmla="*/ 848 w 857"/>
                <a:gd name="T11" fmla="*/ 35 h 141"/>
                <a:gd name="T12" fmla="*/ 854 w 857"/>
                <a:gd name="T13" fmla="*/ 52 h 141"/>
                <a:gd name="T14" fmla="*/ 857 w 857"/>
                <a:gd name="T15" fmla="*/ 71 h 141"/>
                <a:gd name="T16" fmla="*/ 854 w 857"/>
                <a:gd name="T17" fmla="*/ 90 h 141"/>
                <a:gd name="T18" fmla="*/ 848 w 857"/>
                <a:gd name="T19" fmla="*/ 107 h 141"/>
                <a:gd name="T20" fmla="*/ 836 w 857"/>
                <a:gd name="T21" fmla="*/ 121 h 141"/>
                <a:gd name="T22" fmla="*/ 822 w 857"/>
                <a:gd name="T23" fmla="*/ 131 h 141"/>
                <a:gd name="T24" fmla="*/ 805 w 857"/>
                <a:gd name="T25" fmla="*/ 139 h 141"/>
                <a:gd name="T26" fmla="*/ 786 w 857"/>
                <a:gd name="T27" fmla="*/ 141 h 141"/>
                <a:gd name="T28" fmla="*/ 69 w 857"/>
                <a:gd name="T29" fmla="*/ 141 h 141"/>
                <a:gd name="T30" fmla="*/ 51 w 857"/>
                <a:gd name="T31" fmla="*/ 139 h 141"/>
                <a:gd name="T32" fmla="*/ 34 w 857"/>
                <a:gd name="T33" fmla="*/ 131 h 141"/>
                <a:gd name="T34" fmla="*/ 20 w 857"/>
                <a:gd name="T35" fmla="*/ 121 h 141"/>
                <a:gd name="T36" fmla="*/ 9 w 857"/>
                <a:gd name="T37" fmla="*/ 107 h 141"/>
                <a:gd name="T38" fmla="*/ 2 w 857"/>
                <a:gd name="T39" fmla="*/ 90 h 141"/>
                <a:gd name="T40" fmla="*/ 0 w 857"/>
                <a:gd name="T41" fmla="*/ 71 h 141"/>
                <a:gd name="T42" fmla="*/ 2 w 857"/>
                <a:gd name="T43" fmla="*/ 52 h 141"/>
                <a:gd name="T44" fmla="*/ 9 w 857"/>
                <a:gd name="T45" fmla="*/ 35 h 141"/>
                <a:gd name="T46" fmla="*/ 20 w 857"/>
                <a:gd name="T47" fmla="*/ 21 h 141"/>
                <a:gd name="T48" fmla="*/ 34 w 857"/>
                <a:gd name="T49" fmla="*/ 10 h 141"/>
                <a:gd name="T50" fmla="*/ 51 w 857"/>
                <a:gd name="T51" fmla="*/ 3 h 141"/>
                <a:gd name="T52" fmla="*/ 69 w 857"/>
                <a:gd name="T53" fmla="*/ 0 h 1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7" h="141">
                  <a:moveTo>
                    <a:pt x="69" y="0"/>
                  </a:moveTo>
                  <a:lnTo>
                    <a:pt x="786" y="0"/>
                  </a:lnTo>
                  <a:lnTo>
                    <a:pt x="805" y="3"/>
                  </a:lnTo>
                  <a:lnTo>
                    <a:pt x="822" y="10"/>
                  </a:lnTo>
                  <a:lnTo>
                    <a:pt x="836" y="21"/>
                  </a:lnTo>
                  <a:lnTo>
                    <a:pt x="848" y="35"/>
                  </a:lnTo>
                  <a:lnTo>
                    <a:pt x="854" y="52"/>
                  </a:lnTo>
                  <a:lnTo>
                    <a:pt x="857" y="71"/>
                  </a:lnTo>
                  <a:lnTo>
                    <a:pt x="854" y="90"/>
                  </a:lnTo>
                  <a:lnTo>
                    <a:pt x="848" y="107"/>
                  </a:lnTo>
                  <a:lnTo>
                    <a:pt x="836" y="121"/>
                  </a:lnTo>
                  <a:lnTo>
                    <a:pt x="822" y="131"/>
                  </a:lnTo>
                  <a:lnTo>
                    <a:pt x="805" y="139"/>
                  </a:lnTo>
                  <a:lnTo>
                    <a:pt x="786" y="141"/>
                  </a:lnTo>
                  <a:lnTo>
                    <a:pt x="69" y="141"/>
                  </a:lnTo>
                  <a:lnTo>
                    <a:pt x="51" y="139"/>
                  </a:lnTo>
                  <a:lnTo>
                    <a:pt x="34" y="131"/>
                  </a:lnTo>
                  <a:lnTo>
                    <a:pt x="20" y="121"/>
                  </a:lnTo>
                  <a:lnTo>
                    <a:pt x="9" y="107"/>
                  </a:lnTo>
                  <a:lnTo>
                    <a:pt x="2" y="90"/>
                  </a:lnTo>
                  <a:lnTo>
                    <a:pt x="0" y="71"/>
                  </a:lnTo>
                  <a:lnTo>
                    <a:pt x="2" y="52"/>
                  </a:lnTo>
                  <a:lnTo>
                    <a:pt x="9" y="35"/>
                  </a:lnTo>
                  <a:lnTo>
                    <a:pt x="20" y="21"/>
                  </a:lnTo>
                  <a:lnTo>
                    <a:pt x="34" y="10"/>
                  </a:lnTo>
                  <a:lnTo>
                    <a:pt x="51" y="3"/>
                  </a:lnTo>
                  <a:lnTo>
                    <a:pt x="69"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sp>
        <p:nvSpPr>
          <p:cNvPr id="18" name="矩形 17"/>
          <p:cNvSpPr/>
          <p:nvPr/>
        </p:nvSpPr>
        <p:spPr>
          <a:xfrm>
            <a:off x="4805172" y="3691270"/>
            <a:ext cx="1608881" cy="2152893"/>
          </a:xfrm>
          <a:prstGeom prst="rect">
            <a:avLst/>
          </a:prstGeom>
          <a:solidFill>
            <a:schemeClr val="bg1"/>
          </a:solidFill>
          <a:ln>
            <a:noFill/>
          </a:ln>
          <a:effectLst>
            <a:outerShdw blurRad="152400" sx="102000" sy="102000" algn="ctr" rotWithShape="0">
              <a:schemeClr val="tx1">
                <a:lumMod val="75000"/>
                <a:lumOff val="2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文本框 18"/>
          <p:cNvSpPr txBox="1"/>
          <p:nvPr/>
        </p:nvSpPr>
        <p:spPr>
          <a:xfrm>
            <a:off x="4836739" y="4834473"/>
            <a:ext cx="1545747" cy="717825"/>
          </a:xfrm>
          <a:prstGeom prst="rect">
            <a:avLst/>
          </a:prstGeom>
          <a:noFill/>
        </p:spPr>
        <p:txBody>
          <a:bodyPr wrap="square" rtlCol="0">
            <a:spAutoFit/>
          </a:bodyPr>
          <a:lstStyle/>
          <a:p>
            <a:pPr algn="ct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a:t>
            </a:r>
            <a:endParaRPr kumimoji="1" lang="zh-CN" altLang="en-US" sz="1100" dirty="0">
              <a:solidFill>
                <a:schemeClr val="bg1">
                  <a:lumMod val="50000"/>
                </a:schemeClr>
              </a:solidFill>
              <a:latin typeface="+mn-ea"/>
              <a:cs typeface="+mn-ea"/>
              <a:sym typeface="+mn-lt"/>
            </a:endParaRPr>
          </a:p>
        </p:txBody>
      </p:sp>
      <p:sp>
        <p:nvSpPr>
          <p:cNvPr id="20" name="文本框 19"/>
          <p:cNvSpPr txBox="1"/>
          <p:nvPr/>
        </p:nvSpPr>
        <p:spPr>
          <a:xfrm>
            <a:off x="5014831" y="4485258"/>
            <a:ext cx="1189562" cy="307777"/>
          </a:xfrm>
          <a:prstGeom prst="rect">
            <a:avLst/>
          </a:prstGeom>
          <a:noFill/>
        </p:spPr>
        <p:txBody>
          <a:bodyPr wrap="square" rtlCol="0">
            <a:spAutoFit/>
          </a:bodyPr>
          <a:lstStyle/>
          <a:p>
            <a:pPr algn="dist"/>
            <a:r>
              <a:rPr kumimoji="1" lang="zh-CN" altLang="en-US" sz="1400" dirty="0">
                <a:solidFill>
                  <a:schemeClr val="tx2"/>
                </a:solidFill>
                <a:latin typeface="+mn-ea"/>
                <a:cs typeface="+mn-ea"/>
                <a:sym typeface="+mn-lt"/>
              </a:rPr>
              <a:t>请输入标题</a:t>
            </a:r>
            <a:endParaRPr kumimoji="1" lang="zh-CN" altLang="en-US" sz="1400" dirty="0">
              <a:solidFill>
                <a:schemeClr val="tx2"/>
              </a:solidFill>
              <a:latin typeface="+mn-ea"/>
              <a:cs typeface="+mn-ea"/>
              <a:sym typeface="+mn-lt"/>
            </a:endParaRPr>
          </a:p>
        </p:txBody>
      </p:sp>
      <p:grpSp>
        <p:nvGrpSpPr>
          <p:cNvPr id="21" name="Group 114"/>
          <p:cNvGrpSpPr/>
          <p:nvPr/>
        </p:nvGrpSpPr>
        <p:grpSpPr>
          <a:xfrm>
            <a:off x="5353179" y="3956369"/>
            <a:ext cx="512866" cy="442126"/>
            <a:chOff x="4411663" y="2727325"/>
            <a:chExt cx="552451" cy="476251"/>
          </a:xfrm>
          <a:solidFill>
            <a:schemeClr val="tx2"/>
          </a:solidFill>
        </p:grpSpPr>
        <p:sp>
          <p:nvSpPr>
            <p:cNvPr id="22" name="Freeform 153"/>
            <p:cNvSpPr/>
            <p:nvPr/>
          </p:nvSpPr>
          <p:spPr bwMode="auto">
            <a:xfrm>
              <a:off x="4510088" y="2727325"/>
              <a:ext cx="360363" cy="103188"/>
            </a:xfrm>
            <a:custGeom>
              <a:avLst/>
              <a:gdLst>
                <a:gd name="T0" fmla="*/ 1169 w 2271"/>
                <a:gd name="T1" fmla="*/ 1 h 651"/>
                <a:gd name="T2" fmla="*/ 1347 w 2271"/>
                <a:gd name="T3" fmla="*/ 21 h 651"/>
                <a:gd name="T4" fmla="*/ 1519 w 2271"/>
                <a:gd name="T5" fmla="*/ 60 h 651"/>
                <a:gd name="T6" fmla="*/ 1685 w 2271"/>
                <a:gd name="T7" fmla="*/ 120 h 651"/>
                <a:gd name="T8" fmla="*/ 1843 w 2271"/>
                <a:gd name="T9" fmla="*/ 198 h 651"/>
                <a:gd name="T10" fmla="*/ 1991 w 2271"/>
                <a:gd name="T11" fmla="*/ 296 h 651"/>
                <a:gd name="T12" fmla="*/ 2129 w 2271"/>
                <a:gd name="T13" fmla="*/ 410 h 651"/>
                <a:gd name="T14" fmla="*/ 2130 w 2271"/>
                <a:gd name="T15" fmla="*/ 262 h 651"/>
                <a:gd name="T16" fmla="*/ 2147 w 2271"/>
                <a:gd name="T17" fmla="*/ 230 h 651"/>
                <a:gd name="T18" fmla="*/ 2179 w 2271"/>
                <a:gd name="T19" fmla="*/ 212 h 651"/>
                <a:gd name="T20" fmla="*/ 2198 w 2271"/>
                <a:gd name="T21" fmla="*/ 209 h 651"/>
                <a:gd name="T22" fmla="*/ 2233 w 2271"/>
                <a:gd name="T23" fmla="*/ 219 h 651"/>
                <a:gd name="T24" fmla="*/ 2258 w 2271"/>
                <a:gd name="T25" fmla="*/ 244 h 651"/>
                <a:gd name="T26" fmla="*/ 2268 w 2271"/>
                <a:gd name="T27" fmla="*/ 279 h 651"/>
                <a:gd name="T28" fmla="*/ 2268 w 2271"/>
                <a:gd name="T29" fmla="*/ 596 h 651"/>
                <a:gd name="T30" fmla="*/ 2251 w 2271"/>
                <a:gd name="T31" fmla="*/ 627 h 651"/>
                <a:gd name="T32" fmla="*/ 2220 w 2271"/>
                <a:gd name="T33" fmla="*/ 645 h 651"/>
                <a:gd name="T34" fmla="*/ 1901 w 2271"/>
                <a:gd name="T35" fmla="*/ 651 h 651"/>
                <a:gd name="T36" fmla="*/ 1882 w 2271"/>
                <a:gd name="T37" fmla="*/ 649 h 651"/>
                <a:gd name="T38" fmla="*/ 1852 w 2271"/>
                <a:gd name="T39" fmla="*/ 631 h 651"/>
                <a:gd name="T40" fmla="*/ 1833 w 2271"/>
                <a:gd name="T41" fmla="*/ 601 h 651"/>
                <a:gd name="T42" fmla="*/ 1833 w 2271"/>
                <a:gd name="T43" fmla="*/ 564 h 651"/>
                <a:gd name="T44" fmla="*/ 1851 w 2271"/>
                <a:gd name="T45" fmla="*/ 532 h 651"/>
                <a:gd name="T46" fmla="*/ 1881 w 2271"/>
                <a:gd name="T47" fmla="*/ 514 h 651"/>
                <a:gd name="T48" fmla="*/ 2029 w 2271"/>
                <a:gd name="T49" fmla="*/ 510 h 651"/>
                <a:gd name="T50" fmla="*/ 1894 w 2271"/>
                <a:gd name="T51" fmla="*/ 398 h 651"/>
                <a:gd name="T52" fmla="*/ 1748 w 2271"/>
                <a:gd name="T53" fmla="*/ 305 h 651"/>
                <a:gd name="T54" fmla="*/ 1591 w 2271"/>
                <a:gd name="T55" fmla="*/ 232 h 651"/>
                <a:gd name="T56" fmla="*/ 1427 w 2271"/>
                <a:gd name="T57" fmla="*/ 180 h 651"/>
                <a:gd name="T58" fmla="*/ 1256 w 2271"/>
                <a:gd name="T59" fmla="*/ 149 h 651"/>
                <a:gd name="T60" fmla="*/ 1080 w 2271"/>
                <a:gd name="T61" fmla="*/ 140 h 651"/>
                <a:gd name="T62" fmla="*/ 901 w 2271"/>
                <a:gd name="T63" fmla="*/ 154 h 651"/>
                <a:gd name="T64" fmla="*/ 727 w 2271"/>
                <a:gd name="T65" fmla="*/ 190 h 651"/>
                <a:gd name="T66" fmla="*/ 559 w 2271"/>
                <a:gd name="T67" fmla="*/ 249 h 651"/>
                <a:gd name="T68" fmla="*/ 402 w 2271"/>
                <a:gd name="T69" fmla="*/ 329 h 651"/>
                <a:gd name="T70" fmla="*/ 255 w 2271"/>
                <a:gd name="T71" fmla="*/ 429 h 651"/>
                <a:gd name="T72" fmla="*/ 121 w 2271"/>
                <a:gd name="T73" fmla="*/ 550 h 651"/>
                <a:gd name="T74" fmla="*/ 90 w 2271"/>
                <a:gd name="T75" fmla="*/ 569 h 651"/>
                <a:gd name="T76" fmla="*/ 54 w 2271"/>
                <a:gd name="T77" fmla="*/ 569 h 651"/>
                <a:gd name="T78" fmla="*/ 21 w 2271"/>
                <a:gd name="T79" fmla="*/ 551 h 651"/>
                <a:gd name="T80" fmla="*/ 2 w 2271"/>
                <a:gd name="T81" fmla="*/ 520 h 651"/>
                <a:gd name="T82" fmla="*/ 2 w 2271"/>
                <a:gd name="T83" fmla="*/ 484 h 651"/>
                <a:gd name="T84" fmla="*/ 20 w 2271"/>
                <a:gd name="T85" fmla="*/ 452 h 651"/>
                <a:gd name="T86" fmla="*/ 156 w 2271"/>
                <a:gd name="T87" fmla="*/ 329 h 651"/>
                <a:gd name="T88" fmla="*/ 304 w 2271"/>
                <a:gd name="T89" fmla="*/ 224 h 651"/>
                <a:gd name="T90" fmla="*/ 463 w 2271"/>
                <a:gd name="T91" fmla="*/ 139 h 651"/>
                <a:gd name="T92" fmla="*/ 631 w 2271"/>
                <a:gd name="T93" fmla="*/ 74 h 651"/>
                <a:gd name="T94" fmla="*/ 806 w 2271"/>
                <a:gd name="T95" fmla="*/ 28 h 651"/>
                <a:gd name="T96" fmla="*/ 986 w 2271"/>
                <a:gd name="T97" fmla="*/ 4 h 6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2271" h="651">
                  <a:moveTo>
                    <a:pt x="1079" y="0"/>
                  </a:moveTo>
                  <a:lnTo>
                    <a:pt x="1169" y="1"/>
                  </a:lnTo>
                  <a:lnTo>
                    <a:pt x="1258" y="8"/>
                  </a:lnTo>
                  <a:lnTo>
                    <a:pt x="1347" y="21"/>
                  </a:lnTo>
                  <a:lnTo>
                    <a:pt x="1433" y="38"/>
                  </a:lnTo>
                  <a:lnTo>
                    <a:pt x="1519" y="60"/>
                  </a:lnTo>
                  <a:lnTo>
                    <a:pt x="1603" y="87"/>
                  </a:lnTo>
                  <a:lnTo>
                    <a:pt x="1685" y="120"/>
                  </a:lnTo>
                  <a:lnTo>
                    <a:pt x="1765" y="157"/>
                  </a:lnTo>
                  <a:lnTo>
                    <a:pt x="1843" y="198"/>
                  </a:lnTo>
                  <a:lnTo>
                    <a:pt x="1918" y="244"/>
                  </a:lnTo>
                  <a:lnTo>
                    <a:pt x="1991" y="296"/>
                  </a:lnTo>
                  <a:lnTo>
                    <a:pt x="2062" y="351"/>
                  </a:lnTo>
                  <a:lnTo>
                    <a:pt x="2129" y="410"/>
                  </a:lnTo>
                  <a:lnTo>
                    <a:pt x="2127" y="281"/>
                  </a:lnTo>
                  <a:lnTo>
                    <a:pt x="2130" y="262"/>
                  </a:lnTo>
                  <a:lnTo>
                    <a:pt x="2137" y="245"/>
                  </a:lnTo>
                  <a:lnTo>
                    <a:pt x="2147" y="230"/>
                  </a:lnTo>
                  <a:lnTo>
                    <a:pt x="2162" y="220"/>
                  </a:lnTo>
                  <a:lnTo>
                    <a:pt x="2179" y="212"/>
                  </a:lnTo>
                  <a:lnTo>
                    <a:pt x="2197" y="209"/>
                  </a:lnTo>
                  <a:lnTo>
                    <a:pt x="2198" y="209"/>
                  </a:lnTo>
                  <a:lnTo>
                    <a:pt x="2217" y="212"/>
                  </a:lnTo>
                  <a:lnTo>
                    <a:pt x="2233" y="219"/>
                  </a:lnTo>
                  <a:lnTo>
                    <a:pt x="2247" y="230"/>
                  </a:lnTo>
                  <a:lnTo>
                    <a:pt x="2258" y="244"/>
                  </a:lnTo>
                  <a:lnTo>
                    <a:pt x="2265" y="261"/>
                  </a:lnTo>
                  <a:lnTo>
                    <a:pt x="2268" y="279"/>
                  </a:lnTo>
                  <a:lnTo>
                    <a:pt x="2271" y="577"/>
                  </a:lnTo>
                  <a:lnTo>
                    <a:pt x="2268" y="596"/>
                  </a:lnTo>
                  <a:lnTo>
                    <a:pt x="2262" y="613"/>
                  </a:lnTo>
                  <a:lnTo>
                    <a:pt x="2251" y="627"/>
                  </a:lnTo>
                  <a:lnTo>
                    <a:pt x="2237" y="638"/>
                  </a:lnTo>
                  <a:lnTo>
                    <a:pt x="2220" y="645"/>
                  </a:lnTo>
                  <a:lnTo>
                    <a:pt x="2201" y="648"/>
                  </a:lnTo>
                  <a:lnTo>
                    <a:pt x="1901" y="651"/>
                  </a:lnTo>
                  <a:lnTo>
                    <a:pt x="1900" y="651"/>
                  </a:lnTo>
                  <a:lnTo>
                    <a:pt x="1882" y="649"/>
                  </a:lnTo>
                  <a:lnTo>
                    <a:pt x="1866" y="642"/>
                  </a:lnTo>
                  <a:lnTo>
                    <a:pt x="1852" y="631"/>
                  </a:lnTo>
                  <a:lnTo>
                    <a:pt x="1840" y="617"/>
                  </a:lnTo>
                  <a:lnTo>
                    <a:pt x="1833" y="601"/>
                  </a:lnTo>
                  <a:lnTo>
                    <a:pt x="1831" y="582"/>
                  </a:lnTo>
                  <a:lnTo>
                    <a:pt x="1833" y="564"/>
                  </a:lnTo>
                  <a:lnTo>
                    <a:pt x="1840" y="547"/>
                  </a:lnTo>
                  <a:lnTo>
                    <a:pt x="1851" y="532"/>
                  </a:lnTo>
                  <a:lnTo>
                    <a:pt x="1865" y="522"/>
                  </a:lnTo>
                  <a:lnTo>
                    <a:pt x="1881" y="514"/>
                  </a:lnTo>
                  <a:lnTo>
                    <a:pt x="1900" y="511"/>
                  </a:lnTo>
                  <a:lnTo>
                    <a:pt x="2029" y="510"/>
                  </a:lnTo>
                  <a:lnTo>
                    <a:pt x="1964" y="451"/>
                  </a:lnTo>
                  <a:lnTo>
                    <a:pt x="1894" y="398"/>
                  </a:lnTo>
                  <a:lnTo>
                    <a:pt x="1822" y="349"/>
                  </a:lnTo>
                  <a:lnTo>
                    <a:pt x="1748" y="305"/>
                  </a:lnTo>
                  <a:lnTo>
                    <a:pt x="1671" y="266"/>
                  </a:lnTo>
                  <a:lnTo>
                    <a:pt x="1591" y="232"/>
                  </a:lnTo>
                  <a:lnTo>
                    <a:pt x="1510" y="204"/>
                  </a:lnTo>
                  <a:lnTo>
                    <a:pt x="1427" y="180"/>
                  </a:lnTo>
                  <a:lnTo>
                    <a:pt x="1342" y="162"/>
                  </a:lnTo>
                  <a:lnTo>
                    <a:pt x="1256" y="149"/>
                  </a:lnTo>
                  <a:lnTo>
                    <a:pt x="1169" y="142"/>
                  </a:lnTo>
                  <a:lnTo>
                    <a:pt x="1080" y="140"/>
                  </a:lnTo>
                  <a:lnTo>
                    <a:pt x="989" y="144"/>
                  </a:lnTo>
                  <a:lnTo>
                    <a:pt x="901" y="154"/>
                  </a:lnTo>
                  <a:lnTo>
                    <a:pt x="812" y="169"/>
                  </a:lnTo>
                  <a:lnTo>
                    <a:pt x="727" y="190"/>
                  </a:lnTo>
                  <a:lnTo>
                    <a:pt x="642" y="217"/>
                  </a:lnTo>
                  <a:lnTo>
                    <a:pt x="559" y="249"/>
                  </a:lnTo>
                  <a:lnTo>
                    <a:pt x="480" y="286"/>
                  </a:lnTo>
                  <a:lnTo>
                    <a:pt x="402" y="329"/>
                  </a:lnTo>
                  <a:lnTo>
                    <a:pt x="327" y="377"/>
                  </a:lnTo>
                  <a:lnTo>
                    <a:pt x="255" y="429"/>
                  </a:lnTo>
                  <a:lnTo>
                    <a:pt x="187" y="487"/>
                  </a:lnTo>
                  <a:lnTo>
                    <a:pt x="121" y="550"/>
                  </a:lnTo>
                  <a:lnTo>
                    <a:pt x="107" y="562"/>
                  </a:lnTo>
                  <a:lnTo>
                    <a:pt x="90" y="569"/>
                  </a:lnTo>
                  <a:lnTo>
                    <a:pt x="72" y="571"/>
                  </a:lnTo>
                  <a:lnTo>
                    <a:pt x="54" y="569"/>
                  </a:lnTo>
                  <a:lnTo>
                    <a:pt x="37" y="563"/>
                  </a:lnTo>
                  <a:lnTo>
                    <a:pt x="21" y="551"/>
                  </a:lnTo>
                  <a:lnTo>
                    <a:pt x="10" y="536"/>
                  </a:lnTo>
                  <a:lnTo>
                    <a:pt x="2" y="520"/>
                  </a:lnTo>
                  <a:lnTo>
                    <a:pt x="0" y="502"/>
                  </a:lnTo>
                  <a:lnTo>
                    <a:pt x="2" y="484"/>
                  </a:lnTo>
                  <a:lnTo>
                    <a:pt x="9" y="467"/>
                  </a:lnTo>
                  <a:lnTo>
                    <a:pt x="20" y="452"/>
                  </a:lnTo>
                  <a:lnTo>
                    <a:pt x="87" y="388"/>
                  </a:lnTo>
                  <a:lnTo>
                    <a:pt x="156" y="329"/>
                  </a:lnTo>
                  <a:lnTo>
                    <a:pt x="229" y="275"/>
                  </a:lnTo>
                  <a:lnTo>
                    <a:pt x="304" y="224"/>
                  </a:lnTo>
                  <a:lnTo>
                    <a:pt x="382" y="179"/>
                  </a:lnTo>
                  <a:lnTo>
                    <a:pt x="463" y="139"/>
                  </a:lnTo>
                  <a:lnTo>
                    <a:pt x="545" y="104"/>
                  </a:lnTo>
                  <a:lnTo>
                    <a:pt x="631" y="74"/>
                  </a:lnTo>
                  <a:lnTo>
                    <a:pt x="717" y="48"/>
                  </a:lnTo>
                  <a:lnTo>
                    <a:pt x="806" y="28"/>
                  </a:lnTo>
                  <a:lnTo>
                    <a:pt x="895" y="14"/>
                  </a:lnTo>
                  <a:lnTo>
                    <a:pt x="986" y="4"/>
                  </a:lnTo>
                  <a:lnTo>
                    <a:pt x="1079"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23" name="Freeform 154"/>
            <p:cNvSpPr/>
            <p:nvPr/>
          </p:nvSpPr>
          <p:spPr bwMode="auto">
            <a:xfrm>
              <a:off x="4497388" y="3100388"/>
              <a:ext cx="360363" cy="103188"/>
            </a:xfrm>
            <a:custGeom>
              <a:avLst/>
              <a:gdLst>
                <a:gd name="T0" fmla="*/ 370 w 2271"/>
                <a:gd name="T1" fmla="*/ 0 h 654"/>
                <a:gd name="T2" fmla="*/ 405 w 2271"/>
                <a:gd name="T3" fmla="*/ 10 h 654"/>
                <a:gd name="T4" fmla="*/ 430 w 2271"/>
                <a:gd name="T5" fmla="*/ 35 h 654"/>
                <a:gd name="T6" fmla="*/ 441 w 2271"/>
                <a:gd name="T7" fmla="*/ 70 h 654"/>
                <a:gd name="T8" fmla="*/ 431 w 2271"/>
                <a:gd name="T9" fmla="*/ 106 h 654"/>
                <a:gd name="T10" fmla="*/ 406 w 2271"/>
                <a:gd name="T11" fmla="*/ 131 h 654"/>
                <a:gd name="T12" fmla="*/ 371 w 2271"/>
                <a:gd name="T13" fmla="*/ 141 h 654"/>
                <a:gd name="T14" fmla="*/ 308 w 2271"/>
                <a:gd name="T15" fmla="*/ 201 h 654"/>
                <a:gd name="T16" fmla="*/ 449 w 2271"/>
                <a:gd name="T17" fmla="*/ 303 h 654"/>
                <a:gd name="T18" fmla="*/ 601 w 2271"/>
                <a:gd name="T19" fmla="*/ 386 h 654"/>
                <a:gd name="T20" fmla="*/ 761 w 2271"/>
                <a:gd name="T21" fmla="*/ 449 h 654"/>
                <a:gd name="T22" fmla="*/ 929 w 2271"/>
                <a:gd name="T23" fmla="*/ 491 h 654"/>
                <a:gd name="T24" fmla="*/ 1103 w 2271"/>
                <a:gd name="T25" fmla="*/ 511 h 654"/>
                <a:gd name="T26" fmla="*/ 1281 w 2271"/>
                <a:gd name="T27" fmla="*/ 508 h 654"/>
                <a:gd name="T28" fmla="*/ 1458 w 2271"/>
                <a:gd name="T29" fmla="*/ 483 h 654"/>
                <a:gd name="T30" fmla="*/ 1629 w 2271"/>
                <a:gd name="T31" fmla="*/ 436 h 654"/>
                <a:gd name="T32" fmla="*/ 1792 w 2271"/>
                <a:gd name="T33" fmla="*/ 366 h 654"/>
                <a:gd name="T34" fmla="*/ 1944 w 2271"/>
                <a:gd name="T35" fmla="*/ 276 h 654"/>
                <a:gd name="T36" fmla="*/ 2085 w 2271"/>
                <a:gd name="T37" fmla="*/ 166 h 654"/>
                <a:gd name="T38" fmla="*/ 2165 w 2271"/>
                <a:gd name="T39" fmla="*/ 91 h 654"/>
                <a:gd name="T40" fmla="*/ 2200 w 2271"/>
                <a:gd name="T41" fmla="*/ 81 h 654"/>
                <a:gd name="T42" fmla="*/ 2235 w 2271"/>
                <a:gd name="T43" fmla="*/ 91 h 654"/>
                <a:gd name="T44" fmla="*/ 2262 w 2271"/>
                <a:gd name="T45" fmla="*/ 117 h 654"/>
                <a:gd name="T46" fmla="*/ 2271 w 2271"/>
                <a:gd name="T47" fmla="*/ 152 h 654"/>
                <a:gd name="T48" fmla="*/ 2263 w 2271"/>
                <a:gd name="T49" fmla="*/ 187 h 654"/>
                <a:gd name="T50" fmla="*/ 2185 w 2271"/>
                <a:gd name="T51" fmla="*/ 266 h 654"/>
                <a:gd name="T52" fmla="*/ 2043 w 2271"/>
                <a:gd name="T53" fmla="*/ 380 h 654"/>
                <a:gd name="T54" fmla="*/ 1890 w 2271"/>
                <a:gd name="T55" fmla="*/ 475 h 654"/>
                <a:gd name="T56" fmla="*/ 1726 w 2271"/>
                <a:gd name="T57" fmla="*/ 551 h 654"/>
                <a:gd name="T58" fmla="*/ 1554 w 2271"/>
                <a:gd name="T59" fmla="*/ 605 h 654"/>
                <a:gd name="T60" fmla="*/ 1376 w 2271"/>
                <a:gd name="T61" fmla="*/ 640 h 654"/>
                <a:gd name="T62" fmla="*/ 1194 w 2271"/>
                <a:gd name="T63" fmla="*/ 654 h 654"/>
                <a:gd name="T64" fmla="*/ 1086 w 2271"/>
                <a:gd name="T65" fmla="*/ 650 h 654"/>
                <a:gd name="T66" fmla="*/ 912 w 2271"/>
                <a:gd name="T67" fmla="*/ 630 h 654"/>
                <a:gd name="T68" fmla="*/ 742 w 2271"/>
                <a:gd name="T69" fmla="*/ 590 h 654"/>
                <a:gd name="T70" fmla="*/ 579 w 2271"/>
                <a:gd name="T71" fmla="*/ 531 h 654"/>
                <a:gd name="T72" fmla="*/ 424 w 2271"/>
                <a:gd name="T73" fmla="*/ 453 h 654"/>
                <a:gd name="T74" fmla="*/ 278 w 2271"/>
                <a:gd name="T75" fmla="*/ 356 h 654"/>
                <a:gd name="T76" fmla="*/ 143 w 2271"/>
                <a:gd name="T77" fmla="*/ 242 h 654"/>
                <a:gd name="T78" fmla="*/ 142 w 2271"/>
                <a:gd name="T79" fmla="*/ 392 h 654"/>
                <a:gd name="T80" fmla="*/ 124 w 2271"/>
                <a:gd name="T81" fmla="*/ 422 h 654"/>
                <a:gd name="T82" fmla="*/ 94 w 2271"/>
                <a:gd name="T83" fmla="*/ 441 h 654"/>
                <a:gd name="T84" fmla="*/ 74 w 2271"/>
                <a:gd name="T85" fmla="*/ 443 h 654"/>
                <a:gd name="T86" fmla="*/ 39 w 2271"/>
                <a:gd name="T87" fmla="*/ 434 h 654"/>
                <a:gd name="T88" fmla="*/ 14 w 2271"/>
                <a:gd name="T89" fmla="*/ 410 h 654"/>
                <a:gd name="T90" fmla="*/ 4 w 2271"/>
                <a:gd name="T91" fmla="*/ 374 h 654"/>
                <a:gd name="T92" fmla="*/ 3 w 2271"/>
                <a:gd name="T93" fmla="*/ 56 h 654"/>
                <a:gd name="T94" fmla="*/ 20 w 2271"/>
                <a:gd name="T95" fmla="*/ 26 h 654"/>
                <a:gd name="T96" fmla="*/ 51 w 2271"/>
                <a:gd name="T97" fmla="*/ 7 h 654"/>
                <a:gd name="T98" fmla="*/ 369 w 2271"/>
                <a:gd name="T99" fmla="*/ 0 h 6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2271" h="654">
                  <a:moveTo>
                    <a:pt x="369" y="0"/>
                  </a:moveTo>
                  <a:lnTo>
                    <a:pt x="370" y="0"/>
                  </a:lnTo>
                  <a:lnTo>
                    <a:pt x="389" y="4"/>
                  </a:lnTo>
                  <a:lnTo>
                    <a:pt x="405" y="10"/>
                  </a:lnTo>
                  <a:lnTo>
                    <a:pt x="420" y="22"/>
                  </a:lnTo>
                  <a:lnTo>
                    <a:pt x="430" y="35"/>
                  </a:lnTo>
                  <a:lnTo>
                    <a:pt x="438" y="52"/>
                  </a:lnTo>
                  <a:lnTo>
                    <a:pt x="441" y="70"/>
                  </a:lnTo>
                  <a:lnTo>
                    <a:pt x="438" y="89"/>
                  </a:lnTo>
                  <a:lnTo>
                    <a:pt x="431" y="106"/>
                  </a:lnTo>
                  <a:lnTo>
                    <a:pt x="421" y="120"/>
                  </a:lnTo>
                  <a:lnTo>
                    <a:pt x="406" y="131"/>
                  </a:lnTo>
                  <a:lnTo>
                    <a:pt x="389" y="138"/>
                  </a:lnTo>
                  <a:lnTo>
                    <a:pt x="371" y="141"/>
                  </a:lnTo>
                  <a:lnTo>
                    <a:pt x="241" y="142"/>
                  </a:lnTo>
                  <a:lnTo>
                    <a:pt x="308" y="201"/>
                  </a:lnTo>
                  <a:lnTo>
                    <a:pt x="376" y="254"/>
                  </a:lnTo>
                  <a:lnTo>
                    <a:pt x="449" y="303"/>
                  </a:lnTo>
                  <a:lnTo>
                    <a:pt x="523" y="348"/>
                  </a:lnTo>
                  <a:lnTo>
                    <a:pt x="601" y="386"/>
                  </a:lnTo>
                  <a:lnTo>
                    <a:pt x="680" y="420"/>
                  </a:lnTo>
                  <a:lnTo>
                    <a:pt x="761" y="449"/>
                  </a:lnTo>
                  <a:lnTo>
                    <a:pt x="845" y="473"/>
                  </a:lnTo>
                  <a:lnTo>
                    <a:pt x="929" y="491"/>
                  </a:lnTo>
                  <a:lnTo>
                    <a:pt x="1016" y="503"/>
                  </a:lnTo>
                  <a:lnTo>
                    <a:pt x="1103" y="511"/>
                  </a:lnTo>
                  <a:lnTo>
                    <a:pt x="1192" y="513"/>
                  </a:lnTo>
                  <a:lnTo>
                    <a:pt x="1281" y="508"/>
                  </a:lnTo>
                  <a:lnTo>
                    <a:pt x="1371" y="499"/>
                  </a:lnTo>
                  <a:lnTo>
                    <a:pt x="1458" y="483"/>
                  </a:lnTo>
                  <a:lnTo>
                    <a:pt x="1545" y="462"/>
                  </a:lnTo>
                  <a:lnTo>
                    <a:pt x="1629" y="436"/>
                  </a:lnTo>
                  <a:lnTo>
                    <a:pt x="1712" y="403"/>
                  </a:lnTo>
                  <a:lnTo>
                    <a:pt x="1792" y="366"/>
                  </a:lnTo>
                  <a:lnTo>
                    <a:pt x="1870" y="323"/>
                  </a:lnTo>
                  <a:lnTo>
                    <a:pt x="1944" y="276"/>
                  </a:lnTo>
                  <a:lnTo>
                    <a:pt x="2016" y="223"/>
                  </a:lnTo>
                  <a:lnTo>
                    <a:pt x="2085" y="166"/>
                  </a:lnTo>
                  <a:lnTo>
                    <a:pt x="2150" y="102"/>
                  </a:lnTo>
                  <a:lnTo>
                    <a:pt x="2165" y="91"/>
                  </a:lnTo>
                  <a:lnTo>
                    <a:pt x="2182" y="85"/>
                  </a:lnTo>
                  <a:lnTo>
                    <a:pt x="2200" y="81"/>
                  </a:lnTo>
                  <a:lnTo>
                    <a:pt x="2218" y="85"/>
                  </a:lnTo>
                  <a:lnTo>
                    <a:pt x="2235" y="91"/>
                  </a:lnTo>
                  <a:lnTo>
                    <a:pt x="2250" y="102"/>
                  </a:lnTo>
                  <a:lnTo>
                    <a:pt x="2262" y="117"/>
                  </a:lnTo>
                  <a:lnTo>
                    <a:pt x="2269" y="134"/>
                  </a:lnTo>
                  <a:lnTo>
                    <a:pt x="2271" y="152"/>
                  </a:lnTo>
                  <a:lnTo>
                    <a:pt x="2269" y="170"/>
                  </a:lnTo>
                  <a:lnTo>
                    <a:pt x="2263" y="187"/>
                  </a:lnTo>
                  <a:lnTo>
                    <a:pt x="2251" y="202"/>
                  </a:lnTo>
                  <a:lnTo>
                    <a:pt x="2185" y="266"/>
                  </a:lnTo>
                  <a:lnTo>
                    <a:pt x="2115" y="325"/>
                  </a:lnTo>
                  <a:lnTo>
                    <a:pt x="2043" y="380"/>
                  </a:lnTo>
                  <a:lnTo>
                    <a:pt x="1968" y="430"/>
                  </a:lnTo>
                  <a:lnTo>
                    <a:pt x="1890" y="475"/>
                  </a:lnTo>
                  <a:lnTo>
                    <a:pt x="1809" y="515"/>
                  </a:lnTo>
                  <a:lnTo>
                    <a:pt x="1726" y="551"/>
                  </a:lnTo>
                  <a:lnTo>
                    <a:pt x="1641" y="580"/>
                  </a:lnTo>
                  <a:lnTo>
                    <a:pt x="1554" y="605"/>
                  </a:lnTo>
                  <a:lnTo>
                    <a:pt x="1466" y="625"/>
                  </a:lnTo>
                  <a:lnTo>
                    <a:pt x="1376" y="640"/>
                  </a:lnTo>
                  <a:lnTo>
                    <a:pt x="1285" y="649"/>
                  </a:lnTo>
                  <a:lnTo>
                    <a:pt x="1194" y="654"/>
                  </a:lnTo>
                  <a:lnTo>
                    <a:pt x="1176" y="654"/>
                  </a:lnTo>
                  <a:lnTo>
                    <a:pt x="1086" y="650"/>
                  </a:lnTo>
                  <a:lnTo>
                    <a:pt x="999" y="643"/>
                  </a:lnTo>
                  <a:lnTo>
                    <a:pt x="912" y="630"/>
                  </a:lnTo>
                  <a:lnTo>
                    <a:pt x="827" y="613"/>
                  </a:lnTo>
                  <a:lnTo>
                    <a:pt x="742" y="590"/>
                  </a:lnTo>
                  <a:lnTo>
                    <a:pt x="660" y="563"/>
                  </a:lnTo>
                  <a:lnTo>
                    <a:pt x="579" y="531"/>
                  </a:lnTo>
                  <a:lnTo>
                    <a:pt x="501" y="494"/>
                  </a:lnTo>
                  <a:lnTo>
                    <a:pt x="424" y="453"/>
                  </a:lnTo>
                  <a:lnTo>
                    <a:pt x="350" y="406"/>
                  </a:lnTo>
                  <a:lnTo>
                    <a:pt x="278" y="356"/>
                  </a:lnTo>
                  <a:lnTo>
                    <a:pt x="209" y="301"/>
                  </a:lnTo>
                  <a:lnTo>
                    <a:pt x="143" y="242"/>
                  </a:lnTo>
                  <a:lnTo>
                    <a:pt x="144" y="373"/>
                  </a:lnTo>
                  <a:lnTo>
                    <a:pt x="142" y="392"/>
                  </a:lnTo>
                  <a:lnTo>
                    <a:pt x="135" y="409"/>
                  </a:lnTo>
                  <a:lnTo>
                    <a:pt x="124" y="422"/>
                  </a:lnTo>
                  <a:lnTo>
                    <a:pt x="110" y="434"/>
                  </a:lnTo>
                  <a:lnTo>
                    <a:pt x="94" y="441"/>
                  </a:lnTo>
                  <a:lnTo>
                    <a:pt x="75" y="443"/>
                  </a:lnTo>
                  <a:lnTo>
                    <a:pt x="74" y="443"/>
                  </a:lnTo>
                  <a:lnTo>
                    <a:pt x="56" y="441"/>
                  </a:lnTo>
                  <a:lnTo>
                    <a:pt x="39" y="434"/>
                  </a:lnTo>
                  <a:lnTo>
                    <a:pt x="25" y="423"/>
                  </a:lnTo>
                  <a:lnTo>
                    <a:pt x="14" y="410"/>
                  </a:lnTo>
                  <a:lnTo>
                    <a:pt x="6" y="393"/>
                  </a:lnTo>
                  <a:lnTo>
                    <a:pt x="4" y="374"/>
                  </a:lnTo>
                  <a:lnTo>
                    <a:pt x="0" y="75"/>
                  </a:lnTo>
                  <a:lnTo>
                    <a:pt x="3" y="56"/>
                  </a:lnTo>
                  <a:lnTo>
                    <a:pt x="9" y="39"/>
                  </a:lnTo>
                  <a:lnTo>
                    <a:pt x="20" y="26"/>
                  </a:lnTo>
                  <a:lnTo>
                    <a:pt x="35" y="14"/>
                  </a:lnTo>
                  <a:lnTo>
                    <a:pt x="51" y="7"/>
                  </a:lnTo>
                  <a:lnTo>
                    <a:pt x="70" y="5"/>
                  </a:lnTo>
                  <a:lnTo>
                    <a:pt x="369"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24" name="Freeform 155"/>
            <p:cNvSpPr/>
            <p:nvPr/>
          </p:nvSpPr>
          <p:spPr bwMode="auto">
            <a:xfrm>
              <a:off x="4411663" y="2857500"/>
              <a:ext cx="220663" cy="234950"/>
            </a:xfrm>
            <a:custGeom>
              <a:avLst/>
              <a:gdLst>
                <a:gd name="T0" fmla="*/ 766 w 1387"/>
                <a:gd name="T1" fmla="*/ 3 h 1483"/>
                <a:gd name="T2" fmla="*/ 885 w 1387"/>
                <a:gd name="T3" fmla="*/ 49 h 1483"/>
                <a:gd name="T4" fmla="*/ 973 w 1387"/>
                <a:gd name="T5" fmla="*/ 137 h 1483"/>
                <a:gd name="T6" fmla="*/ 1019 w 1387"/>
                <a:gd name="T7" fmla="*/ 256 h 1483"/>
                <a:gd name="T8" fmla="*/ 1020 w 1387"/>
                <a:gd name="T9" fmla="*/ 585 h 1483"/>
                <a:gd name="T10" fmla="*/ 988 w 1387"/>
                <a:gd name="T11" fmla="*/ 663 h 1483"/>
                <a:gd name="T12" fmla="*/ 992 w 1387"/>
                <a:gd name="T13" fmla="*/ 874 h 1483"/>
                <a:gd name="T14" fmla="*/ 1082 w 1387"/>
                <a:gd name="T15" fmla="*/ 925 h 1483"/>
                <a:gd name="T16" fmla="*/ 1194 w 1387"/>
                <a:gd name="T17" fmla="*/ 996 h 1483"/>
                <a:gd name="T18" fmla="*/ 1315 w 1387"/>
                <a:gd name="T19" fmla="*/ 1088 h 1483"/>
                <a:gd name="T20" fmla="*/ 1368 w 1387"/>
                <a:gd name="T21" fmla="*/ 1155 h 1483"/>
                <a:gd name="T22" fmla="*/ 1387 w 1387"/>
                <a:gd name="T23" fmla="*/ 1238 h 1483"/>
                <a:gd name="T24" fmla="*/ 1377 w 1387"/>
                <a:gd name="T25" fmla="*/ 1448 h 1483"/>
                <a:gd name="T26" fmla="*/ 1335 w 1387"/>
                <a:gd name="T27" fmla="*/ 1480 h 1483"/>
                <a:gd name="T28" fmla="*/ 1280 w 1387"/>
                <a:gd name="T29" fmla="*/ 1474 h 1483"/>
                <a:gd name="T30" fmla="*/ 1249 w 1387"/>
                <a:gd name="T31" fmla="*/ 1432 h 1483"/>
                <a:gd name="T32" fmla="*/ 1243 w 1387"/>
                <a:gd name="T33" fmla="*/ 1222 h 1483"/>
                <a:gd name="T34" fmla="*/ 1188 w 1387"/>
                <a:gd name="T35" fmla="*/ 1165 h 1483"/>
                <a:gd name="T36" fmla="*/ 1075 w 1387"/>
                <a:gd name="T37" fmla="*/ 1085 h 1483"/>
                <a:gd name="T38" fmla="*/ 974 w 1387"/>
                <a:gd name="T39" fmla="*/ 1024 h 1483"/>
                <a:gd name="T40" fmla="*/ 902 w 1387"/>
                <a:gd name="T41" fmla="*/ 985 h 1483"/>
                <a:gd name="T42" fmla="*/ 859 w 1387"/>
                <a:gd name="T43" fmla="*/ 961 h 1483"/>
                <a:gd name="T44" fmla="*/ 832 w 1387"/>
                <a:gd name="T45" fmla="*/ 916 h 1483"/>
                <a:gd name="T46" fmla="*/ 832 w 1387"/>
                <a:gd name="T47" fmla="*/ 634 h 1483"/>
                <a:gd name="T48" fmla="*/ 861 w 1387"/>
                <a:gd name="T49" fmla="*/ 593 h 1483"/>
                <a:gd name="T50" fmla="*/ 881 w 1387"/>
                <a:gd name="T51" fmla="*/ 556 h 1483"/>
                <a:gd name="T52" fmla="*/ 868 w 1387"/>
                <a:gd name="T53" fmla="*/ 238 h 1483"/>
                <a:gd name="T54" fmla="*/ 810 w 1387"/>
                <a:gd name="T55" fmla="*/ 167 h 1483"/>
                <a:gd name="T56" fmla="*/ 720 w 1387"/>
                <a:gd name="T57" fmla="*/ 140 h 1483"/>
                <a:gd name="T58" fmla="*/ 602 w 1387"/>
                <a:gd name="T59" fmla="*/ 153 h 1483"/>
                <a:gd name="T60" fmla="*/ 531 w 1387"/>
                <a:gd name="T61" fmla="*/ 210 h 1483"/>
                <a:gd name="T62" fmla="*/ 504 w 1387"/>
                <a:gd name="T63" fmla="*/ 301 h 1483"/>
                <a:gd name="T64" fmla="*/ 514 w 1387"/>
                <a:gd name="T65" fmla="*/ 584 h 1483"/>
                <a:gd name="T66" fmla="*/ 547 w 1387"/>
                <a:gd name="T67" fmla="*/ 619 h 1483"/>
                <a:gd name="T68" fmla="*/ 557 w 1387"/>
                <a:gd name="T69" fmla="*/ 652 h 1483"/>
                <a:gd name="T70" fmla="*/ 548 w 1387"/>
                <a:gd name="T71" fmla="*/ 933 h 1483"/>
                <a:gd name="T72" fmla="*/ 510 w 1387"/>
                <a:gd name="T73" fmla="*/ 971 h 1483"/>
                <a:gd name="T74" fmla="*/ 464 w 1387"/>
                <a:gd name="T75" fmla="*/ 995 h 1483"/>
                <a:gd name="T76" fmla="*/ 381 w 1387"/>
                <a:gd name="T77" fmla="*/ 1042 h 1483"/>
                <a:gd name="T78" fmla="*/ 274 w 1387"/>
                <a:gd name="T79" fmla="*/ 1110 h 1483"/>
                <a:gd name="T80" fmla="*/ 160 w 1387"/>
                <a:gd name="T81" fmla="*/ 1196 h 1483"/>
                <a:gd name="T82" fmla="*/ 140 w 1387"/>
                <a:gd name="T83" fmla="*/ 1238 h 1483"/>
                <a:gd name="T84" fmla="*/ 131 w 1387"/>
                <a:gd name="T85" fmla="*/ 1448 h 1483"/>
                <a:gd name="T86" fmla="*/ 89 w 1387"/>
                <a:gd name="T87" fmla="*/ 1480 h 1483"/>
                <a:gd name="T88" fmla="*/ 35 w 1387"/>
                <a:gd name="T89" fmla="*/ 1474 h 1483"/>
                <a:gd name="T90" fmla="*/ 2 w 1387"/>
                <a:gd name="T91" fmla="*/ 1432 h 1483"/>
                <a:gd name="T92" fmla="*/ 2 w 1387"/>
                <a:gd name="T93" fmla="*/ 1209 h 1483"/>
                <a:gd name="T94" fmla="*/ 33 w 1387"/>
                <a:gd name="T95" fmla="*/ 1130 h 1483"/>
                <a:gd name="T96" fmla="*/ 112 w 1387"/>
                <a:gd name="T97" fmla="*/ 1055 h 1483"/>
                <a:gd name="T98" fmla="*/ 231 w 1387"/>
                <a:gd name="T99" fmla="*/ 971 h 1483"/>
                <a:gd name="T100" fmla="*/ 337 w 1387"/>
                <a:gd name="T101" fmla="*/ 906 h 1483"/>
                <a:gd name="T102" fmla="*/ 417 w 1387"/>
                <a:gd name="T103" fmla="*/ 863 h 1483"/>
                <a:gd name="T104" fmla="*/ 384 w 1387"/>
                <a:gd name="T105" fmla="*/ 639 h 1483"/>
                <a:gd name="T106" fmla="*/ 364 w 1387"/>
                <a:gd name="T107" fmla="*/ 556 h 1483"/>
                <a:gd name="T108" fmla="*/ 378 w 1387"/>
                <a:gd name="T109" fmla="*/ 214 h 1483"/>
                <a:gd name="T110" fmla="*/ 439 w 1387"/>
                <a:gd name="T111" fmla="*/ 103 h 1483"/>
                <a:gd name="T112" fmla="*/ 539 w 1387"/>
                <a:gd name="T113" fmla="*/ 29 h 1483"/>
                <a:gd name="T114" fmla="*/ 665 w 1387"/>
                <a:gd name="T115" fmla="*/ 0 h 14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387" h="1483">
                  <a:moveTo>
                    <a:pt x="665" y="0"/>
                  </a:moveTo>
                  <a:lnTo>
                    <a:pt x="721" y="0"/>
                  </a:lnTo>
                  <a:lnTo>
                    <a:pt x="766" y="3"/>
                  </a:lnTo>
                  <a:lnTo>
                    <a:pt x="808" y="13"/>
                  </a:lnTo>
                  <a:lnTo>
                    <a:pt x="848" y="29"/>
                  </a:lnTo>
                  <a:lnTo>
                    <a:pt x="885" y="49"/>
                  </a:lnTo>
                  <a:lnTo>
                    <a:pt x="919" y="74"/>
                  </a:lnTo>
                  <a:lnTo>
                    <a:pt x="948" y="103"/>
                  </a:lnTo>
                  <a:lnTo>
                    <a:pt x="973" y="137"/>
                  </a:lnTo>
                  <a:lnTo>
                    <a:pt x="994" y="174"/>
                  </a:lnTo>
                  <a:lnTo>
                    <a:pt x="1009" y="214"/>
                  </a:lnTo>
                  <a:lnTo>
                    <a:pt x="1019" y="256"/>
                  </a:lnTo>
                  <a:lnTo>
                    <a:pt x="1022" y="301"/>
                  </a:lnTo>
                  <a:lnTo>
                    <a:pt x="1022" y="556"/>
                  </a:lnTo>
                  <a:lnTo>
                    <a:pt x="1020" y="585"/>
                  </a:lnTo>
                  <a:lnTo>
                    <a:pt x="1013" y="612"/>
                  </a:lnTo>
                  <a:lnTo>
                    <a:pt x="1003" y="639"/>
                  </a:lnTo>
                  <a:lnTo>
                    <a:pt x="988" y="663"/>
                  </a:lnTo>
                  <a:lnTo>
                    <a:pt x="970" y="685"/>
                  </a:lnTo>
                  <a:lnTo>
                    <a:pt x="970" y="863"/>
                  </a:lnTo>
                  <a:lnTo>
                    <a:pt x="992" y="874"/>
                  </a:lnTo>
                  <a:lnTo>
                    <a:pt x="1019" y="889"/>
                  </a:lnTo>
                  <a:lnTo>
                    <a:pt x="1049" y="906"/>
                  </a:lnTo>
                  <a:lnTo>
                    <a:pt x="1082" y="925"/>
                  </a:lnTo>
                  <a:lnTo>
                    <a:pt x="1118" y="947"/>
                  </a:lnTo>
                  <a:lnTo>
                    <a:pt x="1155" y="971"/>
                  </a:lnTo>
                  <a:lnTo>
                    <a:pt x="1194" y="996"/>
                  </a:lnTo>
                  <a:lnTo>
                    <a:pt x="1234" y="1024"/>
                  </a:lnTo>
                  <a:lnTo>
                    <a:pt x="1275" y="1055"/>
                  </a:lnTo>
                  <a:lnTo>
                    <a:pt x="1315" y="1088"/>
                  </a:lnTo>
                  <a:lnTo>
                    <a:pt x="1336" y="1108"/>
                  </a:lnTo>
                  <a:lnTo>
                    <a:pt x="1354" y="1130"/>
                  </a:lnTo>
                  <a:lnTo>
                    <a:pt x="1368" y="1155"/>
                  </a:lnTo>
                  <a:lnTo>
                    <a:pt x="1378" y="1181"/>
                  </a:lnTo>
                  <a:lnTo>
                    <a:pt x="1385" y="1209"/>
                  </a:lnTo>
                  <a:lnTo>
                    <a:pt x="1387" y="1238"/>
                  </a:lnTo>
                  <a:lnTo>
                    <a:pt x="1387" y="1413"/>
                  </a:lnTo>
                  <a:lnTo>
                    <a:pt x="1384" y="1432"/>
                  </a:lnTo>
                  <a:lnTo>
                    <a:pt x="1377" y="1448"/>
                  </a:lnTo>
                  <a:lnTo>
                    <a:pt x="1366" y="1462"/>
                  </a:lnTo>
                  <a:lnTo>
                    <a:pt x="1352" y="1474"/>
                  </a:lnTo>
                  <a:lnTo>
                    <a:pt x="1335" y="1480"/>
                  </a:lnTo>
                  <a:lnTo>
                    <a:pt x="1316" y="1483"/>
                  </a:lnTo>
                  <a:lnTo>
                    <a:pt x="1297" y="1480"/>
                  </a:lnTo>
                  <a:lnTo>
                    <a:pt x="1280" y="1474"/>
                  </a:lnTo>
                  <a:lnTo>
                    <a:pt x="1267" y="1462"/>
                  </a:lnTo>
                  <a:lnTo>
                    <a:pt x="1255" y="1448"/>
                  </a:lnTo>
                  <a:lnTo>
                    <a:pt x="1249" y="1432"/>
                  </a:lnTo>
                  <a:lnTo>
                    <a:pt x="1245" y="1413"/>
                  </a:lnTo>
                  <a:lnTo>
                    <a:pt x="1245" y="1238"/>
                  </a:lnTo>
                  <a:lnTo>
                    <a:pt x="1243" y="1222"/>
                  </a:lnTo>
                  <a:lnTo>
                    <a:pt x="1237" y="1207"/>
                  </a:lnTo>
                  <a:lnTo>
                    <a:pt x="1226" y="1196"/>
                  </a:lnTo>
                  <a:lnTo>
                    <a:pt x="1188" y="1165"/>
                  </a:lnTo>
                  <a:lnTo>
                    <a:pt x="1149" y="1137"/>
                  </a:lnTo>
                  <a:lnTo>
                    <a:pt x="1111" y="1110"/>
                  </a:lnTo>
                  <a:lnTo>
                    <a:pt x="1075" y="1085"/>
                  </a:lnTo>
                  <a:lnTo>
                    <a:pt x="1039" y="1062"/>
                  </a:lnTo>
                  <a:lnTo>
                    <a:pt x="1006" y="1042"/>
                  </a:lnTo>
                  <a:lnTo>
                    <a:pt x="974" y="1024"/>
                  </a:lnTo>
                  <a:lnTo>
                    <a:pt x="947" y="1009"/>
                  </a:lnTo>
                  <a:lnTo>
                    <a:pt x="923" y="995"/>
                  </a:lnTo>
                  <a:lnTo>
                    <a:pt x="902" y="985"/>
                  </a:lnTo>
                  <a:lnTo>
                    <a:pt x="887" y="976"/>
                  </a:lnTo>
                  <a:lnTo>
                    <a:pt x="875" y="971"/>
                  </a:lnTo>
                  <a:lnTo>
                    <a:pt x="859" y="961"/>
                  </a:lnTo>
                  <a:lnTo>
                    <a:pt x="847" y="949"/>
                  </a:lnTo>
                  <a:lnTo>
                    <a:pt x="837" y="934"/>
                  </a:lnTo>
                  <a:lnTo>
                    <a:pt x="832" y="916"/>
                  </a:lnTo>
                  <a:lnTo>
                    <a:pt x="830" y="898"/>
                  </a:lnTo>
                  <a:lnTo>
                    <a:pt x="830" y="652"/>
                  </a:lnTo>
                  <a:lnTo>
                    <a:pt x="832" y="634"/>
                  </a:lnTo>
                  <a:lnTo>
                    <a:pt x="837" y="619"/>
                  </a:lnTo>
                  <a:lnTo>
                    <a:pt x="848" y="605"/>
                  </a:lnTo>
                  <a:lnTo>
                    <a:pt x="861" y="593"/>
                  </a:lnTo>
                  <a:lnTo>
                    <a:pt x="871" y="584"/>
                  </a:lnTo>
                  <a:lnTo>
                    <a:pt x="878" y="570"/>
                  </a:lnTo>
                  <a:lnTo>
                    <a:pt x="881" y="556"/>
                  </a:lnTo>
                  <a:lnTo>
                    <a:pt x="881" y="301"/>
                  </a:lnTo>
                  <a:lnTo>
                    <a:pt x="877" y="268"/>
                  </a:lnTo>
                  <a:lnTo>
                    <a:pt x="868" y="238"/>
                  </a:lnTo>
                  <a:lnTo>
                    <a:pt x="853" y="210"/>
                  </a:lnTo>
                  <a:lnTo>
                    <a:pt x="834" y="187"/>
                  </a:lnTo>
                  <a:lnTo>
                    <a:pt x="810" y="167"/>
                  </a:lnTo>
                  <a:lnTo>
                    <a:pt x="782" y="153"/>
                  </a:lnTo>
                  <a:lnTo>
                    <a:pt x="753" y="143"/>
                  </a:lnTo>
                  <a:lnTo>
                    <a:pt x="720" y="140"/>
                  </a:lnTo>
                  <a:lnTo>
                    <a:pt x="664" y="140"/>
                  </a:lnTo>
                  <a:lnTo>
                    <a:pt x="633" y="143"/>
                  </a:lnTo>
                  <a:lnTo>
                    <a:pt x="602" y="153"/>
                  </a:lnTo>
                  <a:lnTo>
                    <a:pt x="575" y="167"/>
                  </a:lnTo>
                  <a:lnTo>
                    <a:pt x="552" y="187"/>
                  </a:lnTo>
                  <a:lnTo>
                    <a:pt x="531" y="210"/>
                  </a:lnTo>
                  <a:lnTo>
                    <a:pt x="517" y="238"/>
                  </a:lnTo>
                  <a:lnTo>
                    <a:pt x="507" y="268"/>
                  </a:lnTo>
                  <a:lnTo>
                    <a:pt x="504" y="301"/>
                  </a:lnTo>
                  <a:lnTo>
                    <a:pt x="504" y="556"/>
                  </a:lnTo>
                  <a:lnTo>
                    <a:pt x="506" y="570"/>
                  </a:lnTo>
                  <a:lnTo>
                    <a:pt x="514" y="584"/>
                  </a:lnTo>
                  <a:lnTo>
                    <a:pt x="524" y="593"/>
                  </a:lnTo>
                  <a:lnTo>
                    <a:pt x="537" y="605"/>
                  </a:lnTo>
                  <a:lnTo>
                    <a:pt x="547" y="619"/>
                  </a:lnTo>
                  <a:lnTo>
                    <a:pt x="554" y="634"/>
                  </a:lnTo>
                  <a:lnTo>
                    <a:pt x="556" y="652"/>
                  </a:lnTo>
                  <a:lnTo>
                    <a:pt x="557" y="652"/>
                  </a:lnTo>
                  <a:lnTo>
                    <a:pt x="557" y="898"/>
                  </a:lnTo>
                  <a:lnTo>
                    <a:pt x="555" y="916"/>
                  </a:lnTo>
                  <a:lnTo>
                    <a:pt x="548" y="933"/>
                  </a:lnTo>
                  <a:lnTo>
                    <a:pt x="539" y="949"/>
                  </a:lnTo>
                  <a:lnTo>
                    <a:pt x="526" y="961"/>
                  </a:lnTo>
                  <a:lnTo>
                    <a:pt x="510" y="971"/>
                  </a:lnTo>
                  <a:lnTo>
                    <a:pt x="500" y="976"/>
                  </a:lnTo>
                  <a:lnTo>
                    <a:pt x="484" y="985"/>
                  </a:lnTo>
                  <a:lnTo>
                    <a:pt x="464" y="995"/>
                  </a:lnTo>
                  <a:lnTo>
                    <a:pt x="440" y="1009"/>
                  </a:lnTo>
                  <a:lnTo>
                    <a:pt x="411" y="1024"/>
                  </a:lnTo>
                  <a:lnTo>
                    <a:pt x="381" y="1042"/>
                  </a:lnTo>
                  <a:lnTo>
                    <a:pt x="347" y="1062"/>
                  </a:lnTo>
                  <a:lnTo>
                    <a:pt x="311" y="1085"/>
                  </a:lnTo>
                  <a:lnTo>
                    <a:pt x="274" y="1110"/>
                  </a:lnTo>
                  <a:lnTo>
                    <a:pt x="236" y="1137"/>
                  </a:lnTo>
                  <a:lnTo>
                    <a:pt x="198" y="1165"/>
                  </a:lnTo>
                  <a:lnTo>
                    <a:pt x="160" y="1196"/>
                  </a:lnTo>
                  <a:lnTo>
                    <a:pt x="150" y="1207"/>
                  </a:lnTo>
                  <a:lnTo>
                    <a:pt x="143" y="1222"/>
                  </a:lnTo>
                  <a:lnTo>
                    <a:pt x="140" y="1238"/>
                  </a:lnTo>
                  <a:lnTo>
                    <a:pt x="140" y="1413"/>
                  </a:lnTo>
                  <a:lnTo>
                    <a:pt x="138" y="1432"/>
                  </a:lnTo>
                  <a:lnTo>
                    <a:pt x="131" y="1448"/>
                  </a:lnTo>
                  <a:lnTo>
                    <a:pt x="120" y="1462"/>
                  </a:lnTo>
                  <a:lnTo>
                    <a:pt x="105" y="1474"/>
                  </a:lnTo>
                  <a:lnTo>
                    <a:pt x="89" y="1480"/>
                  </a:lnTo>
                  <a:lnTo>
                    <a:pt x="71" y="1483"/>
                  </a:lnTo>
                  <a:lnTo>
                    <a:pt x="52" y="1480"/>
                  </a:lnTo>
                  <a:lnTo>
                    <a:pt x="35" y="1474"/>
                  </a:lnTo>
                  <a:lnTo>
                    <a:pt x="20" y="1462"/>
                  </a:lnTo>
                  <a:lnTo>
                    <a:pt x="9" y="1448"/>
                  </a:lnTo>
                  <a:lnTo>
                    <a:pt x="2" y="1432"/>
                  </a:lnTo>
                  <a:lnTo>
                    <a:pt x="0" y="1413"/>
                  </a:lnTo>
                  <a:lnTo>
                    <a:pt x="0" y="1238"/>
                  </a:lnTo>
                  <a:lnTo>
                    <a:pt x="2" y="1209"/>
                  </a:lnTo>
                  <a:lnTo>
                    <a:pt x="8" y="1181"/>
                  </a:lnTo>
                  <a:lnTo>
                    <a:pt x="19" y="1154"/>
                  </a:lnTo>
                  <a:lnTo>
                    <a:pt x="33" y="1130"/>
                  </a:lnTo>
                  <a:lnTo>
                    <a:pt x="51" y="1108"/>
                  </a:lnTo>
                  <a:lnTo>
                    <a:pt x="71" y="1088"/>
                  </a:lnTo>
                  <a:lnTo>
                    <a:pt x="112" y="1055"/>
                  </a:lnTo>
                  <a:lnTo>
                    <a:pt x="152" y="1026"/>
                  </a:lnTo>
                  <a:lnTo>
                    <a:pt x="192" y="997"/>
                  </a:lnTo>
                  <a:lnTo>
                    <a:pt x="231" y="971"/>
                  </a:lnTo>
                  <a:lnTo>
                    <a:pt x="269" y="947"/>
                  </a:lnTo>
                  <a:lnTo>
                    <a:pt x="304" y="925"/>
                  </a:lnTo>
                  <a:lnTo>
                    <a:pt x="337" y="906"/>
                  </a:lnTo>
                  <a:lnTo>
                    <a:pt x="367" y="889"/>
                  </a:lnTo>
                  <a:lnTo>
                    <a:pt x="393" y="874"/>
                  </a:lnTo>
                  <a:lnTo>
                    <a:pt x="417" y="863"/>
                  </a:lnTo>
                  <a:lnTo>
                    <a:pt x="417" y="685"/>
                  </a:lnTo>
                  <a:lnTo>
                    <a:pt x="398" y="663"/>
                  </a:lnTo>
                  <a:lnTo>
                    <a:pt x="384" y="639"/>
                  </a:lnTo>
                  <a:lnTo>
                    <a:pt x="373" y="612"/>
                  </a:lnTo>
                  <a:lnTo>
                    <a:pt x="367" y="585"/>
                  </a:lnTo>
                  <a:lnTo>
                    <a:pt x="364" y="556"/>
                  </a:lnTo>
                  <a:lnTo>
                    <a:pt x="364" y="301"/>
                  </a:lnTo>
                  <a:lnTo>
                    <a:pt x="368" y="256"/>
                  </a:lnTo>
                  <a:lnTo>
                    <a:pt x="378" y="214"/>
                  </a:lnTo>
                  <a:lnTo>
                    <a:pt x="392" y="174"/>
                  </a:lnTo>
                  <a:lnTo>
                    <a:pt x="413" y="137"/>
                  </a:lnTo>
                  <a:lnTo>
                    <a:pt x="439" y="103"/>
                  </a:lnTo>
                  <a:lnTo>
                    <a:pt x="468" y="74"/>
                  </a:lnTo>
                  <a:lnTo>
                    <a:pt x="502" y="49"/>
                  </a:lnTo>
                  <a:lnTo>
                    <a:pt x="539" y="29"/>
                  </a:lnTo>
                  <a:lnTo>
                    <a:pt x="579" y="13"/>
                  </a:lnTo>
                  <a:lnTo>
                    <a:pt x="621" y="3"/>
                  </a:lnTo>
                  <a:lnTo>
                    <a:pt x="665"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25" name="Freeform 156"/>
            <p:cNvSpPr/>
            <p:nvPr/>
          </p:nvSpPr>
          <p:spPr bwMode="auto">
            <a:xfrm>
              <a:off x="4743451" y="2857500"/>
              <a:ext cx="220663" cy="234950"/>
            </a:xfrm>
            <a:custGeom>
              <a:avLst/>
              <a:gdLst>
                <a:gd name="T0" fmla="*/ 765 w 1386"/>
                <a:gd name="T1" fmla="*/ 3 h 1482"/>
                <a:gd name="T2" fmla="*/ 885 w 1386"/>
                <a:gd name="T3" fmla="*/ 49 h 1482"/>
                <a:gd name="T4" fmla="*/ 974 w 1386"/>
                <a:gd name="T5" fmla="*/ 137 h 1482"/>
                <a:gd name="T6" fmla="*/ 1019 w 1386"/>
                <a:gd name="T7" fmla="*/ 256 h 1482"/>
                <a:gd name="T8" fmla="*/ 1020 w 1386"/>
                <a:gd name="T9" fmla="*/ 585 h 1482"/>
                <a:gd name="T10" fmla="*/ 988 w 1386"/>
                <a:gd name="T11" fmla="*/ 663 h 1482"/>
                <a:gd name="T12" fmla="*/ 993 w 1386"/>
                <a:gd name="T13" fmla="*/ 874 h 1482"/>
                <a:gd name="T14" fmla="*/ 1082 w 1386"/>
                <a:gd name="T15" fmla="*/ 925 h 1482"/>
                <a:gd name="T16" fmla="*/ 1194 w 1386"/>
                <a:gd name="T17" fmla="*/ 996 h 1482"/>
                <a:gd name="T18" fmla="*/ 1315 w 1386"/>
                <a:gd name="T19" fmla="*/ 1087 h 1482"/>
                <a:gd name="T20" fmla="*/ 1367 w 1386"/>
                <a:gd name="T21" fmla="*/ 1154 h 1482"/>
                <a:gd name="T22" fmla="*/ 1386 w 1386"/>
                <a:gd name="T23" fmla="*/ 1237 h 1482"/>
                <a:gd name="T24" fmla="*/ 1376 w 1386"/>
                <a:gd name="T25" fmla="*/ 1447 h 1482"/>
                <a:gd name="T26" fmla="*/ 1334 w 1386"/>
                <a:gd name="T27" fmla="*/ 1479 h 1482"/>
                <a:gd name="T28" fmla="*/ 1280 w 1386"/>
                <a:gd name="T29" fmla="*/ 1473 h 1482"/>
                <a:gd name="T30" fmla="*/ 1248 w 1386"/>
                <a:gd name="T31" fmla="*/ 1431 h 1482"/>
                <a:gd name="T32" fmla="*/ 1244 w 1386"/>
                <a:gd name="T33" fmla="*/ 1221 h 1482"/>
                <a:gd name="T34" fmla="*/ 1188 w 1386"/>
                <a:gd name="T35" fmla="*/ 1164 h 1482"/>
                <a:gd name="T36" fmla="*/ 1075 w 1386"/>
                <a:gd name="T37" fmla="*/ 1084 h 1482"/>
                <a:gd name="T38" fmla="*/ 975 w 1386"/>
                <a:gd name="T39" fmla="*/ 1023 h 1482"/>
                <a:gd name="T40" fmla="*/ 902 w 1386"/>
                <a:gd name="T41" fmla="*/ 984 h 1482"/>
                <a:gd name="T42" fmla="*/ 861 w 1386"/>
                <a:gd name="T43" fmla="*/ 960 h 1482"/>
                <a:gd name="T44" fmla="*/ 832 w 1386"/>
                <a:gd name="T45" fmla="*/ 915 h 1482"/>
                <a:gd name="T46" fmla="*/ 832 w 1386"/>
                <a:gd name="T47" fmla="*/ 633 h 1482"/>
                <a:gd name="T48" fmla="*/ 862 w 1386"/>
                <a:gd name="T49" fmla="*/ 592 h 1482"/>
                <a:gd name="T50" fmla="*/ 881 w 1386"/>
                <a:gd name="T51" fmla="*/ 555 h 1482"/>
                <a:gd name="T52" fmla="*/ 869 w 1386"/>
                <a:gd name="T53" fmla="*/ 237 h 1482"/>
                <a:gd name="T54" fmla="*/ 810 w 1386"/>
                <a:gd name="T55" fmla="*/ 166 h 1482"/>
                <a:gd name="T56" fmla="*/ 721 w 1386"/>
                <a:gd name="T57" fmla="*/ 139 h 1482"/>
                <a:gd name="T58" fmla="*/ 602 w 1386"/>
                <a:gd name="T59" fmla="*/ 152 h 1482"/>
                <a:gd name="T60" fmla="*/ 533 w 1386"/>
                <a:gd name="T61" fmla="*/ 209 h 1482"/>
                <a:gd name="T62" fmla="*/ 505 w 1386"/>
                <a:gd name="T63" fmla="*/ 300 h 1482"/>
                <a:gd name="T64" fmla="*/ 514 w 1386"/>
                <a:gd name="T65" fmla="*/ 583 h 1482"/>
                <a:gd name="T66" fmla="*/ 548 w 1386"/>
                <a:gd name="T67" fmla="*/ 618 h 1482"/>
                <a:gd name="T68" fmla="*/ 556 w 1386"/>
                <a:gd name="T69" fmla="*/ 897 h 1482"/>
                <a:gd name="T70" fmla="*/ 538 w 1386"/>
                <a:gd name="T71" fmla="*/ 948 h 1482"/>
                <a:gd name="T72" fmla="*/ 500 w 1386"/>
                <a:gd name="T73" fmla="*/ 975 h 1482"/>
                <a:gd name="T74" fmla="*/ 439 w 1386"/>
                <a:gd name="T75" fmla="*/ 1008 h 1482"/>
                <a:gd name="T76" fmla="*/ 347 w 1386"/>
                <a:gd name="T77" fmla="*/ 1061 h 1482"/>
                <a:gd name="T78" fmla="*/ 236 w 1386"/>
                <a:gd name="T79" fmla="*/ 1136 h 1482"/>
                <a:gd name="T80" fmla="*/ 149 w 1386"/>
                <a:gd name="T81" fmla="*/ 1206 h 1482"/>
                <a:gd name="T82" fmla="*/ 141 w 1386"/>
                <a:gd name="T83" fmla="*/ 1412 h 1482"/>
                <a:gd name="T84" fmla="*/ 120 w 1386"/>
                <a:gd name="T85" fmla="*/ 1461 h 1482"/>
                <a:gd name="T86" fmla="*/ 70 w 1386"/>
                <a:gd name="T87" fmla="*/ 1482 h 1482"/>
                <a:gd name="T88" fmla="*/ 20 w 1386"/>
                <a:gd name="T89" fmla="*/ 1461 h 1482"/>
                <a:gd name="T90" fmla="*/ 0 w 1386"/>
                <a:gd name="T91" fmla="*/ 1412 h 1482"/>
                <a:gd name="T92" fmla="*/ 9 w 1386"/>
                <a:gd name="T93" fmla="*/ 1180 h 1482"/>
                <a:gd name="T94" fmla="*/ 50 w 1386"/>
                <a:gd name="T95" fmla="*/ 1107 h 1482"/>
                <a:gd name="T96" fmla="*/ 152 w 1386"/>
                <a:gd name="T97" fmla="*/ 1025 h 1482"/>
                <a:gd name="T98" fmla="*/ 268 w 1386"/>
                <a:gd name="T99" fmla="*/ 946 h 1482"/>
                <a:gd name="T100" fmla="*/ 367 w 1386"/>
                <a:gd name="T101" fmla="*/ 888 h 1482"/>
                <a:gd name="T102" fmla="*/ 416 w 1386"/>
                <a:gd name="T103" fmla="*/ 684 h 1482"/>
                <a:gd name="T104" fmla="*/ 373 w 1386"/>
                <a:gd name="T105" fmla="*/ 612 h 1482"/>
                <a:gd name="T106" fmla="*/ 364 w 1386"/>
                <a:gd name="T107" fmla="*/ 300 h 1482"/>
                <a:gd name="T108" fmla="*/ 393 w 1386"/>
                <a:gd name="T109" fmla="*/ 174 h 1482"/>
                <a:gd name="T110" fmla="*/ 467 w 1386"/>
                <a:gd name="T111" fmla="*/ 74 h 1482"/>
                <a:gd name="T112" fmla="*/ 578 w 1386"/>
                <a:gd name="T113" fmla="*/ 13 h 14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386" h="1482">
                  <a:moveTo>
                    <a:pt x="666" y="0"/>
                  </a:moveTo>
                  <a:lnTo>
                    <a:pt x="721" y="0"/>
                  </a:lnTo>
                  <a:lnTo>
                    <a:pt x="765" y="3"/>
                  </a:lnTo>
                  <a:lnTo>
                    <a:pt x="808" y="13"/>
                  </a:lnTo>
                  <a:lnTo>
                    <a:pt x="848" y="28"/>
                  </a:lnTo>
                  <a:lnTo>
                    <a:pt x="885" y="49"/>
                  </a:lnTo>
                  <a:lnTo>
                    <a:pt x="919" y="74"/>
                  </a:lnTo>
                  <a:lnTo>
                    <a:pt x="948" y="103"/>
                  </a:lnTo>
                  <a:lnTo>
                    <a:pt x="974" y="137"/>
                  </a:lnTo>
                  <a:lnTo>
                    <a:pt x="994" y="174"/>
                  </a:lnTo>
                  <a:lnTo>
                    <a:pt x="1009" y="214"/>
                  </a:lnTo>
                  <a:lnTo>
                    <a:pt x="1019" y="256"/>
                  </a:lnTo>
                  <a:lnTo>
                    <a:pt x="1022" y="300"/>
                  </a:lnTo>
                  <a:lnTo>
                    <a:pt x="1022" y="555"/>
                  </a:lnTo>
                  <a:lnTo>
                    <a:pt x="1020" y="585"/>
                  </a:lnTo>
                  <a:lnTo>
                    <a:pt x="1013" y="612"/>
                  </a:lnTo>
                  <a:lnTo>
                    <a:pt x="1002" y="639"/>
                  </a:lnTo>
                  <a:lnTo>
                    <a:pt x="988" y="663"/>
                  </a:lnTo>
                  <a:lnTo>
                    <a:pt x="970" y="684"/>
                  </a:lnTo>
                  <a:lnTo>
                    <a:pt x="970" y="862"/>
                  </a:lnTo>
                  <a:lnTo>
                    <a:pt x="993" y="874"/>
                  </a:lnTo>
                  <a:lnTo>
                    <a:pt x="1019" y="888"/>
                  </a:lnTo>
                  <a:lnTo>
                    <a:pt x="1048" y="905"/>
                  </a:lnTo>
                  <a:lnTo>
                    <a:pt x="1082" y="925"/>
                  </a:lnTo>
                  <a:lnTo>
                    <a:pt x="1117" y="946"/>
                  </a:lnTo>
                  <a:lnTo>
                    <a:pt x="1155" y="970"/>
                  </a:lnTo>
                  <a:lnTo>
                    <a:pt x="1194" y="996"/>
                  </a:lnTo>
                  <a:lnTo>
                    <a:pt x="1234" y="1025"/>
                  </a:lnTo>
                  <a:lnTo>
                    <a:pt x="1275" y="1055"/>
                  </a:lnTo>
                  <a:lnTo>
                    <a:pt x="1315" y="1087"/>
                  </a:lnTo>
                  <a:lnTo>
                    <a:pt x="1336" y="1107"/>
                  </a:lnTo>
                  <a:lnTo>
                    <a:pt x="1353" y="1130"/>
                  </a:lnTo>
                  <a:lnTo>
                    <a:pt x="1367" y="1154"/>
                  </a:lnTo>
                  <a:lnTo>
                    <a:pt x="1378" y="1180"/>
                  </a:lnTo>
                  <a:lnTo>
                    <a:pt x="1384" y="1208"/>
                  </a:lnTo>
                  <a:lnTo>
                    <a:pt x="1386" y="1237"/>
                  </a:lnTo>
                  <a:lnTo>
                    <a:pt x="1386" y="1412"/>
                  </a:lnTo>
                  <a:lnTo>
                    <a:pt x="1384" y="1431"/>
                  </a:lnTo>
                  <a:lnTo>
                    <a:pt x="1376" y="1447"/>
                  </a:lnTo>
                  <a:lnTo>
                    <a:pt x="1366" y="1461"/>
                  </a:lnTo>
                  <a:lnTo>
                    <a:pt x="1351" y="1473"/>
                  </a:lnTo>
                  <a:lnTo>
                    <a:pt x="1334" y="1479"/>
                  </a:lnTo>
                  <a:lnTo>
                    <a:pt x="1316" y="1482"/>
                  </a:lnTo>
                  <a:lnTo>
                    <a:pt x="1297" y="1479"/>
                  </a:lnTo>
                  <a:lnTo>
                    <a:pt x="1280" y="1473"/>
                  </a:lnTo>
                  <a:lnTo>
                    <a:pt x="1266" y="1461"/>
                  </a:lnTo>
                  <a:lnTo>
                    <a:pt x="1255" y="1447"/>
                  </a:lnTo>
                  <a:lnTo>
                    <a:pt x="1248" y="1431"/>
                  </a:lnTo>
                  <a:lnTo>
                    <a:pt x="1246" y="1412"/>
                  </a:lnTo>
                  <a:lnTo>
                    <a:pt x="1246" y="1237"/>
                  </a:lnTo>
                  <a:lnTo>
                    <a:pt x="1244" y="1221"/>
                  </a:lnTo>
                  <a:lnTo>
                    <a:pt x="1237" y="1206"/>
                  </a:lnTo>
                  <a:lnTo>
                    <a:pt x="1227" y="1195"/>
                  </a:lnTo>
                  <a:lnTo>
                    <a:pt x="1188" y="1164"/>
                  </a:lnTo>
                  <a:lnTo>
                    <a:pt x="1150" y="1136"/>
                  </a:lnTo>
                  <a:lnTo>
                    <a:pt x="1112" y="1109"/>
                  </a:lnTo>
                  <a:lnTo>
                    <a:pt x="1075" y="1084"/>
                  </a:lnTo>
                  <a:lnTo>
                    <a:pt x="1039" y="1061"/>
                  </a:lnTo>
                  <a:lnTo>
                    <a:pt x="1006" y="1041"/>
                  </a:lnTo>
                  <a:lnTo>
                    <a:pt x="975" y="1023"/>
                  </a:lnTo>
                  <a:lnTo>
                    <a:pt x="947" y="1008"/>
                  </a:lnTo>
                  <a:lnTo>
                    <a:pt x="923" y="994"/>
                  </a:lnTo>
                  <a:lnTo>
                    <a:pt x="902" y="984"/>
                  </a:lnTo>
                  <a:lnTo>
                    <a:pt x="886" y="975"/>
                  </a:lnTo>
                  <a:lnTo>
                    <a:pt x="876" y="970"/>
                  </a:lnTo>
                  <a:lnTo>
                    <a:pt x="861" y="960"/>
                  </a:lnTo>
                  <a:lnTo>
                    <a:pt x="848" y="948"/>
                  </a:lnTo>
                  <a:lnTo>
                    <a:pt x="839" y="933"/>
                  </a:lnTo>
                  <a:lnTo>
                    <a:pt x="832" y="915"/>
                  </a:lnTo>
                  <a:lnTo>
                    <a:pt x="830" y="897"/>
                  </a:lnTo>
                  <a:lnTo>
                    <a:pt x="830" y="651"/>
                  </a:lnTo>
                  <a:lnTo>
                    <a:pt x="832" y="633"/>
                  </a:lnTo>
                  <a:lnTo>
                    <a:pt x="839" y="618"/>
                  </a:lnTo>
                  <a:lnTo>
                    <a:pt x="848" y="604"/>
                  </a:lnTo>
                  <a:lnTo>
                    <a:pt x="862" y="592"/>
                  </a:lnTo>
                  <a:lnTo>
                    <a:pt x="872" y="583"/>
                  </a:lnTo>
                  <a:lnTo>
                    <a:pt x="879" y="569"/>
                  </a:lnTo>
                  <a:lnTo>
                    <a:pt x="881" y="555"/>
                  </a:lnTo>
                  <a:lnTo>
                    <a:pt x="881" y="300"/>
                  </a:lnTo>
                  <a:lnTo>
                    <a:pt x="878" y="267"/>
                  </a:lnTo>
                  <a:lnTo>
                    <a:pt x="869" y="237"/>
                  </a:lnTo>
                  <a:lnTo>
                    <a:pt x="854" y="209"/>
                  </a:lnTo>
                  <a:lnTo>
                    <a:pt x="834" y="186"/>
                  </a:lnTo>
                  <a:lnTo>
                    <a:pt x="810" y="166"/>
                  </a:lnTo>
                  <a:lnTo>
                    <a:pt x="784" y="152"/>
                  </a:lnTo>
                  <a:lnTo>
                    <a:pt x="753" y="142"/>
                  </a:lnTo>
                  <a:lnTo>
                    <a:pt x="721" y="139"/>
                  </a:lnTo>
                  <a:lnTo>
                    <a:pt x="666" y="139"/>
                  </a:lnTo>
                  <a:lnTo>
                    <a:pt x="633" y="142"/>
                  </a:lnTo>
                  <a:lnTo>
                    <a:pt x="602" y="152"/>
                  </a:lnTo>
                  <a:lnTo>
                    <a:pt x="576" y="166"/>
                  </a:lnTo>
                  <a:lnTo>
                    <a:pt x="552" y="186"/>
                  </a:lnTo>
                  <a:lnTo>
                    <a:pt x="533" y="209"/>
                  </a:lnTo>
                  <a:lnTo>
                    <a:pt x="518" y="237"/>
                  </a:lnTo>
                  <a:lnTo>
                    <a:pt x="509" y="267"/>
                  </a:lnTo>
                  <a:lnTo>
                    <a:pt x="505" y="300"/>
                  </a:lnTo>
                  <a:lnTo>
                    <a:pt x="505" y="555"/>
                  </a:lnTo>
                  <a:lnTo>
                    <a:pt x="508" y="569"/>
                  </a:lnTo>
                  <a:lnTo>
                    <a:pt x="514" y="583"/>
                  </a:lnTo>
                  <a:lnTo>
                    <a:pt x="524" y="592"/>
                  </a:lnTo>
                  <a:lnTo>
                    <a:pt x="538" y="604"/>
                  </a:lnTo>
                  <a:lnTo>
                    <a:pt x="548" y="618"/>
                  </a:lnTo>
                  <a:lnTo>
                    <a:pt x="554" y="633"/>
                  </a:lnTo>
                  <a:lnTo>
                    <a:pt x="556" y="651"/>
                  </a:lnTo>
                  <a:lnTo>
                    <a:pt x="556" y="897"/>
                  </a:lnTo>
                  <a:lnTo>
                    <a:pt x="554" y="915"/>
                  </a:lnTo>
                  <a:lnTo>
                    <a:pt x="548" y="932"/>
                  </a:lnTo>
                  <a:lnTo>
                    <a:pt x="538" y="948"/>
                  </a:lnTo>
                  <a:lnTo>
                    <a:pt x="526" y="960"/>
                  </a:lnTo>
                  <a:lnTo>
                    <a:pt x="511" y="970"/>
                  </a:lnTo>
                  <a:lnTo>
                    <a:pt x="500" y="975"/>
                  </a:lnTo>
                  <a:lnTo>
                    <a:pt x="484" y="984"/>
                  </a:lnTo>
                  <a:lnTo>
                    <a:pt x="464" y="994"/>
                  </a:lnTo>
                  <a:lnTo>
                    <a:pt x="439" y="1008"/>
                  </a:lnTo>
                  <a:lnTo>
                    <a:pt x="412" y="1023"/>
                  </a:lnTo>
                  <a:lnTo>
                    <a:pt x="381" y="1041"/>
                  </a:lnTo>
                  <a:lnTo>
                    <a:pt x="347" y="1061"/>
                  </a:lnTo>
                  <a:lnTo>
                    <a:pt x="311" y="1084"/>
                  </a:lnTo>
                  <a:lnTo>
                    <a:pt x="274" y="1109"/>
                  </a:lnTo>
                  <a:lnTo>
                    <a:pt x="236" y="1136"/>
                  </a:lnTo>
                  <a:lnTo>
                    <a:pt x="199" y="1164"/>
                  </a:lnTo>
                  <a:lnTo>
                    <a:pt x="160" y="1195"/>
                  </a:lnTo>
                  <a:lnTo>
                    <a:pt x="149" y="1206"/>
                  </a:lnTo>
                  <a:lnTo>
                    <a:pt x="143" y="1221"/>
                  </a:lnTo>
                  <a:lnTo>
                    <a:pt x="141" y="1237"/>
                  </a:lnTo>
                  <a:lnTo>
                    <a:pt x="141" y="1412"/>
                  </a:lnTo>
                  <a:lnTo>
                    <a:pt x="138" y="1431"/>
                  </a:lnTo>
                  <a:lnTo>
                    <a:pt x="131" y="1447"/>
                  </a:lnTo>
                  <a:lnTo>
                    <a:pt x="120" y="1461"/>
                  </a:lnTo>
                  <a:lnTo>
                    <a:pt x="106" y="1473"/>
                  </a:lnTo>
                  <a:lnTo>
                    <a:pt x="89" y="1479"/>
                  </a:lnTo>
                  <a:lnTo>
                    <a:pt x="70" y="1482"/>
                  </a:lnTo>
                  <a:lnTo>
                    <a:pt x="52" y="1479"/>
                  </a:lnTo>
                  <a:lnTo>
                    <a:pt x="35" y="1473"/>
                  </a:lnTo>
                  <a:lnTo>
                    <a:pt x="20" y="1461"/>
                  </a:lnTo>
                  <a:lnTo>
                    <a:pt x="10" y="1447"/>
                  </a:lnTo>
                  <a:lnTo>
                    <a:pt x="2" y="1431"/>
                  </a:lnTo>
                  <a:lnTo>
                    <a:pt x="0" y="1412"/>
                  </a:lnTo>
                  <a:lnTo>
                    <a:pt x="0" y="1237"/>
                  </a:lnTo>
                  <a:lnTo>
                    <a:pt x="2" y="1208"/>
                  </a:lnTo>
                  <a:lnTo>
                    <a:pt x="9" y="1180"/>
                  </a:lnTo>
                  <a:lnTo>
                    <a:pt x="18" y="1153"/>
                  </a:lnTo>
                  <a:lnTo>
                    <a:pt x="33" y="1129"/>
                  </a:lnTo>
                  <a:lnTo>
                    <a:pt x="50" y="1107"/>
                  </a:lnTo>
                  <a:lnTo>
                    <a:pt x="71" y="1087"/>
                  </a:lnTo>
                  <a:lnTo>
                    <a:pt x="111" y="1054"/>
                  </a:lnTo>
                  <a:lnTo>
                    <a:pt x="152" y="1025"/>
                  </a:lnTo>
                  <a:lnTo>
                    <a:pt x="192" y="996"/>
                  </a:lnTo>
                  <a:lnTo>
                    <a:pt x="231" y="970"/>
                  </a:lnTo>
                  <a:lnTo>
                    <a:pt x="268" y="946"/>
                  </a:lnTo>
                  <a:lnTo>
                    <a:pt x="304" y="924"/>
                  </a:lnTo>
                  <a:lnTo>
                    <a:pt x="338" y="905"/>
                  </a:lnTo>
                  <a:lnTo>
                    <a:pt x="367" y="888"/>
                  </a:lnTo>
                  <a:lnTo>
                    <a:pt x="394" y="873"/>
                  </a:lnTo>
                  <a:lnTo>
                    <a:pt x="416" y="862"/>
                  </a:lnTo>
                  <a:lnTo>
                    <a:pt x="416" y="684"/>
                  </a:lnTo>
                  <a:lnTo>
                    <a:pt x="398" y="663"/>
                  </a:lnTo>
                  <a:lnTo>
                    <a:pt x="383" y="639"/>
                  </a:lnTo>
                  <a:lnTo>
                    <a:pt x="373" y="612"/>
                  </a:lnTo>
                  <a:lnTo>
                    <a:pt x="366" y="585"/>
                  </a:lnTo>
                  <a:lnTo>
                    <a:pt x="364" y="555"/>
                  </a:lnTo>
                  <a:lnTo>
                    <a:pt x="364" y="300"/>
                  </a:lnTo>
                  <a:lnTo>
                    <a:pt x="367" y="256"/>
                  </a:lnTo>
                  <a:lnTo>
                    <a:pt x="377" y="214"/>
                  </a:lnTo>
                  <a:lnTo>
                    <a:pt x="393" y="174"/>
                  </a:lnTo>
                  <a:lnTo>
                    <a:pt x="413" y="137"/>
                  </a:lnTo>
                  <a:lnTo>
                    <a:pt x="438" y="103"/>
                  </a:lnTo>
                  <a:lnTo>
                    <a:pt x="467" y="74"/>
                  </a:lnTo>
                  <a:lnTo>
                    <a:pt x="501" y="49"/>
                  </a:lnTo>
                  <a:lnTo>
                    <a:pt x="538" y="28"/>
                  </a:lnTo>
                  <a:lnTo>
                    <a:pt x="578" y="13"/>
                  </a:lnTo>
                  <a:lnTo>
                    <a:pt x="621" y="3"/>
                  </a:lnTo>
                  <a:lnTo>
                    <a:pt x="666"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sp>
        <p:nvSpPr>
          <p:cNvPr id="26" name="矩形 25"/>
          <p:cNvSpPr/>
          <p:nvPr/>
        </p:nvSpPr>
        <p:spPr>
          <a:xfrm>
            <a:off x="6716233" y="3691270"/>
            <a:ext cx="1608881" cy="2152893"/>
          </a:xfrm>
          <a:prstGeom prst="rect">
            <a:avLst/>
          </a:prstGeom>
          <a:solidFill>
            <a:schemeClr val="bg1"/>
          </a:solidFill>
          <a:ln>
            <a:noFill/>
          </a:ln>
          <a:effectLst>
            <a:outerShdw blurRad="152400" sx="102000" sy="102000" algn="ctr" rotWithShape="0">
              <a:schemeClr val="tx1">
                <a:lumMod val="75000"/>
                <a:lumOff val="2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7" name="文本框 26"/>
          <p:cNvSpPr txBox="1"/>
          <p:nvPr/>
        </p:nvSpPr>
        <p:spPr>
          <a:xfrm>
            <a:off x="6747800" y="4834473"/>
            <a:ext cx="1545747" cy="717825"/>
          </a:xfrm>
          <a:prstGeom prst="rect">
            <a:avLst/>
          </a:prstGeom>
          <a:noFill/>
        </p:spPr>
        <p:txBody>
          <a:bodyPr wrap="square" rtlCol="0">
            <a:spAutoFit/>
          </a:bodyPr>
          <a:lstStyle/>
          <a:p>
            <a:pPr algn="ct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a:t>
            </a:r>
            <a:endParaRPr kumimoji="1" lang="zh-CN" altLang="en-US" sz="1100" dirty="0">
              <a:solidFill>
                <a:schemeClr val="bg1">
                  <a:lumMod val="50000"/>
                </a:schemeClr>
              </a:solidFill>
              <a:latin typeface="+mn-ea"/>
              <a:cs typeface="+mn-ea"/>
              <a:sym typeface="+mn-lt"/>
            </a:endParaRPr>
          </a:p>
        </p:txBody>
      </p:sp>
      <p:sp>
        <p:nvSpPr>
          <p:cNvPr id="28" name="文本框 27"/>
          <p:cNvSpPr txBox="1"/>
          <p:nvPr/>
        </p:nvSpPr>
        <p:spPr>
          <a:xfrm>
            <a:off x="6925892" y="4485258"/>
            <a:ext cx="1189562" cy="307777"/>
          </a:xfrm>
          <a:prstGeom prst="rect">
            <a:avLst/>
          </a:prstGeom>
          <a:noFill/>
        </p:spPr>
        <p:txBody>
          <a:bodyPr wrap="square" rtlCol="0">
            <a:spAutoFit/>
          </a:bodyPr>
          <a:lstStyle/>
          <a:p>
            <a:pPr algn="dist"/>
            <a:r>
              <a:rPr kumimoji="1" lang="zh-CN" altLang="en-US" sz="1400" dirty="0">
                <a:solidFill>
                  <a:schemeClr val="tx2"/>
                </a:solidFill>
                <a:latin typeface="+mn-ea"/>
                <a:cs typeface="+mn-ea"/>
                <a:sym typeface="+mn-lt"/>
              </a:rPr>
              <a:t>请输入标题</a:t>
            </a:r>
            <a:endParaRPr kumimoji="1" lang="zh-CN" altLang="en-US" sz="1400" dirty="0">
              <a:solidFill>
                <a:schemeClr val="tx2"/>
              </a:solidFill>
              <a:latin typeface="+mn-ea"/>
              <a:cs typeface="+mn-ea"/>
              <a:sym typeface="+mn-lt"/>
            </a:endParaRPr>
          </a:p>
        </p:txBody>
      </p:sp>
      <p:grpSp>
        <p:nvGrpSpPr>
          <p:cNvPr id="29" name="Group 111"/>
          <p:cNvGrpSpPr/>
          <p:nvPr/>
        </p:nvGrpSpPr>
        <p:grpSpPr>
          <a:xfrm>
            <a:off x="7310023" y="3964722"/>
            <a:ext cx="444450" cy="443173"/>
            <a:chOff x="8153400" y="2690813"/>
            <a:chExt cx="552450" cy="550862"/>
          </a:xfrm>
          <a:solidFill>
            <a:schemeClr val="tx2"/>
          </a:solidFill>
        </p:grpSpPr>
        <p:sp>
          <p:nvSpPr>
            <p:cNvPr id="30" name="Freeform 123"/>
            <p:cNvSpPr/>
            <p:nvPr/>
          </p:nvSpPr>
          <p:spPr bwMode="auto">
            <a:xfrm>
              <a:off x="8315325" y="2835275"/>
              <a:ext cx="228600" cy="239712"/>
            </a:xfrm>
            <a:custGeom>
              <a:avLst/>
              <a:gdLst>
                <a:gd name="T0" fmla="*/ 803 w 1447"/>
                <a:gd name="T1" fmla="*/ 4 h 1516"/>
                <a:gd name="T2" fmla="*/ 937 w 1447"/>
                <a:gd name="T3" fmla="*/ 47 h 1516"/>
                <a:gd name="T4" fmla="*/ 1045 w 1447"/>
                <a:gd name="T5" fmla="*/ 131 h 1516"/>
                <a:gd name="T6" fmla="*/ 1117 w 1447"/>
                <a:gd name="T7" fmla="*/ 249 h 1516"/>
                <a:gd name="T8" fmla="*/ 1143 w 1447"/>
                <a:gd name="T9" fmla="*/ 388 h 1516"/>
                <a:gd name="T10" fmla="*/ 1134 w 1447"/>
                <a:gd name="T11" fmla="*/ 803 h 1516"/>
                <a:gd name="T12" fmla="*/ 1093 w 1447"/>
                <a:gd name="T13" fmla="*/ 884 h 1516"/>
                <a:gd name="T14" fmla="*/ 1095 w 1447"/>
                <a:gd name="T15" fmla="*/ 1191 h 1516"/>
                <a:gd name="T16" fmla="*/ 1188 w 1447"/>
                <a:gd name="T17" fmla="*/ 1242 h 1516"/>
                <a:gd name="T18" fmla="*/ 1308 w 1447"/>
                <a:gd name="T19" fmla="*/ 1315 h 1516"/>
                <a:gd name="T20" fmla="*/ 1418 w 1447"/>
                <a:gd name="T21" fmla="*/ 1388 h 1516"/>
                <a:gd name="T22" fmla="*/ 1447 w 1447"/>
                <a:gd name="T23" fmla="*/ 1434 h 1516"/>
                <a:gd name="T24" fmla="*/ 1435 w 1447"/>
                <a:gd name="T25" fmla="*/ 1486 h 1516"/>
                <a:gd name="T26" fmla="*/ 1394 w 1447"/>
                <a:gd name="T27" fmla="*/ 1513 h 1516"/>
                <a:gd name="T28" fmla="*/ 1349 w 1447"/>
                <a:gd name="T29" fmla="*/ 1510 h 1516"/>
                <a:gd name="T30" fmla="*/ 1233 w 1447"/>
                <a:gd name="T31" fmla="*/ 1433 h 1516"/>
                <a:gd name="T32" fmla="*/ 1119 w 1447"/>
                <a:gd name="T33" fmla="*/ 1364 h 1516"/>
                <a:gd name="T34" fmla="*/ 1032 w 1447"/>
                <a:gd name="T35" fmla="*/ 1316 h 1516"/>
                <a:gd name="T36" fmla="*/ 980 w 1447"/>
                <a:gd name="T37" fmla="*/ 1290 h 1516"/>
                <a:gd name="T38" fmla="*/ 941 w 1447"/>
                <a:gd name="T39" fmla="*/ 1250 h 1516"/>
                <a:gd name="T40" fmla="*/ 932 w 1447"/>
                <a:gd name="T41" fmla="*/ 872 h 1516"/>
                <a:gd name="T42" fmla="*/ 950 w 1447"/>
                <a:gd name="T43" fmla="*/ 826 h 1516"/>
                <a:gd name="T44" fmla="*/ 993 w 1447"/>
                <a:gd name="T45" fmla="*/ 783 h 1516"/>
                <a:gd name="T46" fmla="*/ 1003 w 1447"/>
                <a:gd name="T47" fmla="*/ 388 h 1516"/>
                <a:gd name="T48" fmla="*/ 975 w 1447"/>
                <a:gd name="T49" fmla="*/ 275 h 1516"/>
                <a:gd name="T50" fmla="*/ 902 w 1447"/>
                <a:gd name="T51" fmla="*/ 189 h 1516"/>
                <a:gd name="T52" fmla="*/ 796 w 1447"/>
                <a:gd name="T53" fmla="*/ 144 h 1516"/>
                <a:gd name="T54" fmla="*/ 640 w 1447"/>
                <a:gd name="T55" fmla="*/ 144 h 1516"/>
                <a:gd name="T56" fmla="*/ 533 w 1447"/>
                <a:gd name="T57" fmla="*/ 189 h 1516"/>
                <a:gd name="T58" fmla="*/ 459 w 1447"/>
                <a:gd name="T59" fmla="*/ 275 h 1516"/>
                <a:gd name="T60" fmla="*/ 432 w 1447"/>
                <a:gd name="T61" fmla="*/ 388 h 1516"/>
                <a:gd name="T62" fmla="*/ 442 w 1447"/>
                <a:gd name="T63" fmla="*/ 783 h 1516"/>
                <a:gd name="T64" fmla="*/ 485 w 1447"/>
                <a:gd name="T65" fmla="*/ 826 h 1516"/>
                <a:gd name="T66" fmla="*/ 503 w 1447"/>
                <a:gd name="T67" fmla="*/ 872 h 1516"/>
                <a:gd name="T68" fmla="*/ 494 w 1447"/>
                <a:gd name="T69" fmla="*/ 1250 h 1516"/>
                <a:gd name="T70" fmla="*/ 454 w 1447"/>
                <a:gd name="T71" fmla="*/ 1290 h 1516"/>
                <a:gd name="T72" fmla="*/ 400 w 1447"/>
                <a:gd name="T73" fmla="*/ 1317 h 1516"/>
                <a:gd name="T74" fmla="*/ 311 w 1447"/>
                <a:gd name="T75" fmla="*/ 1366 h 1516"/>
                <a:gd name="T76" fmla="*/ 196 w 1447"/>
                <a:gd name="T77" fmla="*/ 1436 h 1516"/>
                <a:gd name="T78" fmla="*/ 93 w 1447"/>
                <a:gd name="T79" fmla="*/ 1502 h 1516"/>
                <a:gd name="T80" fmla="*/ 41 w 1447"/>
                <a:gd name="T81" fmla="*/ 1500 h 1516"/>
                <a:gd name="T82" fmla="*/ 3 w 1447"/>
                <a:gd name="T83" fmla="*/ 1459 h 1516"/>
                <a:gd name="T84" fmla="*/ 6 w 1447"/>
                <a:gd name="T85" fmla="*/ 1406 h 1516"/>
                <a:gd name="T86" fmla="*/ 75 w 1447"/>
                <a:gd name="T87" fmla="*/ 1346 h 1516"/>
                <a:gd name="T88" fmla="*/ 205 w 1447"/>
                <a:gd name="T89" fmla="*/ 1265 h 1516"/>
                <a:gd name="T90" fmla="*/ 310 w 1447"/>
                <a:gd name="T91" fmla="*/ 1206 h 1516"/>
                <a:gd name="T92" fmla="*/ 361 w 1447"/>
                <a:gd name="T93" fmla="*/ 907 h 1516"/>
                <a:gd name="T94" fmla="*/ 302 w 1447"/>
                <a:gd name="T95" fmla="*/ 814 h 1516"/>
                <a:gd name="T96" fmla="*/ 291 w 1447"/>
                <a:gd name="T97" fmla="*/ 388 h 1516"/>
                <a:gd name="T98" fmla="*/ 316 w 1447"/>
                <a:gd name="T99" fmla="*/ 249 h 1516"/>
                <a:gd name="T100" fmla="*/ 389 w 1447"/>
                <a:gd name="T101" fmla="*/ 131 h 1516"/>
                <a:gd name="T102" fmla="*/ 496 w 1447"/>
                <a:gd name="T103" fmla="*/ 47 h 1516"/>
                <a:gd name="T104" fmla="*/ 630 w 1447"/>
                <a:gd name="T105" fmla="*/ 4 h 15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447" h="1516">
                  <a:moveTo>
                    <a:pt x="679" y="0"/>
                  </a:moveTo>
                  <a:lnTo>
                    <a:pt x="755" y="0"/>
                  </a:lnTo>
                  <a:lnTo>
                    <a:pt x="803" y="4"/>
                  </a:lnTo>
                  <a:lnTo>
                    <a:pt x="851" y="13"/>
                  </a:lnTo>
                  <a:lnTo>
                    <a:pt x="895" y="27"/>
                  </a:lnTo>
                  <a:lnTo>
                    <a:pt x="937" y="47"/>
                  </a:lnTo>
                  <a:lnTo>
                    <a:pt x="976" y="70"/>
                  </a:lnTo>
                  <a:lnTo>
                    <a:pt x="1013" y="98"/>
                  </a:lnTo>
                  <a:lnTo>
                    <a:pt x="1045" y="131"/>
                  </a:lnTo>
                  <a:lnTo>
                    <a:pt x="1073" y="166"/>
                  </a:lnTo>
                  <a:lnTo>
                    <a:pt x="1097" y="206"/>
                  </a:lnTo>
                  <a:lnTo>
                    <a:pt x="1117" y="249"/>
                  </a:lnTo>
                  <a:lnTo>
                    <a:pt x="1131" y="293"/>
                  </a:lnTo>
                  <a:lnTo>
                    <a:pt x="1139" y="340"/>
                  </a:lnTo>
                  <a:lnTo>
                    <a:pt x="1143" y="388"/>
                  </a:lnTo>
                  <a:lnTo>
                    <a:pt x="1143" y="741"/>
                  </a:lnTo>
                  <a:lnTo>
                    <a:pt x="1141" y="772"/>
                  </a:lnTo>
                  <a:lnTo>
                    <a:pt x="1134" y="803"/>
                  </a:lnTo>
                  <a:lnTo>
                    <a:pt x="1125" y="831"/>
                  </a:lnTo>
                  <a:lnTo>
                    <a:pt x="1110" y="858"/>
                  </a:lnTo>
                  <a:lnTo>
                    <a:pt x="1093" y="884"/>
                  </a:lnTo>
                  <a:lnTo>
                    <a:pt x="1072" y="907"/>
                  </a:lnTo>
                  <a:lnTo>
                    <a:pt x="1072" y="1179"/>
                  </a:lnTo>
                  <a:lnTo>
                    <a:pt x="1095" y="1191"/>
                  </a:lnTo>
                  <a:lnTo>
                    <a:pt x="1123" y="1205"/>
                  </a:lnTo>
                  <a:lnTo>
                    <a:pt x="1153" y="1222"/>
                  </a:lnTo>
                  <a:lnTo>
                    <a:pt x="1188" y="1242"/>
                  </a:lnTo>
                  <a:lnTo>
                    <a:pt x="1226" y="1264"/>
                  </a:lnTo>
                  <a:lnTo>
                    <a:pt x="1266" y="1288"/>
                  </a:lnTo>
                  <a:lnTo>
                    <a:pt x="1308" y="1315"/>
                  </a:lnTo>
                  <a:lnTo>
                    <a:pt x="1353" y="1343"/>
                  </a:lnTo>
                  <a:lnTo>
                    <a:pt x="1385" y="1365"/>
                  </a:lnTo>
                  <a:lnTo>
                    <a:pt x="1418" y="1388"/>
                  </a:lnTo>
                  <a:lnTo>
                    <a:pt x="1432" y="1401"/>
                  </a:lnTo>
                  <a:lnTo>
                    <a:pt x="1441" y="1417"/>
                  </a:lnTo>
                  <a:lnTo>
                    <a:pt x="1447" y="1434"/>
                  </a:lnTo>
                  <a:lnTo>
                    <a:pt x="1447" y="1451"/>
                  </a:lnTo>
                  <a:lnTo>
                    <a:pt x="1444" y="1469"/>
                  </a:lnTo>
                  <a:lnTo>
                    <a:pt x="1435" y="1486"/>
                  </a:lnTo>
                  <a:lnTo>
                    <a:pt x="1423" y="1499"/>
                  </a:lnTo>
                  <a:lnTo>
                    <a:pt x="1409" y="1508"/>
                  </a:lnTo>
                  <a:lnTo>
                    <a:pt x="1394" y="1513"/>
                  </a:lnTo>
                  <a:lnTo>
                    <a:pt x="1378" y="1516"/>
                  </a:lnTo>
                  <a:lnTo>
                    <a:pt x="1363" y="1515"/>
                  </a:lnTo>
                  <a:lnTo>
                    <a:pt x="1349" y="1510"/>
                  </a:lnTo>
                  <a:lnTo>
                    <a:pt x="1337" y="1503"/>
                  </a:lnTo>
                  <a:lnTo>
                    <a:pt x="1276" y="1460"/>
                  </a:lnTo>
                  <a:lnTo>
                    <a:pt x="1233" y="1433"/>
                  </a:lnTo>
                  <a:lnTo>
                    <a:pt x="1193" y="1408"/>
                  </a:lnTo>
                  <a:lnTo>
                    <a:pt x="1155" y="1385"/>
                  </a:lnTo>
                  <a:lnTo>
                    <a:pt x="1119" y="1364"/>
                  </a:lnTo>
                  <a:lnTo>
                    <a:pt x="1087" y="1345"/>
                  </a:lnTo>
                  <a:lnTo>
                    <a:pt x="1058" y="1329"/>
                  </a:lnTo>
                  <a:lnTo>
                    <a:pt x="1032" y="1316"/>
                  </a:lnTo>
                  <a:lnTo>
                    <a:pt x="1010" y="1304"/>
                  </a:lnTo>
                  <a:lnTo>
                    <a:pt x="993" y="1296"/>
                  </a:lnTo>
                  <a:lnTo>
                    <a:pt x="980" y="1290"/>
                  </a:lnTo>
                  <a:lnTo>
                    <a:pt x="964" y="1279"/>
                  </a:lnTo>
                  <a:lnTo>
                    <a:pt x="951" y="1265"/>
                  </a:lnTo>
                  <a:lnTo>
                    <a:pt x="941" y="1250"/>
                  </a:lnTo>
                  <a:lnTo>
                    <a:pt x="934" y="1232"/>
                  </a:lnTo>
                  <a:lnTo>
                    <a:pt x="932" y="1213"/>
                  </a:lnTo>
                  <a:lnTo>
                    <a:pt x="932" y="872"/>
                  </a:lnTo>
                  <a:lnTo>
                    <a:pt x="934" y="855"/>
                  </a:lnTo>
                  <a:lnTo>
                    <a:pt x="940" y="839"/>
                  </a:lnTo>
                  <a:lnTo>
                    <a:pt x="950" y="826"/>
                  </a:lnTo>
                  <a:lnTo>
                    <a:pt x="963" y="814"/>
                  </a:lnTo>
                  <a:lnTo>
                    <a:pt x="980" y="801"/>
                  </a:lnTo>
                  <a:lnTo>
                    <a:pt x="993" y="783"/>
                  </a:lnTo>
                  <a:lnTo>
                    <a:pt x="1000" y="763"/>
                  </a:lnTo>
                  <a:lnTo>
                    <a:pt x="1003" y="741"/>
                  </a:lnTo>
                  <a:lnTo>
                    <a:pt x="1003" y="388"/>
                  </a:lnTo>
                  <a:lnTo>
                    <a:pt x="1000" y="348"/>
                  </a:lnTo>
                  <a:lnTo>
                    <a:pt x="991" y="311"/>
                  </a:lnTo>
                  <a:lnTo>
                    <a:pt x="975" y="275"/>
                  </a:lnTo>
                  <a:lnTo>
                    <a:pt x="955" y="242"/>
                  </a:lnTo>
                  <a:lnTo>
                    <a:pt x="931" y="214"/>
                  </a:lnTo>
                  <a:lnTo>
                    <a:pt x="902" y="189"/>
                  </a:lnTo>
                  <a:lnTo>
                    <a:pt x="870" y="169"/>
                  </a:lnTo>
                  <a:lnTo>
                    <a:pt x="834" y="154"/>
                  </a:lnTo>
                  <a:lnTo>
                    <a:pt x="796" y="144"/>
                  </a:lnTo>
                  <a:lnTo>
                    <a:pt x="756" y="141"/>
                  </a:lnTo>
                  <a:lnTo>
                    <a:pt x="680" y="141"/>
                  </a:lnTo>
                  <a:lnTo>
                    <a:pt x="640" y="144"/>
                  </a:lnTo>
                  <a:lnTo>
                    <a:pt x="601" y="154"/>
                  </a:lnTo>
                  <a:lnTo>
                    <a:pt x="566" y="169"/>
                  </a:lnTo>
                  <a:lnTo>
                    <a:pt x="533" y="189"/>
                  </a:lnTo>
                  <a:lnTo>
                    <a:pt x="505" y="213"/>
                  </a:lnTo>
                  <a:lnTo>
                    <a:pt x="479" y="242"/>
                  </a:lnTo>
                  <a:lnTo>
                    <a:pt x="459" y="275"/>
                  </a:lnTo>
                  <a:lnTo>
                    <a:pt x="445" y="310"/>
                  </a:lnTo>
                  <a:lnTo>
                    <a:pt x="435" y="348"/>
                  </a:lnTo>
                  <a:lnTo>
                    <a:pt x="432" y="388"/>
                  </a:lnTo>
                  <a:lnTo>
                    <a:pt x="432" y="741"/>
                  </a:lnTo>
                  <a:lnTo>
                    <a:pt x="434" y="763"/>
                  </a:lnTo>
                  <a:lnTo>
                    <a:pt x="442" y="783"/>
                  </a:lnTo>
                  <a:lnTo>
                    <a:pt x="454" y="801"/>
                  </a:lnTo>
                  <a:lnTo>
                    <a:pt x="471" y="814"/>
                  </a:lnTo>
                  <a:lnTo>
                    <a:pt x="485" y="826"/>
                  </a:lnTo>
                  <a:lnTo>
                    <a:pt x="494" y="839"/>
                  </a:lnTo>
                  <a:lnTo>
                    <a:pt x="500" y="855"/>
                  </a:lnTo>
                  <a:lnTo>
                    <a:pt x="503" y="872"/>
                  </a:lnTo>
                  <a:lnTo>
                    <a:pt x="503" y="1213"/>
                  </a:lnTo>
                  <a:lnTo>
                    <a:pt x="500" y="1232"/>
                  </a:lnTo>
                  <a:lnTo>
                    <a:pt x="494" y="1250"/>
                  </a:lnTo>
                  <a:lnTo>
                    <a:pt x="484" y="1265"/>
                  </a:lnTo>
                  <a:lnTo>
                    <a:pt x="470" y="1279"/>
                  </a:lnTo>
                  <a:lnTo>
                    <a:pt x="454" y="1290"/>
                  </a:lnTo>
                  <a:lnTo>
                    <a:pt x="440" y="1296"/>
                  </a:lnTo>
                  <a:lnTo>
                    <a:pt x="422" y="1305"/>
                  </a:lnTo>
                  <a:lnTo>
                    <a:pt x="400" y="1317"/>
                  </a:lnTo>
                  <a:lnTo>
                    <a:pt x="374" y="1331"/>
                  </a:lnTo>
                  <a:lnTo>
                    <a:pt x="344" y="1347"/>
                  </a:lnTo>
                  <a:lnTo>
                    <a:pt x="311" y="1366"/>
                  </a:lnTo>
                  <a:lnTo>
                    <a:pt x="275" y="1387"/>
                  </a:lnTo>
                  <a:lnTo>
                    <a:pt x="237" y="1410"/>
                  </a:lnTo>
                  <a:lnTo>
                    <a:pt x="196" y="1436"/>
                  </a:lnTo>
                  <a:lnTo>
                    <a:pt x="153" y="1463"/>
                  </a:lnTo>
                  <a:lnTo>
                    <a:pt x="110" y="1492"/>
                  </a:lnTo>
                  <a:lnTo>
                    <a:pt x="93" y="1502"/>
                  </a:lnTo>
                  <a:lnTo>
                    <a:pt x="75" y="1505"/>
                  </a:lnTo>
                  <a:lnTo>
                    <a:pt x="58" y="1505"/>
                  </a:lnTo>
                  <a:lnTo>
                    <a:pt x="41" y="1500"/>
                  </a:lnTo>
                  <a:lnTo>
                    <a:pt x="25" y="1489"/>
                  </a:lnTo>
                  <a:lnTo>
                    <a:pt x="12" y="1476"/>
                  </a:lnTo>
                  <a:lnTo>
                    <a:pt x="3" y="1459"/>
                  </a:lnTo>
                  <a:lnTo>
                    <a:pt x="0" y="1441"/>
                  </a:lnTo>
                  <a:lnTo>
                    <a:pt x="1" y="1423"/>
                  </a:lnTo>
                  <a:lnTo>
                    <a:pt x="6" y="1406"/>
                  </a:lnTo>
                  <a:lnTo>
                    <a:pt x="15" y="1390"/>
                  </a:lnTo>
                  <a:lnTo>
                    <a:pt x="29" y="1378"/>
                  </a:lnTo>
                  <a:lnTo>
                    <a:pt x="75" y="1346"/>
                  </a:lnTo>
                  <a:lnTo>
                    <a:pt x="121" y="1317"/>
                  </a:lnTo>
                  <a:lnTo>
                    <a:pt x="164" y="1291"/>
                  </a:lnTo>
                  <a:lnTo>
                    <a:pt x="205" y="1265"/>
                  </a:lnTo>
                  <a:lnTo>
                    <a:pt x="243" y="1243"/>
                  </a:lnTo>
                  <a:lnTo>
                    <a:pt x="278" y="1223"/>
                  </a:lnTo>
                  <a:lnTo>
                    <a:pt x="310" y="1206"/>
                  </a:lnTo>
                  <a:lnTo>
                    <a:pt x="338" y="1192"/>
                  </a:lnTo>
                  <a:lnTo>
                    <a:pt x="361" y="1179"/>
                  </a:lnTo>
                  <a:lnTo>
                    <a:pt x="361" y="907"/>
                  </a:lnTo>
                  <a:lnTo>
                    <a:pt x="337" y="878"/>
                  </a:lnTo>
                  <a:lnTo>
                    <a:pt x="317" y="848"/>
                  </a:lnTo>
                  <a:lnTo>
                    <a:pt x="302" y="814"/>
                  </a:lnTo>
                  <a:lnTo>
                    <a:pt x="293" y="778"/>
                  </a:lnTo>
                  <a:lnTo>
                    <a:pt x="291" y="741"/>
                  </a:lnTo>
                  <a:lnTo>
                    <a:pt x="291" y="388"/>
                  </a:lnTo>
                  <a:lnTo>
                    <a:pt x="293" y="340"/>
                  </a:lnTo>
                  <a:lnTo>
                    <a:pt x="302" y="293"/>
                  </a:lnTo>
                  <a:lnTo>
                    <a:pt x="316" y="249"/>
                  </a:lnTo>
                  <a:lnTo>
                    <a:pt x="336" y="206"/>
                  </a:lnTo>
                  <a:lnTo>
                    <a:pt x="360" y="166"/>
                  </a:lnTo>
                  <a:lnTo>
                    <a:pt x="389" y="131"/>
                  </a:lnTo>
                  <a:lnTo>
                    <a:pt x="420" y="98"/>
                  </a:lnTo>
                  <a:lnTo>
                    <a:pt x="456" y="70"/>
                  </a:lnTo>
                  <a:lnTo>
                    <a:pt x="496" y="47"/>
                  </a:lnTo>
                  <a:lnTo>
                    <a:pt x="538" y="27"/>
                  </a:lnTo>
                  <a:lnTo>
                    <a:pt x="583" y="13"/>
                  </a:lnTo>
                  <a:lnTo>
                    <a:pt x="630" y="4"/>
                  </a:lnTo>
                  <a:lnTo>
                    <a:pt x="679"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31" name="Freeform 124"/>
            <p:cNvSpPr>
              <a:spLocks noEditPoints="1"/>
            </p:cNvSpPr>
            <p:nvPr/>
          </p:nvSpPr>
          <p:spPr bwMode="auto">
            <a:xfrm>
              <a:off x="8153400" y="2690813"/>
              <a:ext cx="552450" cy="550862"/>
            </a:xfrm>
            <a:custGeom>
              <a:avLst/>
              <a:gdLst>
                <a:gd name="T0" fmla="*/ 1469 w 3480"/>
                <a:gd name="T1" fmla="*/ 545 h 3470"/>
                <a:gd name="T2" fmla="*/ 1148 w 3480"/>
                <a:gd name="T3" fmla="*/ 664 h 3470"/>
                <a:gd name="T4" fmla="*/ 878 w 3480"/>
                <a:gd name="T5" fmla="*/ 864 h 3470"/>
                <a:gd name="T6" fmla="*/ 673 w 3480"/>
                <a:gd name="T7" fmla="*/ 1129 h 3470"/>
                <a:gd name="T8" fmla="*/ 545 w 3480"/>
                <a:gd name="T9" fmla="*/ 1445 h 3470"/>
                <a:gd name="T10" fmla="*/ 516 w 3480"/>
                <a:gd name="T11" fmla="*/ 1720 h 3470"/>
                <a:gd name="T12" fmla="*/ 516 w 3480"/>
                <a:gd name="T13" fmla="*/ 1853 h 3470"/>
                <a:gd name="T14" fmla="*/ 598 w 3480"/>
                <a:gd name="T15" fmla="*/ 2188 h 3470"/>
                <a:gd name="T16" fmla="*/ 766 w 3480"/>
                <a:gd name="T17" fmla="*/ 2481 h 3470"/>
                <a:gd name="T18" fmla="*/ 1006 w 3480"/>
                <a:gd name="T19" fmla="*/ 2715 h 3470"/>
                <a:gd name="T20" fmla="*/ 1303 w 3480"/>
                <a:gd name="T21" fmla="*/ 2877 h 3470"/>
                <a:gd name="T22" fmla="*/ 1643 w 3480"/>
                <a:gd name="T23" fmla="*/ 2952 h 3470"/>
                <a:gd name="T24" fmla="*/ 2000 w 3480"/>
                <a:gd name="T25" fmla="*/ 2925 h 3470"/>
                <a:gd name="T26" fmla="*/ 2324 w 3480"/>
                <a:gd name="T27" fmla="*/ 2802 h 3470"/>
                <a:gd name="T28" fmla="*/ 2597 w 3480"/>
                <a:gd name="T29" fmla="*/ 2597 h 3470"/>
                <a:gd name="T30" fmla="*/ 2803 w 3480"/>
                <a:gd name="T31" fmla="*/ 2325 h 3470"/>
                <a:gd name="T32" fmla="*/ 2926 w 3480"/>
                <a:gd name="T33" fmla="*/ 2002 h 3470"/>
                <a:gd name="T34" fmla="*/ 2953 w 3480"/>
                <a:gd name="T35" fmla="*/ 1645 h 3470"/>
                <a:gd name="T36" fmla="*/ 2876 w 3480"/>
                <a:gd name="T37" fmla="*/ 1301 h 3470"/>
                <a:gd name="T38" fmla="*/ 2709 w 3480"/>
                <a:gd name="T39" fmla="*/ 1002 h 3470"/>
                <a:gd name="T40" fmla="*/ 2469 w 3480"/>
                <a:gd name="T41" fmla="*/ 761 h 3470"/>
                <a:gd name="T42" fmla="*/ 2168 w 3480"/>
                <a:gd name="T43" fmla="*/ 595 h 3470"/>
                <a:gd name="T44" fmla="*/ 1824 w 3480"/>
                <a:gd name="T45" fmla="*/ 518 h 3470"/>
                <a:gd name="T46" fmla="*/ 1776 w 3480"/>
                <a:gd name="T47" fmla="*/ 9 h 3470"/>
                <a:gd name="T48" fmla="*/ 1811 w 3480"/>
                <a:gd name="T49" fmla="*/ 70 h 3470"/>
                <a:gd name="T50" fmla="*/ 2085 w 3480"/>
                <a:gd name="T51" fmla="*/ 422 h 3470"/>
                <a:gd name="T52" fmla="*/ 2418 w 3480"/>
                <a:gd name="T53" fmla="*/ 559 h 3470"/>
                <a:gd name="T54" fmla="*/ 2700 w 3480"/>
                <a:gd name="T55" fmla="*/ 776 h 3470"/>
                <a:gd name="T56" fmla="*/ 2916 w 3480"/>
                <a:gd name="T57" fmla="*/ 1058 h 3470"/>
                <a:gd name="T58" fmla="*/ 3053 w 3480"/>
                <a:gd name="T59" fmla="*/ 1390 h 3470"/>
                <a:gd name="T60" fmla="*/ 3409 w 3480"/>
                <a:gd name="T61" fmla="*/ 1665 h 3470"/>
                <a:gd name="T62" fmla="*/ 3471 w 3480"/>
                <a:gd name="T63" fmla="*/ 1699 h 3470"/>
                <a:gd name="T64" fmla="*/ 3471 w 3480"/>
                <a:gd name="T65" fmla="*/ 1771 h 3470"/>
                <a:gd name="T66" fmla="*/ 3409 w 3480"/>
                <a:gd name="T67" fmla="*/ 1805 h 3470"/>
                <a:gd name="T68" fmla="*/ 3053 w 3480"/>
                <a:gd name="T69" fmla="*/ 2080 h 3470"/>
                <a:gd name="T70" fmla="*/ 2916 w 3480"/>
                <a:gd name="T71" fmla="*/ 2412 h 3470"/>
                <a:gd name="T72" fmla="*/ 2700 w 3480"/>
                <a:gd name="T73" fmla="*/ 2694 h 3470"/>
                <a:gd name="T74" fmla="*/ 2418 w 3480"/>
                <a:gd name="T75" fmla="*/ 2911 h 3470"/>
                <a:gd name="T76" fmla="*/ 2085 w 3480"/>
                <a:gd name="T77" fmla="*/ 3048 h 3470"/>
                <a:gd name="T78" fmla="*/ 1811 w 3480"/>
                <a:gd name="T79" fmla="*/ 3400 h 3470"/>
                <a:gd name="T80" fmla="*/ 1776 w 3480"/>
                <a:gd name="T81" fmla="*/ 3461 h 3470"/>
                <a:gd name="T82" fmla="*/ 1704 w 3480"/>
                <a:gd name="T83" fmla="*/ 3461 h 3470"/>
                <a:gd name="T84" fmla="*/ 1669 w 3480"/>
                <a:gd name="T85" fmla="*/ 3400 h 3470"/>
                <a:gd name="T86" fmla="*/ 1392 w 3480"/>
                <a:gd name="T87" fmla="*/ 3051 h 3470"/>
                <a:gd name="T88" fmla="*/ 1057 w 3480"/>
                <a:gd name="T89" fmla="*/ 2915 h 3470"/>
                <a:gd name="T90" fmla="*/ 772 w 3480"/>
                <a:gd name="T91" fmla="*/ 2698 h 3470"/>
                <a:gd name="T92" fmla="*/ 554 w 3480"/>
                <a:gd name="T93" fmla="*/ 2415 h 3470"/>
                <a:gd name="T94" fmla="*/ 414 w 3480"/>
                <a:gd name="T95" fmla="*/ 2081 h 3470"/>
                <a:gd name="T96" fmla="*/ 71 w 3480"/>
                <a:gd name="T97" fmla="*/ 1805 h 3470"/>
                <a:gd name="T98" fmla="*/ 9 w 3480"/>
                <a:gd name="T99" fmla="*/ 1771 h 3470"/>
                <a:gd name="T100" fmla="*/ 9 w 3480"/>
                <a:gd name="T101" fmla="*/ 1699 h 3470"/>
                <a:gd name="T102" fmla="*/ 71 w 3480"/>
                <a:gd name="T103" fmla="*/ 1665 h 3470"/>
                <a:gd name="T104" fmla="*/ 414 w 3480"/>
                <a:gd name="T105" fmla="*/ 1389 h 3470"/>
                <a:gd name="T106" fmla="*/ 553 w 3480"/>
                <a:gd name="T107" fmla="*/ 1055 h 3470"/>
                <a:gd name="T108" fmla="*/ 772 w 3480"/>
                <a:gd name="T109" fmla="*/ 772 h 3470"/>
                <a:gd name="T110" fmla="*/ 1056 w 3480"/>
                <a:gd name="T111" fmla="*/ 555 h 3470"/>
                <a:gd name="T112" fmla="*/ 1392 w 3480"/>
                <a:gd name="T113" fmla="*/ 419 h 3470"/>
                <a:gd name="T114" fmla="*/ 1669 w 3480"/>
                <a:gd name="T115" fmla="*/ 70 h 3470"/>
                <a:gd name="T116" fmla="*/ 1704 w 3480"/>
                <a:gd name="T117" fmla="*/ 9 h 34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3480" h="3470">
                  <a:moveTo>
                    <a:pt x="1733" y="515"/>
                  </a:moveTo>
                  <a:lnTo>
                    <a:pt x="1643" y="518"/>
                  </a:lnTo>
                  <a:lnTo>
                    <a:pt x="1555" y="529"/>
                  </a:lnTo>
                  <a:lnTo>
                    <a:pt x="1469" y="545"/>
                  </a:lnTo>
                  <a:lnTo>
                    <a:pt x="1385" y="566"/>
                  </a:lnTo>
                  <a:lnTo>
                    <a:pt x="1303" y="593"/>
                  </a:lnTo>
                  <a:lnTo>
                    <a:pt x="1224" y="626"/>
                  </a:lnTo>
                  <a:lnTo>
                    <a:pt x="1148" y="664"/>
                  </a:lnTo>
                  <a:lnTo>
                    <a:pt x="1076" y="707"/>
                  </a:lnTo>
                  <a:lnTo>
                    <a:pt x="1006" y="755"/>
                  </a:lnTo>
                  <a:lnTo>
                    <a:pt x="941" y="808"/>
                  </a:lnTo>
                  <a:lnTo>
                    <a:pt x="878" y="864"/>
                  </a:lnTo>
                  <a:lnTo>
                    <a:pt x="820" y="924"/>
                  </a:lnTo>
                  <a:lnTo>
                    <a:pt x="767" y="989"/>
                  </a:lnTo>
                  <a:lnTo>
                    <a:pt x="717" y="1058"/>
                  </a:lnTo>
                  <a:lnTo>
                    <a:pt x="673" y="1129"/>
                  </a:lnTo>
                  <a:lnTo>
                    <a:pt x="633" y="1204"/>
                  </a:lnTo>
                  <a:lnTo>
                    <a:pt x="598" y="1282"/>
                  </a:lnTo>
                  <a:lnTo>
                    <a:pt x="569" y="1362"/>
                  </a:lnTo>
                  <a:lnTo>
                    <a:pt x="545" y="1445"/>
                  </a:lnTo>
                  <a:lnTo>
                    <a:pt x="527" y="1530"/>
                  </a:lnTo>
                  <a:lnTo>
                    <a:pt x="516" y="1617"/>
                  </a:lnTo>
                  <a:lnTo>
                    <a:pt x="510" y="1707"/>
                  </a:lnTo>
                  <a:lnTo>
                    <a:pt x="516" y="1720"/>
                  </a:lnTo>
                  <a:lnTo>
                    <a:pt x="517" y="1735"/>
                  </a:lnTo>
                  <a:lnTo>
                    <a:pt x="516" y="1750"/>
                  </a:lnTo>
                  <a:lnTo>
                    <a:pt x="510" y="1763"/>
                  </a:lnTo>
                  <a:lnTo>
                    <a:pt x="516" y="1853"/>
                  </a:lnTo>
                  <a:lnTo>
                    <a:pt x="527" y="1940"/>
                  </a:lnTo>
                  <a:lnTo>
                    <a:pt x="545" y="2025"/>
                  </a:lnTo>
                  <a:lnTo>
                    <a:pt x="568" y="2108"/>
                  </a:lnTo>
                  <a:lnTo>
                    <a:pt x="598" y="2188"/>
                  </a:lnTo>
                  <a:lnTo>
                    <a:pt x="633" y="2266"/>
                  </a:lnTo>
                  <a:lnTo>
                    <a:pt x="672" y="2341"/>
                  </a:lnTo>
                  <a:lnTo>
                    <a:pt x="717" y="2412"/>
                  </a:lnTo>
                  <a:lnTo>
                    <a:pt x="766" y="2481"/>
                  </a:lnTo>
                  <a:lnTo>
                    <a:pt x="820" y="2546"/>
                  </a:lnTo>
                  <a:lnTo>
                    <a:pt x="878" y="2606"/>
                  </a:lnTo>
                  <a:lnTo>
                    <a:pt x="941" y="2662"/>
                  </a:lnTo>
                  <a:lnTo>
                    <a:pt x="1006" y="2715"/>
                  </a:lnTo>
                  <a:lnTo>
                    <a:pt x="1076" y="2763"/>
                  </a:lnTo>
                  <a:lnTo>
                    <a:pt x="1148" y="2806"/>
                  </a:lnTo>
                  <a:lnTo>
                    <a:pt x="1224" y="2844"/>
                  </a:lnTo>
                  <a:lnTo>
                    <a:pt x="1303" y="2877"/>
                  </a:lnTo>
                  <a:lnTo>
                    <a:pt x="1385" y="2904"/>
                  </a:lnTo>
                  <a:lnTo>
                    <a:pt x="1469" y="2925"/>
                  </a:lnTo>
                  <a:lnTo>
                    <a:pt x="1555" y="2941"/>
                  </a:lnTo>
                  <a:lnTo>
                    <a:pt x="1643" y="2952"/>
                  </a:lnTo>
                  <a:lnTo>
                    <a:pt x="1733" y="2955"/>
                  </a:lnTo>
                  <a:lnTo>
                    <a:pt x="1824" y="2952"/>
                  </a:lnTo>
                  <a:lnTo>
                    <a:pt x="1913" y="2941"/>
                  </a:lnTo>
                  <a:lnTo>
                    <a:pt x="2000" y="2925"/>
                  </a:lnTo>
                  <a:lnTo>
                    <a:pt x="2086" y="2903"/>
                  </a:lnTo>
                  <a:lnTo>
                    <a:pt x="2168" y="2875"/>
                  </a:lnTo>
                  <a:lnTo>
                    <a:pt x="2248" y="2841"/>
                  </a:lnTo>
                  <a:lnTo>
                    <a:pt x="2324" y="2802"/>
                  </a:lnTo>
                  <a:lnTo>
                    <a:pt x="2398" y="2758"/>
                  </a:lnTo>
                  <a:lnTo>
                    <a:pt x="2469" y="2709"/>
                  </a:lnTo>
                  <a:lnTo>
                    <a:pt x="2535" y="2655"/>
                  </a:lnTo>
                  <a:lnTo>
                    <a:pt x="2597" y="2597"/>
                  </a:lnTo>
                  <a:lnTo>
                    <a:pt x="2655" y="2535"/>
                  </a:lnTo>
                  <a:lnTo>
                    <a:pt x="2709" y="2469"/>
                  </a:lnTo>
                  <a:lnTo>
                    <a:pt x="2759" y="2399"/>
                  </a:lnTo>
                  <a:lnTo>
                    <a:pt x="2803" y="2325"/>
                  </a:lnTo>
                  <a:lnTo>
                    <a:pt x="2842" y="2249"/>
                  </a:lnTo>
                  <a:lnTo>
                    <a:pt x="2876" y="2169"/>
                  </a:lnTo>
                  <a:lnTo>
                    <a:pt x="2904" y="2087"/>
                  </a:lnTo>
                  <a:lnTo>
                    <a:pt x="2926" y="2002"/>
                  </a:lnTo>
                  <a:lnTo>
                    <a:pt x="2942" y="1915"/>
                  </a:lnTo>
                  <a:lnTo>
                    <a:pt x="2953" y="1825"/>
                  </a:lnTo>
                  <a:lnTo>
                    <a:pt x="2956" y="1735"/>
                  </a:lnTo>
                  <a:lnTo>
                    <a:pt x="2953" y="1645"/>
                  </a:lnTo>
                  <a:lnTo>
                    <a:pt x="2942" y="1555"/>
                  </a:lnTo>
                  <a:lnTo>
                    <a:pt x="2926" y="1468"/>
                  </a:lnTo>
                  <a:lnTo>
                    <a:pt x="2904" y="1384"/>
                  </a:lnTo>
                  <a:lnTo>
                    <a:pt x="2876" y="1301"/>
                  </a:lnTo>
                  <a:lnTo>
                    <a:pt x="2842" y="1222"/>
                  </a:lnTo>
                  <a:lnTo>
                    <a:pt x="2803" y="1145"/>
                  </a:lnTo>
                  <a:lnTo>
                    <a:pt x="2759" y="1071"/>
                  </a:lnTo>
                  <a:lnTo>
                    <a:pt x="2709" y="1002"/>
                  </a:lnTo>
                  <a:lnTo>
                    <a:pt x="2655" y="936"/>
                  </a:lnTo>
                  <a:lnTo>
                    <a:pt x="2597" y="873"/>
                  </a:lnTo>
                  <a:lnTo>
                    <a:pt x="2535" y="815"/>
                  </a:lnTo>
                  <a:lnTo>
                    <a:pt x="2469" y="761"/>
                  </a:lnTo>
                  <a:lnTo>
                    <a:pt x="2398" y="712"/>
                  </a:lnTo>
                  <a:lnTo>
                    <a:pt x="2325" y="668"/>
                  </a:lnTo>
                  <a:lnTo>
                    <a:pt x="2248" y="629"/>
                  </a:lnTo>
                  <a:lnTo>
                    <a:pt x="2168" y="595"/>
                  </a:lnTo>
                  <a:lnTo>
                    <a:pt x="2086" y="567"/>
                  </a:lnTo>
                  <a:lnTo>
                    <a:pt x="2000" y="545"/>
                  </a:lnTo>
                  <a:lnTo>
                    <a:pt x="1913" y="529"/>
                  </a:lnTo>
                  <a:lnTo>
                    <a:pt x="1824" y="518"/>
                  </a:lnTo>
                  <a:lnTo>
                    <a:pt x="1733" y="515"/>
                  </a:lnTo>
                  <a:close/>
                  <a:moveTo>
                    <a:pt x="1740" y="0"/>
                  </a:moveTo>
                  <a:lnTo>
                    <a:pt x="1759" y="2"/>
                  </a:lnTo>
                  <a:lnTo>
                    <a:pt x="1776" y="9"/>
                  </a:lnTo>
                  <a:lnTo>
                    <a:pt x="1790" y="20"/>
                  </a:lnTo>
                  <a:lnTo>
                    <a:pt x="1801" y="35"/>
                  </a:lnTo>
                  <a:lnTo>
                    <a:pt x="1807" y="52"/>
                  </a:lnTo>
                  <a:lnTo>
                    <a:pt x="1811" y="70"/>
                  </a:lnTo>
                  <a:lnTo>
                    <a:pt x="1811" y="377"/>
                  </a:lnTo>
                  <a:lnTo>
                    <a:pt x="1903" y="386"/>
                  </a:lnTo>
                  <a:lnTo>
                    <a:pt x="1995" y="401"/>
                  </a:lnTo>
                  <a:lnTo>
                    <a:pt x="2085" y="422"/>
                  </a:lnTo>
                  <a:lnTo>
                    <a:pt x="2172" y="448"/>
                  </a:lnTo>
                  <a:lnTo>
                    <a:pt x="2257" y="479"/>
                  </a:lnTo>
                  <a:lnTo>
                    <a:pt x="2339" y="517"/>
                  </a:lnTo>
                  <a:lnTo>
                    <a:pt x="2418" y="559"/>
                  </a:lnTo>
                  <a:lnTo>
                    <a:pt x="2494" y="607"/>
                  </a:lnTo>
                  <a:lnTo>
                    <a:pt x="2566" y="659"/>
                  </a:lnTo>
                  <a:lnTo>
                    <a:pt x="2634" y="715"/>
                  </a:lnTo>
                  <a:lnTo>
                    <a:pt x="2700" y="776"/>
                  </a:lnTo>
                  <a:lnTo>
                    <a:pt x="2760" y="841"/>
                  </a:lnTo>
                  <a:lnTo>
                    <a:pt x="2817" y="910"/>
                  </a:lnTo>
                  <a:lnTo>
                    <a:pt x="2868" y="982"/>
                  </a:lnTo>
                  <a:lnTo>
                    <a:pt x="2916" y="1058"/>
                  </a:lnTo>
                  <a:lnTo>
                    <a:pt x="2958" y="1137"/>
                  </a:lnTo>
                  <a:lnTo>
                    <a:pt x="2995" y="1219"/>
                  </a:lnTo>
                  <a:lnTo>
                    <a:pt x="3027" y="1303"/>
                  </a:lnTo>
                  <a:lnTo>
                    <a:pt x="3053" y="1390"/>
                  </a:lnTo>
                  <a:lnTo>
                    <a:pt x="3073" y="1479"/>
                  </a:lnTo>
                  <a:lnTo>
                    <a:pt x="3087" y="1571"/>
                  </a:lnTo>
                  <a:lnTo>
                    <a:pt x="3095" y="1665"/>
                  </a:lnTo>
                  <a:lnTo>
                    <a:pt x="3409" y="1665"/>
                  </a:lnTo>
                  <a:lnTo>
                    <a:pt x="3428" y="1668"/>
                  </a:lnTo>
                  <a:lnTo>
                    <a:pt x="3445" y="1674"/>
                  </a:lnTo>
                  <a:lnTo>
                    <a:pt x="3460" y="1686"/>
                  </a:lnTo>
                  <a:lnTo>
                    <a:pt x="3471" y="1699"/>
                  </a:lnTo>
                  <a:lnTo>
                    <a:pt x="3478" y="1716"/>
                  </a:lnTo>
                  <a:lnTo>
                    <a:pt x="3480" y="1735"/>
                  </a:lnTo>
                  <a:lnTo>
                    <a:pt x="3478" y="1754"/>
                  </a:lnTo>
                  <a:lnTo>
                    <a:pt x="3471" y="1771"/>
                  </a:lnTo>
                  <a:lnTo>
                    <a:pt x="3460" y="1784"/>
                  </a:lnTo>
                  <a:lnTo>
                    <a:pt x="3445" y="1796"/>
                  </a:lnTo>
                  <a:lnTo>
                    <a:pt x="3428" y="1802"/>
                  </a:lnTo>
                  <a:lnTo>
                    <a:pt x="3409" y="1805"/>
                  </a:lnTo>
                  <a:lnTo>
                    <a:pt x="3095" y="1805"/>
                  </a:lnTo>
                  <a:lnTo>
                    <a:pt x="3087" y="1899"/>
                  </a:lnTo>
                  <a:lnTo>
                    <a:pt x="3073" y="1991"/>
                  </a:lnTo>
                  <a:lnTo>
                    <a:pt x="3053" y="2080"/>
                  </a:lnTo>
                  <a:lnTo>
                    <a:pt x="3027" y="2167"/>
                  </a:lnTo>
                  <a:lnTo>
                    <a:pt x="2995" y="2251"/>
                  </a:lnTo>
                  <a:lnTo>
                    <a:pt x="2958" y="2333"/>
                  </a:lnTo>
                  <a:lnTo>
                    <a:pt x="2916" y="2412"/>
                  </a:lnTo>
                  <a:lnTo>
                    <a:pt x="2868" y="2488"/>
                  </a:lnTo>
                  <a:lnTo>
                    <a:pt x="2817" y="2560"/>
                  </a:lnTo>
                  <a:lnTo>
                    <a:pt x="2760" y="2629"/>
                  </a:lnTo>
                  <a:lnTo>
                    <a:pt x="2700" y="2694"/>
                  </a:lnTo>
                  <a:lnTo>
                    <a:pt x="2634" y="2755"/>
                  </a:lnTo>
                  <a:lnTo>
                    <a:pt x="2566" y="2811"/>
                  </a:lnTo>
                  <a:lnTo>
                    <a:pt x="2494" y="2863"/>
                  </a:lnTo>
                  <a:lnTo>
                    <a:pt x="2418" y="2911"/>
                  </a:lnTo>
                  <a:lnTo>
                    <a:pt x="2339" y="2953"/>
                  </a:lnTo>
                  <a:lnTo>
                    <a:pt x="2257" y="2991"/>
                  </a:lnTo>
                  <a:lnTo>
                    <a:pt x="2172" y="3022"/>
                  </a:lnTo>
                  <a:lnTo>
                    <a:pt x="2085" y="3048"/>
                  </a:lnTo>
                  <a:lnTo>
                    <a:pt x="1995" y="3069"/>
                  </a:lnTo>
                  <a:lnTo>
                    <a:pt x="1903" y="3084"/>
                  </a:lnTo>
                  <a:lnTo>
                    <a:pt x="1811" y="3093"/>
                  </a:lnTo>
                  <a:lnTo>
                    <a:pt x="1811" y="3400"/>
                  </a:lnTo>
                  <a:lnTo>
                    <a:pt x="1807" y="3418"/>
                  </a:lnTo>
                  <a:lnTo>
                    <a:pt x="1801" y="3435"/>
                  </a:lnTo>
                  <a:lnTo>
                    <a:pt x="1790" y="3450"/>
                  </a:lnTo>
                  <a:lnTo>
                    <a:pt x="1776" y="3461"/>
                  </a:lnTo>
                  <a:lnTo>
                    <a:pt x="1759" y="3468"/>
                  </a:lnTo>
                  <a:lnTo>
                    <a:pt x="1740" y="3470"/>
                  </a:lnTo>
                  <a:lnTo>
                    <a:pt x="1721" y="3468"/>
                  </a:lnTo>
                  <a:lnTo>
                    <a:pt x="1704" y="3461"/>
                  </a:lnTo>
                  <a:lnTo>
                    <a:pt x="1690" y="3450"/>
                  </a:lnTo>
                  <a:lnTo>
                    <a:pt x="1679" y="3435"/>
                  </a:lnTo>
                  <a:lnTo>
                    <a:pt x="1673" y="3418"/>
                  </a:lnTo>
                  <a:lnTo>
                    <a:pt x="1669" y="3400"/>
                  </a:lnTo>
                  <a:lnTo>
                    <a:pt x="1669" y="3094"/>
                  </a:lnTo>
                  <a:lnTo>
                    <a:pt x="1575" y="3086"/>
                  </a:lnTo>
                  <a:lnTo>
                    <a:pt x="1483" y="3071"/>
                  </a:lnTo>
                  <a:lnTo>
                    <a:pt x="1392" y="3051"/>
                  </a:lnTo>
                  <a:lnTo>
                    <a:pt x="1304" y="3026"/>
                  </a:lnTo>
                  <a:lnTo>
                    <a:pt x="1219" y="2995"/>
                  </a:lnTo>
                  <a:lnTo>
                    <a:pt x="1136" y="2957"/>
                  </a:lnTo>
                  <a:lnTo>
                    <a:pt x="1057" y="2915"/>
                  </a:lnTo>
                  <a:lnTo>
                    <a:pt x="980" y="2867"/>
                  </a:lnTo>
                  <a:lnTo>
                    <a:pt x="907" y="2816"/>
                  </a:lnTo>
                  <a:lnTo>
                    <a:pt x="837" y="2759"/>
                  </a:lnTo>
                  <a:lnTo>
                    <a:pt x="772" y="2698"/>
                  </a:lnTo>
                  <a:lnTo>
                    <a:pt x="711" y="2633"/>
                  </a:lnTo>
                  <a:lnTo>
                    <a:pt x="654" y="2565"/>
                  </a:lnTo>
                  <a:lnTo>
                    <a:pt x="601" y="2492"/>
                  </a:lnTo>
                  <a:lnTo>
                    <a:pt x="554" y="2415"/>
                  </a:lnTo>
                  <a:lnTo>
                    <a:pt x="510" y="2336"/>
                  </a:lnTo>
                  <a:lnTo>
                    <a:pt x="472" y="2254"/>
                  </a:lnTo>
                  <a:lnTo>
                    <a:pt x="441" y="2169"/>
                  </a:lnTo>
                  <a:lnTo>
                    <a:pt x="414" y="2081"/>
                  </a:lnTo>
                  <a:lnTo>
                    <a:pt x="394" y="1992"/>
                  </a:lnTo>
                  <a:lnTo>
                    <a:pt x="380" y="1899"/>
                  </a:lnTo>
                  <a:lnTo>
                    <a:pt x="371" y="1805"/>
                  </a:lnTo>
                  <a:lnTo>
                    <a:pt x="71" y="1805"/>
                  </a:lnTo>
                  <a:lnTo>
                    <a:pt x="52" y="1802"/>
                  </a:lnTo>
                  <a:lnTo>
                    <a:pt x="35" y="1796"/>
                  </a:lnTo>
                  <a:lnTo>
                    <a:pt x="20" y="1784"/>
                  </a:lnTo>
                  <a:lnTo>
                    <a:pt x="9" y="1771"/>
                  </a:lnTo>
                  <a:lnTo>
                    <a:pt x="2" y="1754"/>
                  </a:lnTo>
                  <a:lnTo>
                    <a:pt x="0" y="1735"/>
                  </a:lnTo>
                  <a:lnTo>
                    <a:pt x="2" y="1716"/>
                  </a:lnTo>
                  <a:lnTo>
                    <a:pt x="9" y="1699"/>
                  </a:lnTo>
                  <a:lnTo>
                    <a:pt x="20" y="1686"/>
                  </a:lnTo>
                  <a:lnTo>
                    <a:pt x="35" y="1674"/>
                  </a:lnTo>
                  <a:lnTo>
                    <a:pt x="52" y="1668"/>
                  </a:lnTo>
                  <a:lnTo>
                    <a:pt x="71" y="1665"/>
                  </a:lnTo>
                  <a:lnTo>
                    <a:pt x="371" y="1665"/>
                  </a:lnTo>
                  <a:lnTo>
                    <a:pt x="380" y="1571"/>
                  </a:lnTo>
                  <a:lnTo>
                    <a:pt x="394" y="1478"/>
                  </a:lnTo>
                  <a:lnTo>
                    <a:pt x="414" y="1389"/>
                  </a:lnTo>
                  <a:lnTo>
                    <a:pt x="441" y="1301"/>
                  </a:lnTo>
                  <a:lnTo>
                    <a:pt x="472" y="1216"/>
                  </a:lnTo>
                  <a:lnTo>
                    <a:pt x="510" y="1134"/>
                  </a:lnTo>
                  <a:lnTo>
                    <a:pt x="553" y="1055"/>
                  </a:lnTo>
                  <a:lnTo>
                    <a:pt x="601" y="978"/>
                  </a:lnTo>
                  <a:lnTo>
                    <a:pt x="653" y="905"/>
                  </a:lnTo>
                  <a:lnTo>
                    <a:pt x="710" y="837"/>
                  </a:lnTo>
                  <a:lnTo>
                    <a:pt x="772" y="772"/>
                  </a:lnTo>
                  <a:lnTo>
                    <a:pt x="837" y="711"/>
                  </a:lnTo>
                  <a:lnTo>
                    <a:pt x="907" y="654"/>
                  </a:lnTo>
                  <a:lnTo>
                    <a:pt x="980" y="603"/>
                  </a:lnTo>
                  <a:lnTo>
                    <a:pt x="1056" y="555"/>
                  </a:lnTo>
                  <a:lnTo>
                    <a:pt x="1136" y="513"/>
                  </a:lnTo>
                  <a:lnTo>
                    <a:pt x="1218" y="475"/>
                  </a:lnTo>
                  <a:lnTo>
                    <a:pt x="1304" y="444"/>
                  </a:lnTo>
                  <a:lnTo>
                    <a:pt x="1392" y="419"/>
                  </a:lnTo>
                  <a:lnTo>
                    <a:pt x="1483" y="399"/>
                  </a:lnTo>
                  <a:lnTo>
                    <a:pt x="1575" y="384"/>
                  </a:lnTo>
                  <a:lnTo>
                    <a:pt x="1669" y="376"/>
                  </a:lnTo>
                  <a:lnTo>
                    <a:pt x="1669" y="70"/>
                  </a:lnTo>
                  <a:lnTo>
                    <a:pt x="1673" y="52"/>
                  </a:lnTo>
                  <a:lnTo>
                    <a:pt x="1679" y="35"/>
                  </a:lnTo>
                  <a:lnTo>
                    <a:pt x="1690" y="20"/>
                  </a:lnTo>
                  <a:lnTo>
                    <a:pt x="1704" y="9"/>
                  </a:lnTo>
                  <a:lnTo>
                    <a:pt x="1721" y="2"/>
                  </a:lnTo>
                  <a:lnTo>
                    <a:pt x="1740" y="0"/>
                  </a:lnTo>
                  <a:close/>
                </a:path>
              </a:pathLst>
            </a:custGeom>
            <a:grpFill/>
            <a:ln w="0">
              <a:noFill/>
              <a:prstDash val="solid"/>
              <a:round/>
            </a:ln>
          </p:spPr>
          <p:txBody>
            <a:bodyPr vert="horz" wrap="square" lIns="91440" tIns="45720" rIns="91440" bIns="45720" numCol="1" anchor="t" anchorCtr="0" compatLnSpc="1"/>
            <a:lstStyle/>
            <a:p>
              <a:endParaRPr lang="en-US" sz="1400">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sp>
        <p:nvSpPr>
          <p:cNvPr id="32" name="矩形 31"/>
          <p:cNvSpPr/>
          <p:nvPr/>
        </p:nvSpPr>
        <p:spPr>
          <a:xfrm>
            <a:off x="8627294" y="3031515"/>
            <a:ext cx="2290778" cy="2799045"/>
          </a:xfrm>
          <a:prstGeom prst="rect">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3" name="文本框 32"/>
          <p:cNvSpPr txBox="1"/>
          <p:nvPr/>
        </p:nvSpPr>
        <p:spPr>
          <a:xfrm>
            <a:off x="8999810" y="4564880"/>
            <a:ext cx="1545747" cy="717825"/>
          </a:xfrm>
          <a:prstGeom prst="rect">
            <a:avLst/>
          </a:prstGeom>
          <a:noFill/>
        </p:spPr>
        <p:txBody>
          <a:bodyPr wrap="square" rtlCol="0">
            <a:spAutoFit/>
          </a:bodyPr>
          <a:lstStyle/>
          <a:p>
            <a:pPr algn="ctr">
              <a:lnSpc>
                <a:spcPct val="130000"/>
              </a:lnSpc>
            </a:pPr>
            <a:r>
              <a:rPr kumimoji="1" lang="zh-CN" altLang="en-US" sz="1100" dirty="0">
                <a:solidFill>
                  <a:schemeClr val="bg1"/>
                </a:solidFill>
                <a:latin typeface="+mn-ea"/>
                <a:cs typeface="+mn-ea"/>
                <a:sym typeface="+mn-lt"/>
              </a:rPr>
              <a:t>感谢您使用我们的</a:t>
            </a:r>
            <a:r>
              <a:rPr kumimoji="1" lang="en-US" altLang="zh-CN" sz="1100" dirty="0">
                <a:solidFill>
                  <a:schemeClr val="bg1"/>
                </a:solidFill>
                <a:latin typeface="+mn-ea"/>
                <a:cs typeface="+mn-ea"/>
                <a:sym typeface="+mn-lt"/>
              </a:rPr>
              <a:t>PPT</a:t>
            </a:r>
            <a:r>
              <a:rPr kumimoji="1" lang="zh-CN" altLang="en-US" sz="1100" dirty="0">
                <a:solidFill>
                  <a:schemeClr val="bg1"/>
                </a:solidFill>
                <a:latin typeface="+mn-ea"/>
                <a:cs typeface="+mn-ea"/>
                <a:sym typeface="+mn-lt"/>
              </a:rPr>
              <a:t>模板，请在此输入您需要的文字内容</a:t>
            </a:r>
            <a:endParaRPr kumimoji="1" lang="zh-CN" altLang="en-US" sz="1100" dirty="0">
              <a:solidFill>
                <a:schemeClr val="bg1"/>
              </a:solidFill>
              <a:latin typeface="+mn-ea"/>
              <a:cs typeface="+mn-ea"/>
              <a:sym typeface="+mn-lt"/>
            </a:endParaRPr>
          </a:p>
        </p:txBody>
      </p:sp>
      <p:sp>
        <p:nvSpPr>
          <p:cNvPr id="34" name="文本框 33"/>
          <p:cNvSpPr txBox="1"/>
          <p:nvPr/>
        </p:nvSpPr>
        <p:spPr>
          <a:xfrm>
            <a:off x="9177902" y="4215665"/>
            <a:ext cx="1189562" cy="307777"/>
          </a:xfrm>
          <a:prstGeom prst="rect">
            <a:avLst/>
          </a:prstGeom>
          <a:noFill/>
        </p:spPr>
        <p:txBody>
          <a:bodyPr wrap="square" rtlCol="0">
            <a:spAutoFit/>
          </a:bodyPr>
          <a:lstStyle/>
          <a:p>
            <a:pPr algn="dist"/>
            <a:r>
              <a:rPr kumimoji="1" lang="zh-CN" altLang="en-US" sz="1400" dirty="0">
                <a:solidFill>
                  <a:schemeClr val="bg1"/>
                </a:solidFill>
                <a:latin typeface="+mn-ea"/>
                <a:cs typeface="+mn-ea"/>
                <a:sym typeface="+mn-lt"/>
              </a:rPr>
              <a:t>请输入标题</a:t>
            </a:r>
            <a:endParaRPr kumimoji="1" lang="zh-CN" altLang="en-US" sz="1400" dirty="0">
              <a:solidFill>
                <a:schemeClr val="bg1"/>
              </a:solidFill>
              <a:latin typeface="+mn-ea"/>
              <a:cs typeface="+mn-ea"/>
              <a:sym typeface="+mn-lt"/>
            </a:endParaRPr>
          </a:p>
        </p:txBody>
      </p:sp>
      <p:grpSp>
        <p:nvGrpSpPr>
          <p:cNvPr id="35" name="Group 114"/>
          <p:cNvGrpSpPr/>
          <p:nvPr/>
        </p:nvGrpSpPr>
        <p:grpSpPr>
          <a:xfrm>
            <a:off x="9494871" y="3459739"/>
            <a:ext cx="555625" cy="555625"/>
            <a:chOff x="654050" y="1917700"/>
            <a:chExt cx="555625" cy="555625"/>
          </a:xfrm>
          <a:solidFill>
            <a:schemeClr val="bg1"/>
          </a:solidFill>
        </p:grpSpPr>
        <p:sp>
          <p:nvSpPr>
            <p:cNvPr id="36" name="Freeform 81"/>
            <p:cNvSpPr>
              <a:spLocks noEditPoints="1"/>
            </p:cNvSpPr>
            <p:nvPr/>
          </p:nvSpPr>
          <p:spPr bwMode="auto">
            <a:xfrm>
              <a:off x="654050" y="1917700"/>
              <a:ext cx="555625" cy="555625"/>
            </a:xfrm>
            <a:custGeom>
              <a:avLst/>
              <a:gdLst>
                <a:gd name="T0" fmla="*/ 181 w 3504"/>
                <a:gd name="T1" fmla="*/ 3034 h 3504"/>
                <a:gd name="T2" fmla="*/ 181 w 3504"/>
                <a:gd name="T3" fmla="*/ 3188 h 3504"/>
                <a:gd name="T4" fmla="*/ 286 w 3504"/>
                <a:gd name="T5" fmla="*/ 3310 h 3504"/>
                <a:gd name="T6" fmla="*/ 440 w 3504"/>
                <a:gd name="T7" fmla="*/ 3332 h 3504"/>
                <a:gd name="T8" fmla="*/ 963 w 3504"/>
                <a:gd name="T9" fmla="*/ 2862 h 3504"/>
                <a:gd name="T10" fmla="*/ 1219 w 3504"/>
                <a:gd name="T11" fmla="*/ 2604 h 3504"/>
                <a:gd name="T12" fmla="*/ 1999 w 3504"/>
                <a:gd name="T13" fmla="*/ 193 h 3504"/>
                <a:gd name="T14" fmla="*/ 1640 w 3504"/>
                <a:gd name="T15" fmla="*/ 342 h 3504"/>
                <a:gd name="T16" fmla="*/ 1351 w 3504"/>
                <a:gd name="T17" fmla="*/ 611 h 3504"/>
                <a:gd name="T18" fmla="*/ 1177 w 3504"/>
                <a:gd name="T19" fmla="*/ 959 h 3504"/>
                <a:gd name="T20" fmla="*/ 1135 w 3504"/>
                <a:gd name="T21" fmla="*/ 1349 h 3504"/>
                <a:gd name="T22" fmla="*/ 1232 w 3504"/>
                <a:gd name="T23" fmla="*/ 1728 h 3504"/>
                <a:gd name="T24" fmla="*/ 1455 w 3504"/>
                <a:gd name="T25" fmla="*/ 2049 h 3504"/>
                <a:gd name="T26" fmla="*/ 1776 w 3504"/>
                <a:gd name="T27" fmla="*/ 2272 h 3504"/>
                <a:gd name="T28" fmla="*/ 2155 w 3504"/>
                <a:gd name="T29" fmla="*/ 2369 h 3504"/>
                <a:gd name="T30" fmla="*/ 2545 w 3504"/>
                <a:gd name="T31" fmla="*/ 2327 h 3504"/>
                <a:gd name="T32" fmla="*/ 2893 w 3504"/>
                <a:gd name="T33" fmla="*/ 2153 h 3504"/>
                <a:gd name="T34" fmla="*/ 3159 w 3504"/>
                <a:gd name="T35" fmla="*/ 1868 h 3504"/>
                <a:gd name="T36" fmla="*/ 3306 w 3504"/>
                <a:gd name="T37" fmla="*/ 1526 h 3504"/>
                <a:gd name="T38" fmla="*/ 3330 w 3504"/>
                <a:gd name="T39" fmla="*/ 1160 h 3504"/>
                <a:gd name="T40" fmla="*/ 3232 w 3504"/>
                <a:gd name="T41" fmla="*/ 803 h 3504"/>
                <a:gd name="T42" fmla="*/ 3013 w 3504"/>
                <a:gd name="T43" fmla="*/ 491 h 3504"/>
                <a:gd name="T44" fmla="*/ 2692 w 3504"/>
                <a:gd name="T45" fmla="*/ 267 h 3504"/>
                <a:gd name="T46" fmla="*/ 2314 w 3504"/>
                <a:gd name="T47" fmla="*/ 171 h 3504"/>
                <a:gd name="T48" fmla="*/ 2484 w 3504"/>
                <a:gd name="T49" fmla="*/ 25 h 3504"/>
                <a:gd name="T50" fmla="*/ 2868 w 3504"/>
                <a:gd name="T51" fmla="*/ 170 h 3504"/>
                <a:gd name="T52" fmla="*/ 3189 w 3504"/>
                <a:gd name="T53" fmla="*/ 434 h 3504"/>
                <a:gd name="T54" fmla="*/ 3407 w 3504"/>
                <a:gd name="T55" fmla="*/ 784 h 3504"/>
                <a:gd name="T56" fmla="*/ 3500 w 3504"/>
                <a:gd name="T57" fmla="*/ 1185 h 3504"/>
                <a:gd name="T58" fmla="*/ 3460 w 3504"/>
                <a:gd name="T59" fmla="*/ 1600 h 3504"/>
                <a:gd name="T60" fmla="*/ 3291 w 3504"/>
                <a:gd name="T61" fmla="*/ 1973 h 3504"/>
                <a:gd name="T62" fmla="*/ 3006 w 3504"/>
                <a:gd name="T63" fmla="*/ 2278 h 3504"/>
                <a:gd name="T64" fmla="*/ 2643 w 3504"/>
                <a:gd name="T65" fmla="*/ 2472 h 3504"/>
                <a:gd name="T66" fmla="*/ 2235 w 3504"/>
                <a:gd name="T67" fmla="*/ 2539 h 3504"/>
                <a:gd name="T68" fmla="*/ 1825 w 3504"/>
                <a:gd name="T69" fmla="*/ 2471 h 3504"/>
                <a:gd name="T70" fmla="*/ 1463 w 3504"/>
                <a:gd name="T71" fmla="*/ 2278 h 3504"/>
                <a:gd name="T72" fmla="*/ 1417 w 3504"/>
                <a:gd name="T73" fmla="*/ 2578 h 3504"/>
                <a:gd name="T74" fmla="*/ 1397 w 3504"/>
                <a:gd name="T75" fmla="*/ 2664 h 3504"/>
                <a:gd name="T76" fmla="*/ 520 w 3504"/>
                <a:gd name="T77" fmla="*/ 3483 h 3504"/>
                <a:gd name="T78" fmla="*/ 307 w 3504"/>
                <a:gd name="T79" fmla="*/ 3494 h 3504"/>
                <a:gd name="T80" fmla="*/ 115 w 3504"/>
                <a:gd name="T81" fmla="*/ 3389 h 3504"/>
                <a:gd name="T82" fmla="*/ 10 w 3504"/>
                <a:gd name="T83" fmla="*/ 3197 h 3504"/>
                <a:gd name="T84" fmla="*/ 21 w 3504"/>
                <a:gd name="T85" fmla="*/ 2984 h 3504"/>
                <a:gd name="T86" fmla="*/ 840 w 3504"/>
                <a:gd name="T87" fmla="*/ 2107 h 3504"/>
                <a:gd name="T88" fmla="*/ 941 w 3504"/>
                <a:gd name="T89" fmla="*/ 2095 h 3504"/>
                <a:gd name="T90" fmla="*/ 1179 w 3504"/>
                <a:gd name="T91" fmla="*/ 1973 h 3504"/>
                <a:gd name="T92" fmla="*/ 1008 w 3504"/>
                <a:gd name="T93" fmla="*/ 1600 h 3504"/>
                <a:gd name="T94" fmla="*/ 968 w 3504"/>
                <a:gd name="T95" fmla="*/ 1185 h 3504"/>
                <a:gd name="T96" fmla="*/ 1062 w 3504"/>
                <a:gd name="T97" fmla="*/ 784 h 3504"/>
                <a:gd name="T98" fmla="*/ 1280 w 3504"/>
                <a:gd name="T99" fmla="*/ 434 h 3504"/>
                <a:gd name="T100" fmla="*/ 1601 w 3504"/>
                <a:gd name="T101" fmla="*/ 170 h 3504"/>
                <a:gd name="T102" fmla="*/ 1985 w 3504"/>
                <a:gd name="T103" fmla="*/ 25 h 3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04" h="3504">
                  <a:moveTo>
                    <a:pt x="642" y="2541"/>
                  </a:moveTo>
                  <a:lnTo>
                    <a:pt x="233" y="2951"/>
                  </a:lnTo>
                  <a:lnTo>
                    <a:pt x="212" y="2976"/>
                  </a:lnTo>
                  <a:lnTo>
                    <a:pt x="194" y="3004"/>
                  </a:lnTo>
                  <a:lnTo>
                    <a:pt x="181" y="3034"/>
                  </a:lnTo>
                  <a:lnTo>
                    <a:pt x="172" y="3064"/>
                  </a:lnTo>
                  <a:lnTo>
                    <a:pt x="168" y="3096"/>
                  </a:lnTo>
                  <a:lnTo>
                    <a:pt x="168" y="3126"/>
                  </a:lnTo>
                  <a:lnTo>
                    <a:pt x="172" y="3158"/>
                  </a:lnTo>
                  <a:lnTo>
                    <a:pt x="181" y="3188"/>
                  </a:lnTo>
                  <a:lnTo>
                    <a:pt x="194" y="3218"/>
                  </a:lnTo>
                  <a:lnTo>
                    <a:pt x="212" y="3246"/>
                  </a:lnTo>
                  <a:lnTo>
                    <a:pt x="233" y="3271"/>
                  </a:lnTo>
                  <a:lnTo>
                    <a:pt x="258" y="3292"/>
                  </a:lnTo>
                  <a:lnTo>
                    <a:pt x="286" y="3310"/>
                  </a:lnTo>
                  <a:lnTo>
                    <a:pt x="316" y="3323"/>
                  </a:lnTo>
                  <a:lnTo>
                    <a:pt x="346" y="3332"/>
                  </a:lnTo>
                  <a:lnTo>
                    <a:pt x="378" y="3336"/>
                  </a:lnTo>
                  <a:lnTo>
                    <a:pt x="408" y="3336"/>
                  </a:lnTo>
                  <a:lnTo>
                    <a:pt x="440" y="3332"/>
                  </a:lnTo>
                  <a:lnTo>
                    <a:pt x="470" y="3323"/>
                  </a:lnTo>
                  <a:lnTo>
                    <a:pt x="500" y="3310"/>
                  </a:lnTo>
                  <a:lnTo>
                    <a:pt x="528" y="3292"/>
                  </a:lnTo>
                  <a:lnTo>
                    <a:pt x="553" y="3271"/>
                  </a:lnTo>
                  <a:lnTo>
                    <a:pt x="963" y="2862"/>
                  </a:lnTo>
                  <a:lnTo>
                    <a:pt x="642" y="2541"/>
                  </a:lnTo>
                  <a:close/>
                  <a:moveTo>
                    <a:pt x="900" y="2285"/>
                  </a:moveTo>
                  <a:lnTo>
                    <a:pt x="762" y="2423"/>
                  </a:lnTo>
                  <a:lnTo>
                    <a:pt x="1081" y="2742"/>
                  </a:lnTo>
                  <a:lnTo>
                    <a:pt x="1219" y="2604"/>
                  </a:lnTo>
                  <a:lnTo>
                    <a:pt x="900" y="2285"/>
                  </a:lnTo>
                  <a:close/>
                  <a:moveTo>
                    <a:pt x="2235" y="168"/>
                  </a:moveTo>
                  <a:lnTo>
                    <a:pt x="2155" y="171"/>
                  </a:lnTo>
                  <a:lnTo>
                    <a:pt x="2076" y="179"/>
                  </a:lnTo>
                  <a:lnTo>
                    <a:pt x="1999" y="193"/>
                  </a:lnTo>
                  <a:lnTo>
                    <a:pt x="1923" y="213"/>
                  </a:lnTo>
                  <a:lnTo>
                    <a:pt x="1849" y="238"/>
                  </a:lnTo>
                  <a:lnTo>
                    <a:pt x="1776" y="267"/>
                  </a:lnTo>
                  <a:lnTo>
                    <a:pt x="1707" y="301"/>
                  </a:lnTo>
                  <a:lnTo>
                    <a:pt x="1640" y="342"/>
                  </a:lnTo>
                  <a:lnTo>
                    <a:pt x="1575" y="386"/>
                  </a:lnTo>
                  <a:lnTo>
                    <a:pt x="1514" y="436"/>
                  </a:lnTo>
                  <a:lnTo>
                    <a:pt x="1455" y="491"/>
                  </a:lnTo>
                  <a:lnTo>
                    <a:pt x="1401" y="549"/>
                  </a:lnTo>
                  <a:lnTo>
                    <a:pt x="1351" y="611"/>
                  </a:lnTo>
                  <a:lnTo>
                    <a:pt x="1306" y="676"/>
                  </a:lnTo>
                  <a:lnTo>
                    <a:pt x="1267" y="743"/>
                  </a:lnTo>
                  <a:lnTo>
                    <a:pt x="1232" y="812"/>
                  </a:lnTo>
                  <a:lnTo>
                    <a:pt x="1202" y="884"/>
                  </a:lnTo>
                  <a:lnTo>
                    <a:pt x="1177" y="959"/>
                  </a:lnTo>
                  <a:lnTo>
                    <a:pt x="1157" y="1034"/>
                  </a:lnTo>
                  <a:lnTo>
                    <a:pt x="1143" y="1112"/>
                  </a:lnTo>
                  <a:lnTo>
                    <a:pt x="1135" y="1190"/>
                  </a:lnTo>
                  <a:lnTo>
                    <a:pt x="1133" y="1269"/>
                  </a:lnTo>
                  <a:lnTo>
                    <a:pt x="1135" y="1349"/>
                  </a:lnTo>
                  <a:lnTo>
                    <a:pt x="1143" y="1428"/>
                  </a:lnTo>
                  <a:lnTo>
                    <a:pt x="1157" y="1505"/>
                  </a:lnTo>
                  <a:lnTo>
                    <a:pt x="1177" y="1581"/>
                  </a:lnTo>
                  <a:lnTo>
                    <a:pt x="1202" y="1655"/>
                  </a:lnTo>
                  <a:lnTo>
                    <a:pt x="1232" y="1728"/>
                  </a:lnTo>
                  <a:lnTo>
                    <a:pt x="1267" y="1797"/>
                  </a:lnTo>
                  <a:lnTo>
                    <a:pt x="1306" y="1864"/>
                  </a:lnTo>
                  <a:lnTo>
                    <a:pt x="1351" y="1929"/>
                  </a:lnTo>
                  <a:lnTo>
                    <a:pt x="1401" y="1990"/>
                  </a:lnTo>
                  <a:lnTo>
                    <a:pt x="1455" y="2049"/>
                  </a:lnTo>
                  <a:lnTo>
                    <a:pt x="1514" y="2103"/>
                  </a:lnTo>
                  <a:lnTo>
                    <a:pt x="1575" y="2153"/>
                  </a:lnTo>
                  <a:lnTo>
                    <a:pt x="1640" y="2198"/>
                  </a:lnTo>
                  <a:lnTo>
                    <a:pt x="1707" y="2237"/>
                  </a:lnTo>
                  <a:lnTo>
                    <a:pt x="1776" y="2272"/>
                  </a:lnTo>
                  <a:lnTo>
                    <a:pt x="1849" y="2302"/>
                  </a:lnTo>
                  <a:lnTo>
                    <a:pt x="1923" y="2327"/>
                  </a:lnTo>
                  <a:lnTo>
                    <a:pt x="1999" y="2347"/>
                  </a:lnTo>
                  <a:lnTo>
                    <a:pt x="2076" y="2361"/>
                  </a:lnTo>
                  <a:lnTo>
                    <a:pt x="2155" y="2369"/>
                  </a:lnTo>
                  <a:lnTo>
                    <a:pt x="2235" y="2371"/>
                  </a:lnTo>
                  <a:lnTo>
                    <a:pt x="2314" y="2369"/>
                  </a:lnTo>
                  <a:lnTo>
                    <a:pt x="2392" y="2361"/>
                  </a:lnTo>
                  <a:lnTo>
                    <a:pt x="2470" y="2347"/>
                  </a:lnTo>
                  <a:lnTo>
                    <a:pt x="2545" y="2327"/>
                  </a:lnTo>
                  <a:lnTo>
                    <a:pt x="2620" y="2302"/>
                  </a:lnTo>
                  <a:lnTo>
                    <a:pt x="2692" y="2272"/>
                  </a:lnTo>
                  <a:lnTo>
                    <a:pt x="2761" y="2237"/>
                  </a:lnTo>
                  <a:lnTo>
                    <a:pt x="2828" y="2198"/>
                  </a:lnTo>
                  <a:lnTo>
                    <a:pt x="2893" y="2153"/>
                  </a:lnTo>
                  <a:lnTo>
                    <a:pt x="2955" y="2103"/>
                  </a:lnTo>
                  <a:lnTo>
                    <a:pt x="3013" y="2049"/>
                  </a:lnTo>
                  <a:lnTo>
                    <a:pt x="3066" y="1992"/>
                  </a:lnTo>
                  <a:lnTo>
                    <a:pt x="3115" y="1931"/>
                  </a:lnTo>
                  <a:lnTo>
                    <a:pt x="3159" y="1868"/>
                  </a:lnTo>
                  <a:lnTo>
                    <a:pt x="3198" y="1803"/>
                  </a:lnTo>
                  <a:lnTo>
                    <a:pt x="3232" y="1736"/>
                  </a:lnTo>
                  <a:lnTo>
                    <a:pt x="3262" y="1667"/>
                  </a:lnTo>
                  <a:lnTo>
                    <a:pt x="3286" y="1597"/>
                  </a:lnTo>
                  <a:lnTo>
                    <a:pt x="3306" y="1526"/>
                  </a:lnTo>
                  <a:lnTo>
                    <a:pt x="3320" y="1453"/>
                  </a:lnTo>
                  <a:lnTo>
                    <a:pt x="3330" y="1380"/>
                  </a:lnTo>
                  <a:lnTo>
                    <a:pt x="3335" y="1307"/>
                  </a:lnTo>
                  <a:lnTo>
                    <a:pt x="3335" y="1233"/>
                  </a:lnTo>
                  <a:lnTo>
                    <a:pt x="3330" y="1160"/>
                  </a:lnTo>
                  <a:lnTo>
                    <a:pt x="3320" y="1086"/>
                  </a:lnTo>
                  <a:lnTo>
                    <a:pt x="3306" y="1014"/>
                  </a:lnTo>
                  <a:lnTo>
                    <a:pt x="3286" y="943"/>
                  </a:lnTo>
                  <a:lnTo>
                    <a:pt x="3262" y="873"/>
                  </a:lnTo>
                  <a:lnTo>
                    <a:pt x="3232" y="803"/>
                  </a:lnTo>
                  <a:lnTo>
                    <a:pt x="3198" y="736"/>
                  </a:lnTo>
                  <a:lnTo>
                    <a:pt x="3159" y="672"/>
                  </a:lnTo>
                  <a:lnTo>
                    <a:pt x="3115" y="609"/>
                  </a:lnTo>
                  <a:lnTo>
                    <a:pt x="3066" y="548"/>
                  </a:lnTo>
                  <a:lnTo>
                    <a:pt x="3013" y="491"/>
                  </a:lnTo>
                  <a:lnTo>
                    <a:pt x="2955" y="436"/>
                  </a:lnTo>
                  <a:lnTo>
                    <a:pt x="2893" y="386"/>
                  </a:lnTo>
                  <a:lnTo>
                    <a:pt x="2828" y="342"/>
                  </a:lnTo>
                  <a:lnTo>
                    <a:pt x="2761" y="301"/>
                  </a:lnTo>
                  <a:lnTo>
                    <a:pt x="2692" y="267"/>
                  </a:lnTo>
                  <a:lnTo>
                    <a:pt x="2620" y="238"/>
                  </a:lnTo>
                  <a:lnTo>
                    <a:pt x="2545" y="213"/>
                  </a:lnTo>
                  <a:lnTo>
                    <a:pt x="2470" y="193"/>
                  </a:lnTo>
                  <a:lnTo>
                    <a:pt x="2392" y="179"/>
                  </a:lnTo>
                  <a:lnTo>
                    <a:pt x="2314" y="171"/>
                  </a:lnTo>
                  <a:lnTo>
                    <a:pt x="2235" y="168"/>
                  </a:lnTo>
                  <a:close/>
                  <a:moveTo>
                    <a:pt x="2235" y="0"/>
                  </a:moveTo>
                  <a:lnTo>
                    <a:pt x="2319" y="4"/>
                  </a:lnTo>
                  <a:lnTo>
                    <a:pt x="2402" y="12"/>
                  </a:lnTo>
                  <a:lnTo>
                    <a:pt x="2484" y="25"/>
                  </a:lnTo>
                  <a:lnTo>
                    <a:pt x="2564" y="44"/>
                  </a:lnTo>
                  <a:lnTo>
                    <a:pt x="2643" y="67"/>
                  </a:lnTo>
                  <a:lnTo>
                    <a:pt x="2720" y="97"/>
                  </a:lnTo>
                  <a:lnTo>
                    <a:pt x="2795" y="131"/>
                  </a:lnTo>
                  <a:lnTo>
                    <a:pt x="2868" y="170"/>
                  </a:lnTo>
                  <a:lnTo>
                    <a:pt x="2938" y="213"/>
                  </a:lnTo>
                  <a:lnTo>
                    <a:pt x="3006" y="262"/>
                  </a:lnTo>
                  <a:lnTo>
                    <a:pt x="3070" y="315"/>
                  </a:lnTo>
                  <a:lnTo>
                    <a:pt x="3131" y="373"/>
                  </a:lnTo>
                  <a:lnTo>
                    <a:pt x="3189" y="434"/>
                  </a:lnTo>
                  <a:lnTo>
                    <a:pt x="3242" y="498"/>
                  </a:lnTo>
                  <a:lnTo>
                    <a:pt x="3291" y="566"/>
                  </a:lnTo>
                  <a:lnTo>
                    <a:pt x="3335" y="636"/>
                  </a:lnTo>
                  <a:lnTo>
                    <a:pt x="3373" y="709"/>
                  </a:lnTo>
                  <a:lnTo>
                    <a:pt x="3407" y="784"/>
                  </a:lnTo>
                  <a:lnTo>
                    <a:pt x="3437" y="861"/>
                  </a:lnTo>
                  <a:lnTo>
                    <a:pt x="3460" y="940"/>
                  </a:lnTo>
                  <a:lnTo>
                    <a:pt x="3479" y="1020"/>
                  </a:lnTo>
                  <a:lnTo>
                    <a:pt x="3492" y="1102"/>
                  </a:lnTo>
                  <a:lnTo>
                    <a:pt x="3500" y="1185"/>
                  </a:lnTo>
                  <a:lnTo>
                    <a:pt x="3504" y="1269"/>
                  </a:lnTo>
                  <a:lnTo>
                    <a:pt x="3500" y="1354"/>
                  </a:lnTo>
                  <a:lnTo>
                    <a:pt x="3492" y="1437"/>
                  </a:lnTo>
                  <a:lnTo>
                    <a:pt x="3479" y="1519"/>
                  </a:lnTo>
                  <a:lnTo>
                    <a:pt x="3460" y="1600"/>
                  </a:lnTo>
                  <a:lnTo>
                    <a:pt x="3437" y="1679"/>
                  </a:lnTo>
                  <a:lnTo>
                    <a:pt x="3407" y="1755"/>
                  </a:lnTo>
                  <a:lnTo>
                    <a:pt x="3373" y="1831"/>
                  </a:lnTo>
                  <a:lnTo>
                    <a:pt x="3335" y="1903"/>
                  </a:lnTo>
                  <a:lnTo>
                    <a:pt x="3291" y="1973"/>
                  </a:lnTo>
                  <a:lnTo>
                    <a:pt x="3242" y="2040"/>
                  </a:lnTo>
                  <a:lnTo>
                    <a:pt x="3189" y="2105"/>
                  </a:lnTo>
                  <a:lnTo>
                    <a:pt x="3131" y="2167"/>
                  </a:lnTo>
                  <a:lnTo>
                    <a:pt x="3070" y="2224"/>
                  </a:lnTo>
                  <a:lnTo>
                    <a:pt x="3006" y="2278"/>
                  </a:lnTo>
                  <a:lnTo>
                    <a:pt x="2938" y="2327"/>
                  </a:lnTo>
                  <a:lnTo>
                    <a:pt x="2868" y="2370"/>
                  </a:lnTo>
                  <a:lnTo>
                    <a:pt x="2795" y="2408"/>
                  </a:lnTo>
                  <a:lnTo>
                    <a:pt x="2720" y="2442"/>
                  </a:lnTo>
                  <a:lnTo>
                    <a:pt x="2643" y="2472"/>
                  </a:lnTo>
                  <a:lnTo>
                    <a:pt x="2564" y="2496"/>
                  </a:lnTo>
                  <a:lnTo>
                    <a:pt x="2484" y="2515"/>
                  </a:lnTo>
                  <a:lnTo>
                    <a:pt x="2402" y="2528"/>
                  </a:lnTo>
                  <a:lnTo>
                    <a:pt x="2319" y="2536"/>
                  </a:lnTo>
                  <a:lnTo>
                    <a:pt x="2235" y="2539"/>
                  </a:lnTo>
                  <a:lnTo>
                    <a:pt x="2150" y="2536"/>
                  </a:lnTo>
                  <a:lnTo>
                    <a:pt x="2067" y="2528"/>
                  </a:lnTo>
                  <a:lnTo>
                    <a:pt x="1985" y="2515"/>
                  </a:lnTo>
                  <a:lnTo>
                    <a:pt x="1904" y="2496"/>
                  </a:lnTo>
                  <a:lnTo>
                    <a:pt x="1825" y="2471"/>
                  </a:lnTo>
                  <a:lnTo>
                    <a:pt x="1748" y="2442"/>
                  </a:lnTo>
                  <a:lnTo>
                    <a:pt x="1673" y="2408"/>
                  </a:lnTo>
                  <a:lnTo>
                    <a:pt x="1601" y="2370"/>
                  </a:lnTo>
                  <a:lnTo>
                    <a:pt x="1531" y="2325"/>
                  </a:lnTo>
                  <a:lnTo>
                    <a:pt x="1463" y="2278"/>
                  </a:lnTo>
                  <a:lnTo>
                    <a:pt x="1398" y="2224"/>
                  </a:lnTo>
                  <a:lnTo>
                    <a:pt x="1237" y="2386"/>
                  </a:lnTo>
                  <a:lnTo>
                    <a:pt x="1397" y="2546"/>
                  </a:lnTo>
                  <a:lnTo>
                    <a:pt x="1408" y="2561"/>
                  </a:lnTo>
                  <a:lnTo>
                    <a:pt x="1417" y="2578"/>
                  </a:lnTo>
                  <a:lnTo>
                    <a:pt x="1420" y="2596"/>
                  </a:lnTo>
                  <a:lnTo>
                    <a:pt x="1420" y="2614"/>
                  </a:lnTo>
                  <a:lnTo>
                    <a:pt x="1417" y="2632"/>
                  </a:lnTo>
                  <a:lnTo>
                    <a:pt x="1408" y="2649"/>
                  </a:lnTo>
                  <a:lnTo>
                    <a:pt x="1397" y="2664"/>
                  </a:lnTo>
                  <a:lnTo>
                    <a:pt x="671" y="3389"/>
                  </a:lnTo>
                  <a:lnTo>
                    <a:pt x="637" y="3420"/>
                  </a:lnTo>
                  <a:lnTo>
                    <a:pt x="600" y="3446"/>
                  </a:lnTo>
                  <a:lnTo>
                    <a:pt x="561" y="3467"/>
                  </a:lnTo>
                  <a:lnTo>
                    <a:pt x="520" y="3483"/>
                  </a:lnTo>
                  <a:lnTo>
                    <a:pt x="479" y="3494"/>
                  </a:lnTo>
                  <a:lnTo>
                    <a:pt x="436" y="3502"/>
                  </a:lnTo>
                  <a:lnTo>
                    <a:pt x="392" y="3504"/>
                  </a:lnTo>
                  <a:lnTo>
                    <a:pt x="350" y="3502"/>
                  </a:lnTo>
                  <a:lnTo>
                    <a:pt x="307" y="3494"/>
                  </a:lnTo>
                  <a:lnTo>
                    <a:pt x="266" y="3483"/>
                  </a:lnTo>
                  <a:lnTo>
                    <a:pt x="224" y="3467"/>
                  </a:lnTo>
                  <a:lnTo>
                    <a:pt x="186" y="3446"/>
                  </a:lnTo>
                  <a:lnTo>
                    <a:pt x="149" y="3420"/>
                  </a:lnTo>
                  <a:lnTo>
                    <a:pt x="115" y="3389"/>
                  </a:lnTo>
                  <a:lnTo>
                    <a:pt x="84" y="3355"/>
                  </a:lnTo>
                  <a:lnTo>
                    <a:pt x="59" y="3318"/>
                  </a:lnTo>
                  <a:lnTo>
                    <a:pt x="37" y="3280"/>
                  </a:lnTo>
                  <a:lnTo>
                    <a:pt x="21" y="3238"/>
                  </a:lnTo>
                  <a:lnTo>
                    <a:pt x="10" y="3197"/>
                  </a:lnTo>
                  <a:lnTo>
                    <a:pt x="2" y="3154"/>
                  </a:lnTo>
                  <a:lnTo>
                    <a:pt x="0" y="3112"/>
                  </a:lnTo>
                  <a:lnTo>
                    <a:pt x="2" y="3068"/>
                  </a:lnTo>
                  <a:lnTo>
                    <a:pt x="10" y="3025"/>
                  </a:lnTo>
                  <a:lnTo>
                    <a:pt x="21" y="2984"/>
                  </a:lnTo>
                  <a:lnTo>
                    <a:pt x="37" y="2943"/>
                  </a:lnTo>
                  <a:lnTo>
                    <a:pt x="59" y="2904"/>
                  </a:lnTo>
                  <a:lnTo>
                    <a:pt x="84" y="2867"/>
                  </a:lnTo>
                  <a:lnTo>
                    <a:pt x="115" y="2833"/>
                  </a:lnTo>
                  <a:lnTo>
                    <a:pt x="840" y="2107"/>
                  </a:lnTo>
                  <a:lnTo>
                    <a:pt x="857" y="2095"/>
                  </a:lnTo>
                  <a:lnTo>
                    <a:pt x="878" y="2086"/>
                  </a:lnTo>
                  <a:lnTo>
                    <a:pt x="900" y="2083"/>
                  </a:lnTo>
                  <a:lnTo>
                    <a:pt x="921" y="2086"/>
                  </a:lnTo>
                  <a:lnTo>
                    <a:pt x="941" y="2095"/>
                  </a:lnTo>
                  <a:lnTo>
                    <a:pt x="958" y="2107"/>
                  </a:lnTo>
                  <a:lnTo>
                    <a:pt x="1118" y="2267"/>
                  </a:lnTo>
                  <a:lnTo>
                    <a:pt x="1280" y="2106"/>
                  </a:lnTo>
                  <a:lnTo>
                    <a:pt x="1226" y="2042"/>
                  </a:lnTo>
                  <a:lnTo>
                    <a:pt x="1179" y="1973"/>
                  </a:lnTo>
                  <a:lnTo>
                    <a:pt x="1134" y="1903"/>
                  </a:lnTo>
                  <a:lnTo>
                    <a:pt x="1096" y="1831"/>
                  </a:lnTo>
                  <a:lnTo>
                    <a:pt x="1062" y="1756"/>
                  </a:lnTo>
                  <a:lnTo>
                    <a:pt x="1033" y="1679"/>
                  </a:lnTo>
                  <a:lnTo>
                    <a:pt x="1008" y="1600"/>
                  </a:lnTo>
                  <a:lnTo>
                    <a:pt x="989" y="1519"/>
                  </a:lnTo>
                  <a:lnTo>
                    <a:pt x="976" y="1437"/>
                  </a:lnTo>
                  <a:lnTo>
                    <a:pt x="968" y="1354"/>
                  </a:lnTo>
                  <a:lnTo>
                    <a:pt x="965" y="1269"/>
                  </a:lnTo>
                  <a:lnTo>
                    <a:pt x="968" y="1185"/>
                  </a:lnTo>
                  <a:lnTo>
                    <a:pt x="976" y="1102"/>
                  </a:lnTo>
                  <a:lnTo>
                    <a:pt x="989" y="1020"/>
                  </a:lnTo>
                  <a:lnTo>
                    <a:pt x="1008" y="940"/>
                  </a:lnTo>
                  <a:lnTo>
                    <a:pt x="1032" y="861"/>
                  </a:lnTo>
                  <a:lnTo>
                    <a:pt x="1062" y="784"/>
                  </a:lnTo>
                  <a:lnTo>
                    <a:pt x="1096" y="709"/>
                  </a:lnTo>
                  <a:lnTo>
                    <a:pt x="1134" y="636"/>
                  </a:lnTo>
                  <a:lnTo>
                    <a:pt x="1177" y="566"/>
                  </a:lnTo>
                  <a:lnTo>
                    <a:pt x="1226" y="498"/>
                  </a:lnTo>
                  <a:lnTo>
                    <a:pt x="1280" y="434"/>
                  </a:lnTo>
                  <a:lnTo>
                    <a:pt x="1337" y="373"/>
                  </a:lnTo>
                  <a:lnTo>
                    <a:pt x="1399" y="315"/>
                  </a:lnTo>
                  <a:lnTo>
                    <a:pt x="1464" y="262"/>
                  </a:lnTo>
                  <a:lnTo>
                    <a:pt x="1531" y="213"/>
                  </a:lnTo>
                  <a:lnTo>
                    <a:pt x="1601" y="170"/>
                  </a:lnTo>
                  <a:lnTo>
                    <a:pt x="1673" y="131"/>
                  </a:lnTo>
                  <a:lnTo>
                    <a:pt x="1749" y="97"/>
                  </a:lnTo>
                  <a:lnTo>
                    <a:pt x="1825" y="67"/>
                  </a:lnTo>
                  <a:lnTo>
                    <a:pt x="1904" y="44"/>
                  </a:lnTo>
                  <a:lnTo>
                    <a:pt x="1985" y="25"/>
                  </a:lnTo>
                  <a:lnTo>
                    <a:pt x="2067" y="12"/>
                  </a:lnTo>
                  <a:lnTo>
                    <a:pt x="2150" y="4"/>
                  </a:lnTo>
                  <a:lnTo>
                    <a:pt x="2235" y="0"/>
                  </a:lnTo>
                  <a:close/>
                </a:path>
              </a:pathLst>
            </a:custGeom>
            <a:grpFill/>
            <a:ln w="0">
              <a:noFill/>
              <a:prstDash val="solid"/>
              <a:round/>
            </a:ln>
          </p:spPr>
          <p:txBody>
            <a:bodyPr vert="horz" wrap="square" lIns="91440" tIns="45720" rIns="91440" bIns="45720" numCol="1" anchor="t" anchorCtr="0" compatLnSpc="1"/>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37" name="Freeform 82"/>
            <p:cNvSpPr>
              <a:spLocks noEditPoints="1"/>
            </p:cNvSpPr>
            <p:nvPr/>
          </p:nvSpPr>
          <p:spPr bwMode="auto">
            <a:xfrm>
              <a:off x="869950" y="1979613"/>
              <a:ext cx="277813" cy="277812"/>
            </a:xfrm>
            <a:custGeom>
              <a:avLst/>
              <a:gdLst>
                <a:gd name="T0" fmla="*/ 756 w 1754"/>
                <a:gd name="T1" fmla="*/ 177 h 1753"/>
                <a:gd name="T2" fmla="*/ 582 w 1754"/>
                <a:gd name="T3" fmla="*/ 232 h 1753"/>
                <a:gd name="T4" fmla="*/ 424 w 1754"/>
                <a:gd name="T5" fmla="*/ 332 h 1753"/>
                <a:gd name="T6" fmla="*/ 295 w 1754"/>
                <a:gd name="T7" fmla="*/ 471 h 1753"/>
                <a:gd name="T8" fmla="*/ 210 w 1754"/>
                <a:gd name="T9" fmla="*/ 634 h 1753"/>
                <a:gd name="T10" fmla="*/ 170 w 1754"/>
                <a:gd name="T11" fmla="*/ 815 h 1753"/>
                <a:gd name="T12" fmla="*/ 179 w 1754"/>
                <a:gd name="T13" fmla="*/ 1001 h 1753"/>
                <a:gd name="T14" fmla="*/ 233 w 1754"/>
                <a:gd name="T15" fmla="*/ 1176 h 1753"/>
                <a:gd name="T16" fmla="*/ 333 w 1754"/>
                <a:gd name="T17" fmla="*/ 1333 h 1753"/>
                <a:gd name="T18" fmla="*/ 474 w 1754"/>
                <a:gd name="T19" fmla="*/ 1460 h 1753"/>
                <a:gd name="T20" fmla="*/ 638 w 1754"/>
                <a:gd name="T21" fmla="*/ 1545 h 1753"/>
                <a:gd name="T22" fmla="*/ 817 w 1754"/>
                <a:gd name="T23" fmla="*/ 1584 h 1753"/>
                <a:gd name="T24" fmla="*/ 998 w 1754"/>
                <a:gd name="T25" fmla="*/ 1576 h 1753"/>
                <a:gd name="T26" fmla="*/ 1172 w 1754"/>
                <a:gd name="T27" fmla="*/ 1522 h 1753"/>
                <a:gd name="T28" fmla="*/ 1331 w 1754"/>
                <a:gd name="T29" fmla="*/ 1422 h 1753"/>
                <a:gd name="T30" fmla="*/ 1460 w 1754"/>
                <a:gd name="T31" fmla="*/ 1283 h 1753"/>
                <a:gd name="T32" fmla="*/ 1545 w 1754"/>
                <a:gd name="T33" fmla="*/ 1120 h 1753"/>
                <a:gd name="T34" fmla="*/ 1584 w 1754"/>
                <a:gd name="T35" fmla="*/ 939 h 1753"/>
                <a:gd name="T36" fmla="*/ 1575 w 1754"/>
                <a:gd name="T37" fmla="*/ 753 h 1753"/>
                <a:gd name="T38" fmla="*/ 1521 w 1754"/>
                <a:gd name="T39" fmla="*/ 577 h 1753"/>
                <a:gd name="T40" fmla="*/ 1421 w 1754"/>
                <a:gd name="T41" fmla="*/ 421 h 1753"/>
                <a:gd name="T42" fmla="*/ 1281 w 1754"/>
                <a:gd name="T43" fmla="*/ 293 h 1753"/>
                <a:gd name="T44" fmla="*/ 1116 w 1754"/>
                <a:gd name="T45" fmla="*/ 208 h 1753"/>
                <a:gd name="T46" fmla="*/ 937 w 1754"/>
                <a:gd name="T47" fmla="*/ 170 h 1753"/>
                <a:gd name="T48" fmla="*/ 945 w 1754"/>
                <a:gd name="T49" fmla="*/ 3 h 1753"/>
                <a:gd name="T50" fmla="*/ 1144 w 1754"/>
                <a:gd name="T51" fmla="*/ 41 h 1753"/>
                <a:gd name="T52" fmla="*/ 1331 w 1754"/>
                <a:gd name="T53" fmla="*/ 126 h 1753"/>
                <a:gd name="T54" fmla="*/ 1497 w 1754"/>
                <a:gd name="T55" fmla="*/ 257 h 1753"/>
                <a:gd name="T56" fmla="*/ 1625 w 1754"/>
                <a:gd name="T57" fmla="*/ 420 h 1753"/>
                <a:gd name="T58" fmla="*/ 1712 w 1754"/>
                <a:gd name="T59" fmla="*/ 605 h 1753"/>
                <a:gd name="T60" fmla="*/ 1751 w 1754"/>
                <a:gd name="T61" fmla="*/ 807 h 1753"/>
                <a:gd name="T62" fmla="*/ 1744 w 1754"/>
                <a:gd name="T63" fmla="*/ 1016 h 1753"/>
                <a:gd name="T64" fmla="*/ 1688 w 1754"/>
                <a:gd name="T65" fmla="*/ 1212 h 1753"/>
                <a:gd name="T66" fmla="*/ 1587 w 1754"/>
                <a:gd name="T67" fmla="*/ 1391 h 1753"/>
                <a:gd name="T68" fmla="*/ 1445 w 1754"/>
                <a:gd name="T69" fmla="*/ 1545 h 1753"/>
                <a:gd name="T70" fmla="*/ 1270 w 1754"/>
                <a:gd name="T71" fmla="*/ 1661 h 1753"/>
                <a:gd name="T72" fmla="*/ 1078 w 1754"/>
                <a:gd name="T73" fmla="*/ 1730 h 1753"/>
                <a:gd name="T74" fmla="*/ 878 w 1754"/>
                <a:gd name="T75" fmla="*/ 1753 h 1753"/>
                <a:gd name="T76" fmla="*/ 677 w 1754"/>
                <a:gd name="T77" fmla="*/ 1730 h 1753"/>
                <a:gd name="T78" fmla="*/ 484 w 1754"/>
                <a:gd name="T79" fmla="*/ 1661 h 1753"/>
                <a:gd name="T80" fmla="*/ 310 w 1754"/>
                <a:gd name="T81" fmla="*/ 1545 h 1753"/>
                <a:gd name="T82" fmla="*/ 167 w 1754"/>
                <a:gd name="T83" fmla="*/ 1391 h 1753"/>
                <a:gd name="T84" fmla="*/ 66 w 1754"/>
                <a:gd name="T85" fmla="*/ 1212 h 1753"/>
                <a:gd name="T86" fmla="*/ 11 w 1754"/>
                <a:gd name="T87" fmla="*/ 1016 h 1753"/>
                <a:gd name="T88" fmla="*/ 3 w 1754"/>
                <a:gd name="T89" fmla="*/ 807 h 1753"/>
                <a:gd name="T90" fmla="*/ 43 w 1754"/>
                <a:gd name="T91" fmla="*/ 605 h 1753"/>
                <a:gd name="T92" fmla="*/ 129 w 1754"/>
                <a:gd name="T93" fmla="*/ 420 h 1753"/>
                <a:gd name="T94" fmla="*/ 258 w 1754"/>
                <a:gd name="T95" fmla="*/ 257 h 1753"/>
                <a:gd name="T96" fmla="*/ 424 w 1754"/>
                <a:gd name="T97" fmla="*/ 126 h 1753"/>
                <a:gd name="T98" fmla="*/ 611 w 1754"/>
                <a:gd name="T99" fmla="*/ 41 h 1753"/>
                <a:gd name="T100" fmla="*/ 810 w 1754"/>
                <a:gd name="T101" fmla="*/ 3 h 1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54" h="1753">
                  <a:moveTo>
                    <a:pt x="878" y="168"/>
                  </a:moveTo>
                  <a:lnTo>
                    <a:pt x="817" y="170"/>
                  </a:lnTo>
                  <a:lnTo>
                    <a:pt x="756" y="177"/>
                  </a:lnTo>
                  <a:lnTo>
                    <a:pt x="697" y="190"/>
                  </a:lnTo>
                  <a:lnTo>
                    <a:pt x="638" y="208"/>
                  </a:lnTo>
                  <a:lnTo>
                    <a:pt x="582" y="232"/>
                  </a:lnTo>
                  <a:lnTo>
                    <a:pt x="527" y="259"/>
                  </a:lnTo>
                  <a:lnTo>
                    <a:pt x="474" y="293"/>
                  </a:lnTo>
                  <a:lnTo>
                    <a:pt x="424" y="332"/>
                  </a:lnTo>
                  <a:lnTo>
                    <a:pt x="376" y="375"/>
                  </a:lnTo>
                  <a:lnTo>
                    <a:pt x="333" y="421"/>
                  </a:lnTo>
                  <a:lnTo>
                    <a:pt x="295" y="471"/>
                  </a:lnTo>
                  <a:lnTo>
                    <a:pt x="262" y="522"/>
                  </a:lnTo>
                  <a:lnTo>
                    <a:pt x="233" y="577"/>
                  </a:lnTo>
                  <a:lnTo>
                    <a:pt x="210" y="634"/>
                  </a:lnTo>
                  <a:lnTo>
                    <a:pt x="192" y="692"/>
                  </a:lnTo>
                  <a:lnTo>
                    <a:pt x="179" y="753"/>
                  </a:lnTo>
                  <a:lnTo>
                    <a:pt x="170" y="815"/>
                  </a:lnTo>
                  <a:lnTo>
                    <a:pt x="167" y="876"/>
                  </a:lnTo>
                  <a:lnTo>
                    <a:pt x="170" y="939"/>
                  </a:lnTo>
                  <a:lnTo>
                    <a:pt x="179" y="1001"/>
                  </a:lnTo>
                  <a:lnTo>
                    <a:pt x="192" y="1061"/>
                  </a:lnTo>
                  <a:lnTo>
                    <a:pt x="210" y="1120"/>
                  </a:lnTo>
                  <a:lnTo>
                    <a:pt x="233" y="1176"/>
                  </a:lnTo>
                  <a:lnTo>
                    <a:pt x="262" y="1230"/>
                  </a:lnTo>
                  <a:lnTo>
                    <a:pt x="295" y="1283"/>
                  </a:lnTo>
                  <a:lnTo>
                    <a:pt x="333" y="1333"/>
                  </a:lnTo>
                  <a:lnTo>
                    <a:pt x="376" y="1378"/>
                  </a:lnTo>
                  <a:lnTo>
                    <a:pt x="424" y="1422"/>
                  </a:lnTo>
                  <a:lnTo>
                    <a:pt x="474" y="1460"/>
                  </a:lnTo>
                  <a:lnTo>
                    <a:pt x="527" y="1494"/>
                  </a:lnTo>
                  <a:lnTo>
                    <a:pt x="582" y="1522"/>
                  </a:lnTo>
                  <a:lnTo>
                    <a:pt x="638" y="1545"/>
                  </a:lnTo>
                  <a:lnTo>
                    <a:pt x="697" y="1563"/>
                  </a:lnTo>
                  <a:lnTo>
                    <a:pt x="756" y="1576"/>
                  </a:lnTo>
                  <a:lnTo>
                    <a:pt x="817" y="1584"/>
                  </a:lnTo>
                  <a:lnTo>
                    <a:pt x="878" y="1586"/>
                  </a:lnTo>
                  <a:lnTo>
                    <a:pt x="937" y="1584"/>
                  </a:lnTo>
                  <a:lnTo>
                    <a:pt x="998" y="1576"/>
                  </a:lnTo>
                  <a:lnTo>
                    <a:pt x="1057" y="1563"/>
                  </a:lnTo>
                  <a:lnTo>
                    <a:pt x="1116" y="1545"/>
                  </a:lnTo>
                  <a:lnTo>
                    <a:pt x="1172" y="1522"/>
                  </a:lnTo>
                  <a:lnTo>
                    <a:pt x="1228" y="1494"/>
                  </a:lnTo>
                  <a:lnTo>
                    <a:pt x="1281" y="1460"/>
                  </a:lnTo>
                  <a:lnTo>
                    <a:pt x="1331" y="1422"/>
                  </a:lnTo>
                  <a:lnTo>
                    <a:pt x="1379" y="1378"/>
                  </a:lnTo>
                  <a:lnTo>
                    <a:pt x="1421" y="1333"/>
                  </a:lnTo>
                  <a:lnTo>
                    <a:pt x="1460" y="1283"/>
                  </a:lnTo>
                  <a:lnTo>
                    <a:pt x="1492" y="1230"/>
                  </a:lnTo>
                  <a:lnTo>
                    <a:pt x="1521" y="1176"/>
                  </a:lnTo>
                  <a:lnTo>
                    <a:pt x="1545" y="1120"/>
                  </a:lnTo>
                  <a:lnTo>
                    <a:pt x="1563" y="1061"/>
                  </a:lnTo>
                  <a:lnTo>
                    <a:pt x="1575" y="1001"/>
                  </a:lnTo>
                  <a:lnTo>
                    <a:pt x="1584" y="939"/>
                  </a:lnTo>
                  <a:lnTo>
                    <a:pt x="1587" y="876"/>
                  </a:lnTo>
                  <a:lnTo>
                    <a:pt x="1584" y="815"/>
                  </a:lnTo>
                  <a:lnTo>
                    <a:pt x="1575" y="753"/>
                  </a:lnTo>
                  <a:lnTo>
                    <a:pt x="1563" y="692"/>
                  </a:lnTo>
                  <a:lnTo>
                    <a:pt x="1545" y="634"/>
                  </a:lnTo>
                  <a:lnTo>
                    <a:pt x="1521" y="577"/>
                  </a:lnTo>
                  <a:lnTo>
                    <a:pt x="1492" y="522"/>
                  </a:lnTo>
                  <a:lnTo>
                    <a:pt x="1460" y="471"/>
                  </a:lnTo>
                  <a:lnTo>
                    <a:pt x="1421" y="421"/>
                  </a:lnTo>
                  <a:lnTo>
                    <a:pt x="1379" y="375"/>
                  </a:lnTo>
                  <a:lnTo>
                    <a:pt x="1331" y="332"/>
                  </a:lnTo>
                  <a:lnTo>
                    <a:pt x="1281" y="293"/>
                  </a:lnTo>
                  <a:lnTo>
                    <a:pt x="1228" y="259"/>
                  </a:lnTo>
                  <a:lnTo>
                    <a:pt x="1172" y="232"/>
                  </a:lnTo>
                  <a:lnTo>
                    <a:pt x="1116" y="208"/>
                  </a:lnTo>
                  <a:lnTo>
                    <a:pt x="1057" y="190"/>
                  </a:lnTo>
                  <a:lnTo>
                    <a:pt x="998" y="177"/>
                  </a:lnTo>
                  <a:lnTo>
                    <a:pt x="937" y="170"/>
                  </a:lnTo>
                  <a:lnTo>
                    <a:pt x="878" y="168"/>
                  </a:lnTo>
                  <a:close/>
                  <a:moveTo>
                    <a:pt x="878" y="0"/>
                  </a:moveTo>
                  <a:lnTo>
                    <a:pt x="945" y="3"/>
                  </a:lnTo>
                  <a:lnTo>
                    <a:pt x="1012" y="11"/>
                  </a:lnTo>
                  <a:lnTo>
                    <a:pt x="1078" y="23"/>
                  </a:lnTo>
                  <a:lnTo>
                    <a:pt x="1144" y="41"/>
                  </a:lnTo>
                  <a:lnTo>
                    <a:pt x="1207" y="65"/>
                  </a:lnTo>
                  <a:lnTo>
                    <a:pt x="1270" y="92"/>
                  </a:lnTo>
                  <a:lnTo>
                    <a:pt x="1331" y="126"/>
                  </a:lnTo>
                  <a:lnTo>
                    <a:pt x="1388" y="165"/>
                  </a:lnTo>
                  <a:lnTo>
                    <a:pt x="1445" y="208"/>
                  </a:lnTo>
                  <a:lnTo>
                    <a:pt x="1497" y="257"/>
                  </a:lnTo>
                  <a:lnTo>
                    <a:pt x="1545" y="308"/>
                  </a:lnTo>
                  <a:lnTo>
                    <a:pt x="1587" y="363"/>
                  </a:lnTo>
                  <a:lnTo>
                    <a:pt x="1625" y="420"/>
                  </a:lnTo>
                  <a:lnTo>
                    <a:pt x="1659" y="480"/>
                  </a:lnTo>
                  <a:lnTo>
                    <a:pt x="1688" y="541"/>
                  </a:lnTo>
                  <a:lnTo>
                    <a:pt x="1712" y="605"/>
                  </a:lnTo>
                  <a:lnTo>
                    <a:pt x="1730" y="671"/>
                  </a:lnTo>
                  <a:lnTo>
                    <a:pt x="1744" y="738"/>
                  </a:lnTo>
                  <a:lnTo>
                    <a:pt x="1751" y="807"/>
                  </a:lnTo>
                  <a:lnTo>
                    <a:pt x="1754" y="876"/>
                  </a:lnTo>
                  <a:lnTo>
                    <a:pt x="1751" y="947"/>
                  </a:lnTo>
                  <a:lnTo>
                    <a:pt x="1744" y="1016"/>
                  </a:lnTo>
                  <a:lnTo>
                    <a:pt x="1730" y="1083"/>
                  </a:lnTo>
                  <a:lnTo>
                    <a:pt x="1712" y="1149"/>
                  </a:lnTo>
                  <a:lnTo>
                    <a:pt x="1688" y="1212"/>
                  </a:lnTo>
                  <a:lnTo>
                    <a:pt x="1659" y="1274"/>
                  </a:lnTo>
                  <a:lnTo>
                    <a:pt x="1625" y="1334"/>
                  </a:lnTo>
                  <a:lnTo>
                    <a:pt x="1587" y="1391"/>
                  </a:lnTo>
                  <a:lnTo>
                    <a:pt x="1545" y="1445"/>
                  </a:lnTo>
                  <a:lnTo>
                    <a:pt x="1497" y="1496"/>
                  </a:lnTo>
                  <a:lnTo>
                    <a:pt x="1445" y="1545"/>
                  </a:lnTo>
                  <a:lnTo>
                    <a:pt x="1388" y="1589"/>
                  </a:lnTo>
                  <a:lnTo>
                    <a:pt x="1331" y="1627"/>
                  </a:lnTo>
                  <a:lnTo>
                    <a:pt x="1270" y="1661"/>
                  </a:lnTo>
                  <a:lnTo>
                    <a:pt x="1207" y="1689"/>
                  </a:lnTo>
                  <a:lnTo>
                    <a:pt x="1144" y="1712"/>
                  </a:lnTo>
                  <a:lnTo>
                    <a:pt x="1078" y="1730"/>
                  </a:lnTo>
                  <a:lnTo>
                    <a:pt x="1012" y="1743"/>
                  </a:lnTo>
                  <a:lnTo>
                    <a:pt x="945" y="1751"/>
                  </a:lnTo>
                  <a:lnTo>
                    <a:pt x="878" y="1753"/>
                  </a:lnTo>
                  <a:lnTo>
                    <a:pt x="810" y="1751"/>
                  </a:lnTo>
                  <a:lnTo>
                    <a:pt x="743" y="1743"/>
                  </a:lnTo>
                  <a:lnTo>
                    <a:pt x="677" y="1730"/>
                  </a:lnTo>
                  <a:lnTo>
                    <a:pt x="611" y="1712"/>
                  </a:lnTo>
                  <a:lnTo>
                    <a:pt x="547" y="1689"/>
                  </a:lnTo>
                  <a:lnTo>
                    <a:pt x="484" y="1661"/>
                  </a:lnTo>
                  <a:lnTo>
                    <a:pt x="424" y="1627"/>
                  </a:lnTo>
                  <a:lnTo>
                    <a:pt x="366" y="1589"/>
                  </a:lnTo>
                  <a:lnTo>
                    <a:pt x="310" y="1545"/>
                  </a:lnTo>
                  <a:lnTo>
                    <a:pt x="258" y="1496"/>
                  </a:lnTo>
                  <a:lnTo>
                    <a:pt x="210" y="1445"/>
                  </a:lnTo>
                  <a:lnTo>
                    <a:pt x="167" y="1391"/>
                  </a:lnTo>
                  <a:lnTo>
                    <a:pt x="129" y="1334"/>
                  </a:lnTo>
                  <a:lnTo>
                    <a:pt x="95" y="1274"/>
                  </a:lnTo>
                  <a:lnTo>
                    <a:pt x="66" y="1212"/>
                  </a:lnTo>
                  <a:lnTo>
                    <a:pt x="43" y="1149"/>
                  </a:lnTo>
                  <a:lnTo>
                    <a:pt x="25" y="1083"/>
                  </a:lnTo>
                  <a:lnTo>
                    <a:pt x="11" y="1016"/>
                  </a:lnTo>
                  <a:lnTo>
                    <a:pt x="3" y="947"/>
                  </a:lnTo>
                  <a:lnTo>
                    <a:pt x="0" y="876"/>
                  </a:lnTo>
                  <a:lnTo>
                    <a:pt x="3" y="807"/>
                  </a:lnTo>
                  <a:lnTo>
                    <a:pt x="11" y="738"/>
                  </a:lnTo>
                  <a:lnTo>
                    <a:pt x="25" y="671"/>
                  </a:lnTo>
                  <a:lnTo>
                    <a:pt x="43" y="605"/>
                  </a:lnTo>
                  <a:lnTo>
                    <a:pt x="66" y="541"/>
                  </a:lnTo>
                  <a:lnTo>
                    <a:pt x="95" y="480"/>
                  </a:lnTo>
                  <a:lnTo>
                    <a:pt x="129" y="420"/>
                  </a:lnTo>
                  <a:lnTo>
                    <a:pt x="167" y="363"/>
                  </a:lnTo>
                  <a:lnTo>
                    <a:pt x="210" y="308"/>
                  </a:lnTo>
                  <a:lnTo>
                    <a:pt x="258" y="257"/>
                  </a:lnTo>
                  <a:lnTo>
                    <a:pt x="310" y="208"/>
                  </a:lnTo>
                  <a:lnTo>
                    <a:pt x="366" y="165"/>
                  </a:lnTo>
                  <a:lnTo>
                    <a:pt x="424" y="126"/>
                  </a:lnTo>
                  <a:lnTo>
                    <a:pt x="484" y="92"/>
                  </a:lnTo>
                  <a:lnTo>
                    <a:pt x="547" y="65"/>
                  </a:lnTo>
                  <a:lnTo>
                    <a:pt x="611" y="41"/>
                  </a:lnTo>
                  <a:lnTo>
                    <a:pt x="677" y="23"/>
                  </a:lnTo>
                  <a:lnTo>
                    <a:pt x="743" y="11"/>
                  </a:lnTo>
                  <a:lnTo>
                    <a:pt x="810" y="3"/>
                  </a:lnTo>
                  <a:lnTo>
                    <a:pt x="878" y="0"/>
                  </a:lnTo>
                  <a:close/>
                </a:path>
              </a:pathLst>
            </a:custGeom>
            <a:grpFill/>
            <a:ln w="0">
              <a:noFill/>
              <a:prstDash val="solid"/>
              <a:round/>
            </a:ln>
          </p:spPr>
          <p:txBody>
            <a:bodyPr vert="horz" wrap="square" lIns="91440" tIns="45720" rIns="91440" bIns="45720" numCol="1" anchor="t" anchorCtr="0" compatLnSpc="1"/>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38" name="Freeform 83"/>
            <p:cNvSpPr/>
            <p:nvPr/>
          </p:nvSpPr>
          <p:spPr bwMode="auto">
            <a:xfrm>
              <a:off x="952500" y="2105025"/>
              <a:ext cx="112713" cy="26987"/>
            </a:xfrm>
            <a:custGeom>
              <a:avLst/>
              <a:gdLst>
                <a:gd name="T0" fmla="*/ 84 w 714"/>
                <a:gd name="T1" fmla="*/ 0 h 167"/>
                <a:gd name="T2" fmla="*/ 630 w 714"/>
                <a:gd name="T3" fmla="*/ 0 h 167"/>
                <a:gd name="T4" fmla="*/ 652 w 714"/>
                <a:gd name="T5" fmla="*/ 4 h 167"/>
                <a:gd name="T6" fmla="*/ 673 w 714"/>
                <a:gd name="T7" fmla="*/ 12 h 167"/>
                <a:gd name="T8" fmla="*/ 690 w 714"/>
                <a:gd name="T9" fmla="*/ 25 h 167"/>
                <a:gd name="T10" fmla="*/ 702 w 714"/>
                <a:gd name="T11" fmla="*/ 42 h 167"/>
                <a:gd name="T12" fmla="*/ 711 w 714"/>
                <a:gd name="T13" fmla="*/ 62 h 167"/>
                <a:gd name="T14" fmla="*/ 714 w 714"/>
                <a:gd name="T15" fmla="*/ 83 h 167"/>
                <a:gd name="T16" fmla="*/ 711 w 714"/>
                <a:gd name="T17" fmla="*/ 106 h 167"/>
                <a:gd name="T18" fmla="*/ 702 w 714"/>
                <a:gd name="T19" fmla="*/ 126 h 167"/>
                <a:gd name="T20" fmla="*/ 690 w 714"/>
                <a:gd name="T21" fmla="*/ 143 h 167"/>
                <a:gd name="T22" fmla="*/ 673 w 714"/>
                <a:gd name="T23" fmla="*/ 156 h 167"/>
                <a:gd name="T24" fmla="*/ 652 w 714"/>
                <a:gd name="T25" fmla="*/ 164 h 167"/>
                <a:gd name="T26" fmla="*/ 630 w 714"/>
                <a:gd name="T27" fmla="*/ 167 h 167"/>
                <a:gd name="T28" fmla="*/ 84 w 714"/>
                <a:gd name="T29" fmla="*/ 167 h 167"/>
                <a:gd name="T30" fmla="*/ 62 w 714"/>
                <a:gd name="T31" fmla="*/ 164 h 167"/>
                <a:gd name="T32" fmla="*/ 42 w 714"/>
                <a:gd name="T33" fmla="*/ 156 h 167"/>
                <a:gd name="T34" fmla="*/ 25 w 714"/>
                <a:gd name="T35" fmla="*/ 143 h 167"/>
                <a:gd name="T36" fmla="*/ 12 w 714"/>
                <a:gd name="T37" fmla="*/ 126 h 167"/>
                <a:gd name="T38" fmla="*/ 4 w 714"/>
                <a:gd name="T39" fmla="*/ 106 h 167"/>
                <a:gd name="T40" fmla="*/ 0 w 714"/>
                <a:gd name="T41" fmla="*/ 83 h 167"/>
                <a:gd name="T42" fmla="*/ 4 w 714"/>
                <a:gd name="T43" fmla="*/ 62 h 167"/>
                <a:gd name="T44" fmla="*/ 12 w 714"/>
                <a:gd name="T45" fmla="*/ 42 h 167"/>
                <a:gd name="T46" fmla="*/ 25 w 714"/>
                <a:gd name="T47" fmla="*/ 25 h 167"/>
                <a:gd name="T48" fmla="*/ 42 w 714"/>
                <a:gd name="T49" fmla="*/ 12 h 167"/>
                <a:gd name="T50" fmla="*/ 62 w 714"/>
                <a:gd name="T51" fmla="*/ 4 h 167"/>
                <a:gd name="T52" fmla="*/ 84 w 714"/>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4" h="167">
                  <a:moveTo>
                    <a:pt x="84" y="0"/>
                  </a:moveTo>
                  <a:lnTo>
                    <a:pt x="630" y="0"/>
                  </a:lnTo>
                  <a:lnTo>
                    <a:pt x="652" y="4"/>
                  </a:lnTo>
                  <a:lnTo>
                    <a:pt x="673" y="12"/>
                  </a:lnTo>
                  <a:lnTo>
                    <a:pt x="690" y="25"/>
                  </a:lnTo>
                  <a:lnTo>
                    <a:pt x="702" y="42"/>
                  </a:lnTo>
                  <a:lnTo>
                    <a:pt x="711" y="62"/>
                  </a:lnTo>
                  <a:lnTo>
                    <a:pt x="714" y="83"/>
                  </a:lnTo>
                  <a:lnTo>
                    <a:pt x="711" y="106"/>
                  </a:lnTo>
                  <a:lnTo>
                    <a:pt x="702" y="126"/>
                  </a:lnTo>
                  <a:lnTo>
                    <a:pt x="690" y="143"/>
                  </a:lnTo>
                  <a:lnTo>
                    <a:pt x="673" y="156"/>
                  </a:lnTo>
                  <a:lnTo>
                    <a:pt x="652" y="164"/>
                  </a:lnTo>
                  <a:lnTo>
                    <a:pt x="630" y="167"/>
                  </a:lnTo>
                  <a:lnTo>
                    <a:pt x="84" y="167"/>
                  </a:lnTo>
                  <a:lnTo>
                    <a:pt x="62" y="164"/>
                  </a:lnTo>
                  <a:lnTo>
                    <a:pt x="42" y="156"/>
                  </a:lnTo>
                  <a:lnTo>
                    <a:pt x="25" y="143"/>
                  </a:lnTo>
                  <a:lnTo>
                    <a:pt x="12" y="126"/>
                  </a:lnTo>
                  <a:lnTo>
                    <a:pt x="4" y="106"/>
                  </a:lnTo>
                  <a:lnTo>
                    <a:pt x="0" y="83"/>
                  </a:lnTo>
                  <a:lnTo>
                    <a:pt x="4" y="62"/>
                  </a:lnTo>
                  <a:lnTo>
                    <a:pt x="12" y="42"/>
                  </a:lnTo>
                  <a:lnTo>
                    <a:pt x="25" y="25"/>
                  </a:lnTo>
                  <a:lnTo>
                    <a:pt x="42" y="12"/>
                  </a:lnTo>
                  <a:lnTo>
                    <a:pt x="62" y="4"/>
                  </a:lnTo>
                  <a:lnTo>
                    <a:pt x="84" y="0"/>
                  </a:lnTo>
                  <a:close/>
                </a:path>
              </a:pathLst>
            </a:custGeom>
            <a:grpFill/>
            <a:ln w="0">
              <a:noFill/>
              <a:prstDash val="solid"/>
              <a:round/>
            </a:ln>
          </p:spPr>
          <p:txBody>
            <a:bodyPr vert="horz" wrap="square" lIns="91440" tIns="45720" rIns="91440" bIns="45720" numCol="1" anchor="t" anchorCtr="0" compatLnSpc="1"/>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sp>
        <p:nvSpPr>
          <p:cNvPr id="39" name="文本框 38"/>
          <p:cNvSpPr txBox="1"/>
          <p:nvPr/>
        </p:nvSpPr>
        <p:spPr>
          <a:xfrm>
            <a:off x="923052" y="2009301"/>
            <a:ext cx="3416320" cy="523220"/>
          </a:xfrm>
          <a:prstGeom prst="rect">
            <a:avLst/>
          </a:prstGeom>
          <a:noFill/>
        </p:spPr>
        <p:txBody>
          <a:bodyPr wrap="none" rtlCol="0">
            <a:spAutoFit/>
          </a:bodyPr>
          <a:lstStyle/>
          <a:p>
            <a:r>
              <a:rPr kumimoji="1" lang="zh-CN" altLang="en-US" sz="2800" dirty="0">
                <a:solidFill>
                  <a:schemeClr val="tx2"/>
                </a:solidFill>
                <a:latin typeface="+mj-lt"/>
                <a:ea typeface="+mj-ea"/>
              </a:rPr>
              <a:t>请输入标题文字内容</a:t>
            </a:r>
            <a:endParaRPr kumimoji="1" lang="zh-CN" altLang="en-US" sz="2800" dirty="0">
              <a:solidFill>
                <a:schemeClr val="tx2"/>
              </a:solidFill>
              <a:latin typeface="+mj-lt"/>
              <a:ea typeface="+mj-ea"/>
            </a:endParaRPr>
          </a:p>
        </p:txBody>
      </p:sp>
      <p:sp>
        <p:nvSpPr>
          <p:cNvPr id="40" name="文本框 39"/>
          <p:cNvSpPr txBox="1"/>
          <p:nvPr/>
        </p:nvSpPr>
        <p:spPr>
          <a:xfrm>
            <a:off x="936304" y="1653221"/>
            <a:ext cx="1426994" cy="369332"/>
          </a:xfrm>
          <a:prstGeom prst="rect">
            <a:avLst/>
          </a:prstGeom>
          <a:noFill/>
        </p:spPr>
        <p:txBody>
          <a:bodyPr wrap="none" rtlCol="0">
            <a:spAutoFit/>
          </a:bodyPr>
          <a:lstStyle/>
          <a:p>
            <a:r>
              <a:rPr kumimoji="1" lang="en-US" altLang="zh-CN" dirty="0">
                <a:solidFill>
                  <a:schemeClr val="bg1">
                    <a:lumMod val="75000"/>
                  </a:schemeClr>
                </a:solidFill>
                <a:latin typeface="+mn-ea"/>
              </a:rPr>
              <a:t>TITLE</a:t>
            </a:r>
            <a:r>
              <a:rPr kumimoji="1" lang="zh-CN" altLang="en-US" dirty="0">
                <a:solidFill>
                  <a:schemeClr val="bg1">
                    <a:lumMod val="75000"/>
                  </a:schemeClr>
                </a:solidFill>
                <a:latin typeface="+mn-ea"/>
              </a:rPr>
              <a:t> </a:t>
            </a:r>
            <a:r>
              <a:rPr kumimoji="1" lang="en-US" altLang="zh-CN" dirty="0">
                <a:solidFill>
                  <a:schemeClr val="bg1">
                    <a:lumMod val="75000"/>
                  </a:schemeClr>
                </a:solidFill>
                <a:latin typeface="+mn-ea"/>
              </a:rPr>
              <a:t>HERE</a:t>
            </a:r>
            <a:endParaRPr kumimoji="1" lang="zh-CN" altLang="en-US" dirty="0">
              <a:solidFill>
                <a:schemeClr val="bg1">
                  <a:lumMod val="75000"/>
                </a:schemeClr>
              </a:solidFill>
              <a:latin typeface="+mn-ea"/>
            </a:endParaRPr>
          </a:p>
        </p:txBody>
      </p:sp>
      <p:sp>
        <p:nvSpPr>
          <p:cNvPr id="41" name="文本框 40"/>
          <p:cNvSpPr txBox="1"/>
          <p:nvPr/>
        </p:nvSpPr>
        <p:spPr>
          <a:xfrm>
            <a:off x="5053867" y="1685310"/>
            <a:ext cx="5503265" cy="876266"/>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afterEffect">
                                  <p:stCondLst>
                                    <p:cond delay="0"/>
                                  </p:stCondLst>
                                  <p:childTnLst>
                                    <p:set>
                                      <p:cBhvr>
                                        <p:cTn id="6" dur="1" fill="hold">
                                          <p:stCondLst>
                                            <p:cond delay="0"/>
                                          </p:stCondLst>
                                        </p:cTn>
                                        <p:tgtEl>
                                          <p:spTgt spid="35"/>
                                        </p:tgtEl>
                                        <p:attrNameLst>
                                          <p:attrName>style.visibility</p:attrName>
                                        </p:attrNameLst>
                                      </p:cBhvr>
                                      <p:to>
                                        <p:strVal val="visible"/>
                                      </p:to>
                                    </p:set>
                                    <p:anim calcmode="lin" valueType="num">
                                      <p:cBhvr>
                                        <p:cTn id="7" dur="500" fill="hold"/>
                                        <p:tgtEl>
                                          <p:spTgt spid="35"/>
                                        </p:tgtEl>
                                        <p:attrNameLst>
                                          <p:attrName>ppt_w</p:attrName>
                                        </p:attrNameLst>
                                      </p:cBhvr>
                                      <p:tavLst>
                                        <p:tav tm="0">
                                          <p:val>
                                            <p:fltVal val="0"/>
                                          </p:val>
                                        </p:tav>
                                        <p:tav tm="100000">
                                          <p:val>
                                            <p:strVal val="#ppt_w"/>
                                          </p:val>
                                        </p:tav>
                                      </p:tavLst>
                                    </p:anim>
                                    <p:anim calcmode="lin" valueType="num">
                                      <p:cBhvr>
                                        <p:cTn id="8" dur="500" fill="hold"/>
                                        <p:tgtEl>
                                          <p:spTgt spid="35"/>
                                        </p:tgtEl>
                                        <p:attrNameLst>
                                          <p:attrName>ppt_h</p:attrName>
                                        </p:attrNameLst>
                                      </p:cBhvr>
                                      <p:tavLst>
                                        <p:tav tm="0">
                                          <p:val>
                                            <p:fltVal val="0"/>
                                          </p:val>
                                        </p:tav>
                                        <p:tav tm="100000">
                                          <p:val>
                                            <p:strVal val="#ppt_h"/>
                                          </p:val>
                                        </p:tav>
                                      </p:tavLst>
                                    </p:anim>
                                    <p:animEffect transition="in" filter="fade">
                                      <p:cBhvr>
                                        <p:cTn id="9" dur="500"/>
                                        <p:tgtEl>
                                          <p:spTgt spid="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下半年工作目标</a:t>
            </a:r>
            <a:endParaRPr kumimoji="1" lang="zh-CN" altLang="en-US" sz="2400">
              <a:solidFill>
                <a:schemeClr val="tx2"/>
              </a:solidFill>
              <a:latin typeface="+mn-ea"/>
            </a:endParaRPr>
          </a:p>
        </p:txBody>
      </p:sp>
      <p:sp>
        <p:nvSpPr>
          <p:cNvPr id="18" name="文本框 17"/>
          <p:cNvSpPr txBox="1"/>
          <p:nvPr/>
        </p:nvSpPr>
        <p:spPr>
          <a:xfrm>
            <a:off x="983848" y="1595454"/>
            <a:ext cx="2547492" cy="1446550"/>
          </a:xfrm>
          <a:prstGeom prst="rect">
            <a:avLst/>
          </a:prstGeom>
          <a:noFill/>
        </p:spPr>
        <p:txBody>
          <a:bodyPr wrap="none" rtlCol="0">
            <a:spAutoFit/>
          </a:bodyPr>
          <a:lstStyle/>
          <a:p>
            <a:r>
              <a:rPr kumimoji="1" lang="en-US" altLang="zh-CN" sz="8800" dirty="0">
                <a:solidFill>
                  <a:schemeClr val="tx2"/>
                </a:solidFill>
                <a:latin typeface="+mj-ea"/>
                <a:ea typeface="+mj-ea"/>
              </a:rPr>
              <a:t>B</a:t>
            </a:r>
            <a:r>
              <a:rPr kumimoji="1" lang="en-US" altLang="zh-CN" sz="3600" dirty="0">
                <a:solidFill>
                  <a:schemeClr val="tx1">
                    <a:lumMod val="65000"/>
                    <a:lumOff val="35000"/>
                  </a:schemeClr>
                </a:solidFill>
                <a:latin typeface="+mn-ea"/>
              </a:rPr>
              <a:t>usiness</a:t>
            </a:r>
            <a:endParaRPr kumimoji="1" lang="zh-CN" altLang="en-US" dirty="0">
              <a:solidFill>
                <a:schemeClr val="tx1">
                  <a:lumMod val="65000"/>
                  <a:lumOff val="35000"/>
                </a:schemeClr>
              </a:solidFill>
              <a:latin typeface="+mn-ea"/>
            </a:endParaRPr>
          </a:p>
        </p:txBody>
      </p:sp>
      <p:cxnSp>
        <p:nvCxnSpPr>
          <p:cNvPr id="19" name="直线连接符 18"/>
          <p:cNvCxnSpPr/>
          <p:nvPr/>
        </p:nvCxnSpPr>
        <p:spPr>
          <a:xfrm>
            <a:off x="1145894" y="3110895"/>
            <a:ext cx="740779" cy="0"/>
          </a:xfrm>
          <a:prstGeom prst="line">
            <a:avLst/>
          </a:prstGeom>
          <a:ln w="38100">
            <a:solidFill>
              <a:schemeClr val="tx2"/>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1033749" y="3201421"/>
            <a:ext cx="4575578" cy="1707262"/>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en-US" altLang="zh-CN" sz="1200" dirty="0">
              <a:solidFill>
                <a:schemeClr val="tx1">
                  <a:lumMod val="50000"/>
                  <a:lumOff val="50000"/>
                </a:schemeClr>
              </a:solidFill>
              <a:latin typeface="+mn-ea"/>
              <a:cs typeface="+mn-ea"/>
              <a:sym typeface="+mn-lt"/>
            </a:endParaRPr>
          </a:p>
          <a:p>
            <a:pPr>
              <a:lnSpc>
                <a:spcPct val="150000"/>
              </a:lnSpc>
            </a:pPr>
            <a:endParaRPr kumimoji="1" lang="en-US" altLang="zh-CN" sz="1200" dirty="0">
              <a:solidFill>
                <a:schemeClr val="tx1">
                  <a:lumMod val="50000"/>
                  <a:lumOff val="50000"/>
                </a:schemeClr>
              </a:solidFill>
              <a:latin typeface="+mn-ea"/>
              <a:cs typeface="+mn-ea"/>
              <a:sym typeface="+mn-lt"/>
            </a:endParaRPr>
          </a:p>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cxnSp>
        <p:nvCxnSpPr>
          <p:cNvPr id="32" name="直线连接符 31"/>
          <p:cNvCxnSpPr/>
          <p:nvPr/>
        </p:nvCxnSpPr>
        <p:spPr>
          <a:xfrm>
            <a:off x="6446134" y="1331731"/>
            <a:ext cx="0" cy="418397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3" name="直线连接符 32"/>
          <p:cNvCxnSpPr/>
          <p:nvPr/>
        </p:nvCxnSpPr>
        <p:spPr>
          <a:xfrm>
            <a:off x="7563734" y="1331731"/>
            <a:ext cx="0" cy="418397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4" name="直线连接符 33"/>
          <p:cNvCxnSpPr/>
          <p:nvPr/>
        </p:nvCxnSpPr>
        <p:spPr>
          <a:xfrm>
            <a:off x="8617834" y="1331731"/>
            <a:ext cx="0" cy="418397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5" name="直线连接符 34"/>
          <p:cNvCxnSpPr/>
          <p:nvPr/>
        </p:nvCxnSpPr>
        <p:spPr>
          <a:xfrm>
            <a:off x="9722734" y="1331731"/>
            <a:ext cx="0" cy="418397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6" name="直线连接符 35"/>
          <p:cNvCxnSpPr/>
          <p:nvPr/>
        </p:nvCxnSpPr>
        <p:spPr>
          <a:xfrm>
            <a:off x="10751434" y="1331731"/>
            <a:ext cx="0" cy="4183975"/>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sp>
        <p:nvSpPr>
          <p:cNvPr id="37" name="矩形 36"/>
          <p:cNvSpPr/>
          <p:nvPr/>
        </p:nvSpPr>
        <p:spPr>
          <a:xfrm>
            <a:off x="6446134" y="1609059"/>
            <a:ext cx="1117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8" name="矩形 37"/>
          <p:cNvSpPr/>
          <p:nvPr/>
        </p:nvSpPr>
        <p:spPr>
          <a:xfrm>
            <a:off x="6446134" y="1913859"/>
            <a:ext cx="1333500" cy="304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9" name="矩形 38"/>
          <p:cNvSpPr/>
          <p:nvPr/>
        </p:nvSpPr>
        <p:spPr>
          <a:xfrm>
            <a:off x="6446134" y="2218659"/>
            <a:ext cx="3276600" cy="3048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0" name="矩形 39"/>
          <p:cNvSpPr/>
          <p:nvPr/>
        </p:nvSpPr>
        <p:spPr>
          <a:xfrm>
            <a:off x="6446134" y="2523458"/>
            <a:ext cx="1574800" cy="304800"/>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1" name="矩形 40"/>
          <p:cNvSpPr/>
          <p:nvPr/>
        </p:nvSpPr>
        <p:spPr>
          <a:xfrm>
            <a:off x="6446133" y="3777782"/>
            <a:ext cx="1666145" cy="307777"/>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2" name="矩形 41"/>
          <p:cNvSpPr/>
          <p:nvPr/>
        </p:nvSpPr>
        <p:spPr>
          <a:xfrm>
            <a:off x="6446134" y="4085559"/>
            <a:ext cx="889000" cy="304799"/>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3" name="矩形 42"/>
          <p:cNvSpPr/>
          <p:nvPr/>
        </p:nvSpPr>
        <p:spPr>
          <a:xfrm>
            <a:off x="6446134" y="4390359"/>
            <a:ext cx="3937000" cy="304799"/>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4" name="矩形 43"/>
          <p:cNvSpPr/>
          <p:nvPr/>
        </p:nvSpPr>
        <p:spPr>
          <a:xfrm>
            <a:off x="6446134" y="4695158"/>
            <a:ext cx="1790700" cy="342902"/>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7" name="文本框 46"/>
          <p:cNvSpPr txBox="1"/>
          <p:nvPr/>
        </p:nvSpPr>
        <p:spPr>
          <a:xfrm>
            <a:off x="6254415" y="5571368"/>
            <a:ext cx="383438" cy="307777"/>
          </a:xfrm>
          <a:prstGeom prst="rect">
            <a:avLst/>
          </a:prstGeom>
          <a:noFill/>
        </p:spPr>
        <p:txBody>
          <a:bodyPr wrap="none" rtlCol="0">
            <a:spAutoFit/>
          </a:bodyPr>
          <a:lstStyle/>
          <a:p>
            <a:r>
              <a:rPr kumimoji="1" lang="en-US" altLang="zh-CN" sz="1400">
                <a:solidFill>
                  <a:schemeClr val="tx1">
                    <a:lumMod val="65000"/>
                    <a:lumOff val="35000"/>
                  </a:schemeClr>
                </a:solidFill>
                <a:latin typeface="+mn-ea"/>
              </a:rPr>
              <a:t>01</a:t>
            </a:r>
            <a:endParaRPr kumimoji="1" lang="zh-CN" altLang="en-US" sz="1400">
              <a:solidFill>
                <a:schemeClr val="tx1">
                  <a:lumMod val="65000"/>
                  <a:lumOff val="35000"/>
                </a:schemeClr>
              </a:solidFill>
              <a:latin typeface="+mn-ea"/>
            </a:endParaRPr>
          </a:p>
        </p:txBody>
      </p:sp>
      <p:sp>
        <p:nvSpPr>
          <p:cNvPr id="48" name="文本框 47"/>
          <p:cNvSpPr txBox="1"/>
          <p:nvPr/>
        </p:nvSpPr>
        <p:spPr>
          <a:xfrm>
            <a:off x="7372015" y="5571368"/>
            <a:ext cx="383438" cy="307777"/>
          </a:xfrm>
          <a:prstGeom prst="rect">
            <a:avLst/>
          </a:prstGeom>
          <a:noFill/>
        </p:spPr>
        <p:txBody>
          <a:bodyPr wrap="none" rtlCol="0">
            <a:spAutoFit/>
          </a:bodyPr>
          <a:lstStyle/>
          <a:p>
            <a:r>
              <a:rPr kumimoji="1" lang="en-US" altLang="zh-CN" sz="1400">
                <a:solidFill>
                  <a:schemeClr val="tx1">
                    <a:lumMod val="65000"/>
                    <a:lumOff val="35000"/>
                  </a:schemeClr>
                </a:solidFill>
                <a:latin typeface="+mn-ea"/>
              </a:rPr>
              <a:t>02</a:t>
            </a:r>
            <a:endParaRPr kumimoji="1" lang="zh-CN" altLang="en-US" sz="1400">
              <a:solidFill>
                <a:schemeClr val="tx1">
                  <a:lumMod val="65000"/>
                  <a:lumOff val="35000"/>
                </a:schemeClr>
              </a:solidFill>
              <a:latin typeface="+mn-ea"/>
            </a:endParaRPr>
          </a:p>
        </p:txBody>
      </p:sp>
      <p:sp>
        <p:nvSpPr>
          <p:cNvPr id="49" name="文本框 48"/>
          <p:cNvSpPr txBox="1"/>
          <p:nvPr/>
        </p:nvSpPr>
        <p:spPr>
          <a:xfrm>
            <a:off x="8426115" y="5571368"/>
            <a:ext cx="383438" cy="307777"/>
          </a:xfrm>
          <a:prstGeom prst="rect">
            <a:avLst/>
          </a:prstGeom>
          <a:noFill/>
        </p:spPr>
        <p:txBody>
          <a:bodyPr wrap="none" rtlCol="0">
            <a:spAutoFit/>
          </a:bodyPr>
          <a:lstStyle/>
          <a:p>
            <a:r>
              <a:rPr kumimoji="1" lang="en-US" altLang="zh-CN" sz="1400">
                <a:solidFill>
                  <a:schemeClr val="tx1">
                    <a:lumMod val="65000"/>
                    <a:lumOff val="35000"/>
                  </a:schemeClr>
                </a:solidFill>
                <a:latin typeface="+mn-ea"/>
              </a:rPr>
              <a:t>03</a:t>
            </a:r>
            <a:endParaRPr kumimoji="1" lang="zh-CN" altLang="en-US" sz="1400">
              <a:solidFill>
                <a:schemeClr val="tx1">
                  <a:lumMod val="65000"/>
                  <a:lumOff val="35000"/>
                </a:schemeClr>
              </a:solidFill>
              <a:latin typeface="+mn-ea"/>
            </a:endParaRPr>
          </a:p>
        </p:txBody>
      </p:sp>
      <p:sp>
        <p:nvSpPr>
          <p:cNvPr id="50" name="文本框 49"/>
          <p:cNvSpPr txBox="1"/>
          <p:nvPr/>
        </p:nvSpPr>
        <p:spPr>
          <a:xfrm>
            <a:off x="9531015" y="5571367"/>
            <a:ext cx="383438" cy="307777"/>
          </a:xfrm>
          <a:prstGeom prst="rect">
            <a:avLst/>
          </a:prstGeom>
          <a:noFill/>
        </p:spPr>
        <p:txBody>
          <a:bodyPr wrap="none" rtlCol="0">
            <a:spAutoFit/>
          </a:bodyPr>
          <a:lstStyle/>
          <a:p>
            <a:r>
              <a:rPr kumimoji="1" lang="en-US" altLang="zh-CN" sz="1400">
                <a:solidFill>
                  <a:schemeClr val="tx1">
                    <a:lumMod val="65000"/>
                    <a:lumOff val="35000"/>
                  </a:schemeClr>
                </a:solidFill>
                <a:latin typeface="+mn-ea"/>
              </a:rPr>
              <a:t>04</a:t>
            </a:r>
            <a:endParaRPr kumimoji="1" lang="zh-CN" altLang="en-US" sz="1400">
              <a:solidFill>
                <a:schemeClr val="tx1">
                  <a:lumMod val="65000"/>
                  <a:lumOff val="35000"/>
                </a:schemeClr>
              </a:solidFill>
              <a:latin typeface="+mn-ea"/>
            </a:endParaRPr>
          </a:p>
        </p:txBody>
      </p:sp>
      <p:sp>
        <p:nvSpPr>
          <p:cNvPr id="51" name="文本框 50"/>
          <p:cNvSpPr txBox="1"/>
          <p:nvPr/>
        </p:nvSpPr>
        <p:spPr>
          <a:xfrm>
            <a:off x="10559715" y="5571366"/>
            <a:ext cx="383438" cy="307777"/>
          </a:xfrm>
          <a:prstGeom prst="rect">
            <a:avLst/>
          </a:prstGeom>
          <a:noFill/>
        </p:spPr>
        <p:txBody>
          <a:bodyPr wrap="none" rtlCol="0">
            <a:spAutoFit/>
          </a:bodyPr>
          <a:lstStyle/>
          <a:p>
            <a:r>
              <a:rPr kumimoji="1" lang="en-US" altLang="zh-CN" sz="1400">
                <a:solidFill>
                  <a:schemeClr val="tx1">
                    <a:lumMod val="65000"/>
                    <a:lumOff val="35000"/>
                  </a:schemeClr>
                </a:solidFill>
                <a:latin typeface="+mn-ea"/>
              </a:rPr>
              <a:t>05</a:t>
            </a:r>
            <a:endParaRPr kumimoji="1" lang="zh-CN" altLang="en-US" sz="1400">
              <a:solidFill>
                <a:schemeClr val="tx1">
                  <a:lumMod val="65000"/>
                  <a:lumOff val="35000"/>
                </a:schemeClr>
              </a:solidFill>
              <a:latin typeface="+mn-ea"/>
            </a:endParaRPr>
          </a:p>
        </p:txBody>
      </p:sp>
      <p:sp>
        <p:nvSpPr>
          <p:cNvPr id="52" name="文本框 51"/>
          <p:cNvSpPr txBox="1"/>
          <p:nvPr/>
        </p:nvSpPr>
        <p:spPr>
          <a:xfrm>
            <a:off x="7060860" y="1595454"/>
            <a:ext cx="548548" cy="307777"/>
          </a:xfrm>
          <a:prstGeom prst="rect">
            <a:avLst/>
          </a:prstGeom>
          <a:noFill/>
        </p:spPr>
        <p:txBody>
          <a:bodyPr wrap="none" rtlCol="0">
            <a:spAutoFit/>
          </a:bodyPr>
          <a:lstStyle/>
          <a:p>
            <a:r>
              <a:rPr kumimoji="1" lang="en-US" altLang="zh-CN" sz="1400">
                <a:solidFill>
                  <a:schemeClr val="bg1"/>
                </a:solidFill>
                <a:latin typeface="+mn-ea"/>
              </a:rPr>
              <a:t>27%</a:t>
            </a:r>
            <a:endParaRPr kumimoji="1" lang="zh-CN" altLang="en-US" sz="1400">
              <a:solidFill>
                <a:schemeClr val="bg1"/>
              </a:solidFill>
              <a:latin typeface="+mn-ea"/>
            </a:endParaRPr>
          </a:p>
        </p:txBody>
      </p:sp>
      <p:sp>
        <p:nvSpPr>
          <p:cNvPr id="53" name="文本框 52"/>
          <p:cNvSpPr txBox="1"/>
          <p:nvPr/>
        </p:nvSpPr>
        <p:spPr>
          <a:xfrm>
            <a:off x="7219604" y="1912370"/>
            <a:ext cx="548548" cy="307777"/>
          </a:xfrm>
          <a:prstGeom prst="rect">
            <a:avLst/>
          </a:prstGeom>
          <a:noFill/>
        </p:spPr>
        <p:txBody>
          <a:bodyPr wrap="none" rtlCol="0">
            <a:spAutoFit/>
          </a:bodyPr>
          <a:lstStyle/>
          <a:p>
            <a:r>
              <a:rPr kumimoji="1" lang="en-US" altLang="zh-CN" sz="1400">
                <a:solidFill>
                  <a:schemeClr val="bg1"/>
                </a:solidFill>
                <a:latin typeface="+mn-ea"/>
              </a:rPr>
              <a:t>31%</a:t>
            </a:r>
            <a:endParaRPr kumimoji="1" lang="zh-CN" altLang="en-US" sz="1400">
              <a:solidFill>
                <a:schemeClr val="bg1"/>
              </a:solidFill>
              <a:latin typeface="+mn-ea"/>
            </a:endParaRPr>
          </a:p>
        </p:txBody>
      </p:sp>
      <p:sp>
        <p:nvSpPr>
          <p:cNvPr id="54" name="文本框 53"/>
          <p:cNvSpPr txBox="1"/>
          <p:nvPr/>
        </p:nvSpPr>
        <p:spPr>
          <a:xfrm>
            <a:off x="9123386" y="2205341"/>
            <a:ext cx="548548" cy="307777"/>
          </a:xfrm>
          <a:prstGeom prst="rect">
            <a:avLst/>
          </a:prstGeom>
          <a:noFill/>
        </p:spPr>
        <p:txBody>
          <a:bodyPr wrap="none" rtlCol="0">
            <a:spAutoFit/>
          </a:bodyPr>
          <a:lstStyle/>
          <a:p>
            <a:r>
              <a:rPr kumimoji="1" lang="en-US" altLang="zh-CN" sz="1400">
                <a:solidFill>
                  <a:schemeClr val="bg1"/>
                </a:solidFill>
                <a:latin typeface="+mn-ea"/>
              </a:rPr>
              <a:t>69%</a:t>
            </a:r>
            <a:endParaRPr kumimoji="1" lang="zh-CN" altLang="en-US" sz="1400">
              <a:solidFill>
                <a:schemeClr val="bg1"/>
              </a:solidFill>
              <a:latin typeface="+mn-ea"/>
            </a:endParaRPr>
          </a:p>
        </p:txBody>
      </p:sp>
      <p:sp>
        <p:nvSpPr>
          <p:cNvPr id="55" name="文本框 54"/>
          <p:cNvSpPr txBox="1"/>
          <p:nvPr/>
        </p:nvSpPr>
        <p:spPr>
          <a:xfrm>
            <a:off x="7481179" y="2521970"/>
            <a:ext cx="548548" cy="307777"/>
          </a:xfrm>
          <a:prstGeom prst="rect">
            <a:avLst/>
          </a:prstGeom>
          <a:noFill/>
        </p:spPr>
        <p:txBody>
          <a:bodyPr wrap="none" rtlCol="0">
            <a:spAutoFit/>
          </a:bodyPr>
          <a:lstStyle/>
          <a:p>
            <a:r>
              <a:rPr kumimoji="1" lang="en-US" altLang="zh-CN" sz="1400">
                <a:solidFill>
                  <a:schemeClr val="bg1"/>
                </a:solidFill>
                <a:latin typeface="+mn-ea"/>
              </a:rPr>
              <a:t>43%</a:t>
            </a:r>
            <a:endParaRPr kumimoji="1" lang="zh-CN" altLang="en-US" sz="1400">
              <a:solidFill>
                <a:schemeClr val="bg1"/>
              </a:solidFill>
              <a:latin typeface="+mn-ea"/>
            </a:endParaRPr>
          </a:p>
        </p:txBody>
      </p:sp>
      <p:sp>
        <p:nvSpPr>
          <p:cNvPr id="56" name="文本框 55"/>
          <p:cNvSpPr txBox="1"/>
          <p:nvPr/>
        </p:nvSpPr>
        <p:spPr>
          <a:xfrm>
            <a:off x="7513263" y="3768642"/>
            <a:ext cx="548548" cy="307777"/>
          </a:xfrm>
          <a:prstGeom prst="rect">
            <a:avLst/>
          </a:prstGeom>
          <a:noFill/>
        </p:spPr>
        <p:txBody>
          <a:bodyPr wrap="none" rtlCol="0">
            <a:spAutoFit/>
          </a:bodyPr>
          <a:lstStyle/>
          <a:p>
            <a:r>
              <a:rPr kumimoji="1" lang="en-US" altLang="zh-CN" sz="1400">
                <a:solidFill>
                  <a:schemeClr val="bg1"/>
                </a:solidFill>
                <a:latin typeface="+mn-ea"/>
              </a:rPr>
              <a:t>39%</a:t>
            </a:r>
            <a:endParaRPr kumimoji="1" lang="zh-CN" altLang="en-US" sz="1400">
              <a:solidFill>
                <a:schemeClr val="bg1"/>
              </a:solidFill>
              <a:latin typeface="+mn-ea"/>
            </a:endParaRPr>
          </a:p>
        </p:txBody>
      </p:sp>
      <p:sp>
        <p:nvSpPr>
          <p:cNvPr id="57" name="文本框 56"/>
          <p:cNvSpPr txBox="1"/>
          <p:nvPr/>
        </p:nvSpPr>
        <p:spPr>
          <a:xfrm>
            <a:off x="6821107" y="4085558"/>
            <a:ext cx="548548" cy="307777"/>
          </a:xfrm>
          <a:prstGeom prst="rect">
            <a:avLst/>
          </a:prstGeom>
          <a:noFill/>
        </p:spPr>
        <p:txBody>
          <a:bodyPr wrap="none" rtlCol="0">
            <a:spAutoFit/>
          </a:bodyPr>
          <a:lstStyle/>
          <a:p>
            <a:r>
              <a:rPr kumimoji="1" lang="en-US" altLang="zh-CN" sz="1400">
                <a:solidFill>
                  <a:schemeClr val="bg1"/>
                </a:solidFill>
                <a:latin typeface="+mn-ea"/>
              </a:rPr>
              <a:t>27%</a:t>
            </a:r>
            <a:endParaRPr kumimoji="1" lang="zh-CN" altLang="en-US" sz="1400">
              <a:solidFill>
                <a:schemeClr val="bg1"/>
              </a:solidFill>
              <a:latin typeface="+mn-ea"/>
            </a:endParaRPr>
          </a:p>
        </p:txBody>
      </p:sp>
      <p:sp>
        <p:nvSpPr>
          <p:cNvPr id="58" name="文本框 57"/>
          <p:cNvSpPr txBox="1"/>
          <p:nvPr/>
        </p:nvSpPr>
        <p:spPr>
          <a:xfrm>
            <a:off x="9778989" y="4378529"/>
            <a:ext cx="548548" cy="307777"/>
          </a:xfrm>
          <a:prstGeom prst="rect">
            <a:avLst/>
          </a:prstGeom>
          <a:noFill/>
        </p:spPr>
        <p:txBody>
          <a:bodyPr wrap="none" rtlCol="0">
            <a:spAutoFit/>
          </a:bodyPr>
          <a:lstStyle/>
          <a:p>
            <a:r>
              <a:rPr kumimoji="1" lang="en-US" altLang="zh-CN" sz="1400">
                <a:solidFill>
                  <a:schemeClr val="bg1"/>
                </a:solidFill>
                <a:latin typeface="+mn-ea"/>
              </a:rPr>
              <a:t>76%</a:t>
            </a:r>
            <a:endParaRPr kumimoji="1" lang="zh-CN" altLang="en-US" sz="1400">
              <a:solidFill>
                <a:schemeClr val="bg1"/>
              </a:solidFill>
              <a:latin typeface="+mn-ea"/>
            </a:endParaRPr>
          </a:p>
        </p:txBody>
      </p:sp>
      <p:sp>
        <p:nvSpPr>
          <p:cNvPr id="59" name="文本框 58"/>
          <p:cNvSpPr txBox="1"/>
          <p:nvPr/>
        </p:nvSpPr>
        <p:spPr>
          <a:xfrm>
            <a:off x="7654182" y="4695158"/>
            <a:ext cx="548548" cy="307777"/>
          </a:xfrm>
          <a:prstGeom prst="rect">
            <a:avLst/>
          </a:prstGeom>
          <a:noFill/>
        </p:spPr>
        <p:txBody>
          <a:bodyPr wrap="none" rtlCol="0">
            <a:spAutoFit/>
          </a:bodyPr>
          <a:lstStyle/>
          <a:p>
            <a:r>
              <a:rPr kumimoji="1" lang="en-US" altLang="zh-CN" sz="1400">
                <a:solidFill>
                  <a:schemeClr val="bg1"/>
                </a:solidFill>
                <a:latin typeface="+mn-ea"/>
              </a:rPr>
              <a:t>46%</a:t>
            </a:r>
            <a:endParaRPr kumimoji="1" lang="zh-CN" altLang="en-US" sz="1400">
              <a:solidFill>
                <a:schemeClr val="bg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nodeType="clickEffect">
                                  <p:stCondLst>
                                    <p:cond delay="0"/>
                                  </p:stCondLst>
                                  <p:childTnLst>
                                    <p:set>
                                      <p:cBhvr>
                                        <p:cTn id="6" dur="1" fill="hold">
                                          <p:stCondLst>
                                            <p:cond delay="0"/>
                                          </p:stCondLst>
                                        </p:cTn>
                                        <p:tgtEl>
                                          <p:spTgt spid="32"/>
                                        </p:tgtEl>
                                        <p:attrNameLst>
                                          <p:attrName>style.visibility</p:attrName>
                                        </p:attrNameLst>
                                      </p:cBhvr>
                                      <p:to>
                                        <p:strVal val="visible"/>
                                      </p:to>
                                    </p:set>
                                    <p:animEffect transition="in" filter="dissolve">
                                      <p:cBhvr>
                                        <p:cTn id="7" dur="500"/>
                                        <p:tgtEl>
                                          <p:spTgt spid="32"/>
                                        </p:tgtEl>
                                      </p:cBhvr>
                                    </p:animEffect>
                                  </p:childTnLst>
                                </p:cTn>
                              </p:par>
                              <p:par>
                                <p:cTn id="8" presetID="9" presetClass="entr" presetSubtype="0" fill="hold" nodeType="withEffect">
                                  <p:stCondLst>
                                    <p:cond delay="0"/>
                                  </p:stCondLst>
                                  <p:childTnLst>
                                    <p:set>
                                      <p:cBhvr>
                                        <p:cTn id="9" dur="1" fill="hold">
                                          <p:stCondLst>
                                            <p:cond delay="0"/>
                                          </p:stCondLst>
                                        </p:cTn>
                                        <p:tgtEl>
                                          <p:spTgt spid="33"/>
                                        </p:tgtEl>
                                        <p:attrNameLst>
                                          <p:attrName>style.visibility</p:attrName>
                                        </p:attrNameLst>
                                      </p:cBhvr>
                                      <p:to>
                                        <p:strVal val="visible"/>
                                      </p:to>
                                    </p:set>
                                    <p:animEffect transition="in" filter="dissolve">
                                      <p:cBhvr>
                                        <p:cTn id="10" dur="500"/>
                                        <p:tgtEl>
                                          <p:spTgt spid="33"/>
                                        </p:tgtEl>
                                      </p:cBhvr>
                                    </p:animEffect>
                                  </p:childTnLst>
                                </p:cTn>
                              </p:par>
                              <p:par>
                                <p:cTn id="11" presetID="9" presetClass="entr" presetSubtype="0" fill="hold" nodeType="withEffect">
                                  <p:stCondLst>
                                    <p:cond delay="0"/>
                                  </p:stCondLst>
                                  <p:childTnLst>
                                    <p:set>
                                      <p:cBhvr>
                                        <p:cTn id="12" dur="1" fill="hold">
                                          <p:stCondLst>
                                            <p:cond delay="0"/>
                                          </p:stCondLst>
                                        </p:cTn>
                                        <p:tgtEl>
                                          <p:spTgt spid="34"/>
                                        </p:tgtEl>
                                        <p:attrNameLst>
                                          <p:attrName>style.visibility</p:attrName>
                                        </p:attrNameLst>
                                      </p:cBhvr>
                                      <p:to>
                                        <p:strVal val="visible"/>
                                      </p:to>
                                    </p:set>
                                    <p:animEffect transition="in" filter="dissolve">
                                      <p:cBhvr>
                                        <p:cTn id="13" dur="500"/>
                                        <p:tgtEl>
                                          <p:spTgt spid="34"/>
                                        </p:tgtEl>
                                      </p:cBhvr>
                                    </p:animEffect>
                                  </p:childTnLst>
                                </p:cTn>
                              </p:par>
                              <p:par>
                                <p:cTn id="14" presetID="9" presetClass="entr" presetSubtype="0" fill="hold" nodeType="withEffect">
                                  <p:stCondLst>
                                    <p:cond delay="0"/>
                                  </p:stCondLst>
                                  <p:childTnLst>
                                    <p:set>
                                      <p:cBhvr>
                                        <p:cTn id="15" dur="1" fill="hold">
                                          <p:stCondLst>
                                            <p:cond delay="0"/>
                                          </p:stCondLst>
                                        </p:cTn>
                                        <p:tgtEl>
                                          <p:spTgt spid="35"/>
                                        </p:tgtEl>
                                        <p:attrNameLst>
                                          <p:attrName>style.visibility</p:attrName>
                                        </p:attrNameLst>
                                      </p:cBhvr>
                                      <p:to>
                                        <p:strVal val="visible"/>
                                      </p:to>
                                    </p:set>
                                    <p:animEffect transition="in" filter="dissolve">
                                      <p:cBhvr>
                                        <p:cTn id="16" dur="500"/>
                                        <p:tgtEl>
                                          <p:spTgt spid="35"/>
                                        </p:tgtEl>
                                      </p:cBhvr>
                                    </p:animEffect>
                                  </p:childTnLst>
                                </p:cTn>
                              </p:par>
                              <p:par>
                                <p:cTn id="17" presetID="9" presetClass="entr" presetSubtype="0" fill="hold" nodeType="withEffect">
                                  <p:stCondLst>
                                    <p:cond delay="0"/>
                                  </p:stCondLst>
                                  <p:childTnLst>
                                    <p:set>
                                      <p:cBhvr>
                                        <p:cTn id="18" dur="1" fill="hold">
                                          <p:stCondLst>
                                            <p:cond delay="0"/>
                                          </p:stCondLst>
                                        </p:cTn>
                                        <p:tgtEl>
                                          <p:spTgt spid="36"/>
                                        </p:tgtEl>
                                        <p:attrNameLst>
                                          <p:attrName>style.visibility</p:attrName>
                                        </p:attrNameLst>
                                      </p:cBhvr>
                                      <p:to>
                                        <p:strVal val="visible"/>
                                      </p:to>
                                    </p:set>
                                    <p:animEffect transition="in" filter="dissolve">
                                      <p:cBhvr>
                                        <p:cTn id="19" dur="500"/>
                                        <p:tgtEl>
                                          <p:spTgt spid="36"/>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37"/>
                                        </p:tgtEl>
                                        <p:attrNameLst>
                                          <p:attrName>style.visibility</p:attrName>
                                        </p:attrNameLst>
                                      </p:cBhvr>
                                      <p:to>
                                        <p:strVal val="visible"/>
                                      </p:to>
                                    </p:set>
                                    <p:animEffect transition="in" filter="dissolve">
                                      <p:cBhvr>
                                        <p:cTn id="22" dur="500"/>
                                        <p:tgtEl>
                                          <p:spTgt spid="37"/>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38"/>
                                        </p:tgtEl>
                                        <p:attrNameLst>
                                          <p:attrName>style.visibility</p:attrName>
                                        </p:attrNameLst>
                                      </p:cBhvr>
                                      <p:to>
                                        <p:strVal val="visible"/>
                                      </p:to>
                                    </p:set>
                                    <p:animEffect transition="in" filter="dissolve">
                                      <p:cBhvr>
                                        <p:cTn id="25" dur="500"/>
                                        <p:tgtEl>
                                          <p:spTgt spid="38"/>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39"/>
                                        </p:tgtEl>
                                        <p:attrNameLst>
                                          <p:attrName>style.visibility</p:attrName>
                                        </p:attrNameLst>
                                      </p:cBhvr>
                                      <p:to>
                                        <p:strVal val="visible"/>
                                      </p:to>
                                    </p:set>
                                    <p:animEffect transition="in" filter="dissolve">
                                      <p:cBhvr>
                                        <p:cTn id="28" dur="500"/>
                                        <p:tgtEl>
                                          <p:spTgt spid="39"/>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40"/>
                                        </p:tgtEl>
                                        <p:attrNameLst>
                                          <p:attrName>style.visibility</p:attrName>
                                        </p:attrNameLst>
                                      </p:cBhvr>
                                      <p:to>
                                        <p:strVal val="visible"/>
                                      </p:to>
                                    </p:set>
                                    <p:animEffect transition="in" filter="dissolve">
                                      <p:cBhvr>
                                        <p:cTn id="31" dur="500"/>
                                        <p:tgtEl>
                                          <p:spTgt spid="40"/>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41"/>
                                        </p:tgtEl>
                                        <p:attrNameLst>
                                          <p:attrName>style.visibility</p:attrName>
                                        </p:attrNameLst>
                                      </p:cBhvr>
                                      <p:to>
                                        <p:strVal val="visible"/>
                                      </p:to>
                                    </p:set>
                                    <p:animEffect transition="in" filter="dissolve">
                                      <p:cBhvr>
                                        <p:cTn id="34" dur="500"/>
                                        <p:tgtEl>
                                          <p:spTgt spid="41"/>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42"/>
                                        </p:tgtEl>
                                        <p:attrNameLst>
                                          <p:attrName>style.visibility</p:attrName>
                                        </p:attrNameLst>
                                      </p:cBhvr>
                                      <p:to>
                                        <p:strVal val="visible"/>
                                      </p:to>
                                    </p:set>
                                    <p:animEffect transition="in" filter="dissolve">
                                      <p:cBhvr>
                                        <p:cTn id="37" dur="500"/>
                                        <p:tgtEl>
                                          <p:spTgt spid="42"/>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43"/>
                                        </p:tgtEl>
                                        <p:attrNameLst>
                                          <p:attrName>style.visibility</p:attrName>
                                        </p:attrNameLst>
                                      </p:cBhvr>
                                      <p:to>
                                        <p:strVal val="visible"/>
                                      </p:to>
                                    </p:set>
                                    <p:animEffect transition="in" filter="dissolve">
                                      <p:cBhvr>
                                        <p:cTn id="40" dur="500"/>
                                        <p:tgtEl>
                                          <p:spTgt spid="43"/>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44"/>
                                        </p:tgtEl>
                                        <p:attrNameLst>
                                          <p:attrName>style.visibility</p:attrName>
                                        </p:attrNameLst>
                                      </p:cBhvr>
                                      <p:to>
                                        <p:strVal val="visible"/>
                                      </p:to>
                                    </p:set>
                                    <p:animEffect transition="in" filter="dissolve">
                                      <p:cBhvr>
                                        <p:cTn id="43" dur="500"/>
                                        <p:tgtEl>
                                          <p:spTgt spid="44"/>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47"/>
                                        </p:tgtEl>
                                        <p:attrNameLst>
                                          <p:attrName>style.visibility</p:attrName>
                                        </p:attrNameLst>
                                      </p:cBhvr>
                                      <p:to>
                                        <p:strVal val="visible"/>
                                      </p:to>
                                    </p:set>
                                    <p:animEffect transition="in" filter="dissolve">
                                      <p:cBhvr>
                                        <p:cTn id="46" dur="500"/>
                                        <p:tgtEl>
                                          <p:spTgt spid="47"/>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48"/>
                                        </p:tgtEl>
                                        <p:attrNameLst>
                                          <p:attrName>style.visibility</p:attrName>
                                        </p:attrNameLst>
                                      </p:cBhvr>
                                      <p:to>
                                        <p:strVal val="visible"/>
                                      </p:to>
                                    </p:set>
                                    <p:animEffect transition="in" filter="dissolve">
                                      <p:cBhvr>
                                        <p:cTn id="49" dur="500"/>
                                        <p:tgtEl>
                                          <p:spTgt spid="48"/>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49"/>
                                        </p:tgtEl>
                                        <p:attrNameLst>
                                          <p:attrName>style.visibility</p:attrName>
                                        </p:attrNameLst>
                                      </p:cBhvr>
                                      <p:to>
                                        <p:strVal val="visible"/>
                                      </p:to>
                                    </p:set>
                                    <p:animEffect transition="in" filter="dissolve">
                                      <p:cBhvr>
                                        <p:cTn id="52" dur="500"/>
                                        <p:tgtEl>
                                          <p:spTgt spid="49"/>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50"/>
                                        </p:tgtEl>
                                        <p:attrNameLst>
                                          <p:attrName>style.visibility</p:attrName>
                                        </p:attrNameLst>
                                      </p:cBhvr>
                                      <p:to>
                                        <p:strVal val="visible"/>
                                      </p:to>
                                    </p:set>
                                    <p:animEffect transition="in" filter="dissolve">
                                      <p:cBhvr>
                                        <p:cTn id="55" dur="500"/>
                                        <p:tgtEl>
                                          <p:spTgt spid="50"/>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51"/>
                                        </p:tgtEl>
                                        <p:attrNameLst>
                                          <p:attrName>style.visibility</p:attrName>
                                        </p:attrNameLst>
                                      </p:cBhvr>
                                      <p:to>
                                        <p:strVal val="visible"/>
                                      </p:to>
                                    </p:set>
                                    <p:animEffect transition="in" filter="dissolve">
                                      <p:cBhvr>
                                        <p:cTn id="58" dur="500"/>
                                        <p:tgtEl>
                                          <p:spTgt spid="51"/>
                                        </p:tgtEl>
                                      </p:cBhvr>
                                    </p:animEffect>
                                  </p:childTnLst>
                                </p:cTn>
                              </p:par>
                              <p:par>
                                <p:cTn id="59" presetID="9" presetClass="entr" presetSubtype="0" fill="hold" grpId="0" nodeType="withEffect">
                                  <p:stCondLst>
                                    <p:cond delay="0"/>
                                  </p:stCondLst>
                                  <p:childTnLst>
                                    <p:set>
                                      <p:cBhvr>
                                        <p:cTn id="60" dur="1" fill="hold">
                                          <p:stCondLst>
                                            <p:cond delay="0"/>
                                          </p:stCondLst>
                                        </p:cTn>
                                        <p:tgtEl>
                                          <p:spTgt spid="52"/>
                                        </p:tgtEl>
                                        <p:attrNameLst>
                                          <p:attrName>style.visibility</p:attrName>
                                        </p:attrNameLst>
                                      </p:cBhvr>
                                      <p:to>
                                        <p:strVal val="visible"/>
                                      </p:to>
                                    </p:set>
                                    <p:animEffect transition="in" filter="dissolve">
                                      <p:cBhvr>
                                        <p:cTn id="61" dur="500"/>
                                        <p:tgtEl>
                                          <p:spTgt spid="52"/>
                                        </p:tgtEl>
                                      </p:cBhvr>
                                    </p:animEffect>
                                  </p:childTnLst>
                                </p:cTn>
                              </p:par>
                              <p:par>
                                <p:cTn id="62" presetID="9" presetClass="entr" presetSubtype="0" fill="hold" grpId="0" nodeType="withEffect">
                                  <p:stCondLst>
                                    <p:cond delay="0"/>
                                  </p:stCondLst>
                                  <p:childTnLst>
                                    <p:set>
                                      <p:cBhvr>
                                        <p:cTn id="63" dur="1" fill="hold">
                                          <p:stCondLst>
                                            <p:cond delay="0"/>
                                          </p:stCondLst>
                                        </p:cTn>
                                        <p:tgtEl>
                                          <p:spTgt spid="53"/>
                                        </p:tgtEl>
                                        <p:attrNameLst>
                                          <p:attrName>style.visibility</p:attrName>
                                        </p:attrNameLst>
                                      </p:cBhvr>
                                      <p:to>
                                        <p:strVal val="visible"/>
                                      </p:to>
                                    </p:set>
                                    <p:animEffect transition="in" filter="dissolve">
                                      <p:cBhvr>
                                        <p:cTn id="64" dur="500"/>
                                        <p:tgtEl>
                                          <p:spTgt spid="53"/>
                                        </p:tgtEl>
                                      </p:cBhvr>
                                    </p:animEffect>
                                  </p:childTnLst>
                                </p:cTn>
                              </p:par>
                              <p:par>
                                <p:cTn id="65" presetID="9" presetClass="entr" presetSubtype="0" fill="hold" grpId="0" nodeType="withEffect">
                                  <p:stCondLst>
                                    <p:cond delay="0"/>
                                  </p:stCondLst>
                                  <p:childTnLst>
                                    <p:set>
                                      <p:cBhvr>
                                        <p:cTn id="66" dur="1" fill="hold">
                                          <p:stCondLst>
                                            <p:cond delay="0"/>
                                          </p:stCondLst>
                                        </p:cTn>
                                        <p:tgtEl>
                                          <p:spTgt spid="54"/>
                                        </p:tgtEl>
                                        <p:attrNameLst>
                                          <p:attrName>style.visibility</p:attrName>
                                        </p:attrNameLst>
                                      </p:cBhvr>
                                      <p:to>
                                        <p:strVal val="visible"/>
                                      </p:to>
                                    </p:set>
                                    <p:animEffect transition="in" filter="dissolve">
                                      <p:cBhvr>
                                        <p:cTn id="67" dur="500"/>
                                        <p:tgtEl>
                                          <p:spTgt spid="54"/>
                                        </p:tgtEl>
                                      </p:cBhvr>
                                    </p:animEffect>
                                  </p:childTnLst>
                                </p:cTn>
                              </p:par>
                              <p:par>
                                <p:cTn id="68" presetID="9" presetClass="entr" presetSubtype="0" fill="hold" grpId="0" nodeType="withEffect">
                                  <p:stCondLst>
                                    <p:cond delay="0"/>
                                  </p:stCondLst>
                                  <p:childTnLst>
                                    <p:set>
                                      <p:cBhvr>
                                        <p:cTn id="69" dur="1" fill="hold">
                                          <p:stCondLst>
                                            <p:cond delay="0"/>
                                          </p:stCondLst>
                                        </p:cTn>
                                        <p:tgtEl>
                                          <p:spTgt spid="55"/>
                                        </p:tgtEl>
                                        <p:attrNameLst>
                                          <p:attrName>style.visibility</p:attrName>
                                        </p:attrNameLst>
                                      </p:cBhvr>
                                      <p:to>
                                        <p:strVal val="visible"/>
                                      </p:to>
                                    </p:set>
                                    <p:animEffect transition="in" filter="dissolve">
                                      <p:cBhvr>
                                        <p:cTn id="70" dur="500"/>
                                        <p:tgtEl>
                                          <p:spTgt spid="55"/>
                                        </p:tgtEl>
                                      </p:cBhvr>
                                    </p:animEffect>
                                  </p:childTnLst>
                                </p:cTn>
                              </p:par>
                              <p:par>
                                <p:cTn id="71" presetID="9" presetClass="entr" presetSubtype="0" fill="hold" grpId="0" nodeType="withEffect">
                                  <p:stCondLst>
                                    <p:cond delay="0"/>
                                  </p:stCondLst>
                                  <p:childTnLst>
                                    <p:set>
                                      <p:cBhvr>
                                        <p:cTn id="72" dur="1" fill="hold">
                                          <p:stCondLst>
                                            <p:cond delay="0"/>
                                          </p:stCondLst>
                                        </p:cTn>
                                        <p:tgtEl>
                                          <p:spTgt spid="56"/>
                                        </p:tgtEl>
                                        <p:attrNameLst>
                                          <p:attrName>style.visibility</p:attrName>
                                        </p:attrNameLst>
                                      </p:cBhvr>
                                      <p:to>
                                        <p:strVal val="visible"/>
                                      </p:to>
                                    </p:set>
                                    <p:animEffect transition="in" filter="dissolve">
                                      <p:cBhvr>
                                        <p:cTn id="73" dur="500"/>
                                        <p:tgtEl>
                                          <p:spTgt spid="56"/>
                                        </p:tgtEl>
                                      </p:cBhvr>
                                    </p:animEffect>
                                  </p:childTnLst>
                                </p:cTn>
                              </p:par>
                              <p:par>
                                <p:cTn id="74" presetID="9" presetClass="entr" presetSubtype="0" fill="hold" grpId="0" nodeType="withEffect">
                                  <p:stCondLst>
                                    <p:cond delay="0"/>
                                  </p:stCondLst>
                                  <p:childTnLst>
                                    <p:set>
                                      <p:cBhvr>
                                        <p:cTn id="75" dur="1" fill="hold">
                                          <p:stCondLst>
                                            <p:cond delay="0"/>
                                          </p:stCondLst>
                                        </p:cTn>
                                        <p:tgtEl>
                                          <p:spTgt spid="57"/>
                                        </p:tgtEl>
                                        <p:attrNameLst>
                                          <p:attrName>style.visibility</p:attrName>
                                        </p:attrNameLst>
                                      </p:cBhvr>
                                      <p:to>
                                        <p:strVal val="visible"/>
                                      </p:to>
                                    </p:set>
                                    <p:animEffect transition="in" filter="dissolve">
                                      <p:cBhvr>
                                        <p:cTn id="76" dur="500"/>
                                        <p:tgtEl>
                                          <p:spTgt spid="57"/>
                                        </p:tgtEl>
                                      </p:cBhvr>
                                    </p:animEffect>
                                  </p:childTnLst>
                                </p:cTn>
                              </p:par>
                              <p:par>
                                <p:cTn id="77" presetID="9" presetClass="entr" presetSubtype="0" fill="hold" grpId="0" nodeType="withEffect">
                                  <p:stCondLst>
                                    <p:cond delay="0"/>
                                  </p:stCondLst>
                                  <p:childTnLst>
                                    <p:set>
                                      <p:cBhvr>
                                        <p:cTn id="78" dur="1" fill="hold">
                                          <p:stCondLst>
                                            <p:cond delay="0"/>
                                          </p:stCondLst>
                                        </p:cTn>
                                        <p:tgtEl>
                                          <p:spTgt spid="58"/>
                                        </p:tgtEl>
                                        <p:attrNameLst>
                                          <p:attrName>style.visibility</p:attrName>
                                        </p:attrNameLst>
                                      </p:cBhvr>
                                      <p:to>
                                        <p:strVal val="visible"/>
                                      </p:to>
                                    </p:set>
                                    <p:animEffect transition="in" filter="dissolve">
                                      <p:cBhvr>
                                        <p:cTn id="79" dur="500"/>
                                        <p:tgtEl>
                                          <p:spTgt spid="58"/>
                                        </p:tgtEl>
                                      </p:cBhvr>
                                    </p:animEffect>
                                  </p:childTnLst>
                                </p:cTn>
                              </p:par>
                              <p:par>
                                <p:cTn id="80" presetID="9" presetClass="entr" presetSubtype="0" fill="hold" grpId="0" nodeType="withEffect">
                                  <p:stCondLst>
                                    <p:cond delay="0"/>
                                  </p:stCondLst>
                                  <p:childTnLst>
                                    <p:set>
                                      <p:cBhvr>
                                        <p:cTn id="81" dur="1" fill="hold">
                                          <p:stCondLst>
                                            <p:cond delay="0"/>
                                          </p:stCondLst>
                                        </p:cTn>
                                        <p:tgtEl>
                                          <p:spTgt spid="59"/>
                                        </p:tgtEl>
                                        <p:attrNameLst>
                                          <p:attrName>style.visibility</p:attrName>
                                        </p:attrNameLst>
                                      </p:cBhvr>
                                      <p:to>
                                        <p:strVal val="visible"/>
                                      </p:to>
                                    </p:set>
                                    <p:animEffect transition="in" filter="dissolve">
                                      <p:cBhvr>
                                        <p:cTn id="82" dur="500"/>
                                        <p:tgtEl>
                                          <p:spTgt spid="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7" grpId="0" animBg="1"/>
      <p:bldP spid="38" grpId="0" animBg="1"/>
      <p:bldP spid="39" grpId="0" animBg="1"/>
      <p:bldP spid="40" grpId="0" animBg="1"/>
      <p:bldP spid="41" grpId="0" animBg="1"/>
      <p:bldP spid="42" grpId="0" animBg="1"/>
      <p:bldP spid="43" grpId="0" animBg="1"/>
      <p:bldP spid="44" grpId="0" animBg="1"/>
      <p:bldP spid="47" grpId="0"/>
      <p:bldP spid="48" grpId="0"/>
      <p:bldP spid="49" grpId="0"/>
      <p:bldP spid="50" grpId="0"/>
      <p:bldP spid="51" grpId="0"/>
      <p:bldP spid="52" grpId="0"/>
      <p:bldP spid="53" grpId="0"/>
      <p:bldP spid="54" grpId="0"/>
      <p:bldP spid="55" grpId="0"/>
      <p:bldP spid="56" grpId="0"/>
      <p:bldP spid="57" grpId="0"/>
      <p:bldP spid="58" grpId="0"/>
      <p:bldP spid="59"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下半年工作目标</a:t>
            </a:r>
            <a:endParaRPr kumimoji="1" lang="zh-CN" altLang="en-US" sz="2400">
              <a:solidFill>
                <a:schemeClr val="tx2"/>
              </a:solidFill>
              <a:latin typeface="+mn-ea"/>
            </a:endParaRPr>
          </a:p>
        </p:txBody>
      </p:sp>
      <p:sp>
        <p:nvSpPr>
          <p:cNvPr id="3" name="圆角矩形 2"/>
          <p:cNvSpPr/>
          <p:nvPr/>
        </p:nvSpPr>
        <p:spPr>
          <a:xfrm>
            <a:off x="1151904" y="1804129"/>
            <a:ext cx="3469089" cy="4031654"/>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圆角矩形 3"/>
          <p:cNvSpPr/>
          <p:nvPr/>
        </p:nvSpPr>
        <p:spPr>
          <a:xfrm>
            <a:off x="1429996" y="3223476"/>
            <a:ext cx="3469089" cy="1105718"/>
          </a:xfrm>
          <a:prstGeom prst="roundRect">
            <a:avLst>
              <a:gd name="adj" fmla="val 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5" name="Group 58"/>
          <p:cNvGrpSpPr/>
          <p:nvPr/>
        </p:nvGrpSpPr>
        <p:grpSpPr>
          <a:xfrm>
            <a:off x="1575850" y="2406083"/>
            <a:ext cx="315253" cy="366263"/>
            <a:chOff x="2593975" y="4225925"/>
            <a:chExt cx="490538" cy="569912"/>
          </a:xfrm>
          <a:solidFill>
            <a:schemeClr val="tx2"/>
          </a:solidFill>
        </p:grpSpPr>
        <p:sp>
          <p:nvSpPr>
            <p:cNvPr id="6" name="Freeform 18"/>
            <p:cNvSpPr/>
            <p:nvPr/>
          </p:nvSpPr>
          <p:spPr bwMode="auto">
            <a:xfrm>
              <a:off x="2773363" y="4384675"/>
              <a:ext cx="131763" cy="252412"/>
            </a:xfrm>
            <a:custGeom>
              <a:avLst/>
              <a:gdLst>
                <a:gd name="T0" fmla="*/ 445 w 827"/>
                <a:gd name="T1" fmla="*/ 0 h 1593"/>
                <a:gd name="T2" fmla="*/ 498 w 827"/>
                <a:gd name="T3" fmla="*/ 8 h 1593"/>
                <a:gd name="T4" fmla="*/ 515 w 827"/>
                <a:gd name="T5" fmla="*/ 47 h 1593"/>
                <a:gd name="T6" fmla="*/ 516 w 827"/>
                <a:gd name="T7" fmla="*/ 123 h 1593"/>
                <a:gd name="T8" fmla="*/ 525 w 827"/>
                <a:gd name="T9" fmla="*/ 163 h 1593"/>
                <a:gd name="T10" fmla="*/ 563 w 827"/>
                <a:gd name="T11" fmla="*/ 178 h 1593"/>
                <a:gd name="T12" fmla="*/ 691 w 827"/>
                <a:gd name="T13" fmla="*/ 207 h 1593"/>
                <a:gd name="T14" fmla="*/ 767 w 827"/>
                <a:gd name="T15" fmla="*/ 246 h 1593"/>
                <a:gd name="T16" fmla="*/ 771 w 827"/>
                <a:gd name="T17" fmla="*/ 287 h 1593"/>
                <a:gd name="T18" fmla="*/ 726 w 827"/>
                <a:gd name="T19" fmla="*/ 434 h 1593"/>
                <a:gd name="T20" fmla="*/ 700 w 827"/>
                <a:gd name="T21" fmla="*/ 455 h 1593"/>
                <a:gd name="T22" fmla="*/ 621 w 827"/>
                <a:gd name="T23" fmla="*/ 425 h 1593"/>
                <a:gd name="T24" fmla="*/ 473 w 827"/>
                <a:gd name="T25" fmla="*/ 396 h 1593"/>
                <a:gd name="T26" fmla="*/ 377 w 827"/>
                <a:gd name="T27" fmla="*/ 402 h 1593"/>
                <a:gd name="T28" fmla="*/ 315 w 827"/>
                <a:gd name="T29" fmla="*/ 437 h 1593"/>
                <a:gd name="T30" fmla="*/ 291 w 827"/>
                <a:gd name="T31" fmla="*/ 496 h 1593"/>
                <a:gd name="T32" fmla="*/ 314 w 827"/>
                <a:gd name="T33" fmla="*/ 557 h 1593"/>
                <a:gd name="T34" fmla="*/ 402 w 827"/>
                <a:gd name="T35" fmla="*/ 618 h 1593"/>
                <a:gd name="T36" fmla="*/ 572 w 827"/>
                <a:gd name="T37" fmla="*/ 691 h 1593"/>
                <a:gd name="T38" fmla="*/ 712 w 827"/>
                <a:gd name="T39" fmla="*/ 778 h 1593"/>
                <a:gd name="T40" fmla="*/ 791 w 827"/>
                <a:gd name="T41" fmla="*/ 886 h 1593"/>
                <a:gd name="T42" fmla="*/ 826 w 827"/>
                <a:gd name="T43" fmla="*/ 1009 h 1593"/>
                <a:gd name="T44" fmla="*/ 812 w 827"/>
                <a:gd name="T45" fmla="*/ 1137 h 1593"/>
                <a:gd name="T46" fmla="*/ 747 w 827"/>
                <a:gd name="T47" fmla="*/ 1256 h 1593"/>
                <a:gd name="T48" fmla="*/ 640 w 827"/>
                <a:gd name="T49" fmla="*/ 1345 h 1593"/>
                <a:gd name="T50" fmla="*/ 535 w 827"/>
                <a:gd name="T51" fmla="*/ 1387 h 1593"/>
                <a:gd name="T52" fmla="*/ 506 w 827"/>
                <a:gd name="T53" fmla="*/ 1423 h 1593"/>
                <a:gd name="T54" fmla="*/ 505 w 827"/>
                <a:gd name="T55" fmla="*/ 1545 h 1593"/>
                <a:gd name="T56" fmla="*/ 489 w 827"/>
                <a:gd name="T57" fmla="*/ 1585 h 1593"/>
                <a:gd name="T58" fmla="*/ 404 w 827"/>
                <a:gd name="T59" fmla="*/ 1593 h 1593"/>
                <a:gd name="T60" fmla="*/ 318 w 827"/>
                <a:gd name="T61" fmla="*/ 1584 h 1593"/>
                <a:gd name="T62" fmla="*/ 300 w 827"/>
                <a:gd name="T63" fmla="*/ 1542 h 1593"/>
                <a:gd name="T64" fmla="*/ 299 w 827"/>
                <a:gd name="T65" fmla="*/ 1446 h 1593"/>
                <a:gd name="T66" fmla="*/ 288 w 827"/>
                <a:gd name="T67" fmla="*/ 1413 h 1593"/>
                <a:gd name="T68" fmla="*/ 244 w 827"/>
                <a:gd name="T69" fmla="*/ 1401 h 1593"/>
                <a:gd name="T70" fmla="*/ 94 w 827"/>
                <a:gd name="T71" fmla="*/ 1365 h 1593"/>
                <a:gd name="T72" fmla="*/ 14 w 827"/>
                <a:gd name="T73" fmla="*/ 1325 h 1593"/>
                <a:gd name="T74" fmla="*/ 0 w 827"/>
                <a:gd name="T75" fmla="*/ 1293 h 1593"/>
                <a:gd name="T76" fmla="*/ 23 w 827"/>
                <a:gd name="T77" fmla="*/ 1198 h 1593"/>
                <a:gd name="T78" fmla="*/ 51 w 827"/>
                <a:gd name="T79" fmla="*/ 1113 h 1593"/>
                <a:gd name="T80" fmla="*/ 78 w 827"/>
                <a:gd name="T81" fmla="*/ 1102 h 1593"/>
                <a:gd name="T82" fmla="*/ 159 w 827"/>
                <a:gd name="T83" fmla="*/ 1137 h 1593"/>
                <a:gd name="T84" fmla="*/ 325 w 827"/>
                <a:gd name="T85" fmla="*/ 1180 h 1593"/>
                <a:gd name="T86" fmla="*/ 435 w 827"/>
                <a:gd name="T87" fmla="*/ 1173 h 1593"/>
                <a:gd name="T88" fmla="*/ 512 w 827"/>
                <a:gd name="T89" fmla="*/ 1132 h 1593"/>
                <a:gd name="T90" fmla="*/ 542 w 827"/>
                <a:gd name="T91" fmla="*/ 1070 h 1593"/>
                <a:gd name="T92" fmla="*/ 529 w 827"/>
                <a:gd name="T93" fmla="*/ 1004 h 1593"/>
                <a:gd name="T94" fmla="*/ 471 w 827"/>
                <a:gd name="T95" fmla="*/ 946 h 1593"/>
                <a:gd name="T96" fmla="*/ 369 w 827"/>
                <a:gd name="T97" fmla="*/ 898 h 1593"/>
                <a:gd name="T98" fmla="*/ 233 w 827"/>
                <a:gd name="T99" fmla="*/ 840 h 1593"/>
                <a:gd name="T100" fmla="*/ 126 w 827"/>
                <a:gd name="T101" fmla="*/ 772 h 1593"/>
                <a:gd name="T102" fmla="*/ 54 w 827"/>
                <a:gd name="T103" fmla="*/ 691 h 1593"/>
                <a:gd name="T104" fmla="*/ 15 w 827"/>
                <a:gd name="T105" fmla="*/ 591 h 1593"/>
                <a:gd name="T106" fmla="*/ 15 w 827"/>
                <a:gd name="T107" fmla="*/ 467 h 1593"/>
                <a:gd name="T108" fmla="*/ 58 w 827"/>
                <a:gd name="T109" fmla="*/ 351 h 1593"/>
                <a:gd name="T110" fmla="*/ 139 w 827"/>
                <a:gd name="T111" fmla="*/ 263 h 1593"/>
                <a:gd name="T112" fmla="*/ 254 w 827"/>
                <a:gd name="T113" fmla="*/ 203 h 1593"/>
                <a:gd name="T114" fmla="*/ 300 w 827"/>
                <a:gd name="T115" fmla="*/ 183 h 1593"/>
                <a:gd name="T116" fmla="*/ 314 w 827"/>
                <a:gd name="T117" fmla="*/ 156 h 1593"/>
                <a:gd name="T118" fmla="*/ 315 w 827"/>
                <a:gd name="T119" fmla="*/ 87 h 1593"/>
                <a:gd name="T120" fmla="*/ 320 w 827"/>
                <a:gd name="T121" fmla="*/ 21 h 1593"/>
                <a:gd name="T122" fmla="*/ 352 w 827"/>
                <a:gd name="T123" fmla="*/ 1 h 15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827" h="1593">
                  <a:moveTo>
                    <a:pt x="371" y="0"/>
                  </a:moveTo>
                  <a:lnTo>
                    <a:pt x="415" y="0"/>
                  </a:lnTo>
                  <a:lnTo>
                    <a:pt x="445" y="0"/>
                  </a:lnTo>
                  <a:lnTo>
                    <a:pt x="468" y="1"/>
                  </a:lnTo>
                  <a:lnTo>
                    <a:pt x="485" y="3"/>
                  </a:lnTo>
                  <a:lnTo>
                    <a:pt x="498" y="8"/>
                  </a:lnTo>
                  <a:lnTo>
                    <a:pt x="506" y="17"/>
                  </a:lnTo>
                  <a:lnTo>
                    <a:pt x="512" y="29"/>
                  </a:lnTo>
                  <a:lnTo>
                    <a:pt x="515" y="47"/>
                  </a:lnTo>
                  <a:lnTo>
                    <a:pt x="516" y="70"/>
                  </a:lnTo>
                  <a:lnTo>
                    <a:pt x="516" y="99"/>
                  </a:lnTo>
                  <a:lnTo>
                    <a:pt x="516" y="123"/>
                  </a:lnTo>
                  <a:lnTo>
                    <a:pt x="517" y="141"/>
                  </a:lnTo>
                  <a:lnTo>
                    <a:pt x="519" y="154"/>
                  </a:lnTo>
                  <a:lnTo>
                    <a:pt x="525" y="163"/>
                  </a:lnTo>
                  <a:lnTo>
                    <a:pt x="533" y="169"/>
                  </a:lnTo>
                  <a:lnTo>
                    <a:pt x="545" y="173"/>
                  </a:lnTo>
                  <a:lnTo>
                    <a:pt x="563" y="178"/>
                  </a:lnTo>
                  <a:lnTo>
                    <a:pt x="586" y="181"/>
                  </a:lnTo>
                  <a:lnTo>
                    <a:pt x="640" y="192"/>
                  </a:lnTo>
                  <a:lnTo>
                    <a:pt x="691" y="207"/>
                  </a:lnTo>
                  <a:lnTo>
                    <a:pt x="742" y="228"/>
                  </a:lnTo>
                  <a:lnTo>
                    <a:pt x="756" y="236"/>
                  </a:lnTo>
                  <a:lnTo>
                    <a:pt x="767" y="246"/>
                  </a:lnTo>
                  <a:lnTo>
                    <a:pt x="772" y="258"/>
                  </a:lnTo>
                  <a:lnTo>
                    <a:pt x="775" y="271"/>
                  </a:lnTo>
                  <a:lnTo>
                    <a:pt x="771" y="287"/>
                  </a:lnTo>
                  <a:lnTo>
                    <a:pt x="753" y="352"/>
                  </a:lnTo>
                  <a:lnTo>
                    <a:pt x="733" y="416"/>
                  </a:lnTo>
                  <a:lnTo>
                    <a:pt x="726" y="434"/>
                  </a:lnTo>
                  <a:lnTo>
                    <a:pt x="720" y="446"/>
                  </a:lnTo>
                  <a:lnTo>
                    <a:pt x="711" y="452"/>
                  </a:lnTo>
                  <a:lnTo>
                    <a:pt x="700" y="455"/>
                  </a:lnTo>
                  <a:lnTo>
                    <a:pt x="686" y="451"/>
                  </a:lnTo>
                  <a:lnTo>
                    <a:pt x="668" y="445"/>
                  </a:lnTo>
                  <a:lnTo>
                    <a:pt x="621" y="425"/>
                  </a:lnTo>
                  <a:lnTo>
                    <a:pt x="573" y="410"/>
                  </a:lnTo>
                  <a:lnTo>
                    <a:pt x="524" y="400"/>
                  </a:lnTo>
                  <a:lnTo>
                    <a:pt x="473" y="396"/>
                  </a:lnTo>
                  <a:lnTo>
                    <a:pt x="422" y="396"/>
                  </a:lnTo>
                  <a:lnTo>
                    <a:pt x="399" y="398"/>
                  </a:lnTo>
                  <a:lnTo>
                    <a:pt x="377" y="402"/>
                  </a:lnTo>
                  <a:lnTo>
                    <a:pt x="356" y="409"/>
                  </a:lnTo>
                  <a:lnTo>
                    <a:pt x="333" y="422"/>
                  </a:lnTo>
                  <a:lnTo>
                    <a:pt x="315" y="437"/>
                  </a:lnTo>
                  <a:lnTo>
                    <a:pt x="302" y="456"/>
                  </a:lnTo>
                  <a:lnTo>
                    <a:pt x="295" y="475"/>
                  </a:lnTo>
                  <a:lnTo>
                    <a:pt x="291" y="496"/>
                  </a:lnTo>
                  <a:lnTo>
                    <a:pt x="293" y="517"/>
                  </a:lnTo>
                  <a:lnTo>
                    <a:pt x="301" y="538"/>
                  </a:lnTo>
                  <a:lnTo>
                    <a:pt x="314" y="557"/>
                  </a:lnTo>
                  <a:lnTo>
                    <a:pt x="333" y="575"/>
                  </a:lnTo>
                  <a:lnTo>
                    <a:pt x="366" y="598"/>
                  </a:lnTo>
                  <a:lnTo>
                    <a:pt x="402" y="618"/>
                  </a:lnTo>
                  <a:lnTo>
                    <a:pt x="440" y="635"/>
                  </a:lnTo>
                  <a:lnTo>
                    <a:pt x="506" y="662"/>
                  </a:lnTo>
                  <a:lnTo>
                    <a:pt x="572" y="691"/>
                  </a:lnTo>
                  <a:lnTo>
                    <a:pt x="635" y="724"/>
                  </a:lnTo>
                  <a:lnTo>
                    <a:pt x="676" y="749"/>
                  </a:lnTo>
                  <a:lnTo>
                    <a:pt x="712" y="778"/>
                  </a:lnTo>
                  <a:lnTo>
                    <a:pt x="743" y="811"/>
                  </a:lnTo>
                  <a:lnTo>
                    <a:pt x="770" y="847"/>
                  </a:lnTo>
                  <a:lnTo>
                    <a:pt x="791" y="886"/>
                  </a:lnTo>
                  <a:lnTo>
                    <a:pt x="808" y="925"/>
                  </a:lnTo>
                  <a:lnTo>
                    <a:pt x="819" y="967"/>
                  </a:lnTo>
                  <a:lnTo>
                    <a:pt x="826" y="1009"/>
                  </a:lnTo>
                  <a:lnTo>
                    <a:pt x="827" y="1052"/>
                  </a:lnTo>
                  <a:lnTo>
                    <a:pt x="822" y="1095"/>
                  </a:lnTo>
                  <a:lnTo>
                    <a:pt x="812" y="1137"/>
                  </a:lnTo>
                  <a:lnTo>
                    <a:pt x="796" y="1179"/>
                  </a:lnTo>
                  <a:lnTo>
                    <a:pt x="775" y="1218"/>
                  </a:lnTo>
                  <a:lnTo>
                    <a:pt x="747" y="1256"/>
                  </a:lnTo>
                  <a:lnTo>
                    <a:pt x="715" y="1290"/>
                  </a:lnTo>
                  <a:lnTo>
                    <a:pt x="679" y="1320"/>
                  </a:lnTo>
                  <a:lnTo>
                    <a:pt x="640" y="1345"/>
                  </a:lnTo>
                  <a:lnTo>
                    <a:pt x="598" y="1366"/>
                  </a:lnTo>
                  <a:lnTo>
                    <a:pt x="553" y="1380"/>
                  </a:lnTo>
                  <a:lnTo>
                    <a:pt x="535" y="1387"/>
                  </a:lnTo>
                  <a:lnTo>
                    <a:pt x="521" y="1396"/>
                  </a:lnTo>
                  <a:lnTo>
                    <a:pt x="512" y="1407"/>
                  </a:lnTo>
                  <a:lnTo>
                    <a:pt x="506" y="1423"/>
                  </a:lnTo>
                  <a:lnTo>
                    <a:pt x="505" y="1442"/>
                  </a:lnTo>
                  <a:lnTo>
                    <a:pt x="506" y="1493"/>
                  </a:lnTo>
                  <a:lnTo>
                    <a:pt x="505" y="1545"/>
                  </a:lnTo>
                  <a:lnTo>
                    <a:pt x="504" y="1562"/>
                  </a:lnTo>
                  <a:lnTo>
                    <a:pt x="497" y="1575"/>
                  </a:lnTo>
                  <a:lnTo>
                    <a:pt x="489" y="1585"/>
                  </a:lnTo>
                  <a:lnTo>
                    <a:pt x="475" y="1590"/>
                  </a:lnTo>
                  <a:lnTo>
                    <a:pt x="459" y="1593"/>
                  </a:lnTo>
                  <a:lnTo>
                    <a:pt x="404" y="1593"/>
                  </a:lnTo>
                  <a:lnTo>
                    <a:pt x="348" y="1593"/>
                  </a:lnTo>
                  <a:lnTo>
                    <a:pt x="331" y="1590"/>
                  </a:lnTo>
                  <a:lnTo>
                    <a:pt x="318" y="1584"/>
                  </a:lnTo>
                  <a:lnTo>
                    <a:pt x="308" y="1574"/>
                  </a:lnTo>
                  <a:lnTo>
                    <a:pt x="302" y="1559"/>
                  </a:lnTo>
                  <a:lnTo>
                    <a:pt x="300" y="1542"/>
                  </a:lnTo>
                  <a:lnTo>
                    <a:pt x="300" y="1505"/>
                  </a:lnTo>
                  <a:lnTo>
                    <a:pt x="299" y="1466"/>
                  </a:lnTo>
                  <a:lnTo>
                    <a:pt x="299" y="1446"/>
                  </a:lnTo>
                  <a:lnTo>
                    <a:pt x="298" y="1431"/>
                  </a:lnTo>
                  <a:lnTo>
                    <a:pt x="293" y="1421"/>
                  </a:lnTo>
                  <a:lnTo>
                    <a:pt x="288" y="1413"/>
                  </a:lnTo>
                  <a:lnTo>
                    <a:pt x="278" y="1407"/>
                  </a:lnTo>
                  <a:lnTo>
                    <a:pt x="264" y="1404"/>
                  </a:lnTo>
                  <a:lnTo>
                    <a:pt x="244" y="1401"/>
                  </a:lnTo>
                  <a:lnTo>
                    <a:pt x="193" y="1392"/>
                  </a:lnTo>
                  <a:lnTo>
                    <a:pt x="142" y="1380"/>
                  </a:lnTo>
                  <a:lnTo>
                    <a:pt x="94" y="1365"/>
                  </a:lnTo>
                  <a:lnTo>
                    <a:pt x="46" y="1345"/>
                  </a:lnTo>
                  <a:lnTo>
                    <a:pt x="28" y="1335"/>
                  </a:lnTo>
                  <a:lnTo>
                    <a:pt x="14" y="1325"/>
                  </a:lnTo>
                  <a:lnTo>
                    <a:pt x="5" y="1317"/>
                  </a:lnTo>
                  <a:lnTo>
                    <a:pt x="1" y="1306"/>
                  </a:lnTo>
                  <a:lnTo>
                    <a:pt x="0" y="1293"/>
                  </a:lnTo>
                  <a:lnTo>
                    <a:pt x="2" y="1277"/>
                  </a:lnTo>
                  <a:lnTo>
                    <a:pt x="6" y="1256"/>
                  </a:lnTo>
                  <a:lnTo>
                    <a:pt x="23" y="1198"/>
                  </a:lnTo>
                  <a:lnTo>
                    <a:pt x="39" y="1142"/>
                  </a:lnTo>
                  <a:lnTo>
                    <a:pt x="45" y="1125"/>
                  </a:lnTo>
                  <a:lnTo>
                    <a:pt x="51" y="1113"/>
                  </a:lnTo>
                  <a:lnTo>
                    <a:pt x="58" y="1105"/>
                  </a:lnTo>
                  <a:lnTo>
                    <a:pt x="67" y="1102"/>
                  </a:lnTo>
                  <a:lnTo>
                    <a:pt x="78" y="1102"/>
                  </a:lnTo>
                  <a:lnTo>
                    <a:pt x="90" y="1107"/>
                  </a:lnTo>
                  <a:lnTo>
                    <a:pt x="106" y="1113"/>
                  </a:lnTo>
                  <a:lnTo>
                    <a:pt x="159" y="1137"/>
                  </a:lnTo>
                  <a:lnTo>
                    <a:pt x="212" y="1157"/>
                  </a:lnTo>
                  <a:lnTo>
                    <a:pt x="268" y="1170"/>
                  </a:lnTo>
                  <a:lnTo>
                    <a:pt x="325" y="1180"/>
                  </a:lnTo>
                  <a:lnTo>
                    <a:pt x="363" y="1182"/>
                  </a:lnTo>
                  <a:lnTo>
                    <a:pt x="399" y="1180"/>
                  </a:lnTo>
                  <a:lnTo>
                    <a:pt x="435" y="1173"/>
                  </a:lnTo>
                  <a:lnTo>
                    <a:pt x="469" y="1161"/>
                  </a:lnTo>
                  <a:lnTo>
                    <a:pt x="493" y="1148"/>
                  </a:lnTo>
                  <a:lnTo>
                    <a:pt x="512" y="1132"/>
                  </a:lnTo>
                  <a:lnTo>
                    <a:pt x="527" y="1113"/>
                  </a:lnTo>
                  <a:lnTo>
                    <a:pt x="537" y="1092"/>
                  </a:lnTo>
                  <a:lnTo>
                    <a:pt x="542" y="1070"/>
                  </a:lnTo>
                  <a:lnTo>
                    <a:pt x="542" y="1049"/>
                  </a:lnTo>
                  <a:lnTo>
                    <a:pt x="539" y="1026"/>
                  </a:lnTo>
                  <a:lnTo>
                    <a:pt x="529" y="1004"/>
                  </a:lnTo>
                  <a:lnTo>
                    <a:pt x="516" y="983"/>
                  </a:lnTo>
                  <a:lnTo>
                    <a:pt x="496" y="964"/>
                  </a:lnTo>
                  <a:lnTo>
                    <a:pt x="471" y="946"/>
                  </a:lnTo>
                  <a:lnTo>
                    <a:pt x="444" y="929"/>
                  </a:lnTo>
                  <a:lnTo>
                    <a:pt x="414" y="916"/>
                  </a:lnTo>
                  <a:lnTo>
                    <a:pt x="369" y="898"/>
                  </a:lnTo>
                  <a:lnTo>
                    <a:pt x="323" y="879"/>
                  </a:lnTo>
                  <a:lnTo>
                    <a:pt x="278" y="860"/>
                  </a:lnTo>
                  <a:lnTo>
                    <a:pt x="233" y="840"/>
                  </a:lnTo>
                  <a:lnTo>
                    <a:pt x="189" y="816"/>
                  </a:lnTo>
                  <a:lnTo>
                    <a:pt x="157" y="795"/>
                  </a:lnTo>
                  <a:lnTo>
                    <a:pt x="126" y="772"/>
                  </a:lnTo>
                  <a:lnTo>
                    <a:pt x="98" y="747"/>
                  </a:lnTo>
                  <a:lnTo>
                    <a:pt x="74" y="720"/>
                  </a:lnTo>
                  <a:lnTo>
                    <a:pt x="54" y="691"/>
                  </a:lnTo>
                  <a:lnTo>
                    <a:pt x="37" y="660"/>
                  </a:lnTo>
                  <a:lnTo>
                    <a:pt x="24" y="627"/>
                  </a:lnTo>
                  <a:lnTo>
                    <a:pt x="15" y="591"/>
                  </a:lnTo>
                  <a:lnTo>
                    <a:pt x="10" y="553"/>
                  </a:lnTo>
                  <a:lnTo>
                    <a:pt x="10" y="513"/>
                  </a:lnTo>
                  <a:lnTo>
                    <a:pt x="15" y="467"/>
                  </a:lnTo>
                  <a:lnTo>
                    <a:pt x="25" y="425"/>
                  </a:lnTo>
                  <a:lnTo>
                    <a:pt x="39" y="386"/>
                  </a:lnTo>
                  <a:lnTo>
                    <a:pt x="58" y="351"/>
                  </a:lnTo>
                  <a:lnTo>
                    <a:pt x="81" y="318"/>
                  </a:lnTo>
                  <a:lnTo>
                    <a:pt x="108" y="289"/>
                  </a:lnTo>
                  <a:lnTo>
                    <a:pt x="139" y="263"/>
                  </a:lnTo>
                  <a:lnTo>
                    <a:pt x="174" y="240"/>
                  </a:lnTo>
                  <a:lnTo>
                    <a:pt x="212" y="220"/>
                  </a:lnTo>
                  <a:lnTo>
                    <a:pt x="254" y="203"/>
                  </a:lnTo>
                  <a:lnTo>
                    <a:pt x="274" y="195"/>
                  </a:lnTo>
                  <a:lnTo>
                    <a:pt x="289" y="190"/>
                  </a:lnTo>
                  <a:lnTo>
                    <a:pt x="300" y="183"/>
                  </a:lnTo>
                  <a:lnTo>
                    <a:pt x="308" y="177"/>
                  </a:lnTo>
                  <a:lnTo>
                    <a:pt x="312" y="168"/>
                  </a:lnTo>
                  <a:lnTo>
                    <a:pt x="314" y="156"/>
                  </a:lnTo>
                  <a:lnTo>
                    <a:pt x="315" y="141"/>
                  </a:lnTo>
                  <a:lnTo>
                    <a:pt x="315" y="120"/>
                  </a:lnTo>
                  <a:lnTo>
                    <a:pt x="315" y="87"/>
                  </a:lnTo>
                  <a:lnTo>
                    <a:pt x="315" y="56"/>
                  </a:lnTo>
                  <a:lnTo>
                    <a:pt x="316" y="36"/>
                  </a:lnTo>
                  <a:lnTo>
                    <a:pt x="320" y="21"/>
                  </a:lnTo>
                  <a:lnTo>
                    <a:pt x="326" y="10"/>
                  </a:lnTo>
                  <a:lnTo>
                    <a:pt x="336" y="5"/>
                  </a:lnTo>
                  <a:lnTo>
                    <a:pt x="352" y="1"/>
                  </a:lnTo>
                  <a:lnTo>
                    <a:pt x="371" y="0"/>
                  </a:lnTo>
                  <a:close/>
                </a:path>
              </a:pathLst>
            </a:custGeom>
            <a:grpFill/>
            <a:ln w="0">
              <a:noFill/>
              <a:prstDash val="solid"/>
              <a:round/>
            </a:ln>
          </p:spPr>
          <p:txBody>
            <a:bodyPr vert="horz" wrap="square" lIns="91440" tIns="45720" rIns="91440" bIns="45720" numCol="1" anchor="t" anchorCtr="0" compatLnSpc="1"/>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7" name="Freeform 19"/>
            <p:cNvSpPr>
              <a:spLocks noEditPoints="1"/>
            </p:cNvSpPr>
            <p:nvPr/>
          </p:nvSpPr>
          <p:spPr bwMode="auto">
            <a:xfrm>
              <a:off x="2593975" y="4225925"/>
              <a:ext cx="490538" cy="569912"/>
            </a:xfrm>
            <a:custGeom>
              <a:avLst/>
              <a:gdLst>
                <a:gd name="T0" fmla="*/ 1277 w 3088"/>
                <a:gd name="T1" fmla="*/ 663 h 3592"/>
                <a:gd name="T2" fmla="*/ 955 w 3088"/>
                <a:gd name="T3" fmla="*/ 791 h 3592"/>
                <a:gd name="T4" fmla="*/ 689 w 3088"/>
                <a:gd name="T5" fmla="*/ 1004 h 3592"/>
                <a:gd name="T6" fmla="*/ 496 w 3088"/>
                <a:gd name="T7" fmla="*/ 1284 h 3592"/>
                <a:gd name="T8" fmla="*/ 391 w 3088"/>
                <a:gd name="T9" fmla="*/ 1617 h 3592"/>
                <a:gd name="T10" fmla="*/ 391 w 3088"/>
                <a:gd name="T11" fmla="*/ 1976 h 3592"/>
                <a:gd name="T12" fmla="*/ 496 w 3088"/>
                <a:gd name="T13" fmla="*/ 2308 h 3592"/>
                <a:gd name="T14" fmla="*/ 689 w 3088"/>
                <a:gd name="T15" fmla="*/ 2589 h 3592"/>
                <a:gd name="T16" fmla="*/ 955 w 3088"/>
                <a:gd name="T17" fmla="*/ 2801 h 3592"/>
                <a:gd name="T18" fmla="*/ 1277 w 3088"/>
                <a:gd name="T19" fmla="*/ 2929 h 3592"/>
                <a:gd name="T20" fmla="*/ 1630 w 3088"/>
                <a:gd name="T21" fmla="*/ 2958 h 3592"/>
                <a:gd name="T22" fmla="*/ 1959 w 3088"/>
                <a:gd name="T23" fmla="*/ 2884 h 3592"/>
                <a:gd name="T24" fmla="*/ 2246 w 3088"/>
                <a:gd name="T25" fmla="*/ 2726 h 3592"/>
                <a:gd name="T26" fmla="*/ 2475 w 3088"/>
                <a:gd name="T27" fmla="*/ 2497 h 3592"/>
                <a:gd name="T28" fmla="*/ 2634 w 3088"/>
                <a:gd name="T29" fmla="*/ 2211 h 3592"/>
                <a:gd name="T30" fmla="*/ 2706 w 3088"/>
                <a:gd name="T31" fmla="*/ 1883 h 3592"/>
                <a:gd name="T32" fmla="*/ 2679 w 3088"/>
                <a:gd name="T33" fmla="*/ 1529 h 3592"/>
                <a:gd name="T34" fmla="*/ 2551 w 3088"/>
                <a:gd name="T35" fmla="*/ 1208 h 3592"/>
                <a:gd name="T36" fmla="*/ 2337 w 3088"/>
                <a:gd name="T37" fmla="*/ 944 h 3592"/>
                <a:gd name="T38" fmla="*/ 2057 w 3088"/>
                <a:gd name="T39" fmla="*/ 750 h 3592"/>
                <a:gd name="T40" fmla="*/ 1725 w 3088"/>
                <a:gd name="T41" fmla="*/ 646 h 3592"/>
                <a:gd name="T42" fmla="*/ 1557 w 3088"/>
                <a:gd name="T43" fmla="*/ 1 h 3592"/>
                <a:gd name="T44" fmla="*/ 1621 w 3088"/>
                <a:gd name="T45" fmla="*/ 39 h 3592"/>
                <a:gd name="T46" fmla="*/ 2010 w 3088"/>
                <a:gd name="T47" fmla="*/ 278 h 3592"/>
                <a:gd name="T48" fmla="*/ 2427 w 3088"/>
                <a:gd name="T49" fmla="*/ 456 h 3592"/>
                <a:gd name="T50" fmla="*/ 2828 w 3088"/>
                <a:gd name="T51" fmla="*/ 546 h 3592"/>
                <a:gd name="T52" fmla="*/ 3051 w 3088"/>
                <a:gd name="T53" fmla="*/ 577 h 3592"/>
                <a:gd name="T54" fmla="*/ 3087 w 3088"/>
                <a:gd name="T55" fmla="*/ 630 h 3592"/>
                <a:gd name="T56" fmla="*/ 3086 w 3088"/>
                <a:gd name="T57" fmla="*/ 1810 h 3592"/>
                <a:gd name="T58" fmla="*/ 3046 w 3088"/>
                <a:gd name="T59" fmla="*/ 2262 h 3592"/>
                <a:gd name="T60" fmla="*/ 2938 w 3088"/>
                <a:gd name="T61" fmla="*/ 2537 h 3592"/>
                <a:gd name="T62" fmla="*/ 2757 w 3088"/>
                <a:gd name="T63" fmla="*/ 2805 h 3592"/>
                <a:gd name="T64" fmla="*/ 2484 w 3088"/>
                <a:gd name="T65" fmla="*/ 3078 h 3592"/>
                <a:gd name="T66" fmla="*/ 2171 w 3088"/>
                <a:gd name="T67" fmla="*/ 3300 h 3592"/>
                <a:gd name="T68" fmla="*/ 1796 w 3088"/>
                <a:gd name="T69" fmla="*/ 3494 h 3592"/>
                <a:gd name="T70" fmla="*/ 1549 w 3088"/>
                <a:gd name="T71" fmla="*/ 3592 h 3592"/>
                <a:gd name="T72" fmla="*/ 1296 w 3088"/>
                <a:gd name="T73" fmla="*/ 3499 h 3592"/>
                <a:gd name="T74" fmla="*/ 891 w 3088"/>
                <a:gd name="T75" fmla="*/ 3284 h 3592"/>
                <a:gd name="T76" fmla="*/ 525 w 3088"/>
                <a:gd name="T77" fmla="*/ 3005 h 3592"/>
                <a:gd name="T78" fmla="*/ 282 w 3088"/>
                <a:gd name="T79" fmla="*/ 2741 h 3592"/>
                <a:gd name="T80" fmla="*/ 118 w 3088"/>
                <a:gd name="T81" fmla="*/ 2469 h 3592"/>
                <a:gd name="T82" fmla="*/ 25 w 3088"/>
                <a:gd name="T83" fmla="*/ 2161 h 3592"/>
                <a:gd name="T84" fmla="*/ 0 w 3088"/>
                <a:gd name="T85" fmla="*/ 1506 h 3592"/>
                <a:gd name="T86" fmla="*/ 3 w 3088"/>
                <a:gd name="T87" fmla="*/ 621 h 3592"/>
                <a:gd name="T88" fmla="*/ 44 w 3088"/>
                <a:gd name="T89" fmla="*/ 575 h 3592"/>
                <a:gd name="T90" fmla="*/ 324 w 3088"/>
                <a:gd name="T91" fmla="*/ 541 h 3592"/>
                <a:gd name="T92" fmla="*/ 764 w 3088"/>
                <a:gd name="T93" fmla="*/ 420 h 3592"/>
                <a:gd name="T94" fmla="*/ 1176 w 3088"/>
                <a:gd name="T95" fmla="*/ 224 h 3592"/>
                <a:gd name="T96" fmla="*/ 1489 w 3088"/>
                <a:gd name="T97" fmla="*/ 24 h 3592"/>
                <a:gd name="T98" fmla="*/ 1545 w 3088"/>
                <a:gd name="T99" fmla="*/ 0 h 3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088" h="3592">
                  <a:moveTo>
                    <a:pt x="1544" y="632"/>
                  </a:moveTo>
                  <a:lnTo>
                    <a:pt x="1453" y="635"/>
                  </a:lnTo>
                  <a:lnTo>
                    <a:pt x="1363" y="646"/>
                  </a:lnTo>
                  <a:lnTo>
                    <a:pt x="1277" y="663"/>
                  </a:lnTo>
                  <a:lnTo>
                    <a:pt x="1192" y="686"/>
                  </a:lnTo>
                  <a:lnTo>
                    <a:pt x="1110" y="715"/>
                  </a:lnTo>
                  <a:lnTo>
                    <a:pt x="1031" y="750"/>
                  </a:lnTo>
                  <a:lnTo>
                    <a:pt x="955" y="791"/>
                  </a:lnTo>
                  <a:lnTo>
                    <a:pt x="883" y="837"/>
                  </a:lnTo>
                  <a:lnTo>
                    <a:pt x="814" y="888"/>
                  </a:lnTo>
                  <a:lnTo>
                    <a:pt x="749" y="944"/>
                  </a:lnTo>
                  <a:lnTo>
                    <a:pt x="689" y="1004"/>
                  </a:lnTo>
                  <a:lnTo>
                    <a:pt x="634" y="1068"/>
                  </a:lnTo>
                  <a:lnTo>
                    <a:pt x="583" y="1136"/>
                  </a:lnTo>
                  <a:lnTo>
                    <a:pt x="537" y="1208"/>
                  </a:lnTo>
                  <a:lnTo>
                    <a:pt x="496" y="1284"/>
                  </a:lnTo>
                  <a:lnTo>
                    <a:pt x="461" y="1363"/>
                  </a:lnTo>
                  <a:lnTo>
                    <a:pt x="432" y="1445"/>
                  </a:lnTo>
                  <a:lnTo>
                    <a:pt x="409" y="1529"/>
                  </a:lnTo>
                  <a:lnTo>
                    <a:pt x="391" y="1617"/>
                  </a:lnTo>
                  <a:lnTo>
                    <a:pt x="381" y="1705"/>
                  </a:lnTo>
                  <a:lnTo>
                    <a:pt x="378" y="1796"/>
                  </a:lnTo>
                  <a:lnTo>
                    <a:pt x="381" y="1887"/>
                  </a:lnTo>
                  <a:lnTo>
                    <a:pt x="391" y="1976"/>
                  </a:lnTo>
                  <a:lnTo>
                    <a:pt x="409" y="2063"/>
                  </a:lnTo>
                  <a:lnTo>
                    <a:pt x="432" y="2148"/>
                  </a:lnTo>
                  <a:lnTo>
                    <a:pt x="461" y="2229"/>
                  </a:lnTo>
                  <a:lnTo>
                    <a:pt x="496" y="2308"/>
                  </a:lnTo>
                  <a:lnTo>
                    <a:pt x="537" y="2383"/>
                  </a:lnTo>
                  <a:lnTo>
                    <a:pt x="583" y="2456"/>
                  </a:lnTo>
                  <a:lnTo>
                    <a:pt x="634" y="2524"/>
                  </a:lnTo>
                  <a:lnTo>
                    <a:pt x="689" y="2589"/>
                  </a:lnTo>
                  <a:lnTo>
                    <a:pt x="749" y="2649"/>
                  </a:lnTo>
                  <a:lnTo>
                    <a:pt x="814" y="2705"/>
                  </a:lnTo>
                  <a:lnTo>
                    <a:pt x="883" y="2755"/>
                  </a:lnTo>
                  <a:lnTo>
                    <a:pt x="955" y="2801"/>
                  </a:lnTo>
                  <a:lnTo>
                    <a:pt x="1031" y="2842"/>
                  </a:lnTo>
                  <a:lnTo>
                    <a:pt x="1110" y="2877"/>
                  </a:lnTo>
                  <a:lnTo>
                    <a:pt x="1192" y="2906"/>
                  </a:lnTo>
                  <a:lnTo>
                    <a:pt x="1277" y="2929"/>
                  </a:lnTo>
                  <a:lnTo>
                    <a:pt x="1363" y="2947"/>
                  </a:lnTo>
                  <a:lnTo>
                    <a:pt x="1453" y="2957"/>
                  </a:lnTo>
                  <a:lnTo>
                    <a:pt x="1544" y="2961"/>
                  </a:lnTo>
                  <a:lnTo>
                    <a:pt x="1630" y="2958"/>
                  </a:lnTo>
                  <a:lnTo>
                    <a:pt x="1716" y="2948"/>
                  </a:lnTo>
                  <a:lnTo>
                    <a:pt x="1799" y="2933"/>
                  </a:lnTo>
                  <a:lnTo>
                    <a:pt x="1881" y="2911"/>
                  </a:lnTo>
                  <a:lnTo>
                    <a:pt x="1959" y="2884"/>
                  </a:lnTo>
                  <a:lnTo>
                    <a:pt x="2036" y="2853"/>
                  </a:lnTo>
                  <a:lnTo>
                    <a:pt x="2109" y="2815"/>
                  </a:lnTo>
                  <a:lnTo>
                    <a:pt x="2179" y="2773"/>
                  </a:lnTo>
                  <a:lnTo>
                    <a:pt x="2246" y="2726"/>
                  </a:lnTo>
                  <a:lnTo>
                    <a:pt x="2309" y="2674"/>
                  </a:lnTo>
                  <a:lnTo>
                    <a:pt x="2369" y="2620"/>
                  </a:lnTo>
                  <a:lnTo>
                    <a:pt x="2424" y="2559"/>
                  </a:lnTo>
                  <a:lnTo>
                    <a:pt x="2475" y="2497"/>
                  </a:lnTo>
                  <a:lnTo>
                    <a:pt x="2522" y="2430"/>
                  </a:lnTo>
                  <a:lnTo>
                    <a:pt x="2564" y="2360"/>
                  </a:lnTo>
                  <a:lnTo>
                    <a:pt x="2601" y="2287"/>
                  </a:lnTo>
                  <a:lnTo>
                    <a:pt x="2634" y="2211"/>
                  </a:lnTo>
                  <a:lnTo>
                    <a:pt x="2660" y="2133"/>
                  </a:lnTo>
                  <a:lnTo>
                    <a:pt x="2682" y="2052"/>
                  </a:lnTo>
                  <a:lnTo>
                    <a:pt x="2698" y="1969"/>
                  </a:lnTo>
                  <a:lnTo>
                    <a:pt x="2706" y="1883"/>
                  </a:lnTo>
                  <a:lnTo>
                    <a:pt x="2710" y="1796"/>
                  </a:lnTo>
                  <a:lnTo>
                    <a:pt x="2706" y="1705"/>
                  </a:lnTo>
                  <a:lnTo>
                    <a:pt x="2697" y="1617"/>
                  </a:lnTo>
                  <a:lnTo>
                    <a:pt x="2679" y="1529"/>
                  </a:lnTo>
                  <a:lnTo>
                    <a:pt x="2656" y="1445"/>
                  </a:lnTo>
                  <a:lnTo>
                    <a:pt x="2627" y="1363"/>
                  </a:lnTo>
                  <a:lnTo>
                    <a:pt x="2591" y="1284"/>
                  </a:lnTo>
                  <a:lnTo>
                    <a:pt x="2551" y="1208"/>
                  </a:lnTo>
                  <a:lnTo>
                    <a:pt x="2505" y="1136"/>
                  </a:lnTo>
                  <a:lnTo>
                    <a:pt x="2453" y="1068"/>
                  </a:lnTo>
                  <a:lnTo>
                    <a:pt x="2397" y="1004"/>
                  </a:lnTo>
                  <a:lnTo>
                    <a:pt x="2337" y="944"/>
                  </a:lnTo>
                  <a:lnTo>
                    <a:pt x="2274" y="888"/>
                  </a:lnTo>
                  <a:lnTo>
                    <a:pt x="2205" y="837"/>
                  </a:lnTo>
                  <a:lnTo>
                    <a:pt x="2132" y="791"/>
                  </a:lnTo>
                  <a:lnTo>
                    <a:pt x="2057" y="750"/>
                  </a:lnTo>
                  <a:lnTo>
                    <a:pt x="1978" y="715"/>
                  </a:lnTo>
                  <a:lnTo>
                    <a:pt x="1896" y="686"/>
                  </a:lnTo>
                  <a:lnTo>
                    <a:pt x="1811" y="663"/>
                  </a:lnTo>
                  <a:lnTo>
                    <a:pt x="1725" y="646"/>
                  </a:lnTo>
                  <a:lnTo>
                    <a:pt x="1635" y="635"/>
                  </a:lnTo>
                  <a:lnTo>
                    <a:pt x="1544" y="632"/>
                  </a:lnTo>
                  <a:close/>
                  <a:moveTo>
                    <a:pt x="1545" y="0"/>
                  </a:moveTo>
                  <a:lnTo>
                    <a:pt x="1557" y="1"/>
                  </a:lnTo>
                  <a:lnTo>
                    <a:pt x="1569" y="6"/>
                  </a:lnTo>
                  <a:lnTo>
                    <a:pt x="1583" y="14"/>
                  </a:lnTo>
                  <a:lnTo>
                    <a:pt x="1600" y="25"/>
                  </a:lnTo>
                  <a:lnTo>
                    <a:pt x="1621" y="39"/>
                  </a:lnTo>
                  <a:lnTo>
                    <a:pt x="1716" y="104"/>
                  </a:lnTo>
                  <a:lnTo>
                    <a:pt x="1812" y="165"/>
                  </a:lnTo>
                  <a:lnTo>
                    <a:pt x="1910" y="223"/>
                  </a:lnTo>
                  <a:lnTo>
                    <a:pt x="2010" y="278"/>
                  </a:lnTo>
                  <a:lnTo>
                    <a:pt x="2112" y="329"/>
                  </a:lnTo>
                  <a:lnTo>
                    <a:pt x="2215" y="375"/>
                  </a:lnTo>
                  <a:lnTo>
                    <a:pt x="2320" y="418"/>
                  </a:lnTo>
                  <a:lnTo>
                    <a:pt x="2427" y="456"/>
                  </a:lnTo>
                  <a:lnTo>
                    <a:pt x="2537" y="489"/>
                  </a:lnTo>
                  <a:lnTo>
                    <a:pt x="2648" y="516"/>
                  </a:lnTo>
                  <a:lnTo>
                    <a:pt x="2738" y="532"/>
                  </a:lnTo>
                  <a:lnTo>
                    <a:pt x="2828" y="546"/>
                  </a:lnTo>
                  <a:lnTo>
                    <a:pt x="2919" y="556"/>
                  </a:lnTo>
                  <a:lnTo>
                    <a:pt x="3010" y="567"/>
                  </a:lnTo>
                  <a:lnTo>
                    <a:pt x="3032" y="572"/>
                  </a:lnTo>
                  <a:lnTo>
                    <a:pt x="3051" y="577"/>
                  </a:lnTo>
                  <a:lnTo>
                    <a:pt x="3065" y="586"/>
                  </a:lnTo>
                  <a:lnTo>
                    <a:pt x="3075" y="597"/>
                  </a:lnTo>
                  <a:lnTo>
                    <a:pt x="3082" y="611"/>
                  </a:lnTo>
                  <a:lnTo>
                    <a:pt x="3087" y="630"/>
                  </a:lnTo>
                  <a:lnTo>
                    <a:pt x="3088" y="653"/>
                  </a:lnTo>
                  <a:lnTo>
                    <a:pt x="3088" y="1352"/>
                  </a:lnTo>
                  <a:lnTo>
                    <a:pt x="3088" y="1580"/>
                  </a:lnTo>
                  <a:lnTo>
                    <a:pt x="3086" y="1810"/>
                  </a:lnTo>
                  <a:lnTo>
                    <a:pt x="3080" y="2039"/>
                  </a:lnTo>
                  <a:lnTo>
                    <a:pt x="3074" y="2115"/>
                  </a:lnTo>
                  <a:lnTo>
                    <a:pt x="3063" y="2190"/>
                  </a:lnTo>
                  <a:lnTo>
                    <a:pt x="3046" y="2262"/>
                  </a:lnTo>
                  <a:lnTo>
                    <a:pt x="3025" y="2333"/>
                  </a:lnTo>
                  <a:lnTo>
                    <a:pt x="3000" y="2402"/>
                  </a:lnTo>
                  <a:lnTo>
                    <a:pt x="2972" y="2470"/>
                  </a:lnTo>
                  <a:lnTo>
                    <a:pt x="2938" y="2537"/>
                  </a:lnTo>
                  <a:lnTo>
                    <a:pt x="2900" y="2601"/>
                  </a:lnTo>
                  <a:lnTo>
                    <a:pt x="2860" y="2664"/>
                  </a:lnTo>
                  <a:lnTo>
                    <a:pt x="2817" y="2727"/>
                  </a:lnTo>
                  <a:lnTo>
                    <a:pt x="2757" y="2805"/>
                  </a:lnTo>
                  <a:lnTo>
                    <a:pt x="2693" y="2878"/>
                  </a:lnTo>
                  <a:lnTo>
                    <a:pt x="2627" y="2948"/>
                  </a:lnTo>
                  <a:lnTo>
                    <a:pt x="2556" y="3015"/>
                  </a:lnTo>
                  <a:lnTo>
                    <a:pt x="2484" y="3078"/>
                  </a:lnTo>
                  <a:lnTo>
                    <a:pt x="2410" y="3138"/>
                  </a:lnTo>
                  <a:lnTo>
                    <a:pt x="2332" y="3195"/>
                  </a:lnTo>
                  <a:lnTo>
                    <a:pt x="2252" y="3249"/>
                  </a:lnTo>
                  <a:lnTo>
                    <a:pt x="2171" y="3300"/>
                  </a:lnTo>
                  <a:lnTo>
                    <a:pt x="2086" y="3349"/>
                  </a:lnTo>
                  <a:lnTo>
                    <a:pt x="2001" y="3396"/>
                  </a:lnTo>
                  <a:lnTo>
                    <a:pt x="1900" y="3447"/>
                  </a:lnTo>
                  <a:lnTo>
                    <a:pt x="1796" y="3494"/>
                  </a:lnTo>
                  <a:lnTo>
                    <a:pt x="1692" y="3540"/>
                  </a:lnTo>
                  <a:lnTo>
                    <a:pt x="1588" y="3583"/>
                  </a:lnTo>
                  <a:lnTo>
                    <a:pt x="1570" y="3590"/>
                  </a:lnTo>
                  <a:lnTo>
                    <a:pt x="1549" y="3592"/>
                  </a:lnTo>
                  <a:lnTo>
                    <a:pt x="1530" y="3592"/>
                  </a:lnTo>
                  <a:lnTo>
                    <a:pt x="1511" y="3588"/>
                  </a:lnTo>
                  <a:lnTo>
                    <a:pt x="1404" y="3545"/>
                  </a:lnTo>
                  <a:lnTo>
                    <a:pt x="1296" y="3499"/>
                  </a:lnTo>
                  <a:lnTo>
                    <a:pt x="1192" y="3451"/>
                  </a:lnTo>
                  <a:lnTo>
                    <a:pt x="1089" y="3399"/>
                  </a:lnTo>
                  <a:lnTo>
                    <a:pt x="989" y="3343"/>
                  </a:lnTo>
                  <a:lnTo>
                    <a:pt x="891" y="3284"/>
                  </a:lnTo>
                  <a:lnTo>
                    <a:pt x="796" y="3220"/>
                  </a:lnTo>
                  <a:lnTo>
                    <a:pt x="702" y="3152"/>
                  </a:lnTo>
                  <a:lnTo>
                    <a:pt x="613" y="3081"/>
                  </a:lnTo>
                  <a:lnTo>
                    <a:pt x="525" y="3005"/>
                  </a:lnTo>
                  <a:lnTo>
                    <a:pt x="440" y="2924"/>
                  </a:lnTo>
                  <a:lnTo>
                    <a:pt x="385" y="2865"/>
                  </a:lnTo>
                  <a:lnTo>
                    <a:pt x="331" y="2803"/>
                  </a:lnTo>
                  <a:lnTo>
                    <a:pt x="282" y="2741"/>
                  </a:lnTo>
                  <a:lnTo>
                    <a:pt x="234" y="2677"/>
                  </a:lnTo>
                  <a:lnTo>
                    <a:pt x="192" y="2610"/>
                  </a:lnTo>
                  <a:lnTo>
                    <a:pt x="153" y="2540"/>
                  </a:lnTo>
                  <a:lnTo>
                    <a:pt x="118" y="2469"/>
                  </a:lnTo>
                  <a:lnTo>
                    <a:pt x="88" y="2394"/>
                  </a:lnTo>
                  <a:lnTo>
                    <a:pt x="62" y="2318"/>
                  </a:lnTo>
                  <a:lnTo>
                    <a:pt x="42" y="2239"/>
                  </a:lnTo>
                  <a:lnTo>
                    <a:pt x="25" y="2161"/>
                  </a:lnTo>
                  <a:lnTo>
                    <a:pt x="13" y="2084"/>
                  </a:lnTo>
                  <a:lnTo>
                    <a:pt x="5" y="2004"/>
                  </a:lnTo>
                  <a:lnTo>
                    <a:pt x="3" y="1925"/>
                  </a:lnTo>
                  <a:lnTo>
                    <a:pt x="0" y="1506"/>
                  </a:lnTo>
                  <a:lnTo>
                    <a:pt x="0" y="1087"/>
                  </a:lnTo>
                  <a:lnTo>
                    <a:pt x="1" y="668"/>
                  </a:lnTo>
                  <a:lnTo>
                    <a:pt x="1" y="642"/>
                  </a:lnTo>
                  <a:lnTo>
                    <a:pt x="3" y="621"/>
                  </a:lnTo>
                  <a:lnTo>
                    <a:pt x="9" y="604"/>
                  </a:lnTo>
                  <a:lnTo>
                    <a:pt x="16" y="591"/>
                  </a:lnTo>
                  <a:lnTo>
                    <a:pt x="28" y="582"/>
                  </a:lnTo>
                  <a:lnTo>
                    <a:pt x="44" y="575"/>
                  </a:lnTo>
                  <a:lnTo>
                    <a:pt x="65" y="571"/>
                  </a:lnTo>
                  <a:lnTo>
                    <a:pt x="91" y="569"/>
                  </a:lnTo>
                  <a:lnTo>
                    <a:pt x="209" y="558"/>
                  </a:lnTo>
                  <a:lnTo>
                    <a:pt x="324" y="541"/>
                  </a:lnTo>
                  <a:lnTo>
                    <a:pt x="437" y="518"/>
                  </a:lnTo>
                  <a:lnTo>
                    <a:pt x="548" y="491"/>
                  </a:lnTo>
                  <a:lnTo>
                    <a:pt x="657" y="458"/>
                  </a:lnTo>
                  <a:lnTo>
                    <a:pt x="764" y="420"/>
                  </a:lnTo>
                  <a:lnTo>
                    <a:pt x="869" y="377"/>
                  </a:lnTo>
                  <a:lnTo>
                    <a:pt x="973" y="330"/>
                  </a:lnTo>
                  <a:lnTo>
                    <a:pt x="1075" y="279"/>
                  </a:lnTo>
                  <a:lnTo>
                    <a:pt x="1176" y="224"/>
                  </a:lnTo>
                  <a:lnTo>
                    <a:pt x="1274" y="165"/>
                  </a:lnTo>
                  <a:lnTo>
                    <a:pt x="1372" y="102"/>
                  </a:lnTo>
                  <a:lnTo>
                    <a:pt x="1468" y="38"/>
                  </a:lnTo>
                  <a:lnTo>
                    <a:pt x="1489" y="24"/>
                  </a:lnTo>
                  <a:lnTo>
                    <a:pt x="1507" y="13"/>
                  </a:lnTo>
                  <a:lnTo>
                    <a:pt x="1521" y="5"/>
                  </a:lnTo>
                  <a:lnTo>
                    <a:pt x="1534" y="1"/>
                  </a:lnTo>
                  <a:lnTo>
                    <a:pt x="1545" y="0"/>
                  </a:lnTo>
                  <a:close/>
                </a:path>
              </a:pathLst>
            </a:custGeom>
            <a:grpFill/>
            <a:ln w="0">
              <a:noFill/>
              <a:prstDash val="solid"/>
              <a:round/>
            </a:ln>
          </p:spPr>
          <p:txBody>
            <a:bodyPr vert="horz" wrap="square" lIns="91440" tIns="45720" rIns="91440" bIns="45720" numCol="1" anchor="t" anchorCtr="0" compatLnSpc="1"/>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sp>
        <p:nvSpPr>
          <p:cNvPr id="8" name="Freeform 61"/>
          <p:cNvSpPr/>
          <p:nvPr/>
        </p:nvSpPr>
        <p:spPr bwMode="auto">
          <a:xfrm>
            <a:off x="1604360" y="3654632"/>
            <a:ext cx="356193" cy="332772"/>
          </a:xfrm>
          <a:custGeom>
            <a:avLst/>
            <a:gdLst>
              <a:gd name="connsiteX0" fmla="*/ 104775 w 579438"/>
              <a:gd name="connsiteY0" fmla="*/ 158750 h 541337"/>
              <a:gd name="connsiteX1" fmla="*/ 99193 w 579438"/>
              <a:gd name="connsiteY1" fmla="*/ 170591 h 541337"/>
              <a:gd name="connsiteX2" fmla="*/ 94569 w 579438"/>
              <a:gd name="connsiteY2" fmla="*/ 183072 h 541337"/>
              <a:gd name="connsiteX3" fmla="*/ 90741 w 579438"/>
              <a:gd name="connsiteY3" fmla="*/ 195872 h 541337"/>
              <a:gd name="connsiteX4" fmla="*/ 87552 w 579438"/>
              <a:gd name="connsiteY4" fmla="*/ 208833 h 541337"/>
              <a:gd name="connsiteX5" fmla="*/ 85478 w 579438"/>
              <a:gd name="connsiteY5" fmla="*/ 222434 h 541337"/>
              <a:gd name="connsiteX6" fmla="*/ 84043 w 579438"/>
              <a:gd name="connsiteY6" fmla="*/ 235875 h 541337"/>
              <a:gd name="connsiteX7" fmla="*/ 83724 w 579438"/>
              <a:gd name="connsiteY7" fmla="*/ 249955 h 541337"/>
              <a:gd name="connsiteX8" fmla="*/ 83724 w 579438"/>
              <a:gd name="connsiteY8" fmla="*/ 252196 h 541337"/>
              <a:gd name="connsiteX9" fmla="*/ 42420 w 579438"/>
              <a:gd name="connsiteY9" fmla="*/ 293638 h 541337"/>
              <a:gd name="connsiteX10" fmla="*/ 39071 w 579438"/>
              <a:gd name="connsiteY10" fmla="*/ 296518 h 541337"/>
              <a:gd name="connsiteX11" fmla="*/ 35244 w 579438"/>
              <a:gd name="connsiteY11" fmla="*/ 298438 h 541337"/>
              <a:gd name="connsiteX12" fmla="*/ 31257 w 579438"/>
              <a:gd name="connsiteY12" fmla="*/ 299718 h 541337"/>
              <a:gd name="connsiteX13" fmla="*/ 27111 w 579438"/>
              <a:gd name="connsiteY13" fmla="*/ 300038 h 541337"/>
              <a:gd name="connsiteX14" fmla="*/ 22964 w 579438"/>
              <a:gd name="connsiteY14" fmla="*/ 299718 h 541337"/>
              <a:gd name="connsiteX15" fmla="*/ 18977 w 579438"/>
              <a:gd name="connsiteY15" fmla="*/ 298438 h 541337"/>
              <a:gd name="connsiteX16" fmla="*/ 15150 w 579438"/>
              <a:gd name="connsiteY16" fmla="*/ 296518 h 541337"/>
              <a:gd name="connsiteX17" fmla="*/ 11642 w 579438"/>
              <a:gd name="connsiteY17" fmla="*/ 293638 h 541337"/>
              <a:gd name="connsiteX18" fmla="*/ 6379 w 579438"/>
              <a:gd name="connsiteY18" fmla="*/ 288358 h 541337"/>
              <a:gd name="connsiteX19" fmla="*/ 3508 w 579438"/>
              <a:gd name="connsiteY19" fmla="*/ 284837 h 541337"/>
              <a:gd name="connsiteX20" fmla="*/ 1595 w 579438"/>
              <a:gd name="connsiteY20" fmla="*/ 280997 h 541337"/>
              <a:gd name="connsiteX21" fmla="*/ 319 w 579438"/>
              <a:gd name="connsiteY21" fmla="*/ 276997 h 541337"/>
              <a:gd name="connsiteX22" fmla="*/ 0 w 579438"/>
              <a:gd name="connsiteY22" fmla="*/ 272837 h 541337"/>
              <a:gd name="connsiteX23" fmla="*/ 319 w 579438"/>
              <a:gd name="connsiteY23" fmla="*/ 268836 h 541337"/>
              <a:gd name="connsiteX24" fmla="*/ 1595 w 579438"/>
              <a:gd name="connsiteY24" fmla="*/ 264676 h 541337"/>
              <a:gd name="connsiteX25" fmla="*/ 3508 w 579438"/>
              <a:gd name="connsiteY25" fmla="*/ 260996 h 541337"/>
              <a:gd name="connsiteX26" fmla="*/ 6379 w 579438"/>
              <a:gd name="connsiteY26" fmla="*/ 257316 h 541337"/>
              <a:gd name="connsiteX27" fmla="*/ 288526 w 579438"/>
              <a:gd name="connsiteY27" fmla="*/ 71437 h 541337"/>
              <a:gd name="connsiteX28" fmla="*/ 301526 w 579438"/>
              <a:gd name="connsiteY28" fmla="*/ 71755 h 541337"/>
              <a:gd name="connsiteX29" fmla="*/ 314367 w 579438"/>
              <a:gd name="connsiteY29" fmla="*/ 73185 h 541337"/>
              <a:gd name="connsiteX30" fmla="*/ 326733 w 579438"/>
              <a:gd name="connsiteY30" fmla="*/ 75568 h 541337"/>
              <a:gd name="connsiteX31" fmla="*/ 338940 w 579438"/>
              <a:gd name="connsiteY31" fmla="*/ 78745 h 541337"/>
              <a:gd name="connsiteX32" fmla="*/ 350672 w 579438"/>
              <a:gd name="connsiteY32" fmla="*/ 82716 h 541337"/>
              <a:gd name="connsiteX33" fmla="*/ 362086 w 579438"/>
              <a:gd name="connsiteY33" fmla="*/ 87482 h 541337"/>
              <a:gd name="connsiteX34" fmla="*/ 373184 w 579438"/>
              <a:gd name="connsiteY34" fmla="*/ 93201 h 541337"/>
              <a:gd name="connsiteX35" fmla="*/ 383806 w 579438"/>
              <a:gd name="connsiteY35" fmla="*/ 99396 h 541337"/>
              <a:gd name="connsiteX36" fmla="*/ 393793 w 579438"/>
              <a:gd name="connsiteY36" fmla="*/ 106227 h 541337"/>
              <a:gd name="connsiteX37" fmla="*/ 355745 w 579438"/>
              <a:gd name="connsiteY37" fmla="*/ 144353 h 541337"/>
              <a:gd name="connsiteX38" fmla="*/ 347343 w 579438"/>
              <a:gd name="connsiteY38" fmla="*/ 139428 h 541337"/>
              <a:gd name="connsiteX39" fmla="*/ 338465 w 579438"/>
              <a:gd name="connsiteY39" fmla="*/ 134980 h 541337"/>
              <a:gd name="connsiteX40" fmla="*/ 329111 w 579438"/>
              <a:gd name="connsiteY40" fmla="*/ 131326 h 541337"/>
              <a:gd name="connsiteX41" fmla="*/ 319282 w 579438"/>
              <a:gd name="connsiteY41" fmla="*/ 128308 h 541337"/>
              <a:gd name="connsiteX42" fmla="*/ 309294 w 579438"/>
              <a:gd name="connsiteY42" fmla="*/ 126243 h 541337"/>
              <a:gd name="connsiteX43" fmla="*/ 298989 w 579438"/>
              <a:gd name="connsiteY43" fmla="*/ 124972 h 541337"/>
              <a:gd name="connsiteX44" fmla="*/ 288526 w 579438"/>
              <a:gd name="connsiteY44" fmla="*/ 124337 h 541337"/>
              <a:gd name="connsiteX45" fmla="*/ 277111 w 579438"/>
              <a:gd name="connsiteY45" fmla="*/ 124972 h 541337"/>
              <a:gd name="connsiteX46" fmla="*/ 266014 w 579438"/>
              <a:gd name="connsiteY46" fmla="*/ 126561 h 541337"/>
              <a:gd name="connsiteX47" fmla="*/ 255392 w 579438"/>
              <a:gd name="connsiteY47" fmla="*/ 128944 h 541337"/>
              <a:gd name="connsiteX48" fmla="*/ 245087 w 579438"/>
              <a:gd name="connsiteY48" fmla="*/ 132280 h 541337"/>
              <a:gd name="connsiteX49" fmla="*/ 235100 w 579438"/>
              <a:gd name="connsiteY49" fmla="*/ 136410 h 541337"/>
              <a:gd name="connsiteX50" fmla="*/ 225587 w 579438"/>
              <a:gd name="connsiteY50" fmla="*/ 141493 h 541337"/>
              <a:gd name="connsiteX51" fmla="*/ 216551 w 579438"/>
              <a:gd name="connsiteY51" fmla="*/ 147371 h 541337"/>
              <a:gd name="connsiteX52" fmla="*/ 208307 w 579438"/>
              <a:gd name="connsiteY52" fmla="*/ 153884 h 541337"/>
              <a:gd name="connsiteX53" fmla="*/ 200380 w 579438"/>
              <a:gd name="connsiteY53" fmla="*/ 161033 h 541337"/>
              <a:gd name="connsiteX54" fmla="*/ 193246 w 579438"/>
              <a:gd name="connsiteY54" fmla="*/ 168817 h 541337"/>
              <a:gd name="connsiteX55" fmla="*/ 186746 w 579438"/>
              <a:gd name="connsiteY55" fmla="*/ 177395 h 541337"/>
              <a:gd name="connsiteX56" fmla="*/ 180881 w 579438"/>
              <a:gd name="connsiteY56" fmla="*/ 186291 h 541337"/>
              <a:gd name="connsiteX57" fmla="*/ 175966 w 579438"/>
              <a:gd name="connsiteY57" fmla="*/ 195823 h 541337"/>
              <a:gd name="connsiteX58" fmla="*/ 171686 w 579438"/>
              <a:gd name="connsiteY58" fmla="*/ 205672 h 541337"/>
              <a:gd name="connsiteX59" fmla="*/ 168356 w 579438"/>
              <a:gd name="connsiteY59" fmla="*/ 216156 h 541337"/>
              <a:gd name="connsiteX60" fmla="*/ 165978 w 579438"/>
              <a:gd name="connsiteY60" fmla="*/ 226959 h 541337"/>
              <a:gd name="connsiteX61" fmla="*/ 164393 w 579438"/>
              <a:gd name="connsiteY61" fmla="*/ 238079 h 541337"/>
              <a:gd name="connsiteX62" fmla="*/ 163917 w 579438"/>
              <a:gd name="connsiteY62" fmla="*/ 249357 h 541337"/>
              <a:gd name="connsiteX63" fmla="*/ 164393 w 579438"/>
              <a:gd name="connsiteY63" fmla="*/ 260795 h 541337"/>
              <a:gd name="connsiteX64" fmla="*/ 165978 w 579438"/>
              <a:gd name="connsiteY64" fmla="*/ 271915 h 541337"/>
              <a:gd name="connsiteX65" fmla="*/ 168356 w 579438"/>
              <a:gd name="connsiteY65" fmla="*/ 282559 h 541337"/>
              <a:gd name="connsiteX66" fmla="*/ 171686 w 579438"/>
              <a:gd name="connsiteY66" fmla="*/ 292884 h 541337"/>
              <a:gd name="connsiteX67" fmla="*/ 175966 w 579438"/>
              <a:gd name="connsiteY67" fmla="*/ 302892 h 541337"/>
              <a:gd name="connsiteX68" fmla="*/ 180881 w 579438"/>
              <a:gd name="connsiteY68" fmla="*/ 312424 h 541337"/>
              <a:gd name="connsiteX69" fmla="*/ 186746 w 579438"/>
              <a:gd name="connsiteY69" fmla="*/ 321479 h 541337"/>
              <a:gd name="connsiteX70" fmla="*/ 193246 w 579438"/>
              <a:gd name="connsiteY70" fmla="*/ 329739 h 541337"/>
              <a:gd name="connsiteX71" fmla="*/ 200380 w 579438"/>
              <a:gd name="connsiteY71" fmla="*/ 337682 h 541337"/>
              <a:gd name="connsiteX72" fmla="*/ 208149 w 579438"/>
              <a:gd name="connsiteY72" fmla="*/ 344990 h 541337"/>
              <a:gd name="connsiteX73" fmla="*/ 216551 w 579438"/>
              <a:gd name="connsiteY73" fmla="*/ 351503 h 541337"/>
              <a:gd name="connsiteX74" fmla="*/ 225587 w 579438"/>
              <a:gd name="connsiteY74" fmla="*/ 357380 h 541337"/>
              <a:gd name="connsiteX75" fmla="*/ 235100 w 579438"/>
              <a:gd name="connsiteY75" fmla="*/ 362305 h 541337"/>
              <a:gd name="connsiteX76" fmla="*/ 244929 w 579438"/>
              <a:gd name="connsiteY76" fmla="*/ 366435 h 541337"/>
              <a:gd name="connsiteX77" fmla="*/ 255234 w 579438"/>
              <a:gd name="connsiteY77" fmla="*/ 369771 h 541337"/>
              <a:gd name="connsiteX78" fmla="*/ 266014 w 579438"/>
              <a:gd name="connsiteY78" fmla="*/ 372313 h 541337"/>
              <a:gd name="connsiteX79" fmla="*/ 277111 w 579438"/>
              <a:gd name="connsiteY79" fmla="*/ 373902 h 541337"/>
              <a:gd name="connsiteX80" fmla="*/ 288526 w 579438"/>
              <a:gd name="connsiteY80" fmla="*/ 374219 h 541337"/>
              <a:gd name="connsiteX81" fmla="*/ 299782 w 579438"/>
              <a:gd name="connsiteY81" fmla="*/ 373902 h 541337"/>
              <a:gd name="connsiteX82" fmla="*/ 310879 w 579438"/>
              <a:gd name="connsiteY82" fmla="*/ 372313 h 541337"/>
              <a:gd name="connsiteX83" fmla="*/ 321501 w 579438"/>
              <a:gd name="connsiteY83" fmla="*/ 369771 h 541337"/>
              <a:gd name="connsiteX84" fmla="*/ 331965 w 579438"/>
              <a:gd name="connsiteY84" fmla="*/ 366435 h 541337"/>
              <a:gd name="connsiteX85" fmla="*/ 341794 w 579438"/>
              <a:gd name="connsiteY85" fmla="*/ 362305 h 541337"/>
              <a:gd name="connsiteX86" fmla="*/ 351306 w 579438"/>
              <a:gd name="connsiteY86" fmla="*/ 357380 h 541337"/>
              <a:gd name="connsiteX87" fmla="*/ 360184 w 579438"/>
              <a:gd name="connsiteY87" fmla="*/ 351503 h 541337"/>
              <a:gd name="connsiteX88" fmla="*/ 368586 w 579438"/>
              <a:gd name="connsiteY88" fmla="*/ 344990 h 541337"/>
              <a:gd name="connsiteX89" fmla="*/ 376354 w 579438"/>
              <a:gd name="connsiteY89" fmla="*/ 337682 h 541337"/>
              <a:gd name="connsiteX90" fmla="*/ 383647 w 579438"/>
              <a:gd name="connsiteY90" fmla="*/ 329898 h 541337"/>
              <a:gd name="connsiteX91" fmla="*/ 390147 w 579438"/>
              <a:gd name="connsiteY91" fmla="*/ 321479 h 541337"/>
              <a:gd name="connsiteX92" fmla="*/ 395854 w 579438"/>
              <a:gd name="connsiteY92" fmla="*/ 312424 h 541337"/>
              <a:gd name="connsiteX93" fmla="*/ 400769 w 579438"/>
              <a:gd name="connsiteY93" fmla="*/ 302892 h 541337"/>
              <a:gd name="connsiteX94" fmla="*/ 405049 w 579438"/>
              <a:gd name="connsiteY94" fmla="*/ 293043 h 541337"/>
              <a:gd name="connsiteX95" fmla="*/ 408379 w 579438"/>
              <a:gd name="connsiteY95" fmla="*/ 282717 h 541337"/>
              <a:gd name="connsiteX96" fmla="*/ 410915 w 579438"/>
              <a:gd name="connsiteY96" fmla="*/ 271915 h 541337"/>
              <a:gd name="connsiteX97" fmla="*/ 412501 w 579438"/>
              <a:gd name="connsiteY97" fmla="*/ 260795 h 541337"/>
              <a:gd name="connsiteX98" fmla="*/ 412976 w 579438"/>
              <a:gd name="connsiteY98" fmla="*/ 249357 h 541337"/>
              <a:gd name="connsiteX99" fmla="*/ 412818 w 579438"/>
              <a:gd name="connsiteY99" fmla="*/ 243321 h 541337"/>
              <a:gd name="connsiteX100" fmla="*/ 412183 w 579438"/>
              <a:gd name="connsiteY100" fmla="*/ 237443 h 541337"/>
              <a:gd name="connsiteX101" fmla="*/ 456573 w 579438"/>
              <a:gd name="connsiteY101" fmla="*/ 192963 h 541337"/>
              <a:gd name="connsiteX102" fmla="*/ 459744 w 579438"/>
              <a:gd name="connsiteY102" fmla="*/ 203765 h 541337"/>
              <a:gd name="connsiteX103" fmla="*/ 462439 w 579438"/>
              <a:gd name="connsiteY103" fmla="*/ 214727 h 541337"/>
              <a:gd name="connsiteX104" fmla="*/ 464183 w 579438"/>
              <a:gd name="connsiteY104" fmla="*/ 226164 h 541337"/>
              <a:gd name="connsiteX105" fmla="*/ 465134 w 579438"/>
              <a:gd name="connsiteY105" fmla="*/ 237761 h 541337"/>
              <a:gd name="connsiteX106" fmla="*/ 465768 w 579438"/>
              <a:gd name="connsiteY106" fmla="*/ 249357 h 541337"/>
              <a:gd name="connsiteX107" fmla="*/ 465134 w 579438"/>
              <a:gd name="connsiteY107" fmla="*/ 262543 h 541337"/>
              <a:gd name="connsiteX108" fmla="*/ 463707 w 579438"/>
              <a:gd name="connsiteY108" fmla="*/ 275251 h 541337"/>
              <a:gd name="connsiteX109" fmla="*/ 461488 w 579438"/>
              <a:gd name="connsiteY109" fmla="*/ 287801 h 541337"/>
              <a:gd name="connsiteX110" fmla="*/ 458317 w 579438"/>
              <a:gd name="connsiteY110" fmla="*/ 300192 h 541337"/>
              <a:gd name="connsiteX111" fmla="*/ 454354 w 579438"/>
              <a:gd name="connsiteY111" fmla="*/ 311947 h 541337"/>
              <a:gd name="connsiteX112" fmla="*/ 449598 w 579438"/>
              <a:gd name="connsiteY112" fmla="*/ 323385 h 541337"/>
              <a:gd name="connsiteX113" fmla="*/ 444049 w 579438"/>
              <a:gd name="connsiteY113" fmla="*/ 334505 h 541337"/>
              <a:gd name="connsiteX114" fmla="*/ 437708 w 579438"/>
              <a:gd name="connsiteY114" fmla="*/ 345148 h 541337"/>
              <a:gd name="connsiteX115" fmla="*/ 430891 w 579438"/>
              <a:gd name="connsiteY115" fmla="*/ 355156 h 541337"/>
              <a:gd name="connsiteX116" fmla="*/ 440086 w 579438"/>
              <a:gd name="connsiteY116" fmla="*/ 364370 h 541337"/>
              <a:gd name="connsiteX117" fmla="*/ 446744 w 579438"/>
              <a:gd name="connsiteY117" fmla="*/ 357698 h 541337"/>
              <a:gd name="connsiteX118" fmla="*/ 569133 w 579438"/>
              <a:gd name="connsiteY118" fmla="*/ 480495 h 541337"/>
              <a:gd name="connsiteX119" fmla="*/ 572780 w 579438"/>
              <a:gd name="connsiteY119" fmla="*/ 484943 h 541337"/>
              <a:gd name="connsiteX120" fmla="*/ 575792 w 579438"/>
              <a:gd name="connsiteY120" fmla="*/ 489709 h 541337"/>
              <a:gd name="connsiteX121" fmla="*/ 577694 w 579438"/>
              <a:gd name="connsiteY121" fmla="*/ 494951 h 541337"/>
              <a:gd name="connsiteX122" fmla="*/ 578963 w 579438"/>
              <a:gd name="connsiteY122" fmla="*/ 500193 h 541337"/>
              <a:gd name="connsiteX123" fmla="*/ 579438 w 579438"/>
              <a:gd name="connsiteY123" fmla="*/ 505753 h 541337"/>
              <a:gd name="connsiteX124" fmla="*/ 579121 w 579438"/>
              <a:gd name="connsiteY124" fmla="*/ 511154 h 541337"/>
              <a:gd name="connsiteX125" fmla="*/ 577853 w 579438"/>
              <a:gd name="connsiteY125" fmla="*/ 516397 h 541337"/>
              <a:gd name="connsiteX126" fmla="*/ 575792 w 579438"/>
              <a:gd name="connsiteY126" fmla="*/ 521639 h 541337"/>
              <a:gd name="connsiteX127" fmla="*/ 572938 w 579438"/>
              <a:gd name="connsiteY127" fmla="*/ 526564 h 541337"/>
              <a:gd name="connsiteX128" fmla="*/ 569292 w 579438"/>
              <a:gd name="connsiteY128" fmla="*/ 531012 h 541337"/>
              <a:gd name="connsiteX129" fmla="*/ 564853 w 579438"/>
              <a:gd name="connsiteY129" fmla="*/ 534665 h 541337"/>
              <a:gd name="connsiteX130" fmla="*/ 559938 w 579438"/>
              <a:gd name="connsiteY130" fmla="*/ 537684 h 541337"/>
              <a:gd name="connsiteX131" fmla="*/ 554865 w 579438"/>
              <a:gd name="connsiteY131" fmla="*/ 539590 h 541337"/>
              <a:gd name="connsiteX132" fmla="*/ 549634 w 579438"/>
              <a:gd name="connsiteY132" fmla="*/ 540861 h 541337"/>
              <a:gd name="connsiteX133" fmla="*/ 544085 w 579438"/>
              <a:gd name="connsiteY133" fmla="*/ 541337 h 541337"/>
              <a:gd name="connsiteX134" fmla="*/ 538695 w 579438"/>
              <a:gd name="connsiteY134" fmla="*/ 540861 h 541337"/>
              <a:gd name="connsiteX135" fmla="*/ 533463 w 579438"/>
              <a:gd name="connsiteY135" fmla="*/ 539590 h 541337"/>
              <a:gd name="connsiteX136" fmla="*/ 528231 w 579438"/>
              <a:gd name="connsiteY136" fmla="*/ 537684 h 541337"/>
              <a:gd name="connsiteX137" fmla="*/ 523317 w 579438"/>
              <a:gd name="connsiteY137" fmla="*/ 534665 h 541337"/>
              <a:gd name="connsiteX138" fmla="*/ 519195 w 579438"/>
              <a:gd name="connsiteY138" fmla="*/ 531012 h 541337"/>
              <a:gd name="connsiteX139" fmla="*/ 396806 w 579438"/>
              <a:gd name="connsiteY139" fmla="*/ 408056 h 541337"/>
              <a:gd name="connsiteX140" fmla="*/ 403464 w 579438"/>
              <a:gd name="connsiteY140" fmla="*/ 401384 h 541337"/>
              <a:gd name="connsiteX141" fmla="*/ 394110 w 579438"/>
              <a:gd name="connsiteY141" fmla="*/ 392329 h 541337"/>
              <a:gd name="connsiteX142" fmla="*/ 384123 w 579438"/>
              <a:gd name="connsiteY142" fmla="*/ 399319 h 541337"/>
              <a:gd name="connsiteX143" fmla="*/ 373501 w 579438"/>
              <a:gd name="connsiteY143" fmla="*/ 405673 h 541337"/>
              <a:gd name="connsiteX144" fmla="*/ 362562 w 579438"/>
              <a:gd name="connsiteY144" fmla="*/ 411074 h 541337"/>
              <a:gd name="connsiteX145" fmla="*/ 351147 w 579438"/>
              <a:gd name="connsiteY145" fmla="*/ 415840 h 541337"/>
              <a:gd name="connsiteX146" fmla="*/ 339099 w 579438"/>
              <a:gd name="connsiteY146" fmla="*/ 419970 h 541337"/>
              <a:gd name="connsiteX147" fmla="*/ 327050 w 579438"/>
              <a:gd name="connsiteY147" fmla="*/ 423147 h 541337"/>
              <a:gd name="connsiteX148" fmla="*/ 314367 w 579438"/>
              <a:gd name="connsiteY148" fmla="*/ 425371 h 541337"/>
              <a:gd name="connsiteX149" fmla="*/ 301526 w 579438"/>
              <a:gd name="connsiteY149" fmla="*/ 426801 h 541337"/>
              <a:gd name="connsiteX150" fmla="*/ 288526 w 579438"/>
              <a:gd name="connsiteY150" fmla="*/ 427437 h 541337"/>
              <a:gd name="connsiteX151" fmla="*/ 274575 w 579438"/>
              <a:gd name="connsiteY151" fmla="*/ 426801 h 541337"/>
              <a:gd name="connsiteX152" fmla="*/ 261099 w 579438"/>
              <a:gd name="connsiteY152" fmla="*/ 425213 h 541337"/>
              <a:gd name="connsiteX153" fmla="*/ 247624 w 579438"/>
              <a:gd name="connsiteY153" fmla="*/ 422671 h 541337"/>
              <a:gd name="connsiteX154" fmla="*/ 234783 w 579438"/>
              <a:gd name="connsiteY154" fmla="*/ 419017 h 541337"/>
              <a:gd name="connsiteX155" fmla="*/ 222417 w 579438"/>
              <a:gd name="connsiteY155" fmla="*/ 414728 h 541337"/>
              <a:gd name="connsiteX156" fmla="*/ 210368 w 579438"/>
              <a:gd name="connsiteY156" fmla="*/ 409168 h 541337"/>
              <a:gd name="connsiteX157" fmla="*/ 198954 w 579438"/>
              <a:gd name="connsiteY157" fmla="*/ 402972 h 541337"/>
              <a:gd name="connsiteX158" fmla="*/ 187856 w 579438"/>
              <a:gd name="connsiteY158" fmla="*/ 396142 h 541337"/>
              <a:gd name="connsiteX159" fmla="*/ 177551 w 579438"/>
              <a:gd name="connsiteY159" fmla="*/ 388199 h 541337"/>
              <a:gd name="connsiteX160" fmla="*/ 167722 w 579438"/>
              <a:gd name="connsiteY160" fmla="*/ 379779 h 541337"/>
              <a:gd name="connsiteX161" fmla="*/ 158527 w 579438"/>
              <a:gd name="connsiteY161" fmla="*/ 370566 h 541337"/>
              <a:gd name="connsiteX162" fmla="*/ 150125 w 579438"/>
              <a:gd name="connsiteY162" fmla="*/ 360716 h 541337"/>
              <a:gd name="connsiteX163" fmla="*/ 142198 w 579438"/>
              <a:gd name="connsiteY163" fmla="*/ 350232 h 541337"/>
              <a:gd name="connsiteX164" fmla="*/ 135381 w 579438"/>
              <a:gd name="connsiteY164" fmla="*/ 339112 h 541337"/>
              <a:gd name="connsiteX165" fmla="*/ 129198 w 579438"/>
              <a:gd name="connsiteY165" fmla="*/ 327674 h 541337"/>
              <a:gd name="connsiteX166" fmla="*/ 123649 w 579438"/>
              <a:gd name="connsiteY166" fmla="*/ 315601 h 541337"/>
              <a:gd name="connsiteX167" fmla="*/ 119369 w 579438"/>
              <a:gd name="connsiteY167" fmla="*/ 303210 h 541337"/>
              <a:gd name="connsiteX168" fmla="*/ 115881 w 579438"/>
              <a:gd name="connsiteY168" fmla="*/ 290343 h 541337"/>
              <a:gd name="connsiteX169" fmla="*/ 113186 w 579438"/>
              <a:gd name="connsiteY169" fmla="*/ 276840 h 541337"/>
              <a:gd name="connsiteX170" fmla="*/ 111601 w 579438"/>
              <a:gd name="connsiteY170" fmla="*/ 263337 h 541337"/>
              <a:gd name="connsiteX171" fmla="*/ 111125 w 579438"/>
              <a:gd name="connsiteY171" fmla="*/ 249357 h 541337"/>
              <a:gd name="connsiteX172" fmla="*/ 111601 w 579438"/>
              <a:gd name="connsiteY172" fmla="*/ 235537 h 541337"/>
              <a:gd name="connsiteX173" fmla="*/ 113186 w 579438"/>
              <a:gd name="connsiteY173" fmla="*/ 221875 h 541337"/>
              <a:gd name="connsiteX174" fmla="*/ 115881 w 579438"/>
              <a:gd name="connsiteY174" fmla="*/ 208531 h 541337"/>
              <a:gd name="connsiteX175" fmla="*/ 119369 w 579438"/>
              <a:gd name="connsiteY175" fmla="*/ 195664 h 541337"/>
              <a:gd name="connsiteX176" fmla="*/ 123649 w 579438"/>
              <a:gd name="connsiteY176" fmla="*/ 183114 h 541337"/>
              <a:gd name="connsiteX177" fmla="*/ 129198 w 579438"/>
              <a:gd name="connsiteY177" fmla="*/ 171200 h 541337"/>
              <a:gd name="connsiteX178" fmla="*/ 135381 w 579438"/>
              <a:gd name="connsiteY178" fmla="*/ 159444 h 541337"/>
              <a:gd name="connsiteX179" fmla="*/ 142198 w 579438"/>
              <a:gd name="connsiteY179" fmla="*/ 148642 h 541337"/>
              <a:gd name="connsiteX180" fmla="*/ 150125 w 579438"/>
              <a:gd name="connsiteY180" fmla="*/ 138157 h 541337"/>
              <a:gd name="connsiteX181" fmla="*/ 158527 w 579438"/>
              <a:gd name="connsiteY181" fmla="*/ 128308 h 541337"/>
              <a:gd name="connsiteX182" fmla="*/ 167722 w 579438"/>
              <a:gd name="connsiteY182" fmla="*/ 119094 h 541337"/>
              <a:gd name="connsiteX183" fmla="*/ 177551 w 579438"/>
              <a:gd name="connsiteY183" fmla="*/ 110516 h 541337"/>
              <a:gd name="connsiteX184" fmla="*/ 187856 w 579438"/>
              <a:gd name="connsiteY184" fmla="*/ 102732 h 541337"/>
              <a:gd name="connsiteX185" fmla="*/ 198954 w 579438"/>
              <a:gd name="connsiteY185" fmla="*/ 95584 h 541337"/>
              <a:gd name="connsiteX186" fmla="*/ 210368 w 579438"/>
              <a:gd name="connsiteY186" fmla="*/ 89388 h 541337"/>
              <a:gd name="connsiteX187" fmla="*/ 222417 w 579438"/>
              <a:gd name="connsiteY187" fmla="*/ 84146 h 541337"/>
              <a:gd name="connsiteX188" fmla="*/ 234783 w 579438"/>
              <a:gd name="connsiteY188" fmla="*/ 79698 h 541337"/>
              <a:gd name="connsiteX189" fmla="*/ 247624 w 579438"/>
              <a:gd name="connsiteY189" fmla="*/ 76044 h 541337"/>
              <a:gd name="connsiteX190" fmla="*/ 261099 w 579438"/>
              <a:gd name="connsiteY190" fmla="*/ 73661 h 541337"/>
              <a:gd name="connsiteX191" fmla="*/ 274575 w 579438"/>
              <a:gd name="connsiteY191" fmla="*/ 72073 h 541337"/>
              <a:gd name="connsiteX192" fmla="*/ 561981 w 579438"/>
              <a:gd name="connsiteY192" fmla="*/ 0 h 541337"/>
              <a:gd name="connsiteX193" fmla="*/ 563410 w 579438"/>
              <a:gd name="connsiteY193" fmla="*/ 0 h 541337"/>
              <a:gd name="connsiteX194" fmla="*/ 567059 w 579438"/>
              <a:gd name="connsiteY194" fmla="*/ 158 h 541337"/>
              <a:gd name="connsiteX195" fmla="*/ 570074 w 579438"/>
              <a:gd name="connsiteY195" fmla="*/ 1108 h 541337"/>
              <a:gd name="connsiteX196" fmla="*/ 572613 w 579438"/>
              <a:gd name="connsiteY196" fmla="*/ 2375 h 541337"/>
              <a:gd name="connsiteX197" fmla="*/ 574359 w 579438"/>
              <a:gd name="connsiteY197" fmla="*/ 4434 h 541337"/>
              <a:gd name="connsiteX198" fmla="*/ 575628 w 579438"/>
              <a:gd name="connsiteY198" fmla="*/ 6968 h 541337"/>
              <a:gd name="connsiteX199" fmla="*/ 576263 w 579438"/>
              <a:gd name="connsiteY199" fmla="*/ 10135 h 541337"/>
              <a:gd name="connsiteX200" fmla="*/ 576263 w 579438"/>
              <a:gd name="connsiteY200" fmla="*/ 14094 h 541337"/>
              <a:gd name="connsiteX201" fmla="*/ 571820 w 579438"/>
              <a:gd name="connsiteY201" fmla="*/ 109587 h 541337"/>
              <a:gd name="connsiteX202" fmla="*/ 571661 w 579438"/>
              <a:gd name="connsiteY202" fmla="*/ 112437 h 541337"/>
              <a:gd name="connsiteX203" fmla="*/ 571185 w 579438"/>
              <a:gd name="connsiteY203" fmla="*/ 114971 h 541337"/>
              <a:gd name="connsiteX204" fmla="*/ 570233 w 579438"/>
              <a:gd name="connsiteY204" fmla="*/ 117663 h 541337"/>
              <a:gd name="connsiteX205" fmla="*/ 568964 w 579438"/>
              <a:gd name="connsiteY205" fmla="*/ 119880 h 541337"/>
              <a:gd name="connsiteX206" fmla="*/ 567059 w 579438"/>
              <a:gd name="connsiteY206" fmla="*/ 121939 h 541337"/>
              <a:gd name="connsiteX207" fmla="*/ 564520 w 579438"/>
              <a:gd name="connsiteY207" fmla="*/ 123681 h 541337"/>
              <a:gd name="connsiteX208" fmla="*/ 561823 w 579438"/>
              <a:gd name="connsiteY208" fmla="*/ 124948 h 541337"/>
              <a:gd name="connsiteX209" fmla="*/ 559601 w 579438"/>
              <a:gd name="connsiteY209" fmla="*/ 125106 h 541337"/>
              <a:gd name="connsiteX210" fmla="*/ 557380 w 579438"/>
              <a:gd name="connsiteY210" fmla="*/ 124631 h 541337"/>
              <a:gd name="connsiteX211" fmla="*/ 555475 w 579438"/>
              <a:gd name="connsiteY211" fmla="*/ 123839 h 541337"/>
              <a:gd name="connsiteX212" fmla="*/ 553571 w 579438"/>
              <a:gd name="connsiteY212" fmla="*/ 122572 h 541337"/>
              <a:gd name="connsiteX213" fmla="*/ 551984 w 579438"/>
              <a:gd name="connsiteY213" fmla="*/ 120989 h 541337"/>
              <a:gd name="connsiteX214" fmla="*/ 550239 w 579438"/>
              <a:gd name="connsiteY214" fmla="*/ 119405 h 541337"/>
              <a:gd name="connsiteX215" fmla="*/ 520723 w 579438"/>
              <a:gd name="connsiteY215" fmla="*/ 90108 h 541337"/>
              <a:gd name="connsiteX216" fmla="*/ 509774 w 579438"/>
              <a:gd name="connsiteY216" fmla="*/ 101193 h 541337"/>
              <a:gd name="connsiteX217" fmla="*/ 419324 w 579438"/>
              <a:gd name="connsiteY217" fmla="*/ 191301 h 541337"/>
              <a:gd name="connsiteX218" fmla="*/ 391713 w 579438"/>
              <a:gd name="connsiteY218" fmla="*/ 219173 h 541337"/>
              <a:gd name="connsiteX219" fmla="*/ 298564 w 579438"/>
              <a:gd name="connsiteY219" fmla="*/ 312131 h 541337"/>
              <a:gd name="connsiteX220" fmla="*/ 293169 w 579438"/>
              <a:gd name="connsiteY220" fmla="*/ 317516 h 541337"/>
              <a:gd name="connsiteX221" fmla="*/ 290313 w 579438"/>
              <a:gd name="connsiteY221" fmla="*/ 319733 h 541337"/>
              <a:gd name="connsiteX222" fmla="*/ 287298 w 579438"/>
              <a:gd name="connsiteY222" fmla="*/ 321633 h 541337"/>
              <a:gd name="connsiteX223" fmla="*/ 284124 w 579438"/>
              <a:gd name="connsiteY223" fmla="*/ 322900 h 541337"/>
              <a:gd name="connsiteX224" fmla="*/ 280633 w 579438"/>
              <a:gd name="connsiteY224" fmla="*/ 323692 h 541337"/>
              <a:gd name="connsiteX225" fmla="*/ 279681 w 579438"/>
              <a:gd name="connsiteY225" fmla="*/ 323692 h 541337"/>
              <a:gd name="connsiteX226" fmla="*/ 278888 w 579438"/>
              <a:gd name="connsiteY226" fmla="*/ 323850 h 541337"/>
              <a:gd name="connsiteX227" fmla="*/ 277935 w 579438"/>
              <a:gd name="connsiteY227" fmla="*/ 323850 h 541337"/>
              <a:gd name="connsiteX228" fmla="*/ 273810 w 579438"/>
              <a:gd name="connsiteY228" fmla="*/ 323534 h 541337"/>
              <a:gd name="connsiteX229" fmla="*/ 269843 w 579438"/>
              <a:gd name="connsiteY229" fmla="*/ 322267 h 541337"/>
              <a:gd name="connsiteX230" fmla="*/ 266034 w 579438"/>
              <a:gd name="connsiteY230" fmla="*/ 320366 h 541337"/>
              <a:gd name="connsiteX231" fmla="*/ 262702 w 579438"/>
              <a:gd name="connsiteY231" fmla="*/ 317516 h 541337"/>
              <a:gd name="connsiteX232" fmla="*/ 257306 w 579438"/>
              <a:gd name="connsiteY232" fmla="*/ 312131 h 541337"/>
              <a:gd name="connsiteX233" fmla="*/ 237471 w 579438"/>
              <a:gd name="connsiteY233" fmla="*/ 292336 h 541337"/>
              <a:gd name="connsiteX234" fmla="*/ 190500 w 579438"/>
              <a:gd name="connsiteY234" fmla="*/ 245303 h 541337"/>
              <a:gd name="connsiteX235" fmla="*/ 191452 w 579438"/>
              <a:gd name="connsiteY235" fmla="*/ 235643 h 541337"/>
              <a:gd name="connsiteX236" fmla="*/ 193198 w 579438"/>
              <a:gd name="connsiteY236" fmla="*/ 226141 h 541337"/>
              <a:gd name="connsiteX237" fmla="*/ 195737 w 579438"/>
              <a:gd name="connsiteY237" fmla="*/ 217114 h 541337"/>
              <a:gd name="connsiteX238" fmla="*/ 199228 w 579438"/>
              <a:gd name="connsiteY238" fmla="*/ 208246 h 541337"/>
              <a:gd name="connsiteX239" fmla="*/ 203671 w 579438"/>
              <a:gd name="connsiteY239" fmla="*/ 200011 h 541337"/>
              <a:gd name="connsiteX240" fmla="*/ 208749 w 579438"/>
              <a:gd name="connsiteY240" fmla="*/ 192093 h 541337"/>
              <a:gd name="connsiteX241" fmla="*/ 277935 w 579438"/>
              <a:gd name="connsiteY241" fmla="*/ 261139 h 541337"/>
              <a:gd name="connsiteX242" fmla="*/ 280633 w 579438"/>
              <a:gd name="connsiteY242" fmla="*/ 258447 h 541337"/>
              <a:gd name="connsiteX243" fmla="*/ 485019 w 579438"/>
              <a:gd name="connsiteY243" fmla="*/ 54318 h 541337"/>
              <a:gd name="connsiteX244" fmla="*/ 469786 w 579438"/>
              <a:gd name="connsiteY244" fmla="*/ 39273 h 541337"/>
              <a:gd name="connsiteX245" fmla="*/ 455028 w 579438"/>
              <a:gd name="connsiteY245" fmla="*/ 24071 h 541337"/>
              <a:gd name="connsiteX246" fmla="*/ 453441 w 579438"/>
              <a:gd name="connsiteY246" fmla="*/ 22645 h 541337"/>
              <a:gd name="connsiteX247" fmla="*/ 452171 w 579438"/>
              <a:gd name="connsiteY247" fmla="*/ 21062 h 541337"/>
              <a:gd name="connsiteX248" fmla="*/ 451219 w 579438"/>
              <a:gd name="connsiteY248" fmla="*/ 19478 h 541337"/>
              <a:gd name="connsiteX249" fmla="*/ 450426 w 579438"/>
              <a:gd name="connsiteY249" fmla="*/ 17736 h 541337"/>
              <a:gd name="connsiteX250" fmla="*/ 450109 w 579438"/>
              <a:gd name="connsiteY250" fmla="*/ 15836 h 541337"/>
              <a:gd name="connsiteX251" fmla="*/ 450267 w 579438"/>
              <a:gd name="connsiteY251" fmla="*/ 13461 h 541337"/>
              <a:gd name="connsiteX252" fmla="*/ 451219 w 579438"/>
              <a:gd name="connsiteY252" fmla="*/ 11243 h 541337"/>
              <a:gd name="connsiteX253" fmla="*/ 452806 w 579438"/>
              <a:gd name="connsiteY253" fmla="*/ 8551 h 541337"/>
              <a:gd name="connsiteX254" fmla="*/ 454552 w 579438"/>
              <a:gd name="connsiteY254" fmla="*/ 6809 h 541337"/>
              <a:gd name="connsiteX255" fmla="*/ 456615 w 579438"/>
              <a:gd name="connsiteY255" fmla="*/ 5542 h 541337"/>
              <a:gd name="connsiteX256" fmla="*/ 459154 w 579438"/>
              <a:gd name="connsiteY256" fmla="*/ 5067 h 541337"/>
              <a:gd name="connsiteX257" fmla="*/ 461534 w 579438"/>
              <a:gd name="connsiteY257" fmla="*/ 4751 h 541337"/>
              <a:gd name="connsiteX258" fmla="*/ 464073 w 579438"/>
              <a:gd name="connsiteY258" fmla="*/ 4592 h 5413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Lst>
            <a:rect l="l" t="t" r="r" b="b"/>
            <a:pathLst>
              <a:path w="579438" h="541337">
                <a:moveTo>
                  <a:pt x="104775" y="158750"/>
                </a:moveTo>
                <a:lnTo>
                  <a:pt x="99193" y="170591"/>
                </a:lnTo>
                <a:lnTo>
                  <a:pt x="94569" y="183072"/>
                </a:lnTo>
                <a:lnTo>
                  <a:pt x="90741" y="195872"/>
                </a:lnTo>
                <a:lnTo>
                  <a:pt x="87552" y="208833"/>
                </a:lnTo>
                <a:lnTo>
                  <a:pt x="85478" y="222434"/>
                </a:lnTo>
                <a:lnTo>
                  <a:pt x="84043" y="235875"/>
                </a:lnTo>
                <a:lnTo>
                  <a:pt x="83724" y="249955"/>
                </a:lnTo>
                <a:lnTo>
                  <a:pt x="83724" y="252196"/>
                </a:lnTo>
                <a:lnTo>
                  <a:pt x="42420" y="293638"/>
                </a:lnTo>
                <a:lnTo>
                  <a:pt x="39071" y="296518"/>
                </a:lnTo>
                <a:lnTo>
                  <a:pt x="35244" y="298438"/>
                </a:lnTo>
                <a:lnTo>
                  <a:pt x="31257" y="299718"/>
                </a:lnTo>
                <a:lnTo>
                  <a:pt x="27111" y="300038"/>
                </a:lnTo>
                <a:lnTo>
                  <a:pt x="22964" y="299718"/>
                </a:lnTo>
                <a:lnTo>
                  <a:pt x="18977" y="298438"/>
                </a:lnTo>
                <a:lnTo>
                  <a:pt x="15150" y="296518"/>
                </a:lnTo>
                <a:lnTo>
                  <a:pt x="11642" y="293638"/>
                </a:lnTo>
                <a:lnTo>
                  <a:pt x="6379" y="288358"/>
                </a:lnTo>
                <a:lnTo>
                  <a:pt x="3508" y="284837"/>
                </a:lnTo>
                <a:lnTo>
                  <a:pt x="1595" y="280997"/>
                </a:lnTo>
                <a:lnTo>
                  <a:pt x="319" y="276997"/>
                </a:lnTo>
                <a:lnTo>
                  <a:pt x="0" y="272837"/>
                </a:lnTo>
                <a:lnTo>
                  <a:pt x="319" y="268836"/>
                </a:lnTo>
                <a:lnTo>
                  <a:pt x="1595" y="264676"/>
                </a:lnTo>
                <a:lnTo>
                  <a:pt x="3508" y="260996"/>
                </a:lnTo>
                <a:lnTo>
                  <a:pt x="6379" y="257316"/>
                </a:lnTo>
                <a:close/>
                <a:moveTo>
                  <a:pt x="288526" y="71437"/>
                </a:moveTo>
                <a:lnTo>
                  <a:pt x="301526" y="71755"/>
                </a:lnTo>
                <a:lnTo>
                  <a:pt x="314367" y="73185"/>
                </a:lnTo>
                <a:lnTo>
                  <a:pt x="326733" y="75568"/>
                </a:lnTo>
                <a:lnTo>
                  <a:pt x="338940" y="78745"/>
                </a:lnTo>
                <a:lnTo>
                  <a:pt x="350672" y="82716"/>
                </a:lnTo>
                <a:lnTo>
                  <a:pt x="362086" y="87482"/>
                </a:lnTo>
                <a:lnTo>
                  <a:pt x="373184" y="93201"/>
                </a:lnTo>
                <a:lnTo>
                  <a:pt x="383806" y="99396"/>
                </a:lnTo>
                <a:lnTo>
                  <a:pt x="393793" y="106227"/>
                </a:lnTo>
                <a:lnTo>
                  <a:pt x="355745" y="144353"/>
                </a:lnTo>
                <a:lnTo>
                  <a:pt x="347343" y="139428"/>
                </a:lnTo>
                <a:lnTo>
                  <a:pt x="338465" y="134980"/>
                </a:lnTo>
                <a:lnTo>
                  <a:pt x="329111" y="131326"/>
                </a:lnTo>
                <a:lnTo>
                  <a:pt x="319282" y="128308"/>
                </a:lnTo>
                <a:lnTo>
                  <a:pt x="309294" y="126243"/>
                </a:lnTo>
                <a:lnTo>
                  <a:pt x="298989" y="124972"/>
                </a:lnTo>
                <a:lnTo>
                  <a:pt x="288526" y="124337"/>
                </a:lnTo>
                <a:lnTo>
                  <a:pt x="277111" y="124972"/>
                </a:lnTo>
                <a:lnTo>
                  <a:pt x="266014" y="126561"/>
                </a:lnTo>
                <a:lnTo>
                  <a:pt x="255392" y="128944"/>
                </a:lnTo>
                <a:lnTo>
                  <a:pt x="245087" y="132280"/>
                </a:lnTo>
                <a:lnTo>
                  <a:pt x="235100" y="136410"/>
                </a:lnTo>
                <a:lnTo>
                  <a:pt x="225587" y="141493"/>
                </a:lnTo>
                <a:lnTo>
                  <a:pt x="216551" y="147371"/>
                </a:lnTo>
                <a:lnTo>
                  <a:pt x="208307" y="153884"/>
                </a:lnTo>
                <a:lnTo>
                  <a:pt x="200380" y="161033"/>
                </a:lnTo>
                <a:lnTo>
                  <a:pt x="193246" y="168817"/>
                </a:lnTo>
                <a:lnTo>
                  <a:pt x="186746" y="177395"/>
                </a:lnTo>
                <a:lnTo>
                  <a:pt x="180881" y="186291"/>
                </a:lnTo>
                <a:lnTo>
                  <a:pt x="175966" y="195823"/>
                </a:lnTo>
                <a:lnTo>
                  <a:pt x="171686" y="205672"/>
                </a:lnTo>
                <a:lnTo>
                  <a:pt x="168356" y="216156"/>
                </a:lnTo>
                <a:lnTo>
                  <a:pt x="165978" y="226959"/>
                </a:lnTo>
                <a:lnTo>
                  <a:pt x="164393" y="238079"/>
                </a:lnTo>
                <a:lnTo>
                  <a:pt x="163917" y="249357"/>
                </a:lnTo>
                <a:lnTo>
                  <a:pt x="164393" y="260795"/>
                </a:lnTo>
                <a:lnTo>
                  <a:pt x="165978" y="271915"/>
                </a:lnTo>
                <a:lnTo>
                  <a:pt x="168356" y="282559"/>
                </a:lnTo>
                <a:lnTo>
                  <a:pt x="171686" y="292884"/>
                </a:lnTo>
                <a:lnTo>
                  <a:pt x="175966" y="302892"/>
                </a:lnTo>
                <a:lnTo>
                  <a:pt x="180881" y="312424"/>
                </a:lnTo>
                <a:lnTo>
                  <a:pt x="186746" y="321479"/>
                </a:lnTo>
                <a:lnTo>
                  <a:pt x="193246" y="329739"/>
                </a:lnTo>
                <a:lnTo>
                  <a:pt x="200380" y="337682"/>
                </a:lnTo>
                <a:lnTo>
                  <a:pt x="208149" y="344990"/>
                </a:lnTo>
                <a:lnTo>
                  <a:pt x="216551" y="351503"/>
                </a:lnTo>
                <a:lnTo>
                  <a:pt x="225587" y="357380"/>
                </a:lnTo>
                <a:lnTo>
                  <a:pt x="235100" y="362305"/>
                </a:lnTo>
                <a:lnTo>
                  <a:pt x="244929" y="366435"/>
                </a:lnTo>
                <a:lnTo>
                  <a:pt x="255234" y="369771"/>
                </a:lnTo>
                <a:lnTo>
                  <a:pt x="266014" y="372313"/>
                </a:lnTo>
                <a:lnTo>
                  <a:pt x="277111" y="373902"/>
                </a:lnTo>
                <a:lnTo>
                  <a:pt x="288526" y="374219"/>
                </a:lnTo>
                <a:lnTo>
                  <a:pt x="299782" y="373902"/>
                </a:lnTo>
                <a:lnTo>
                  <a:pt x="310879" y="372313"/>
                </a:lnTo>
                <a:lnTo>
                  <a:pt x="321501" y="369771"/>
                </a:lnTo>
                <a:lnTo>
                  <a:pt x="331965" y="366435"/>
                </a:lnTo>
                <a:lnTo>
                  <a:pt x="341794" y="362305"/>
                </a:lnTo>
                <a:lnTo>
                  <a:pt x="351306" y="357380"/>
                </a:lnTo>
                <a:lnTo>
                  <a:pt x="360184" y="351503"/>
                </a:lnTo>
                <a:lnTo>
                  <a:pt x="368586" y="344990"/>
                </a:lnTo>
                <a:lnTo>
                  <a:pt x="376354" y="337682"/>
                </a:lnTo>
                <a:lnTo>
                  <a:pt x="383647" y="329898"/>
                </a:lnTo>
                <a:lnTo>
                  <a:pt x="390147" y="321479"/>
                </a:lnTo>
                <a:lnTo>
                  <a:pt x="395854" y="312424"/>
                </a:lnTo>
                <a:lnTo>
                  <a:pt x="400769" y="302892"/>
                </a:lnTo>
                <a:lnTo>
                  <a:pt x="405049" y="293043"/>
                </a:lnTo>
                <a:lnTo>
                  <a:pt x="408379" y="282717"/>
                </a:lnTo>
                <a:lnTo>
                  <a:pt x="410915" y="271915"/>
                </a:lnTo>
                <a:lnTo>
                  <a:pt x="412501" y="260795"/>
                </a:lnTo>
                <a:lnTo>
                  <a:pt x="412976" y="249357"/>
                </a:lnTo>
                <a:lnTo>
                  <a:pt x="412818" y="243321"/>
                </a:lnTo>
                <a:lnTo>
                  <a:pt x="412183" y="237443"/>
                </a:lnTo>
                <a:lnTo>
                  <a:pt x="456573" y="192963"/>
                </a:lnTo>
                <a:lnTo>
                  <a:pt x="459744" y="203765"/>
                </a:lnTo>
                <a:lnTo>
                  <a:pt x="462439" y="214727"/>
                </a:lnTo>
                <a:lnTo>
                  <a:pt x="464183" y="226164"/>
                </a:lnTo>
                <a:lnTo>
                  <a:pt x="465134" y="237761"/>
                </a:lnTo>
                <a:lnTo>
                  <a:pt x="465768" y="249357"/>
                </a:lnTo>
                <a:lnTo>
                  <a:pt x="465134" y="262543"/>
                </a:lnTo>
                <a:lnTo>
                  <a:pt x="463707" y="275251"/>
                </a:lnTo>
                <a:lnTo>
                  <a:pt x="461488" y="287801"/>
                </a:lnTo>
                <a:lnTo>
                  <a:pt x="458317" y="300192"/>
                </a:lnTo>
                <a:lnTo>
                  <a:pt x="454354" y="311947"/>
                </a:lnTo>
                <a:lnTo>
                  <a:pt x="449598" y="323385"/>
                </a:lnTo>
                <a:lnTo>
                  <a:pt x="444049" y="334505"/>
                </a:lnTo>
                <a:lnTo>
                  <a:pt x="437708" y="345148"/>
                </a:lnTo>
                <a:lnTo>
                  <a:pt x="430891" y="355156"/>
                </a:lnTo>
                <a:lnTo>
                  <a:pt x="440086" y="364370"/>
                </a:lnTo>
                <a:lnTo>
                  <a:pt x="446744" y="357698"/>
                </a:lnTo>
                <a:lnTo>
                  <a:pt x="569133" y="480495"/>
                </a:lnTo>
                <a:lnTo>
                  <a:pt x="572780" y="484943"/>
                </a:lnTo>
                <a:lnTo>
                  <a:pt x="575792" y="489709"/>
                </a:lnTo>
                <a:lnTo>
                  <a:pt x="577694" y="494951"/>
                </a:lnTo>
                <a:lnTo>
                  <a:pt x="578963" y="500193"/>
                </a:lnTo>
                <a:lnTo>
                  <a:pt x="579438" y="505753"/>
                </a:lnTo>
                <a:lnTo>
                  <a:pt x="579121" y="511154"/>
                </a:lnTo>
                <a:lnTo>
                  <a:pt x="577853" y="516397"/>
                </a:lnTo>
                <a:lnTo>
                  <a:pt x="575792" y="521639"/>
                </a:lnTo>
                <a:lnTo>
                  <a:pt x="572938" y="526564"/>
                </a:lnTo>
                <a:lnTo>
                  <a:pt x="569292" y="531012"/>
                </a:lnTo>
                <a:lnTo>
                  <a:pt x="564853" y="534665"/>
                </a:lnTo>
                <a:lnTo>
                  <a:pt x="559938" y="537684"/>
                </a:lnTo>
                <a:lnTo>
                  <a:pt x="554865" y="539590"/>
                </a:lnTo>
                <a:lnTo>
                  <a:pt x="549634" y="540861"/>
                </a:lnTo>
                <a:lnTo>
                  <a:pt x="544085" y="541337"/>
                </a:lnTo>
                <a:lnTo>
                  <a:pt x="538695" y="540861"/>
                </a:lnTo>
                <a:lnTo>
                  <a:pt x="533463" y="539590"/>
                </a:lnTo>
                <a:lnTo>
                  <a:pt x="528231" y="537684"/>
                </a:lnTo>
                <a:lnTo>
                  <a:pt x="523317" y="534665"/>
                </a:lnTo>
                <a:lnTo>
                  <a:pt x="519195" y="531012"/>
                </a:lnTo>
                <a:lnTo>
                  <a:pt x="396806" y="408056"/>
                </a:lnTo>
                <a:lnTo>
                  <a:pt x="403464" y="401384"/>
                </a:lnTo>
                <a:lnTo>
                  <a:pt x="394110" y="392329"/>
                </a:lnTo>
                <a:lnTo>
                  <a:pt x="384123" y="399319"/>
                </a:lnTo>
                <a:lnTo>
                  <a:pt x="373501" y="405673"/>
                </a:lnTo>
                <a:lnTo>
                  <a:pt x="362562" y="411074"/>
                </a:lnTo>
                <a:lnTo>
                  <a:pt x="351147" y="415840"/>
                </a:lnTo>
                <a:lnTo>
                  <a:pt x="339099" y="419970"/>
                </a:lnTo>
                <a:lnTo>
                  <a:pt x="327050" y="423147"/>
                </a:lnTo>
                <a:lnTo>
                  <a:pt x="314367" y="425371"/>
                </a:lnTo>
                <a:lnTo>
                  <a:pt x="301526" y="426801"/>
                </a:lnTo>
                <a:lnTo>
                  <a:pt x="288526" y="427437"/>
                </a:lnTo>
                <a:lnTo>
                  <a:pt x="274575" y="426801"/>
                </a:lnTo>
                <a:lnTo>
                  <a:pt x="261099" y="425213"/>
                </a:lnTo>
                <a:lnTo>
                  <a:pt x="247624" y="422671"/>
                </a:lnTo>
                <a:lnTo>
                  <a:pt x="234783" y="419017"/>
                </a:lnTo>
                <a:lnTo>
                  <a:pt x="222417" y="414728"/>
                </a:lnTo>
                <a:lnTo>
                  <a:pt x="210368" y="409168"/>
                </a:lnTo>
                <a:lnTo>
                  <a:pt x="198954" y="402972"/>
                </a:lnTo>
                <a:lnTo>
                  <a:pt x="187856" y="396142"/>
                </a:lnTo>
                <a:lnTo>
                  <a:pt x="177551" y="388199"/>
                </a:lnTo>
                <a:lnTo>
                  <a:pt x="167722" y="379779"/>
                </a:lnTo>
                <a:lnTo>
                  <a:pt x="158527" y="370566"/>
                </a:lnTo>
                <a:lnTo>
                  <a:pt x="150125" y="360716"/>
                </a:lnTo>
                <a:lnTo>
                  <a:pt x="142198" y="350232"/>
                </a:lnTo>
                <a:lnTo>
                  <a:pt x="135381" y="339112"/>
                </a:lnTo>
                <a:lnTo>
                  <a:pt x="129198" y="327674"/>
                </a:lnTo>
                <a:lnTo>
                  <a:pt x="123649" y="315601"/>
                </a:lnTo>
                <a:lnTo>
                  <a:pt x="119369" y="303210"/>
                </a:lnTo>
                <a:lnTo>
                  <a:pt x="115881" y="290343"/>
                </a:lnTo>
                <a:lnTo>
                  <a:pt x="113186" y="276840"/>
                </a:lnTo>
                <a:lnTo>
                  <a:pt x="111601" y="263337"/>
                </a:lnTo>
                <a:lnTo>
                  <a:pt x="111125" y="249357"/>
                </a:lnTo>
                <a:lnTo>
                  <a:pt x="111601" y="235537"/>
                </a:lnTo>
                <a:lnTo>
                  <a:pt x="113186" y="221875"/>
                </a:lnTo>
                <a:lnTo>
                  <a:pt x="115881" y="208531"/>
                </a:lnTo>
                <a:lnTo>
                  <a:pt x="119369" y="195664"/>
                </a:lnTo>
                <a:lnTo>
                  <a:pt x="123649" y="183114"/>
                </a:lnTo>
                <a:lnTo>
                  <a:pt x="129198" y="171200"/>
                </a:lnTo>
                <a:lnTo>
                  <a:pt x="135381" y="159444"/>
                </a:lnTo>
                <a:lnTo>
                  <a:pt x="142198" y="148642"/>
                </a:lnTo>
                <a:lnTo>
                  <a:pt x="150125" y="138157"/>
                </a:lnTo>
                <a:lnTo>
                  <a:pt x="158527" y="128308"/>
                </a:lnTo>
                <a:lnTo>
                  <a:pt x="167722" y="119094"/>
                </a:lnTo>
                <a:lnTo>
                  <a:pt x="177551" y="110516"/>
                </a:lnTo>
                <a:lnTo>
                  <a:pt x="187856" y="102732"/>
                </a:lnTo>
                <a:lnTo>
                  <a:pt x="198954" y="95584"/>
                </a:lnTo>
                <a:lnTo>
                  <a:pt x="210368" y="89388"/>
                </a:lnTo>
                <a:lnTo>
                  <a:pt x="222417" y="84146"/>
                </a:lnTo>
                <a:lnTo>
                  <a:pt x="234783" y="79698"/>
                </a:lnTo>
                <a:lnTo>
                  <a:pt x="247624" y="76044"/>
                </a:lnTo>
                <a:lnTo>
                  <a:pt x="261099" y="73661"/>
                </a:lnTo>
                <a:lnTo>
                  <a:pt x="274575" y="72073"/>
                </a:lnTo>
                <a:close/>
                <a:moveTo>
                  <a:pt x="561981" y="0"/>
                </a:moveTo>
                <a:lnTo>
                  <a:pt x="563410" y="0"/>
                </a:lnTo>
                <a:lnTo>
                  <a:pt x="567059" y="158"/>
                </a:lnTo>
                <a:lnTo>
                  <a:pt x="570074" y="1108"/>
                </a:lnTo>
                <a:lnTo>
                  <a:pt x="572613" y="2375"/>
                </a:lnTo>
                <a:lnTo>
                  <a:pt x="574359" y="4434"/>
                </a:lnTo>
                <a:lnTo>
                  <a:pt x="575628" y="6968"/>
                </a:lnTo>
                <a:lnTo>
                  <a:pt x="576263" y="10135"/>
                </a:lnTo>
                <a:lnTo>
                  <a:pt x="576263" y="14094"/>
                </a:lnTo>
                <a:lnTo>
                  <a:pt x="571820" y="109587"/>
                </a:lnTo>
                <a:lnTo>
                  <a:pt x="571661" y="112437"/>
                </a:lnTo>
                <a:lnTo>
                  <a:pt x="571185" y="114971"/>
                </a:lnTo>
                <a:lnTo>
                  <a:pt x="570233" y="117663"/>
                </a:lnTo>
                <a:lnTo>
                  <a:pt x="568964" y="119880"/>
                </a:lnTo>
                <a:lnTo>
                  <a:pt x="567059" y="121939"/>
                </a:lnTo>
                <a:lnTo>
                  <a:pt x="564520" y="123681"/>
                </a:lnTo>
                <a:lnTo>
                  <a:pt x="561823" y="124948"/>
                </a:lnTo>
                <a:lnTo>
                  <a:pt x="559601" y="125106"/>
                </a:lnTo>
                <a:lnTo>
                  <a:pt x="557380" y="124631"/>
                </a:lnTo>
                <a:lnTo>
                  <a:pt x="555475" y="123839"/>
                </a:lnTo>
                <a:lnTo>
                  <a:pt x="553571" y="122572"/>
                </a:lnTo>
                <a:lnTo>
                  <a:pt x="551984" y="120989"/>
                </a:lnTo>
                <a:lnTo>
                  <a:pt x="550239" y="119405"/>
                </a:lnTo>
                <a:lnTo>
                  <a:pt x="520723" y="90108"/>
                </a:lnTo>
                <a:lnTo>
                  <a:pt x="509774" y="101193"/>
                </a:lnTo>
                <a:lnTo>
                  <a:pt x="419324" y="191301"/>
                </a:lnTo>
                <a:lnTo>
                  <a:pt x="391713" y="219173"/>
                </a:lnTo>
                <a:lnTo>
                  <a:pt x="298564" y="312131"/>
                </a:lnTo>
                <a:lnTo>
                  <a:pt x="293169" y="317516"/>
                </a:lnTo>
                <a:lnTo>
                  <a:pt x="290313" y="319733"/>
                </a:lnTo>
                <a:lnTo>
                  <a:pt x="287298" y="321633"/>
                </a:lnTo>
                <a:lnTo>
                  <a:pt x="284124" y="322900"/>
                </a:lnTo>
                <a:lnTo>
                  <a:pt x="280633" y="323692"/>
                </a:lnTo>
                <a:lnTo>
                  <a:pt x="279681" y="323692"/>
                </a:lnTo>
                <a:lnTo>
                  <a:pt x="278888" y="323850"/>
                </a:lnTo>
                <a:lnTo>
                  <a:pt x="277935" y="323850"/>
                </a:lnTo>
                <a:lnTo>
                  <a:pt x="273810" y="323534"/>
                </a:lnTo>
                <a:lnTo>
                  <a:pt x="269843" y="322267"/>
                </a:lnTo>
                <a:lnTo>
                  <a:pt x="266034" y="320366"/>
                </a:lnTo>
                <a:lnTo>
                  <a:pt x="262702" y="317516"/>
                </a:lnTo>
                <a:lnTo>
                  <a:pt x="257306" y="312131"/>
                </a:lnTo>
                <a:lnTo>
                  <a:pt x="237471" y="292336"/>
                </a:lnTo>
                <a:lnTo>
                  <a:pt x="190500" y="245303"/>
                </a:lnTo>
                <a:lnTo>
                  <a:pt x="191452" y="235643"/>
                </a:lnTo>
                <a:lnTo>
                  <a:pt x="193198" y="226141"/>
                </a:lnTo>
                <a:lnTo>
                  <a:pt x="195737" y="217114"/>
                </a:lnTo>
                <a:lnTo>
                  <a:pt x="199228" y="208246"/>
                </a:lnTo>
                <a:lnTo>
                  <a:pt x="203671" y="200011"/>
                </a:lnTo>
                <a:lnTo>
                  <a:pt x="208749" y="192093"/>
                </a:lnTo>
                <a:lnTo>
                  <a:pt x="277935" y="261139"/>
                </a:lnTo>
                <a:lnTo>
                  <a:pt x="280633" y="258447"/>
                </a:lnTo>
                <a:lnTo>
                  <a:pt x="485019" y="54318"/>
                </a:lnTo>
                <a:lnTo>
                  <a:pt x="469786" y="39273"/>
                </a:lnTo>
                <a:lnTo>
                  <a:pt x="455028" y="24071"/>
                </a:lnTo>
                <a:lnTo>
                  <a:pt x="453441" y="22645"/>
                </a:lnTo>
                <a:lnTo>
                  <a:pt x="452171" y="21062"/>
                </a:lnTo>
                <a:lnTo>
                  <a:pt x="451219" y="19478"/>
                </a:lnTo>
                <a:lnTo>
                  <a:pt x="450426" y="17736"/>
                </a:lnTo>
                <a:lnTo>
                  <a:pt x="450109" y="15836"/>
                </a:lnTo>
                <a:lnTo>
                  <a:pt x="450267" y="13461"/>
                </a:lnTo>
                <a:lnTo>
                  <a:pt x="451219" y="11243"/>
                </a:lnTo>
                <a:lnTo>
                  <a:pt x="452806" y="8551"/>
                </a:lnTo>
                <a:lnTo>
                  <a:pt x="454552" y="6809"/>
                </a:lnTo>
                <a:lnTo>
                  <a:pt x="456615" y="5542"/>
                </a:lnTo>
                <a:lnTo>
                  <a:pt x="459154" y="5067"/>
                </a:lnTo>
                <a:lnTo>
                  <a:pt x="461534" y="4751"/>
                </a:lnTo>
                <a:lnTo>
                  <a:pt x="464073" y="4592"/>
                </a:lnTo>
                <a:close/>
              </a:path>
            </a:pathLst>
          </a:custGeom>
          <a:solidFill>
            <a:schemeClr val="bg1"/>
          </a:solidFill>
          <a:ln w="0">
            <a:noFill/>
            <a:prstDash val="solid"/>
            <a:round/>
          </a:ln>
        </p:spPr>
        <p:txBody>
          <a:bodyPr vert="horz" wrap="square" lIns="91440" tIns="45720" rIns="91440" bIns="45720" numCol="1" anchor="t" anchorCtr="0" compatLnSpc="1">
            <a:noAutofit/>
          </a:bodyPr>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nvGrpSpPr>
          <p:cNvPr id="9" name="Group 62"/>
          <p:cNvGrpSpPr/>
          <p:nvPr/>
        </p:nvGrpSpPr>
        <p:grpSpPr>
          <a:xfrm>
            <a:off x="1566477" y="4872521"/>
            <a:ext cx="356193" cy="261793"/>
            <a:chOff x="685800" y="2752725"/>
            <a:chExt cx="581025" cy="427038"/>
          </a:xfrm>
          <a:solidFill>
            <a:schemeClr val="tx2"/>
          </a:solidFill>
        </p:grpSpPr>
        <p:sp>
          <p:nvSpPr>
            <p:cNvPr id="10" name="Freeform 274"/>
            <p:cNvSpPr>
              <a:spLocks noEditPoints="1"/>
            </p:cNvSpPr>
            <p:nvPr/>
          </p:nvSpPr>
          <p:spPr bwMode="auto">
            <a:xfrm>
              <a:off x="685800" y="2752725"/>
              <a:ext cx="503238" cy="365125"/>
            </a:xfrm>
            <a:custGeom>
              <a:avLst/>
              <a:gdLst>
                <a:gd name="T0" fmla="*/ 378 w 3169"/>
                <a:gd name="T1" fmla="*/ 260 h 2308"/>
                <a:gd name="T2" fmla="*/ 325 w 3169"/>
                <a:gd name="T3" fmla="*/ 283 h 2308"/>
                <a:gd name="T4" fmla="*/ 284 w 3169"/>
                <a:gd name="T5" fmla="*/ 323 h 2308"/>
                <a:gd name="T6" fmla="*/ 262 w 3169"/>
                <a:gd name="T7" fmla="*/ 376 h 2308"/>
                <a:gd name="T8" fmla="*/ 258 w 3169"/>
                <a:gd name="T9" fmla="*/ 464 h 2308"/>
                <a:gd name="T10" fmla="*/ 2947 w 3169"/>
                <a:gd name="T11" fmla="*/ 406 h 2308"/>
                <a:gd name="T12" fmla="*/ 2935 w 3169"/>
                <a:gd name="T13" fmla="*/ 349 h 2308"/>
                <a:gd name="T14" fmla="*/ 2902 w 3169"/>
                <a:gd name="T15" fmla="*/ 301 h 2308"/>
                <a:gd name="T16" fmla="*/ 2856 w 3169"/>
                <a:gd name="T17" fmla="*/ 269 h 2308"/>
                <a:gd name="T18" fmla="*/ 2797 w 3169"/>
                <a:gd name="T19" fmla="*/ 258 h 2308"/>
                <a:gd name="T20" fmla="*/ 413 w 3169"/>
                <a:gd name="T21" fmla="*/ 0 h 2308"/>
                <a:gd name="T22" fmla="*/ 2807 w 3169"/>
                <a:gd name="T23" fmla="*/ 3 h 2308"/>
                <a:gd name="T24" fmla="*/ 2905 w 3169"/>
                <a:gd name="T25" fmla="*/ 27 h 2308"/>
                <a:gd name="T26" fmla="*/ 2991 w 3169"/>
                <a:gd name="T27" fmla="*/ 74 h 2308"/>
                <a:gd name="T28" fmla="*/ 3064 w 3169"/>
                <a:gd name="T29" fmla="*/ 138 h 2308"/>
                <a:gd name="T30" fmla="*/ 3120 w 3169"/>
                <a:gd name="T31" fmla="*/ 218 h 2308"/>
                <a:gd name="T32" fmla="*/ 3156 w 3169"/>
                <a:gd name="T33" fmla="*/ 311 h 2308"/>
                <a:gd name="T34" fmla="*/ 3169 w 3169"/>
                <a:gd name="T35" fmla="*/ 412 h 2308"/>
                <a:gd name="T36" fmla="*/ 3122 w 3169"/>
                <a:gd name="T37" fmla="*/ 962 h 2308"/>
                <a:gd name="T38" fmla="*/ 2961 w 3169"/>
                <a:gd name="T39" fmla="*/ 962 h 2308"/>
                <a:gd name="T40" fmla="*/ 2947 w 3169"/>
                <a:gd name="T41" fmla="*/ 856 h 2308"/>
                <a:gd name="T42" fmla="*/ 258 w 3169"/>
                <a:gd name="T43" fmla="*/ 1900 h 2308"/>
                <a:gd name="T44" fmla="*/ 270 w 3169"/>
                <a:gd name="T45" fmla="*/ 1958 h 2308"/>
                <a:gd name="T46" fmla="*/ 302 w 3169"/>
                <a:gd name="T47" fmla="*/ 2006 h 2308"/>
                <a:gd name="T48" fmla="*/ 349 w 3169"/>
                <a:gd name="T49" fmla="*/ 2038 h 2308"/>
                <a:gd name="T50" fmla="*/ 408 w 3169"/>
                <a:gd name="T51" fmla="*/ 2049 h 2308"/>
                <a:gd name="T52" fmla="*/ 2246 w 3169"/>
                <a:gd name="T53" fmla="*/ 2308 h 2308"/>
                <a:gd name="T54" fmla="*/ 362 w 3169"/>
                <a:gd name="T55" fmla="*/ 2305 h 2308"/>
                <a:gd name="T56" fmla="*/ 264 w 3169"/>
                <a:gd name="T57" fmla="*/ 2279 h 2308"/>
                <a:gd name="T58" fmla="*/ 177 w 3169"/>
                <a:gd name="T59" fmla="*/ 2234 h 2308"/>
                <a:gd name="T60" fmla="*/ 104 w 3169"/>
                <a:gd name="T61" fmla="*/ 2169 h 2308"/>
                <a:gd name="T62" fmla="*/ 49 w 3169"/>
                <a:gd name="T63" fmla="*/ 2089 h 2308"/>
                <a:gd name="T64" fmla="*/ 12 w 3169"/>
                <a:gd name="T65" fmla="*/ 1997 h 2308"/>
                <a:gd name="T66" fmla="*/ 0 w 3169"/>
                <a:gd name="T67" fmla="*/ 1895 h 2308"/>
                <a:gd name="T68" fmla="*/ 3 w 3169"/>
                <a:gd name="T69" fmla="*/ 361 h 2308"/>
                <a:gd name="T70" fmla="*/ 28 w 3169"/>
                <a:gd name="T71" fmla="*/ 263 h 2308"/>
                <a:gd name="T72" fmla="*/ 74 w 3169"/>
                <a:gd name="T73" fmla="*/ 177 h 2308"/>
                <a:gd name="T74" fmla="*/ 139 w 3169"/>
                <a:gd name="T75" fmla="*/ 104 h 2308"/>
                <a:gd name="T76" fmla="*/ 220 w 3169"/>
                <a:gd name="T77" fmla="*/ 48 h 2308"/>
                <a:gd name="T78" fmla="*/ 312 w 3169"/>
                <a:gd name="T79" fmla="*/ 12 h 2308"/>
                <a:gd name="T80" fmla="*/ 413 w 3169"/>
                <a:gd name="T81" fmla="*/ 0 h 23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3169" h="2308">
                  <a:moveTo>
                    <a:pt x="408" y="258"/>
                  </a:moveTo>
                  <a:lnTo>
                    <a:pt x="378" y="260"/>
                  </a:lnTo>
                  <a:lnTo>
                    <a:pt x="349" y="269"/>
                  </a:lnTo>
                  <a:lnTo>
                    <a:pt x="325" y="283"/>
                  </a:lnTo>
                  <a:lnTo>
                    <a:pt x="303" y="301"/>
                  </a:lnTo>
                  <a:lnTo>
                    <a:pt x="284" y="323"/>
                  </a:lnTo>
                  <a:lnTo>
                    <a:pt x="271" y="349"/>
                  </a:lnTo>
                  <a:lnTo>
                    <a:pt x="262" y="376"/>
                  </a:lnTo>
                  <a:lnTo>
                    <a:pt x="258" y="406"/>
                  </a:lnTo>
                  <a:lnTo>
                    <a:pt x="258" y="464"/>
                  </a:lnTo>
                  <a:lnTo>
                    <a:pt x="2947" y="464"/>
                  </a:lnTo>
                  <a:lnTo>
                    <a:pt x="2947" y="406"/>
                  </a:lnTo>
                  <a:lnTo>
                    <a:pt x="2944" y="376"/>
                  </a:lnTo>
                  <a:lnTo>
                    <a:pt x="2935" y="349"/>
                  </a:lnTo>
                  <a:lnTo>
                    <a:pt x="2921" y="323"/>
                  </a:lnTo>
                  <a:lnTo>
                    <a:pt x="2902" y="301"/>
                  </a:lnTo>
                  <a:lnTo>
                    <a:pt x="2881" y="283"/>
                  </a:lnTo>
                  <a:lnTo>
                    <a:pt x="2856" y="269"/>
                  </a:lnTo>
                  <a:lnTo>
                    <a:pt x="2827" y="260"/>
                  </a:lnTo>
                  <a:lnTo>
                    <a:pt x="2797" y="258"/>
                  </a:lnTo>
                  <a:lnTo>
                    <a:pt x="408" y="258"/>
                  </a:lnTo>
                  <a:close/>
                  <a:moveTo>
                    <a:pt x="413" y="0"/>
                  </a:moveTo>
                  <a:lnTo>
                    <a:pt x="2756" y="0"/>
                  </a:lnTo>
                  <a:lnTo>
                    <a:pt x="2807" y="3"/>
                  </a:lnTo>
                  <a:lnTo>
                    <a:pt x="2857" y="12"/>
                  </a:lnTo>
                  <a:lnTo>
                    <a:pt x="2905" y="27"/>
                  </a:lnTo>
                  <a:lnTo>
                    <a:pt x="2949" y="47"/>
                  </a:lnTo>
                  <a:lnTo>
                    <a:pt x="2991" y="74"/>
                  </a:lnTo>
                  <a:lnTo>
                    <a:pt x="3030" y="104"/>
                  </a:lnTo>
                  <a:lnTo>
                    <a:pt x="3064" y="138"/>
                  </a:lnTo>
                  <a:lnTo>
                    <a:pt x="3094" y="177"/>
                  </a:lnTo>
                  <a:lnTo>
                    <a:pt x="3120" y="218"/>
                  </a:lnTo>
                  <a:lnTo>
                    <a:pt x="3141" y="263"/>
                  </a:lnTo>
                  <a:lnTo>
                    <a:pt x="3156" y="311"/>
                  </a:lnTo>
                  <a:lnTo>
                    <a:pt x="3165" y="360"/>
                  </a:lnTo>
                  <a:lnTo>
                    <a:pt x="3169" y="412"/>
                  </a:lnTo>
                  <a:lnTo>
                    <a:pt x="3169" y="964"/>
                  </a:lnTo>
                  <a:lnTo>
                    <a:pt x="3122" y="962"/>
                  </a:lnTo>
                  <a:lnTo>
                    <a:pt x="2976" y="962"/>
                  </a:lnTo>
                  <a:lnTo>
                    <a:pt x="2961" y="962"/>
                  </a:lnTo>
                  <a:lnTo>
                    <a:pt x="2947" y="962"/>
                  </a:lnTo>
                  <a:lnTo>
                    <a:pt x="2947" y="856"/>
                  </a:lnTo>
                  <a:lnTo>
                    <a:pt x="258" y="856"/>
                  </a:lnTo>
                  <a:lnTo>
                    <a:pt x="258" y="1900"/>
                  </a:lnTo>
                  <a:lnTo>
                    <a:pt x="262" y="1930"/>
                  </a:lnTo>
                  <a:lnTo>
                    <a:pt x="270" y="1958"/>
                  </a:lnTo>
                  <a:lnTo>
                    <a:pt x="284" y="1984"/>
                  </a:lnTo>
                  <a:lnTo>
                    <a:pt x="302" y="2006"/>
                  </a:lnTo>
                  <a:lnTo>
                    <a:pt x="324" y="2023"/>
                  </a:lnTo>
                  <a:lnTo>
                    <a:pt x="349" y="2038"/>
                  </a:lnTo>
                  <a:lnTo>
                    <a:pt x="377" y="2047"/>
                  </a:lnTo>
                  <a:lnTo>
                    <a:pt x="408" y="2049"/>
                  </a:lnTo>
                  <a:lnTo>
                    <a:pt x="2246" y="2049"/>
                  </a:lnTo>
                  <a:lnTo>
                    <a:pt x="2246" y="2308"/>
                  </a:lnTo>
                  <a:lnTo>
                    <a:pt x="413" y="2308"/>
                  </a:lnTo>
                  <a:lnTo>
                    <a:pt x="362" y="2305"/>
                  </a:lnTo>
                  <a:lnTo>
                    <a:pt x="312" y="2295"/>
                  </a:lnTo>
                  <a:lnTo>
                    <a:pt x="264" y="2279"/>
                  </a:lnTo>
                  <a:lnTo>
                    <a:pt x="220" y="2260"/>
                  </a:lnTo>
                  <a:lnTo>
                    <a:pt x="177" y="2234"/>
                  </a:lnTo>
                  <a:lnTo>
                    <a:pt x="140" y="2203"/>
                  </a:lnTo>
                  <a:lnTo>
                    <a:pt x="104" y="2169"/>
                  </a:lnTo>
                  <a:lnTo>
                    <a:pt x="74" y="2131"/>
                  </a:lnTo>
                  <a:lnTo>
                    <a:pt x="49" y="2089"/>
                  </a:lnTo>
                  <a:lnTo>
                    <a:pt x="28" y="2045"/>
                  </a:lnTo>
                  <a:lnTo>
                    <a:pt x="12" y="1997"/>
                  </a:lnTo>
                  <a:lnTo>
                    <a:pt x="3" y="1947"/>
                  </a:lnTo>
                  <a:lnTo>
                    <a:pt x="0" y="1895"/>
                  </a:lnTo>
                  <a:lnTo>
                    <a:pt x="0" y="412"/>
                  </a:lnTo>
                  <a:lnTo>
                    <a:pt x="3" y="361"/>
                  </a:lnTo>
                  <a:lnTo>
                    <a:pt x="12" y="311"/>
                  </a:lnTo>
                  <a:lnTo>
                    <a:pt x="28" y="263"/>
                  </a:lnTo>
                  <a:lnTo>
                    <a:pt x="49" y="219"/>
                  </a:lnTo>
                  <a:lnTo>
                    <a:pt x="74" y="177"/>
                  </a:lnTo>
                  <a:lnTo>
                    <a:pt x="104" y="138"/>
                  </a:lnTo>
                  <a:lnTo>
                    <a:pt x="139" y="104"/>
                  </a:lnTo>
                  <a:lnTo>
                    <a:pt x="177" y="74"/>
                  </a:lnTo>
                  <a:lnTo>
                    <a:pt x="220" y="48"/>
                  </a:lnTo>
                  <a:lnTo>
                    <a:pt x="264" y="27"/>
                  </a:lnTo>
                  <a:lnTo>
                    <a:pt x="312" y="12"/>
                  </a:lnTo>
                  <a:lnTo>
                    <a:pt x="362" y="3"/>
                  </a:lnTo>
                  <a:lnTo>
                    <a:pt x="413" y="0"/>
                  </a:lnTo>
                  <a:close/>
                </a:path>
              </a:pathLst>
            </a:custGeom>
            <a:grpFill/>
            <a:ln w="0">
              <a:noFill/>
              <a:prstDash val="solid"/>
              <a:round/>
            </a:ln>
          </p:spPr>
          <p:txBody>
            <a:bodyPr vert="horz" wrap="square" lIns="91440" tIns="45720" rIns="91440" bIns="45720" numCol="1" anchor="t" anchorCtr="0" compatLnSpc="1"/>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11" name="Freeform 275"/>
            <p:cNvSpPr>
              <a:spLocks noEditPoints="1"/>
            </p:cNvSpPr>
            <p:nvPr/>
          </p:nvSpPr>
          <p:spPr bwMode="auto">
            <a:xfrm>
              <a:off x="1073150" y="2935288"/>
              <a:ext cx="193675" cy="244475"/>
            </a:xfrm>
            <a:custGeom>
              <a:avLst/>
              <a:gdLst>
                <a:gd name="T0" fmla="*/ 561 w 1218"/>
                <a:gd name="T1" fmla="*/ 966 h 1541"/>
                <a:gd name="T2" fmla="*/ 516 w 1218"/>
                <a:gd name="T3" fmla="*/ 1013 h 1541"/>
                <a:gd name="T4" fmla="*/ 510 w 1218"/>
                <a:gd name="T5" fmla="*/ 1080 h 1541"/>
                <a:gd name="T6" fmla="*/ 548 w 1218"/>
                <a:gd name="T7" fmla="*/ 1135 h 1541"/>
                <a:gd name="T8" fmla="*/ 558 w 1218"/>
                <a:gd name="T9" fmla="*/ 1155 h 1541"/>
                <a:gd name="T10" fmla="*/ 568 w 1218"/>
                <a:gd name="T11" fmla="*/ 1316 h 1541"/>
                <a:gd name="T12" fmla="*/ 609 w 1218"/>
                <a:gd name="T13" fmla="*/ 1336 h 1541"/>
                <a:gd name="T14" fmla="*/ 649 w 1218"/>
                <a:gd name="T15" fmla="*/ 1316 h 1541"/>
                <a:gd name="T16" fmla="*/ 659 w 1218"/>
                <a:gd name="T17" fmla="*/ 1156 h 1541"/>
                <a:gd name="T18" fmla="*/ 669 w 1218"/>
                <a:gd name="T19" fmla="*/ 1134 h 1541"/>
                <a:gd name="T20" fmla="*/ 707 w 1218"/>
                <a:gd name="T21" fmla="*/ 1078 h 1541"/>
                <a:gd name="T22" fmla="*/ 699 w 1218"/>
                <a:gd name="T23" fmla="*/ 1009 h 1541"/>
                <a:gd name="T24" fmla="*/ 649 w 1218"/>
                <a:gd name="T25" fmla="*/ 962 h 1541"/>
                <a:gd name="T26" fmla="*/ 536 w 1218"/>
                <a:gd name="T27" fmla="*/ 201 h 1541"/>
                <a:gd name="T28" fmla="*/ 438 w 1218"/>
                <a:gd name="T29" fmla="*/ 228 h 1541"/>
                <a:gd name="T30" fmla="*/ 368 w 1218"/>
                <a:gd name="T31" fmla="*/ 297 h 1541"/>
                <a:gd name="T32" fmla="*/ 341 w 1218"/>
                <a:gd name="T33" fmla="*/ 395 h 1541"/>
                <a:gd name="T34" fmla="*/ 347 w 1218"/>
                <a:gd name="T35" fmla="*/ 692 h 1541"/>
                <a:gd name="T36" fmla="*/ 877 w 1218"/>
                <a:gd name="T37" fmla="*/ 649 h 1541"/>
                <a:gd name="T38" fmla="*/ 873 w 1218"/>
                <a:gd name="T39" fmla="*/ 361 h 1541"/>
                <a:gd name="T40" fmla="*/ 831 w 1218"/>
                <a:gd name="T41" fmla="*/ 271 h 1541"/>
                <a:gd name="T42" fmla="*/ 750 w 1218"/>
                <a:gd name="T43" fmla="*/ 213 h 1541"/>
                <a:gd name="T44" fmla="*/ 536 w 1218"/>
                <a:gd name="T45" fmla="*/ 201 h 1541"/>
                <a:gd name="T46" fmla="*/ 733 w 1218"/>
                <a:gd name="T47" fmla="*/ 4 h 1541"/>
                <a:gd name="T48" fmla="*/ 868 w 1218"/>
                <a:gd name="T49" fmla="*/ 47 h 1541"/>
                <a:gd name="T50" fmla="*/ 978 w 1218"/>
                <a:gd name="T51" fmla="*/ 132 h 1541"/>
                <a:gd name="T52" fmla="*/ 1051 w 1218"/>
                <a:gd name="T53" fmla="*/ 252 h 1541"/>
                <a:gd name="T54" fmla="*/ 1078 w 1218"/>
                <a:gd name="T55" fmla="*/ 394 h 1541"/>
                <a:gd name="T56" fmla="*/ 1075 w 1218"/>
                <a:gd name="T57" fmla="*/ 695 h 1541"/>
                <a:gd name="T58" fmla="*/ 1156 w 1218"/>
                <a:gd name="T59" fmla="*/ 737 h 1541"/>
                <a:gd name="T60" fmla="*/ 1207 w 1218"/>
                <a:gd name="T61" fmla="*/ 813 h 1541"/>
                <a:gd name="T62" fmla="*/ 1218 w 1218"/>
                <a:gd name="T63" fmla="*/ 1358 h 1541"/>
                <a:gd name="T64" fmla="*/ 1192 w 1218"/>
                <a:gd name="T65" fmla="*/ 1450 h 1541"/>
                <a:gd name="T66" fmla="*/ 1127 w 1218"/>
                <a:gd name="T67" fmla="*/ 1517 h 1541"/>
                <a:gd name="T68" fmla="*/ 1034 w 1218"/>
                <a:gd name="T69" fmla="*/ 1541 h 1541"/>
                <a:gd name="T70" fmla="*/ 119 w 1218"/>
                <a:gd name="T71" fmla="*/ 1530 h 1541"/>
                <a:gd name="T72" fmla="*/ 43 w 1218"/>
                <a:gd name="T73" fmla="*/ 1476 h 1541"/>
                <a:gd name="T74" fmla="*/ 2 w 1218"/>
                <a:gd name="T75" fmla="*/ 1391 h 1541"/>
                <a:gd name="T76" fmla="*/ 2 w 1218"/>
                <a:gd name="T77" fmla="*/ 842 h 1541"/>
                <a:gd name="T78" fmla="*/ 41 w 1218"/>
                <a:gd name="T79" fmla="*/ 759 h 1541"/>
                <a:gd name="T80" fmla="*/ 115 w 1218"/>
                <a:gd name="T81" fmla="*/ 704 h 1541"/>
                <a:gd name="T82" fmla="*/ 142 w 1218"/>
                <a:gd name="T83" fmla="*/ 648 h 1541"/>
                <a:gd name="T84" fmla="*/ 154 w 1218"/>
                <a:gd name="T85" fmla="*/ 297 h 1541"/>
                <a:gd name="T86" fmla="*/ 213 w 1218"/>
                <a:gd name="T87" fmla="*/ 169 h 1541"/>
                <a:gd name="T88" fmla="*/ 312 w 1218"/>
                <a:gd name="T89" fmla="*/ 70 h 1541"/>
                <a:gd name="T90" fmla="*/ 439 w 1218"/>
                <a:gd name="T91" fmla="*/ 13 h 15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218" h="1541">
                  <a:moveTo>
                    <a:pt x="603" y="954"/>
                  </a:moveTo>
                  <a:lnTo>
                    <a:pt x="582" y="958"/>
                  </a:lnTo>
                  <a:lnTo>
                    <a:pt x="561" y="966"/>
                  </a:lnTo>
                  <a:lnTo>
                    <a:pt x="543" y="978"/>
                  </a:lnTo>
                  <a:lnTo>
                    <a:pt x="528" y="995"/>
                  </a:lnTo>
                  <a:lnTo>
                    <a:pt x="516" y="1013"/>
                  </a:lnTo>
                  <a:lnTo>
                    <a:pt x="509" y="1036"/>
                  </a:lnTo>
                  <a:lnTo>
                    <a:pt x="507" y="1058"/>
                  </a:lnTo>
                  <a:lnTo>
                    <a:pt x="510" y="1080"/>
                  </a:lnTo>
                  <a:lnTo>
                    <a:pt x="518" y="1101"/>
                  </a:lnTo>
                  <a:lnTo>
                    <a:pt x="531" y="1119"/>
                  </a:lnTo>
                  <a:lnTo>
                    <a:pt x="548" y="1135"/>
                  </a:lnTo>
                  <a:lnTo>
                    <a:pt x="554" y="1141"/>
                  </a:lnTo>
                  <a:lnTo>
                    <a:pt x="558" y="1148"/>
                  </a:lnTo>
                  <a:lnTo>
                    <a:pt x="558" y="1155"/>
                  </a:lnTo>
                  <a:lnTo>
                    <a:pt x="558" y="1286"/>
                  </a:lnTo>
                  <a:lnTo>
                    <a:pt x="561" y="1302"/>
                  </a:lnTo>
                  <a:lnTo>
                    <a:pt x="568" y="1316"/>
                  </a:lnTo>
                  <a:lnTo>
                    <a:pt x="579" y="1327"/>
                  </a:lnTo>
                  <a:lnTo>
                    <a:pt x="592" y="1334"/>
                  </a:lnTo>
                  <a:lnTo>
                    <a:pt x="609" y="1336"/>
                  </a:lnTo>
                  <a:lnTo>
                    <a:pt x="624" y="1334"/>
                  </a:lnTo>
                  <a:lnTo>
                    <a:pt x="638" y="1327"/>
                  </a:lnTo>
                  <a:lnTo>
                    <a:pt x="649" y="1316"/>
                  </a:lnTo>
                  <a:lnTo>
                    <a:pt x="656" y="1302"/>
                  </a:lnTo>
                  <a:lnTo>
                    <a:pt x="659" y="1286"/>
                  </a:lnTo>
                  <a:lnTo>
                    <a:pt x="659" y="1156"/>
                  </a:lnTo>
                  <a:lnTo>
                    <a:pt x="660" y="1148"/>
                  </a:lnTo>
                  <a:lnTo>
                    <a:pt x="663" y="1141"/>
                  </a:lnTo>
                  <a:lnTo>
                    <a:pt x="669" y="1134"/>
                  </a:lnTo>
                  <a:lnTo>
                    <a:pt x="688" y="1118"/>
                  </a:lnTo>
                  <a:lnTo>
                    <a:pt x="700" y="1099"/>
                  </a:lnTo>
                  <a:lnTo>
                    <a:pt x="707" y="1078"/>
                  </a:lnTo>
                  <a:lnTo>
                    <a:pt x="709" y="1053"/>
                  </a:lnTo>
                  <a:lnTo>
                    <a:pt x="706" y="1030"/>
                  </a:lnTo>
                  <a:lnTo>
                    <a:pt x="699" y="1009"/>
                  </a:lnTo>
                  <a:lnTo>
                    <a:pt x="685" y="990"/>
                  </a:lnTo>
                  <a:lnTo>
                    <a:pt x="669" y="975"/>
                  </a:lnTo>
                  <a:lnTo>
                    <a:pt x="649" y="962"/>
                  </a:lnTo>
                  <a:lnTo>
                    <a:pt x="625" y="956"/>
                  </a:lnTo>
                  <a:lnTo>
                    <a:pt x="603" y="954"/>
                  </a:lnTo>
                  <a:close/>
                  <a:moveTo>
                    <a:pt x="536" y="201"/>
                  </a:moveTo>
                  <a:lnTo>
                    <a:pt x="501" y="204"/>
                  </a:lnTo>
                  <a:lnTo>
                    <a:pt x="468" y="213"/>
                  </a:lnTo>
                  <a:lnTo>
                    <a:pt x="438" y="228"/>
                  </a:lnTo>
                  <a:lnTo>
                    <a:pt x="411" y="246"/>
                  </a:lnTo>
                  <a:lnTo>
                    <a:pt x="388" y="271"/>
                  </a:lnTo>
                  <a:lnTo>
                    <a:pt x="368" y="297"/>
                  </a:lnTo>
                  <a:lnTo>
                    <a:pt x="354" y="327"/>
                  </a:lnTo>
                  <a:lnTo>
                    <a:pt x="345" y="361"/>
                  </a:lnTo>
                  <a:lnTo>
                    <a:pt x="341" y="395"/>
                  </a:lnTo>
                  <a:lnTo>
                    <a:pt x="341" y="649"/>
                  </a:lnTo>
                  <a:lnTo>
                    <a:pt x="344" y="671"/>
                  </a:lnTo>
                  <a:lnTo>
                    <a:pt x="347" y="692"/>
                  </a:lnTo>
                  <a:lnTo>
                    <a:pt x="872" y="692"/>
                  </a:lnTo>
                  <a:lnTo>
                    <a:pt x="876" y="671"/>
                  </a:lnTo>
                  <a:lnTo>
                    <a:pt x="877" y="649"/>
                  </a:lnTo>
                  <a:lnTo>
                    <a:pt x="876" y="649"/>
                  </a:lnTo>
                  <a:lnTo>
                    <a:pt x="876" y="395"/>
                  </a:lnTo>
                  <a:lnTo>
                    <a:pt x="873" y="361"/>
                  </a:lnTo>
                  <a:lnTo>
                    <a:pt x="864" y="327"/>
                  </a:lnTo>
                  <a:lnTo>
                    <a:pt x="849" y="297"/>
                  </a:lnTo>
                  <a:lnTo>
                    <a:pt x="831" y="271"/>
                  </a:lnTo>
                  <a:lnTo>
                    <a:pt x="807" y="246"/>
                  </a:lnTo>
                  <a:lnTo>
                    <a:pt x="781" y="228"/>
                  </a:lnTo>
                  <a:lnTo>
                    <a:pt x="750" y="213"/>
                  </a:lnTo>
                  <a:lnTo>
                    <a:pt x="717" y="204"/>
                  </a:lnTo>
                  <a:lnTo>
                    <a:pt x="683" y="201"/>
                  </a:lnTo>
                  <a:lnTo>
                    <a:pt x="536" y="201"/>
                  </a:lnTo>
                  <a:close/>
                  <a:moveTo>
                    <a:pt x="537" y="0"/>
                  </a:moveTo>
                  <a:lnTo>
                    <a:pt x="683" y="0"/>
                  </a:lnTo>
                  <a:lnTo>
                    <a:pt x="733" y="4"/>
                  </a:lnTo>
                  <a:lnTo>
                    <a:pt x="781" y="13"/>
                  </a:lnTo>
                  <a:lnTo>
                    <a:pt x="826" y="27"/>
                  </a:lnTo>
                  <a:lnTo>
                    <a:pt x="868" y="47"/>
                  </a:lnTo>
                  <a:lnTo>
                    <a:pt x="908" y="71"/>
                  </a:lnTo>
                  <a:lnTo>
                    <a:pt x="945" y="100"/>
                  </a:lnTo>
                  <a:lnTo>
                    <a:pt x="978" y="132"/>
                  </a:lnTo>
                  <a:lnTo>
                    <a:pt x="1007" y="169"/>
                  </a:lnTo>
                  <a:lnTo>
                    <a:pt x="1031" y="209"/>
                  </a:lnTo>
                  <a:lnTo>
                    <a:pt x="1051" y="252"/>
                  </a:lnTo>
                  <a:lnTo>
                    <a:pt x="1066" y="297"/>
                  </a:lnTo>
                  <a:lnTo>
                    <a:pt x="1075" y="345"/>
                  </a:lnTo>
                  <a:lnTo>
                    <a:pt x="1078" y="394"/>
                  </a:lnTo>
                  <a:lnTo>
                    <a:pt x="1078" y="648"/>
                  </a:lnTo>
                  <a:lnTo>
                    <a:pt x="1077" y="672"/>
                  </a:lnTo>
                  <a:lnTo>
                    <a:pt x="1075" y="695"/>
                  </a:lnTo>
                  <a:lnTo>
                    <a:pt x="1105" y="705"/>
                  </a:lnTo>
                  <a:lnTo>
                    <a:pt x="1131" y="720"/>
                  </a:lnTo>
                  <a:lnTo>
                    <a:pt x="1156" y="737"/>
                  </a:lnTo>
                  <a:lnTo>
                    <a:pt x="1177" y="760"/>
                  </a:lnTo>
                  <a:lnTo>
                    <a:pt x="1194" y="784"/>
                  </a:lnTo>
                  <a:lnTo>
                    <a:pt x="1207" y="813"/>
                  </a:lnTo>
                  <a:lnTo>
                    <a:pt x="1214" y="843"/>
                  </a:lnTo>
                  <a:lnTo>
                    <a:pt x="1218" y="874"/>
                  </a:lnTo>
                  <a:lnTo>
                    <a:pt x="1218" y="1358"/>
                  </a:lnTo>
                  <a:lnTo>
                    <a:pt x="1214" y="1391"/>
                  </a:lnTo>
                  <a:lnTo>
                    <a:pt x="1205" y="1421"/>
                  </a:lnTo>
                  <a:lnTo>
                    <a:pt x="1192" y="1450"/>
                  </a:lnTo>
                  <a:lnTo>
                    <a:pt x="1174" y="1476"/>
                  </a:lnTo>
                  <a:lnTo>
                    <a:pt x="1152" y="1498"/>
                  </a:lnTo>
                  <a:lnTo>
                    <a:pt x="1127" y="1517"/>
                  </a:lnTo>
                  <a:lnTo>
                    <a:pt x="1098" y="1530"/>
                  </a:lnTo>
                  <a:lnTo>
                    <a:pt x="1067" y="1539"/>
                  </a:lnTo>
                  <a:lnTo>
                    <a:pt x="1034" y="1541"/>
                  </a:lnTo>
                  <a:lnTo>
                    <a:pt x="183" y="1541"/>
                  </a:lnTo>
                  <a:lnTo>
                    <a:pt x="150" y="1539"/>
                  </a:lnTo>
                  <a:lnTo>
                    <a:pt x="119" y="1530"/>
                  </a:lnTo>
                  <a:lnTo>
                    <a:pt x="91" y="1517"/>
                  </a:lnTo>
                  <a:lnTo>
                    <a:pt x="65" y="1498"/>
                  </a:lnTo>
                  <a:lnTo>
                    <a:pt x="43" y="1476"/>
                  </a:lnTo>
                  <a:lnTo>
                    <a:pt x="24" y="1450"/>
                  </a:lnTo>
                  <a:lnTo>
                    <a:pt x="11" y="1421"/>
                  </a:lnTo>
                  <a:lnTo>
                    <a:pt x="2" y="1391"/>
                  </a:lnTo>
                  <a:lnTo>
                    <a:pt x="0" y="1358"/>
                  </a:lnTo>
                  <a:lnTo>
                    <a:pt x="0" y="874"/>
                  </a:lnTo>
                  <a:lnTo>
                    <a:pt x="2" y="842"/>
                  </a:lnTo>
                  <a:lnTo>
                    <a:pt x="11" y="812"/>
                  </a:lnTo>
                  <a:lnTo>
                    <a:pt x="24" y="784"/>
                  </a:lnTo>
                  <a:lnTo>
                    <a:pt x="41" y="759"/>
                  </a:lnTo>
                  <a:lnTo>
                    <a:pt x="63" y="736"/>
                  </a:lnTo>
                  <a:lnTo>
                    <a:pt x="88" y="719"/>
                  </a:lnTo>
                  <a:lnTo>
                    <a:pt x="115" y="704"/>
                  </a:lnTo>
                  <a:lnTo>
                    <a:pt x="145" y="695"/>
                  </a:lnTo>
                  <a:lnTo>
                    <a:pt x="143" y="671"/>
                  </a:lnTo>
                  <a:lnTo>
                    <a:pt x="142" y="648"/>
                  </a:lnTo>
                  <a:lnTo>
                    <a:pt x="142" y="394"/>
                  </a:lnTo>
                  <a:lnTo>
                    <a:pt x="145" y="345"/>
                  </a:lnTo>
                  <a:lnTo>
                    <a:pt x="154" y="297"/>
                  </a:lnTo>
                  <a:lnTo>
                    <a:pt x="168" y="252"/>
                  </a:lnTo>
                  <a:lnTo>
                    <a:pt x="188" y="209"/>
                  </a:lnTo>
                  <a:lnTo>
                    <a:pt x="213" y="169"/>
                  </a:lnTo>
                  <a:lnTo>
                    <a:pt x="242" y="132"/>
                  </a:lnTo>
                  <a:lnTo>
                    <a:pt x="275" y="100"/>
                  </a:lnTo>
                  <a:lnTo>
                    <a:pt x="312" y="70"/>
                  </a:lnTo>
                  <a:lnTo>
                    <a:pt x="351" y="46"/>
                  </a:lnTo>
                  <a:lnTo>
                    <a:pt x="394" y="27"/>
                  </a:lnTo>
                  <a:lnTo>
                    <a:pt x="439" y="13"/>
                  </a:lnTo>
                  <a:lnTo>
                    <a:pt x="487" y="4"/>
                  </a:lnTo>
                  <a:lnTo>
                    <a:pt x="537" y="0"/>
                  </a:lnTo>
                  <a:close/>
                </a:path>
              </a:pathLst>
            </a:custGeom>
            <a:grpFill/>
            <a:ln w="0">
              <a:noFill/>
              <a:prstDash val="solid"/>
              <a:round/>
            </a:ln>
          </p:spPr>
          <p:txBody>
            <a:bodyPr vert="horz" wrap="square" lIns="91440" tIns="45720" rIns="91440" bIns="45720" numCol="1" anchor="t" anchorCtr="0" compatLnSpc="1"/>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grpSp>
      <p:sp>
        <p:nvSpPr>
          <p:cNvPr id="12" name="文本框 11"/>
          <p:cNvSpPr txBox="1"/>
          <p:nvPr/>
        </p:nvSpPr>
        <p:spPr>
          <a:xfrm>
            <a:off x="2087415" y="2566064"/>
            <a:ext cx="2421147"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a:t>
            </a:r>
            <a:endParaRPr kumimoji="1" lang="zh-CN" altLang="en-US" sz="1100" dirty="0">
              <a:solidFill>
                <a:schemeClr val="bg1">
                  <a:lumMod val="50000"/>
                </a:schemeClr>
              </a:solidFill>
              <a:latin typeface="+mn-ea"/>
              <a:cs typeface="+mn-ea"/>
              <a:sym typeface="+mn-lt"/>
            </a:endParaRPr>
          </a:p>
        </p:txBody>
      </p:sp>
      <p:sp>
        <p:nvSpPr>
          <p:cNvPr id="13" name="文本框 12"/>
          <p:cNvSpPr txBox="1"/>
          <p:nvPr/>
        </p:nvSpPr>
        <p:spPr>
          <a:xfrm>
            <a:off x="2087415" y="2304875"/>
            <a:ext cx="1082348" cy="307777"/>
          </a:xfrm>
          <a:prstGeom prst="rect">
            <a:avLst/>
          </a:prstGeom>
          <a:noFill/>
        </p:spPr>
        <p:txBody>
          <a:bodyPr wrap="none" rtlCol="0">
            <a:spAutoFit/>
          </a:bodyPr>
          <a:lstStyle/>
          <a:p>
            <a:r>
              <a:rPr kumimoji="1" lang="zh-CN" altLang="en-US" sz="1400" dirty="0">
                <a:solidFill>
                  <a:schemeClr val="tx2"/>
                </a:solidFill>
                <a:latin typeface="+mn-ea"/>
                <a:cs typeface="+mn-ea"/>
                <a:sym typeface="+mn-lt"/>
              </a:rPr>
              <a:t>请输入标题</a:t>
            </a:r>
            <a:endParaRPr kumimoji="1" lang="zh-CN" altLang="en-US" sz="1400" dirty="0">
              <a:solidFill>
                <a:schemeClr val="tx2"/>
              </a:solidFill>
              <a:latin typeface="+mn-ea"/>
              <a:cs typeface="+mn-ea"/>
              <a:sym typeface="+mn-lt"/>
            </a:endParaRPr>
          </a:p>
        </p:txBody>
      </p:sp>
      <p:sp>
        <p:nvSpPr>
          <p:cNvPr id="14" name="文本框 13"/>
          <p:cNvSpPr txBox="1"/>
          <p:nvPr/>
        </p:nvSpPr>
        <p:spPr>
          <a:xfrm>
            <a:off x="2087415" y="5009468"/>
            <a:ext cx="2421147"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a:t>
            </a:r>
            <a:endParaRPr kumimoji="1" lang="zh-CN" altLang="en-US" sz="1100" dirty="0">
              <a:solidFill>
                <a:schemeClr val="bg1">
                  <a:lumMod val="50000"/>
                </a:schemeClr>
              </a:solidFill>
              <a:latin typeface="+mn-ea"/>
              <a:cs typeface="+mn-ea"/>
              <a:sym typeface="+mn-lt"/>
            </a:endParaRPr>
          </a:p>
        </p:txBody>
      </p:sp>
      <p:sp>
        <p:nvSpPr>
          <p:cNvPr id="15" name="文本框 14"/>
          <p:cNvSpPr txBox="1"/>
          <p:nvPr/>
        </p:nvSpPr>
        <p:spPr>
          <a:xfrm>
            <a:off x="2087415" y="4748279"/>
            <a:ext cx="1082348" cy="307777"/>
          </a:xfrm>
          <a:prstGeom prst="rect">
            <a:avLst/>
          </a:prstGeom>
          <a:noFill/>
        </p:spPr>
        <p:txBody>
          <a:bodyPr wrap="none" rtlCol="0">
            <a:spAutoFit/>
          </a:bodyPr>
          <a:lstStyle/>
          <a:p>
            <a:r>
              <a:rPr kumimoji="1" lang="zh-CN" altLang="en-US" sz="1400" dirty="0">
                <a:solidFill>
                  <a:schemeClr val="tx2"/>
                </a:solidFill>
                <a:latin typeface="+mn-ea"/>
                <a:cs typeface="+mn-ea"/>
                <a:sym typeface="+mn-lt"/>
              </a:rPr>
              <a:t>请输入标题</a:t>
            </a:r>
            <a:endParaRPr kumimoji="1" lang="zh-CN" altLang="en-US" sz="1400" dirty="0">
              <a:solidFill>
                <a:schemeClr val="tx2"/>
              </a:solidFill>
              <a:latin typeface="+mn-ea"/>
              <a:cs typeface="+mn-ea"/>
              <a:sym typeface="+mn-lt"/>
            </a:endParaRPr>
          </a:p>
        </p:txBody>
      </p:sp>
      <p:sp>
        <p:nvSpPr>
          <p:cNvPr id="16" name="文本框 15"/>
          <p:cNvSpPr txBox="1"/>
          <p:nvPr/>
        </p:nvSpPr>
        <p:spPr>
          <a:xfrm>
            <a:off x="2087415" y="3660258"/>
            <a:ext cx="2421147" cy="497765"/>
          </a:xfrm>
          <a:prstGeom prst="rect">
            <a:avLst/>
          </a:prstGeom>
          <a:noFill/>
        </p:spPr>
        <p:txBody>
          <a:bodyPr wrap="square" rtlCol="0">
            <a:spAutoFit/>
          </a:bodyPr>
          <a:lstStyle/>
          <a:p>
            <a:pPr>
              <a:lnSpc>
                <a:spcPct val="130000"/>
              </a:lnSpc>
            </a:pPr>
            <a:r>
              <a:rPr kumimoji="1" lang="zh-CN" altLang="en-US" sz="1100" dirty="0">
                <a:solidFill>
                  <a:schemeClr val="bg1"/>
                </a:solidFill>
                <a:latin typeface="+mn-ea"/>
                <a:cs typeface="+mn-ea"/>
                <a:sym typeface="+mn-lt"/>
              </a:rPr>
              <a:t>感谢您使用我们的</a:t>
            </a:r>
            <a:r>
              <a:rPr kumimoji="1" lang="en-US" altLang="zh-CN" sz="1100" dirty="0">
                <a:solidFill>
                  <a:schemeClr val="bg1"/>
                </a:solidFill>
                <a:latin typeface="+mn-ea"/>
                <a:cs typeface="+mn-ea"/>
                <a:sym typeface="+mn-lt"/>
              </a:rPr>
              <a:t>PPT</a:t>
            </a:r>
            <a:r>
              <a:rPr kumimoji="1" lang="zh-CN" altLang="en-US" sz="1100" dirty="0">
                <a:solidFill>
                  <a:schemeClr val="bg1"/>
                </a:solidFill>
                <a:latin typeface="+mn-ea"/>
                <a:cs typeface="+mn-ea"/>
                <a:sym typeface="+mn-lt"/>
              </a:rPr>
              <a:t>模板，请在此输入您需要的文字内容。</a:t>
            </a:r>
            <a:endParaRPr kumimoji="1" lang="zh-CN" altLang="en-US" sz="1100" dirty="0">
              <a:solidFill>
                <a:schemeClr val="bg1"/>
              </a:solidFill>
              <a:latin typeface="+mn-ea"/>
              <a:cs typeface="+mn-ea"/>
              <a:sym typeface="+mn-lt"/>
            </a:endParaRPr>
          </a:p>
        </p:txBody>
      </p:sp>
      <p:sp>
        <p:nvSpPr>
          <p:cNvPr id="17" name="文本框 16"/>
          <p:cNvSpPr txBox="1"/>
          <p:nvPr/>
        </p:nvSpPr>
        <p:spPr>
          <a:xfrm>
            <a:off x="2087415" y="3399069"/>
            <a:ext cx="1082348" cy="307777"/>
          </a:xfrm>
          <a:prstGeom prst="rect">
            <a:avLst/>
          </a:prstGeom>
          <a:noFill/>
        </p:spPr>
        <p:txBody>
          <a:bodyPr wrap="none" rtlCol="0">
            <a:spAutoFit/>
          </a:bodyPr>
          <a:lstStyle/>
          <a:p>
            <a:r>
              <a:rPr kumimoji="1" lang="zh-CN" altLang="en-US" sz="1400" dirty="0">
                <a:solidFill>
                  <a:schemeClr val="bg1"/>
                </a:solidFill>
                <a:latin typeface="+mn-ea"/>
                <a:cs typeface="+mn-ea"/>
                <a:sym typeface="+mn-lt"/>
              </a:rPr>
              <a:t>请输入标题</a:t>
            </a:r>
            <a:endParaRPr kumimoji="1" lang="zh-CN" altLang="en-US" sz="1400" dirty="0">
              <a:solidFill>
                <a:schemeClr val="bg1"/>
              </a:solidFill>
              <a:latin typeface="+mn-ea"/>
              <a:cs typeface="+mn-ea"/>
              <a:sym typeface="+mn-lt"/>
            </a:endParaRPr>
          </a:p>
        </p:txBody>
      </p:sp>
      <p:sp>
        <p:nvSpPr>
          <p:cNvPr id="18" name="矩形 17"/>
          <p:cNvSpPr/>
          <p:nvPr/>
        </p:nvSpPr>
        <p:spPr>
          <a:xfrm>
            <a:off x="6240420" y="2030777"/>
            <a:ext cx="1882305" cy="283280"/>
          </a:xfrm>
          <a:prstGeom prst="rect">
            <a:avLst/>
          </a:prstGeom>
          <a:noFill/>
          <a:effectLst/>
        </p:spPr>
        <p:txBody>
          <a:bodyPr wrap="square" lIns="67181" tIns="33590" rIns="67181" bIns="33590">
            <a:spAutoFit/>
          </a:bodyPr>
          <a:lstStyle/>
          <a:p>
            <a:pPr marL="285750" indent="-285750" algn="dist">
              <a:buFont typeface="Arial" panose="020B0604020202020204" pitchFamily="34" charset="0"/>
              <a:buChar char="•"/>
            </a:pPr>
            <a:r>
              <a:rPr lang="zh-CN" altLang="en-US" sz="1400" dirty="0">
                <a:solidFill>
                  <a:schemeClr val="tx2"/>
                </a:solidFill>
                <a:latin typeface="Arial" panose="020B0604020202020204" pitchFamily="34" charset="0"/>
                <a:ea typeface="思源黑体 CN Regular" panose="020B0500000000000000" pitchFamily="34" charset="-122"/>
                <a:cs typeface="+mn-ea"/>
                <a:sym typeface="Arial" panose="020B0604020202020204" pitchFamily="34" charset="0"/>
              </a:rPr>
              <a:t>点击此处输入标题</a:t>
            </a:r>
            <a:endParaRPr lang="en-US" altLang="zh-CN" sz="1400" dirty="0">
              <a:solidFill>
                <a:schemeClr val="tx2"/>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19" name="PA-文本框 42"/>
          <p:cNvSpPr txBox="1"/>
          <p:nvPr>
            <p:custDataLst>
              <p:tags r:id="rId1"/>
            </p:custDataLst>
          </p:nvPr>
        </p:nvSpPr>
        <p:spPr>
          <a:xfrm>
            <a:off x="6492870" y="2314914"/>
            <a:ext cx="4132653" cy="620683"/>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20" name="矩形 19"/>
          <p:cNvSpPr/>
          <p:nvPr/>
        </p:nvSpPr>
        <p:spPr>
          <a:xfrm>
            <a:off x="6240420" y="3440477"/>
            <a:ext cx="1882305" cy="283280"/>
          </a:xfrm>
          <a:prstGeom prst="rect">
            <a:avLst/>
          </a:prstGeom>
          <a:noFill/>
          <a:effectLst/>
        </p:spPr>
        <p:txBody>
          <a:bodyPr wrap="square" lIns="67181" tIns="33590" rIns="67181" bIns="33590">
            <a:spAutoFit/>
          </a:bodyPr>
          <a:lstStyle/>
          <a:p>
            <a:pPr marL="285750" indent="-285750" algn="dist">
              <a:buFont typeface="Arial" panose="020B0604020202020204" pitchFamily="34" charset="0"/>
              <a:buChar char="•"/>
            </a:pPr>
            <a:r>
              <a:rPr lang="zh-CN" altLang="en-US" sz="1400" dirty="0">
                <a:solidFill>
                  <a:schemeClr val="tx2"/>
                </a:solidFill>
                <a:latin typeface="Arial" panose="020B0604020202020204" pitchFamily="34" charset="0"/>
                <a:ea typeface="思源黑体 CN Regular" panose="020B0500000000000000" pitchFamily="34" charset="-122"/>
                <a:cs typeface="+mn-ea"/>
                <a:sym typeface="Arial" panose="020B0604020202020204" pitchFamily="34" charset="0"/>
              </a:rPr>
              <a:t>点击此处输入标题</a:t>
            </a:r>
            <a:endParaRPr lang="en-US" altLang="zh-CN" sz="1400" dirty="0">
              <a:solidFill>
                <a:schemeClr val="tx2"/>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21" name="PA-文本框 42"/>
          <p:cNvSpPr txBox="1"/>
          <p:nvPr>
            <p:custDataLst>
              <p:tags r:id="rId2"/>
            </p:custDataLst>
          </p:nvPr>
        </p:nvSpPr>
        <p:spPr>
          <a:xfrm>
            <a:off x="6492870" y="3724614"/>
            <a:ext cx="4132653" cy="620683"/>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22" name="矩形 21"/>
          <p:cNvSpPr/>
          <p:nvPr/>
        </p:nvSpPr>
        <p:spPr>
          <a:xfrm>
            <a:off x="6240420" y="4850177"/>
            <a:ext cx="1882305" cy="283280"/>
          </a:xfrm>
          <a:prstGeom prst="rect">
            <a:avLst/>
          </a:prstGeom>
          <a:noFill/>
          <a:effectLst/>
        </p:spPr>
        <p:txBody>
          <a:bodyPr wrap="square" lIns="67181" tIns="33590" rIns="67181" bIns="33590">
            <a:spAutoFit/>
          </a:bodyPr>
          <a:lstStyle/>
          <a:p>
            <a:pPr marL="285750" indent="-285750" algn="dist">
              <a:buFont typeface="Arial" panose="020B0604020202020204" pitchFamily="34" charset="0"/>
              <a:buChar char="•"/>
            </a:pPr>
            <a:r>
              <a:rPr lang="zh-CN" altLang="en-US" sz="1400" dirty="0">
                <a:solidFill>
                  <a:schemeClr val="tx2"/>
                </a:solidFill>
                <a:latin typeface="Arial" panose="020B0604020202020204" pitchFamily="34" charset="0"/>
                <a:ea typeface="思源黑体 CN Regular" panose="020B0500000000000000" pitchFamily="34" charset="-122"/>
                <a:cs typeface="+mn-ea"/>
                <a:sym typeface="Arial" panose="020B0604020202020204" pitchFamily="34" charset="0"/>
              </a:rPr>
              <a:t>点击此处输入标题</a:t>
            </a:r>
            <a:endParaRPr lang="en-US" altLang="zh-CN" sz="1400" dirty="0">
              <a:solidFill>
                <a:schemeClr val="tx2"/>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23" name="PA-文本框 42"/>
          <p:cNvSpPr txBox="1"/>
          <p:nvPr>
            <p:custDataLst>
              <p:tags r:id="rId3"/>
            </p:custDataLst>
          </p:nvPr>
        </p:nvSpPr>
        <p:spPr>
          <a:xfrm>
            <a:off x="6492870" y="5134314"/>
            <a:ext cx="4132653" cy="620683"/>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r>
              <a:rPr lang="zh-CN" altLang="en-US"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nodeType="withEffect">
                                  <p:stCondLst>
                                    <p:cond delay="0"/>
                                  </p:stCondLst>
                                  <p:childTnLst>
                                    <p:set>
                                      <p:cBhvr>
                                        <p:cTn id="6" dur="1" fill="hold">
                                          <p:stCondLst>
                                            <p:cond delay="0"/>
                                          </p:stCondLst>
                                        </p:cTn>
                                        <p:tgtEl>
                                          <p:spTgt spid="9"/>
                                        </p:tgtEl>
                                        <p:attrNameLst>
                                          <p:attrName>style.visibility</p:attrName>
                                        </p:attrNameLst>
                                      </p:cBhvr>
                                      <p:to>
                                        <p:strVal val="visible"/>
                                      </p:to>
                                    </p:set>
                                    <p:anim calcmode="lin" valueType="num">
                                      <p:cBhvr>
                                        <p:cTn id="7" dur="500" fill="hold"/>
                                        <p:tgtEl>
                                          <p:spTgt spid="9"/>
                                        </p:tgtEl>
                                        <p:attrNameLst>
                                          <p:attrName>ppt_w</p:attrName>
                                        </p:attrNameLst>
                                      </p:cBhvr>
                                      <p:tavLst>
                                        <p:tav tm="0">
                                          <p:val>
                                            <p:fltVal val="0"/>
                                          </p:val>
                                        </p:tav>
                                        <p:tav tm="100000">
                                          <p:val>
                                            <p:strVal val="#ppt_w"/>
                                          </p:val>
                                        </p:tav>
                                      </p:tavLst>
                                    </p:anim>
                                    <p:anim calcmode="lin" valueType="num">
                                      <p:cBhvr>
                                        <p:cTn id="8" dur="500" fill="hold"/>
                                        <p:tgtEl>
                                          <p:spTgt spid="9"/>
                                        </p:tgtEl>
                                        <p:attrNameLst>
                                          <p:attrName>ppt_h</p:attrName>
                                        </p:attrNameLst>
                                      </p:cBhvr>
                                      <p:tavLst>
                                        <p:tav tm="0">
                                          <p:val>
                                            <p:fltVal val="0"/>
                                          </p:val>
                                        </p:tav>
                                        <p:tav tm="100000">
                                          <p:val>
                                            <p:strVal val="#ppt_h"/>
                                          </p:val>
                                        </p:tav>
                                      </p:tavLst>
                                    </p:anim>
                                    <p:animEffect transition="in" filter="fade">
                                      <p:cBhvr>
                                        <p:cTn id="9" dur="500"/>
                                        <p:tgtEl>
                                          <p:spTgt spid="9"/>
                                        </p:tgtEl>
                                      </p:cBhvr>
                                    </p:animEffect>
                                  </p:childTnLst>
                                </p:cTn>
                              </p:par>
                              <p:par>
                                <p:cTn id="10" presetID="53" presetClass="entr" presetSubtype="16" fill="hold" nodeType="withEffect">
                                  <p:stCondLst>
                                    <p:cond delay="0"/>
                                  </p:stCondLst>
                                  <p:childTnLst>
                                    <p:set>
                                      <p:cBhvr>
                                        <p:cTn id="11" dur="1" fill="hold">
                                          <p:stCondLst>
                                            <p:cond delay="0"/>
                                          </p:stCondLst>
                                        </p:cTn>
                                        <p:tgtEl>
                                          <p:spTgt spid="5"/>
                                        </p:tgtEl>
                                        <p:attrNameLst>
                                          <p:attrName>style.visibility</p:attrName>
                                        </p:attrNameLst>
                                      </p:cBhvr>
                                      <p:to>
                                        <p:strVal val="visible"/>
                                      </p:to>
                                    </p:set>
                                    <p:anim calcmode="lin" valueType="num">
                                      <p:cBhvr>
                                        <p:cTn id="12" dur="500" fill="hold"/>
                                        <p:tgtEl>
                                          <p:spTgt spid="5"/>
                                        </p:tgtEl>
                                        <p:attrNameLst>
                                          <p:attrName>ppt_w</p:attrName>
                                        </p:attrNameLst>
                                      </p:cBhvr>
                                      <p:tavLst>
                                        <p:tav tm="0">
                                          <p:val>
                                            <p:fltVal val="0"/>
                                          </p:val>
                                        </p:tav>
                                        <p:tav tm="100000">
                                          <p:val>
                                            <p:strVal val="#ppt_w"/>
                                          </p:val>
                                        </p:tav>
                                      </p:tavLst>
                                    </p:anim>
                                    <p:anim calcmode="lin" valueType="num">
                                      <p:cBhvr>
                                        <p:cTn id="13" dur="500" fill="hold"/>
                                        <p:tgtEl>
                                          <p:spTgt spid="5"/>
                                        </p:tgtEl>
                                        <p:attrNameLst>
                                          <p:attrName>ppt_h</p:attrName>
                                        </p:attrNameLst>
                                      </p:cBhvr>
                                      <p:tavLst>
                                        <p:tav tm="0">
                                          <p:val>
                                            <p:fltVal val="0"/>
                                          </p:val>
                                        </p:tav>
                                        <p:tav tm="100000">
                                          <p:val>
                                            <p:strVal val="#ppt_h"/>
                                          </p:val>
                                        </p:tav>
                                      </p:tavLst>
                                    </p:anim>
                                    <p:animEffect transition="in" filter="fade">
                                      <p:cBhvr>
                                        <p:cTn id="14" dur="500"/>
                                        <p:tgtEl>
                                          <p:spTgt spid="5"/>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8"/>
                                        </p:tgtEl>
                                        <p:attrNameLst>
                                          <p:attrName>style.visibility</p:attrName>
                                        </p:attrNameLst>
                                      </p:cBhvr>
                                      <p:to>
                                        <p:strVal val="visible"/>
                                      </p:to>
                                    </p:set>
                                    <p:anim calcmode="lin" valueType="num">
                                      <p:cBhvr>
                                        <p:cTn id="17" dur="500" fill="hold"/>
                                        <p:tgtEl>
                                          <p:spTgt spid="8"/>
                                        </p:tgtEl>
                                        <p:attrNameLst>
                                          <p:attrName>ppt_w</p:attrName>
                                        </p:attrNameLst>
                                      </p:cBhvr>
                                      <p:tavLst>
                                        <p:tav tm="0">
                                          <p:val>
                                            <p:fltVal val="0"/>
                                          </p:val>
                                        </p:tav>
                                        <p:tav tm="100000">
                                          <p:val>
                                            <p:strVal val="#ppt_w"/>
                                          </p:val>
                                        </p:tav>
                                      </p:tavLst>
                                    </p:anim>
                                    <p:anim calcmode="lin" valueType="num">
                                      <p:cBhvr>
                                        <p:cTn id="18" dur="500" fill="hold"/>
                                        <p:tgtEl>
                                          <p:spTgt spid="8"/>
                                        </p:tgtEl>
                                        <p:attrNameLst>
                                          <p:attrName>ppt_h</p:attrName>
                                        </p:attrNameLst>
                                      </p:cBhvr>
                                      <p:tavLst>
                                        <p:tav tm="0">
                                          <p:val>
                                            <p:fltVal val="0"/>
                                          </p:val>
                                        </p:tav>
                                        <p:tav tm="100000">
                                          <p:val>
                                            <p:strVal val="#ppt_h"/>
                                          </p:val>
                                        </p:tav>
                                      </p:tavLst>
                                    </p:anim>
                                    <p:animEffect transition="in" filter="fade">
                                      <p:cBhvr>
                                        <p:cTn id="19" dur="500"/>
                                        <p:tgtEl>
                                          <p:spTgt spid="8"/>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checkerboard(across)">
                                      <p:cBhvr>
                                        <p:cTn id="22" dur="500"/>
                                        <p:tgtEl>
                                          <p:spTgt spid="18"/>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checkerboard(across)">
                                      <p:cBhvr>
                                        <p:cTn id="25" dur="500"/>
                                        <p:tgtEl>
                                          <p:spTgt spid="19"/>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checkerboard(across)">
                                      <p:cBhvr>
                                        <p:cTn id="28" dur="500"/>
                                        <p:tgtEl>
                                          <p:spTgt spid="20"/>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checkerboard(across)">
                                      <p:cBhvr>
                                        <p:cTn id="31" dur="500"/>
                                        <p:tgtEl>
                                          <p:spTgt spid="21"/>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checkerboard(across)">
                                      <p:cBhvr>
                                        <p:cTn id="34" dur="500"/>
                                        <p:tgtEl>
                                          <p:spTgt spid="22"/>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checkerboard(across)">
                                      <p:cBhvr>
                                        <p:cTn id="37" dur="500"/>
                                        <p:tgtEl>
                                          <p:spTgt spid="2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18" grpId="0"/>
      <p:bldP spid="19" grpId="0"/>
      <p:bldP spid="20" grpId="0"/>
      <p:bldP spid="21" grpId="0"/>
      <p:bldP spid="22" grpId="0"/>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下半年工作目标</a:t>
            </a:r>
            <a:endParaRPr kumimoji="1" lang="zh-CN" altLang="en-US" sz="2400">
              <a:solidFill>
                <a:schemeClr val="tx2"/>
              </a:solidFill>
              <a:latin typeface="+mn-ea"/>
            </a:endParaRPr>
          </a:p>
        </p:txBody>
      </p:sp>
      <p:sp>
        <p:nvSpPr>
          <p:cNvPr id="3" name="空心弧 2"/>
          <p:cNvSpPr/>
          <p:nvPr/>
        </p:nvSpPr>
        <p:spPr>
          <a:xfrm>
            <a:off x="5808113" y="4206547"/>
            <a:ext cx="977900" cy="977900"/>
          </a:xfrm>
          <a:prstGeom prst="blockArc">
            <a:avLst>
              <a:gd name="adj1" fmla="val 182890"/>
              <a:gd name="adj2" fmla="val 126099"/>
              <a:gd name="adj3" fmla="val 1458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 name="空心弧 3"/>
          <p:cNvSpPr/>
          <p:nvPr/>
        </p:nvSpPr>
        <p:spPr>
          <a:xfrm>
            <a:off x="5808113" y="4206547"/>
            <a:ext cx="977900" cy="977900"/>
          </a:xfrm>
          <a:prstGeom prst="blockArc">
            <a:avLst>
              <a:gd name="adj1" fmla="val 17709558"/>
              <a:gd name="adj2" fmla="val 126099"/>
              <a:gd name="adj3" fmla="val 1458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5" name="空心弧 4"/>
          <p:cNvSpPr/>
          <p:nvPr/>
        </p:nvSpPr>
        <p:spPr>
          <a:xfrm>
            <a:off x="7497213" y="4206547"/>
            <a:ext cx="977900" cy="977900"/>
          </a:xfrm>
          <a:prstGeom prst="blockArc">
            <a:avLst>
              <a:gd name="adj1" fmla="val 182890"/>
              <a:gd name="adj2" fmla="val 126099"/>
              <a:gd name="adj3" fmla="val 1458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6" name="空心弧 5"/>
          <p:cNvSpPr/>
          <p:nvPr/>
        </p:nvSpPr>
        <p:spPr>
          <a:xfrm rot="2700000">
            <a:off x="7497213" y="4206547"/>
            <a:ext cx="977900" cy="977900"/>
          </a:xfrm>
          <a:prstGeom prst="blockArc">
            <a:avLst>
              <a:gd name="adj1" fmla="val 14712623"/>
              <a:gd name="adj2" fmla="val 126099"/>
              <a:gd name="adj3" fmla="val 1458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7" name="空心弧 6"/>
          <p:cNvSpPr/>
          <p:nvPr/>
        </p:nvSpPr>
        <p:spPr>
          <a:xfrm>
            <a:off x="9281563" y="4206547"/>
            <a:ext cx="977900" cy="977900"/>
          </a:xfrm>
          <a:prstGeom prst="blockArc">
            <a:avLst>
              <a:gd name="adj1" fmla="val 182890"/>
              <a:gd name="adj2" fmla="val 126099"/>
              <a:gd name="adj3" fmla="val 1458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8" name="空心弧 7"/>
          <p:cNvSpPr/>
          <p:nvPr/>
        </p:nvSpPr>
        <p:spPr>
          <a:xfrm rot="9900000">
            <a:off x="9281563" y="4206547"/>
            <a:ext cx="977900" cy="977900"/>
          </a:xfrm>
          <a:prstGeom prst="blockArc">
            <a:avLst>
              <a:gd name="adj1" fmla="val 4883833"/>
              <a:gd name="adj2" fmla="val 126099"/>
              <a:gd name="adj3" fmla="val 1458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9" name="文本框 8"/>
          <p:cNvSpPr txBox="1"/>
          <p:nvPr/>
        </p:nvSpPr>
        <p:spPr>
          <a:xfrm>
            <a:off x="6799135" y="4387720"/>
            <a:ext cx="569387" cy="307777"/>
          </a:xfrm>
          <a:prstGeom prst="rect">
            <a:avLst/>
          </a:prstGeom>
          <a:noFill/>
        </p:spPr>
        <p:txBody>
          <a:bodyPr wrap="none" rtlCol="0">
            <a:spAutoFit/>
          </a:bodyPr>
          <a:lstStyle/>
          <a:p>
            <a:r>
              <a:rPr kumimoji="1" lang="en-US" altLang="zh-CN" sz="1400">
                <a:solidFill>
                  <a:schemeClr val="tx1">
                    <a:lumMod val="75000"/>
                    <a:lumOff val="25000"/>
                  </a:schemeClr>
                </a:solidFill>
                <a:latin typeface="+mj-ea"/>
                <a:ea typeface="+mj-ea"/>
              </a:rPr>
              <a:t>12%</a:t>
            </a:r>
            <a:endParaRPr kumimoji="1" lang="zh-CN" altLang="en-US" sz="1400">
              <a:solidFill>
                <a:schemeClr val="tx1">
                  <a:lumMod val="75000"/>
                  <a:lumOff val="25000"/>
                </a:schemeClr>
              </a:solidFill>
              <a:latin typeface="+mj-ea"/>
              <a:ea typeface="+mj-ea"/>
            </a:endParaRPr>
          </a:p>
        </p:txBody>
      </p:sp>
      <p:sp>
        <p:nvSpPr>
          <p:cNvPr id="10" name="文本框 9"/>
          <p:cNvSpPr txBox="1"/>
          <p:nvPr/>
        </p:nvSpPr>
        <p:spPr>
          <a:xfrm>
            <a:off x="8502839" y="4387719"/>
            <a:ext cx="569387" cy="307777"/>
          </a:xfrm>
          <a:prstGeom prst="rect">
            <a:avLst/>
          </a:prstGeom>
          <a:noFill/>
        </p:spPr>
        <p:txBody>
          <a:bodyPr wrap="none" rtlCol="0">
            <a:spAutoFit/>
          </a:bodyPr>
          <a:lstStyle/>
          <a:p>
            <a:r>
              <a:rPr kumimoji="1" lang="en-US" altLang="zh-CN" sz="1400">
                <a:solidFill>
                  <a:schemeClr val="tx1">
                    <a:lumMod val="75000"/>
                    <a:lumOff val="25000"/>
                  </a:schemeClr>
                </a:solidFill>
                <a:latin typeface="+mj-ea"/>
                <a:ea typeface="+mj-ea"/>
              </a:rPr>
              <a:t>38%</a:t>
            </a:r>
            <a:endParaRPr kumimoji="1" lang="zh-CN" altLang="en-US" sz="1400">
              <a:solidFill>
                <a:schemeClr val="tx1">
                  <a:lumMod val="75000"/>
                  <a:lumOff val="25000"/>
                </a:schemeClr>
              </a:solidFill>
              <a:latin typeface="+mj-ea"/>
              <a:ea typeface="+mj-ea"/>
            </a:endParaRPr>
          </a:p>
        </p:txBody>
      </p:sp>
      <p:sp>
        <p:nvSpPr>
          <p:cNvPr id="11" name="文本框 10"/>
          <p:cNvSpPr txBox="1"/>
          <p:nvPr/>
        </p:nvSpPr>
        <p:spPr>
          <a:xfrm>
            <a:off x="10306909" y="4387718"/>
            <a:ext cx="569387" cy="307777"/>
          </a:xfrm>
          <a:prstGeom prst="rect">
            <a:avLst/>
          </a:prstGeom>
          <a:noFill/>
        </p:spPr>
        <p:txBody>
          <a:bodyPr wrap="none" rtlCol="0">
            <a:spAutoFit/>
          </a:bodyPr>
          <a:lstStyle/>
          <a:p>
            <a:r>
              <a:rPr kumimoji="1" lang="en-US" altLang="zh-CN" sz="1400">
                <a:solidFill>
                  <a:schemeClr val="tx1">
                    <a:lumMod val="75000"/>
                    <a:lumOff val="25000"/>
                  </a:schemeClr>
                </a:solidFill>
                <a:latin typeface="+mj-ea"/>
                <a:ea typeface="+mj-ea"/>
              </a:rPr>
              <a:t>79%</a:t>
            </a:r>
            <a:endParaRPr kumimoji="1" lang="zh-CN" altLang="en-US" sz="1400">
              <a:solidFill>
                <a:schemeClr val="tx1">
                  <a:lumMod val="75000"/>
                  <a:lumOff val="25000"/>
                </a:schemeClr>
              </a:solidFill>
              <a:latin typeface="+mj-ea"/>
              <a:ea typeface="+mj-ea"/>
            </a:endParaRPr>
          </a:p>
        </p:txBody>
      </p:sp>
      <p:sp>
        <p:nvSpPr>
          <p:cNvPr id="12" name="文本框 11"/>
          <p:cNvSpPr txBox="1"/>
          <p:nvPr/>
        </p:nvSpPr>
        <p:spPr>
          <a:xfrm>
            <a:off x="5809676" y="1898471"/>
            <a:ext cx="2813591" cy="523220"/>
          </a:xfrm>
          <a:prstGeom prst="rect">
            <a:avLst/>
          </a:prstGeom>
          <a:noFill/>
        </p:spPr>
        <p:txBody>
          <a:bodyPr wrap="none" rtlCol="0">
            <a:spAutoFit/>
          </a:bodyPr>
          <a:lstStyle/>
          <a:p>
            <a:r>
              <a:rPr kumimoji="1" lang="en-US" altLang="zh-CN" sz="2800" dirty="0">
                <a:solidFill>
                  <a:schemeClr val="tx2"/>
                </a:solidFill>
                <a:latin typeface="+mj-ea"/>
                <a:ea typeface="+mj-ea"/>
              </a:rPr>
              <a:t>WORK</a:t>
            </a:r>
            <a:r>
              <a:rPr kumimoji="1" lang="zh-CN" altLang="en-US" sz="2800" dirty="0">
                <a:solidFill>
                  <a:schemeClr val="tx2"/>
                </a:solidFill>
                <a:latin typeface="+mj-ea"/>
                <a:ea typeface="+mj-ea"/>
              </a:rPr>
              <a:t> </a:t>
            </a:r>
            <a:r>
              <a:rPr kumimoji="1" lang="en-US" altLang="zh-CN" sz="2800" dirty="0">
                <a:solidFill>
                  <a:schemeClr val="tx2"/>
                </a:solidFill>
                <a:latin typeface="+mj-ea"/>
                <a:ea typeface="+mj-ea"/>
              </a:rPr>
              <a:t>REPORT</a:t>
            </a:r>
            <a:endParaRPr kumimoji="1" lang="zh-CN" altLang="en-US" sz="2800" dirty="0">
              <a:solidFill>
                <a:schemeClr val="tx2"/>
              </a:solidFill>
              <a:latin typeface="+mj-ea"/>
              <a:ea typeface="+mj-ea"/>
            </a:endParaRPr>
          </a:p>
        </p:txBody>
      </p:sp>
      <p:sp>
        <p:nvSpPr>
          <p:cNvPr id="13" name="文本框 12"/>
          <p:cNvSpPr txBox="1"/>
          <p:nvPr/>
        </p:nvSpPr>
        <p:spPr>
          <a:xfrm>
            <a:off x="5809676" y="2838107"/>
            <a:ext cx="5040577" cy="876266"/>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
        <p:nvSpPr>
          <p:cNvPr id="14" name="饼形 13"/>
          <p:cNvSpPr/>
          <p:nvPr/>
        </p:nvSpPr>
        <p:spPr>
          <a:xfrm>
            <a:off x="959262" y="2013220"/>
            <a:ext cx="3352800" cy="3402305"/>
          </a:xfrm>
          <a:prstGeom prst="pie">
            <a:avLst>
              <a:gd name="adj1" fmla="val 2366469"/>
              <a:gd name="adj2" fmla="val 1703578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5" name="饼形 14"/>
          <p:cNvSpPr/>
          <p:nvPr/>
        </p:nvSpPr>
        <p:spPr>
          <a:xfrm>
            <a:off x="959262" y="2013220"/>
            <a:ext cx="3352800" cy="3402305"/>
          </a:xfrm>
          <a:prstGeom prst="pie">
            <a:avLst>
              <a:gd name="adj1" fmla="val 0"/>
              <a:gd name="adj2" fmla="val 2364327"/>
            </a:avLst>
          </a:prstGeom>
          <a:solidFill>
            <a:schemeClr val="bg1">
              <a:lumMod val="6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6" name="饼形 15"/>
          <p:cNvSpPr/>
          <p:nvPr/>
        </p:nvSpPr>
        <p:spPr>
          <a:xfrm>
            <a:off x="959262" y="2013220"/>
            <a:ext cx="3352800" cy="3402305"/>
          </a:xfrm>
          <a:prstGeom prst="pie">
            <a:avLst>
              <a:gd name="adj1" fmla="val 17035259"/>
              <a:gd name="adj2" fmla="val 21572205"/>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7" name="文本框 16"/>
          <p:cNvSpPr txBox="1"/>
          <p:nvPr/>
        </p:nvSpPr>
        <p:spPr>
          <a:xfrm>
            <a:off x="3160439" y="2898159"/>
            <a:ext cx="705642" cy="400110"/>
          </a:xfrm>
          <a:prstGeom prst="rect">
            <a:avLst/>
          </a:prstGeom>
          <a:noFill/>
        </p:spPr>
        <p:txBody>
          <a:bodyPr wrap="none" rtlCol="0">
            <a:spAutoFit/>
          </a:bodyPr>
          <a:lstStyle/>
          <a:p>
            <a:r>
              <a:rPr kumimoji="1" lang="en-US" altLang="zh-CN" sz="2000">
                <a:solidFill>
                  <a:schemeClr val="tx1">
                    <a:lumMod val="65000"/>
                    <a:lumOff val="35000"/>
                  </a:schemeClr>
                </a:solidFill>
                <a:latin typeface="+mn-ea"/>
              </a:rPr>
              <a:t>22%</a:t>
            </a:r>
            <a:endParaRPr kumimoji="1" lang="zh-CN" altLang="en-US" sz="2000">
              <a:solidFill>
                <a:schemeClr val="tx1">
                  <a:lumMod val="65000"/>
                  <a:lumOff val="35000"/>
                </a:schemeClr>
              </a:solidFill>
              <a:latin typeface="+mn-ea"/>
            </a:endParaRPr>
          </a:p>
        </p:txBody>
      </p:sp>
      <p:sp>
        <p:nvSpPr>
          <p:cNvPr id="18" name="文本框 17"/>
          <p:cNvSpPr txBox="1"/>
          <p:nvPr/>
        </p:nvSpPr>
        <p:spPr>
          <a:xfrm>
            <a:off x="3397662" y="3808784"/>
            <a:ext cx="705642" cy="400110"/>
          </a:xfrm>
          <a:prstGeom prst="rect">
            <a:avLst/>
          </a:prstGeom>
          <a:noFill/>
        </p:spPr>
        <p:txBody>
          <a:bodyPr wrap="none" rtlCol="0">
            <a:spAutoFit/>
          </a:bodyPr>
          <a:lstStyle/>
          <a:p>
            <a:r>
              <a:rPr kumimoji="1" lang="en-US" altLang="zh-CN" sz="2000">
                <a:solidFill>
                  <a:schemeClr val="bg1"/>
                </a:solidFill>
                <a:latin typeface="+mn-ea"/>
              </a:rPr>
              <a:t>16%</a:t>
            </a:r>
            <a:endParaRPr kumimoji="1" lang="zh-CN" altLang="en-US" sz="2000">
              <a:solidFill>
                <a:schemeClr val="bg1"/>
              </a:solidFill>
              <a:latin typeface="+mn-ea"/>
            </a:endParaRPr>
          </a:p>
        </p:txBody>
      </p:sp>
      <p:sp>
        <p:nvSpPr>
          <p:cNvPr id="19" name="文本框 18"/>
          <p:cNvSpPr txBox="1"/>
          <p:nvPr/>
        </p:nvSpPr>
        <p:spPr>
          <a:xfrm>
            <a:off x="1628790" y="3583329"/>
            <a:ext cx="705642" cy="400110"/>
          </a:xfrm>
          <a:prstGeom prst="rect">
            <a:avLst/>
          </a:prstGeom>
          <a:noFill/>
        </p:spPr>
        <p:txBody>
          <a:bodyPr wrap="none" rtlCol="0">
            <a:spAutoFit/>
          </a:bodyPr>
          <a:lstStyle/>
          <a:p>
            <a:r>
              <a:rPr kumimoji="1" lang="en-US" altLang="zh-CN" sz="2000">
                <a:solidFill>
                  <a:schemeClr val="bg1"/>
                </a:solidFill>
                <a:latin typeface="+mn-ea"/>
              </a:rPr>
              <a:t>62%</a:t>
            </a:r>
            <a:endParaRPr kumimoji="1" lang="zh-CN" altLang="en-US" sz="2000">
              <a:solidFill>
                <a:schemeClr val="bg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animBg="1"/>
      <p:bldP spid="7" grpId="0" animBg="1"/>
      <p:bldP spid="8" grpId="0" animBg="1"/>
      <p:bldP spid="9" grpId="0"/>
      <p:bldP spid="10" grpId="0"/>
      <p:bldP spid="11" grpId="0"/>
      <p:bldP spid="12" grpId="0"/>
      <p:bldP spid="13"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70393" y="1546228"/>
            <a:ext cx="2221054" cy="828837"/>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p:cNvSpPr/>
          <p:nvPr/>
        </p:nvSpPr>
        <p:spPr>
          <a:xfrm>
            <a:off x="4507730" y="1424652"/>
            <a:ext cx="243152" cy="243152"/>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圆角矩形 3"/>
          <p:cNvSpPr/>
          <p:nvPr/>
        </p:nvSpPr>
        <p:spPr>
          <a:xfrm>
            <a:off x="4750882" y="1887516"/>
            <a:ext cx="127491" cy="127491"/>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圆角矩形 4"/>
          <p:cNvSpPr/>
          <p:nvPr/>
        </p:nvSpPr>
        <p:spPr>
          <a:xfrm>
            <a:off x="7318469" y="1320858"/>
            <a:ext cx="209070" cy="209070"/>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p:cNvSpPr txBox="1"/>
          <p:nvPr/>
        </p:nvSpPr>
        <p:spPr>
          <a:xfrm>
            <a:off x="5281898" y="1565553"/>
            <a:ext cx="1798045" cy="523220"/>
          </a:xfrm>
          <a:prstGeom prst="rect">
            <a:avLst/>
          </a:prstGeom>
          <a:noFill/>
        </p:spPr>
        <p:txBody>
          <a:bodyPr wrap="square" rtlCol="0">
            <a:spAutoFit/>
          </a:bodyPr>
          <a:lstStyle/>
          <a:p>
            <a:pPr algn="dist"/>
            <a:r>
              <a:rPr kumimoji="1" lang="zh-CN" altLang="en-US" sz="2800">
                <a:solidFill>
                  <a:schemeClr val="tx2"/>
                </a:solidFill>
                <a:latin typeface="+mj-ea"/>
                <a:ea typeface="+mj-ea"/>
              </a:rPr>
              <a:t>第二部分</a:t>
            </a:r>
            <a:endParaRPr kumimoji="1" lang="zh-CN" altLang="en-US" sz="2800">
              <a:solidFill>
                <a:schemeClr val="tx2"/>
              </a:solidFill>
              <a:latin typeface="+mj-ea"/>
              <a:ea typeface="+mj-ea"/>
            </a:endParaRPr>
          </a:p>
        </p:txBody>
      </p:sp>
      <p:sp>
        <p:nvSpPr>
          <p:cNvPr id="7" name="文本框 6"/>
          <p:cNvSpPr txBox="1"/>
          <p:nvPr/>
        </p:nvSpPr>
        <p:spPr>
          <a:xfrm>
            <a:off x="5293773" y="1998761"/>
            <a:ext cx="1774295" cy="338554"/>
          </a:xfrm>
          <a:prstGeom prst="rect">
            <a:avLst/>
          </a:prstGeom>
          <a:noFill/>
        </p:spPr>
        <p:txBody>
          <a:bodyPr wrap="square" rtlCol="0">
            <a:spAutoFit/>
          </a:bodyPr>
          <a:lstStyle/>
          <a:p>
            <a:pPr algn="dist"/>
            <a:r>
              <a:rPr kumimoji="1" lang="en-US" altLang="zh-CN" sz="1600">
                <a:solidFill>
                  <a:schemeClr val="bg1"/>
                </a:solidFill>
                <a:latin typeface="+mn-ea"/>
              </a:rPr>
              <a:t>PART</a:t>
            </a:r>
            <a:r>
              <a:rPr kumimoji="1" lang="zh-CN" altLang="en-US" sz="1600">
                <a:solidFill>
                  <a:schemeClr val="bg1"/>
                </a:solidFill>
                <a:latin typeface="+mn-ea"/>
              </a:rPr>
              <a:t> </a:t>
            </a:r>
            <a:r>
              <a:rPr kumimoji="1" lang="en-US" altLang="zh-CN" sz="1600">
                <a:solidFill>
                  <a:schemeClr val="bg1"/>
                </a:solidFill>
                <a:latin typeface="+mn-ea"/>
              </a:rPr>
              <a:t>02</a:t>
            </a:r>
            <a:endParaRPr kumimoji="1" lang="zh-CN" altLang="en-US" sz="1600">
              <a:solidFill>
                <a:schemeClr val="tx2"/>
              </a:solidFill>
              <a:latin typeface="+mn-ea"/>
            </a:endParaRPr>
          </a:p>
        </p:txBody>
      </p:sp>
      <p:sp>
        <p:nvSpPr>
          <p:cNvPr id="8" name="文本框 7"/>
          <p:cNvSpPr txBox="1"/>
          <p:nvPr/>
        </p:nvSpPr>
        <p:spPr>
          <a:xfrm>
            <a:off x="3126238" y="2770523"/>
            <a:ext cx="6109365" cy="1107996"/>
          </a:xfrm>
          <a:prstGeom prst="rect">
            <a:avLst/>
          </a:prstGeom>
          <a:noFill/>
        </p:spPr>
        <p:txBody>
          <a:bodyPr wrap="none" rtlCol="0">
            <a:spAutoFit/>
          </a:bodyPr>
          <a:lstStyle/>
          <a:p>
            <a:r>
              <a:rPr kumimoji="1" lang="zh-CN" altLang="en-US" sz="6600">
                <a:solidFill>
                  <a:schemeClr val="tx2"/>
                </a:solidFill>
                <a:latin typeface="+mn-ea"/>
              </a:rPr>
              <a:t>新产品研发方案</a:t>
            </a:r>
            <a:endParaRPr kumimoji="1" lang="zh-CN" altLang="en-US" sz="6600">
              <a:solidFill>
                <a:schemeClr val="tx2"/>
              </a:solidFill>
              <a:latin typeface="+mn-ea"/>
            </a:endParaRPr>
          </a:p>
        </p:txBody>
      </p:sp>
      <p:sp>
        <p:nvSpPr>
          <p:cNvPr id="9" name="文本框 8"/>
          <p:cNvSpPr txBox="1"/>
          <p:nvPr/>
        </p:nvSpPr>
        <p:spPr>
          <a:xfrm>
            <a:off x="2944894" y="3878519"/>
            <a:ext cx="6472052" cy="557012"/>
          </a:xfrm>
          <a:prstGeom prst="rect">
            <a:avLst/>
          </a:prstGeom>
          <a:noFill/>
        </p:spPr>
        <p:txBody>
          <a:bodyPr wrap="square" rtlCol="0">
            <a:spAutoFit/>
          </a:bodyPr>
          <a:lstStyle/>
          <a:p>
            <a:pPr algn="ctr">
              <a:lnSpc>
                <a:spcPct val="150000"/>
              </a:lnSpc>
            </a:pPr>
            <a:r>
              <a:rPr lang="en-GB" altLang="zh-CN" sz="1050">
                <a:solidFill>
                  <a:schemeClr val="tx1">
                    <a:lumMod val="50000"/>
                    <a:lumOff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50">
              <a:solidFill>
                <a:schemeClr val="tx1">
                  <a:lumMod val="50000"/>
                  <a:lumOff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新产品研发方案</a:t>
            </a:r>
            <a:endParaRPr kumimoji="1" lang="zh-CN" altLang="en-US" sz="2400">
              <a:solidFill>
                <a:schemeClr val="tx2"/>
              </a:solidFill>
              <a:latin typeface="+mn-ea"/>
            </a:endParaRPr>
          </a:p>
        </p:txBody>
      </p:sp>
      <p:sp>
        <p:nvSpPr>
          <p:cNvPr id="3" name="矩形 2"/>
          <p:cNvSpPr/>
          <p:nvPr/>
        </p:nvSpPr>
        <p:spPr>
          <a:xfrm>
            <a:off x="3202641" y="3725882"/>
            <a:ext cx="2123854" cy="2123854"/>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4" name="直线连接符 3"/>
          <p:cNvCxnSpPr/>
          <p:nvPr/>
        </p:nvCxnSpPr>
        <p:spPr>
          <a:xfrm>
            <a:off x="1024904" y="3725882"/>
            <a:ext cx="430159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5" name="直线连接符 4"/>
          <p:cNvCxnSpPr/>
          <p:nvPr/>
        </p:nvCxnSpPr>
        <p:spPr>
          <a:xfrm flipV="1">
            <a:off x="3188399" y="1731982"/>
            <a:ext cx="0" cy="410845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3303563" y="4099620"/>
            <a:ext cx="1018227" cy="369332"/>
          </a:xfrm>
          <a:prstGeom prst="rect">
            <a:avLst/>
          </a:prstGeom>
          <a:noFill/>
        </p:spPr>
        <p:txBody>
          <a:bodyPr wrap="none" rtlCol="0">
            <a:spAutoFit/>
          </a:bodyPr>
          <a:lstStyle/>
          <a:p>
            <a:r>
              <a:rPr kumimoji="1" lang="en-US" altLang="zh-CN">
                <a:solidFill>
                  <a:schemeClr val="bg1"/>
                </a:solidFill>
                <a:latin typeface="+mj-ea"/>
                <a:ea typeface="+mj-ea"/>
              </a:rPr>
              <a:t>PLAN D</a:t>
            </a:r>
            <a:endParaRPr kumimoji="1" lang="zh-CN" altLang="en-US">
              <a:solidFill>
                <a:schemeClr val="bg1"/>
              </a:solidFill>
              <a:latin typeface="+mj-ea"/>
              <a:ea typeface="+mj-ea"/>
            </a:endParaRPr>
          </a:p>
        </p:txBody>
      </p:sp>
      <p:sp>
        <p:nvSpPr>
          <p:cNvPr id="7" name="文本框 6"/>
          <p:cNvSpPr txBox="1"/>
          <p:nvPr/>
        </p:nvSpPr>
        <p:spPr>
          <a:xfrm>
            <a:off x="3303564" y="4562791"/>
            <a:ext cx="1179932" cy="307777"/>
          </a:xfrm>
          <a:prstGeom prst="rect">
            <a:avLst/>
          </a:prstGeom>
          <a:noFill/>
        </p:spPr>
        <p:txBody>
          <a:bodyPr wrap="square" rtlCol="0">
            <a:spAutoFit/>
          </a:bodyPr>
          <a:lstStyle/>
          <a:p>
            <a:pPr algn="dist"/>
            <a:r>
              <a:rPr lang="zh-CN" altLang="en-US" sz="1400" dirty="0">
                <a:solidFill>
                  <a:schemeClr val="bg1"/>
                </a:solidFill>
                <a:latin typeface="+mj-ea"/>
                <a:ea typeface="+mj-ea"/>
                <a:cs typeface="+mn-ea"/>
                <a:sym typeface="Arial" panose="020B0604020202020204" pitchFamily="34" charset="0"/>
              </a:rPr>
              <a:t>添加标题</a:t>
            </a:r>
            <a:endParaRPr lang="zh-CN" altLang="en-US" sz="1400" dirty="0">
              <a:solidFill>
                <a:schemeClr val="bg1"/>
              </a:solidFill>
              <a:latin typeface="+mj-ea"/>
              <a:ea typeface="+mj-ea"/>
              <a:cs typeface="+mn-ea"/>
              <a:sym typeface="Arial" panose="020B0604020202020204" pitchFamily="34" charset="0"/>
            </a:endParaRPr>
          </a:p>
        </p:txBody>
      </p:sp>
      <p:sp>
        <p:nvSpPr>
          <p:cNvPr id="8" name="文本框 7"/>
          <p:cNvSpPr txBox="1"/>
          <p:nvPr/>
        </p:nvSpPr>
        <p:spPr>
          <a:xfrm>
            <a:off x="3303563" y="4899391"/>
            <a:ext cx="1886941" cy="734496"/>
          </a:xfrm>
          <a:prstGeom prst="rect">
            <a:avLst/>
          </a:prstGeom>
          <a:noFill/>
        </p:spPr>
        <p:txBody>
          <a:bodyPr wrap="square" rtlCol="0">
            <a:spAutoFit/>
          </a:bodyPr>
          <a:lstStyle/>
          <a:p>
            <a:pPr>
              <a:lnSpc>
                <a:spcPct val="120000"/>
              </a:lnSpc>
            </a:pPr>
            <a:r>
              <a:rPr lang="zh-CN" altLang="en-US" sz="1200" dirty="0">
                <a:solidFill>
                  <a:schemeClr val="bg1"/>
                </a:solidFill>
                <a:latin typeface="Arial" panose="020B0604020202020204" pitchFamily="34" charset="0"/>
                <a:ea typeface="思源黑体 CN Regular" panose="020B0500000000000000" pitchFamily="34" charset="-122"/>
                <a:cs typeface="+mn-ea"/>
                <a:sym typeface="Arial" panose="020B0604020202020204" pitchFamily="34" charset="0"/>
              </a:rPr>
              <a:t>单击此处添加内容，内容要与标题相符，可以直接复制粘贴。</a:t>
            </a:r>
            <a:endParaRPr lang="zh-CN" altLang="en-US" sz="1200" dirty="0">
              <a:solidFill>
                <a:schemeClr val="bg1"/>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9" name="文本框 8"/>
          <p:cNvSpPr txBox="1"/>
          <p:nvPr/>
        </p:nvSpPr>
        <p:spPr>
          <a:xfrm>
            <a:off x="1151904" y="4102452"/>
            <a:ext cx="997389" cy="369332"/>
          </a:xfrm>
          <a:prstGeom prst="rect">
            <a:avLst/>
          </a:prstGeom>
          <a:noFill/>
        </p:spPr>
        <p:txBody>
          <a:bodyPr wrap="none" rtlCol="0">
            <a:spAutoFit/>
          </a:bodyPr>
          <a:lstStyle/>
          <a:p>
            <a:r>
              <a:rPr kumimoji="1" lang="en-US" altLang="zh-CN">
                <a:solidFill>
                  <a:schemeClr val="tx2"/>
                </a:solidFill>
                <a:latin typeface="+mj-ea"/>
                <a:ea typeface="+mj-ea"/>
              </a:rPr>
              <a:t>PLAN C</a:t>
            </a:r>
            <a:endParaRPr kumimoji="1" lang="zh-CN" altLang="en-US">
              <a:solidFill>
                <a:schemeClr val="tx2"/>
              </a:solidFill>
              <a:latin typeface="+mj-ea"/>
              <a:ea typeface="+mj-ea"/>
            </a:endParaRPr>
          </a:p>
        </p:txBody>
      </p:sp>
      <p:sp>
        <p:nvSpPr>
          <p:cNvPr id="10" name="文本框 9"/>
          <p:cNvSpPr txBox="1"/>
          <p:nvPr/>
        </p:nvSpPr>
        <p:spPr>
          <a:xfrm>
            <a:off x="1151905" y="4565623"/>
            <a:ext cx="1179932" cy="307777"/>
          </a:xfrm>
          <a:prstGeom prst="rect">
            <a:avLst/>
          </a:prstGeom>
          <a:noFill/>
        </p:spPr>
        <p:txBody>
          <a:bodyPr wrap="square" rtlCol="0">
            <a:spAutoFit/>
          </a:bodyPr>
          <a:lstStyle/>
          <a:p>
            <a:pPr algn="dist"/>
            <a:r>
              <a:rPr lang="zh-CN" altLang="en-US" sz="1400" dirty="0">
                <a:solidFill>
                  <a:schemeClr val="tx1">
                    <a:lumMod val="65000"/>
                    <a:lumOff val="35000"/>
                  </a:schemeClr>
                </a:solidFill>
                <a:latin typeface="+mj-ea"/>
                <a:ea typeface="+mj-ea"/>
                <a:cs typeface="+mn-ea"/>
                <a:sym typeface="Arial" panose="020B0604020202020204" pitchFamily="34" charset="0"/>
              </a:rPr>
              <a:t>添加标题</a:t>
            </a:r>
            <a:endParaRPr lang="zh-CN" altLang="en-US" sz="1400" dirty="0">
              <a:solidFill>
                <a:schemeClr val="tx1">
                  <a:lumMod val="65000"/>
                  <a:lumOff val="35000"/>
                </a:schemeClr>
              </a:solidFill>
              <a:latin typeface="+mj-ea"/>
              <a:ea typeface="+mj-ea"/>
              <a:cs typeface="+mn-ea"/>
              <a:sym typeface="Arial" panose="020B0604020202020204" pitchFamily="34" charset="0"/>
            </a:endParaRPr>
          </a:p>
        </p:txBody>
      </p:sp>
      <p:sp>
        <p:nvSpPr>
          <p:cNvPr id="11" name="文本框 10"/>
          <p:cNvSpPr txBox="1"/>
          <p:nvPr/>
        </p:nvSpPr>
        <p:spPr>
          <a:xfrm>
            <a:off x="1151904" y="4902223"/>
            <a:ext cx="1886941" cy="734496"/>
          </a:xfrm>
          <a:prstGeom prst="rect">
            <a:avLst/>
          </a:prstGeom>
          <a:noFill/>
        </p:spPr>
        <p:txBody>
          <a:bodyPr wrap="square" rtlCol="0">
            <a:spAutoFit/>
          </a:bodyPr>
          <a:lstStyle/>
          <a:p>
            <a:pPr>
              <a:lnSpc>
                <a:spcPct val="120000"/>
              </a:lnSpc>
            </a:pPr>
            <a:r>
              <a:rPr lang="zh-CN" altLang="en-US" sz="12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rPr>
              <a:t>单击此处添加内容，内容要与标题相符，可以直接复制粘贴。</a:t>
            </a:r>
            <a:endParaRPr lang="zh-CN" altLang="en-US" sz="12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12" name="文本框 11"/>
          <p:cNvSpPr txBox="1"/>
          <p:nvPr/>
        </p:nvSpPr>
        <p:spPr>
          <a:xfrm>
            <a:off x="1151904" y="1852197"/>
            <a:ext cx="992579" cy="369332"/>
          </a:xfrm>
          <a:prstGeom prst="rect">
            <a:avLst/>
          </a:prstGeom>
          <a:noFill/>
        </p:spPr>
        <p:txBody>
          <a:bodyPr wrap="none" rtlCol="0">
            <a:spAutoFit/>
          </a:bodyPr>
          <a:lstStyle/>
          <a:p>
            <a:r>
              <a:rPr kumimoji="1" lang="en-US" altLang="zh-CN">
                <a:solidFill>
                  <a:schemeClr val="tx2"/>
                </a:solidFill>
                <a:latin typeface="+mj-ea"/>
                <a:ea typeface="+mj-ea"/>
              </a:rPr>
              <a:t>PLAN A</a:t>
            </a:r>
            <a:endParaRPr kumimoji="1" lang="zh-CN" altLang="en-US">
              <a:solidFill>
                <a:schemeClr val="tx2"/>
              </a:solidFill>
              <a:latin typeface="+mj-ea"/>
              <a:ea typeface="+mj-ea"/>
            </a:endParaRPr>
          </a:p>
        </p:txBody>
      </p:sp>
      <p:sp>
        <p:nvSpPr>
          <p:cNvPr id="13" name="文本框 12"/>
          <p:cNvSpPr txBox="1"/>
          <p:nvPr/>
        </p:nvSpPr>
        <p:spPr>
          <a:xfrm>
            <a:off x="1151905" y="2315368"/>
            <a:ext cx="1179932" cy="307777"/>
          </a:xfrm>
          <a:prstGeom prst="rect">
            <a:avLst/>
          </a:prstGeom>
          <a:noFill/>
        </p:spPr>
        <p:txBody>
          <a:bodyPr wrap="square" rtlCol="0">
            <a:spAutoFit/>
          </a:bodyPr>
          <a:lstStyle/>
          <a:p>
            <a:pPr algn="dist"/>
            <a:r>
              <a:rPr lang="zh-CN" altLang="en-US" sz="1400" dirty="0">
                <a:solidFill>
                  <a:schemeClr val="tx1">
                    <a:lumMod val="65000"/>
                    <a:lumOff val="35000"/>
                  </a:schemeClr>
                </a:solidFill>
                <a:latin typeface="+mj-ea"/>
                <a:ea typeface="+mj-ea"/>
                <a:cs typeface="+mn-ea"/>
                <a:sym typeface="Arial" panose="020B0604020202020204" pitchFamily="34" charset="0"/>
              </a:rPr>
              <a:t>添加标题</a:t>
            </a:r>
            <a:endParaRPr lang="zh-CN" altLang="en-US" sz="1400" dirty="0">
              <a:solidFill>
                <a:schemeClr val="tx1">
                  <a:lumMod val="65000"/>
                  <a:lumOff val="35000"/>
                </a:schemeClr>
              </a:solidFill>
              <a:latin typeface="+mj-ea"/>
              <a:ea typeface="+mj-ea"/>
              <a:cs typeface="+mn-ea"/>
              <a:sym typeface="Arial" panose="020B0604020202020204" pitchFamily="34" charset="0"/>
            </a:endParaRPr>
          </a:p>
        </p:txBody>
      </p:sp>
      <p:sp>
        <p:nvSpPr>
          <p:cNvPr id="14" name="文本框 13"/>
          <p:cNvSpPr txBox="1"/>
          <p:nvPr/>
        </p:nvSpPr>
        <p:spPr>
          <a:xfrm>
            <a:off x="1151904" y="2651968"/>
            <a:ext cx="1886941" cy="734496"/>
          </a:xfrm>
          <a:prstGeom prst="rect">
            <a:avLst/>
          </a:prstGeom>
          <a:noFill/>
        </p:spPr>
        <p:txBody>
          <a:bodyPr wrap="square" rtlCol="0">
            <a:spAutoFit/>
          </a:bodyPr>
          <a:lstStyle/>
          <a:p>
            <a:pPr>
              <a:lnSpc>
                <a:spcPct val="120000"/>
              </a:lnSpc>
            </a:pPr>
            <a:r>
              <a:rPr lang="zh-CN" altLang="en-US" sz="12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rPr>
              <a:t>单击此处添加内容，内容要与标题相符，可以直接复制粘贴。</a:t>
            </a:r>
            <a:endParaRPr lang="zh-CN" altLang="en-US" sz="12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15" name="文本框 14"/>
          <p:cNvSpPr txBox="1"/>
          <p:nvPr/>
        </p:nvSpPr>
        <p:spPr>
          <a:xfrm>
            <a:off x="3303563" y="1852197"/>
            <a:ext cx="1002197" cy="369332"/>
          </a:xfrm>
          <a:prstGeom prst="rect">
            <a:avLst/>
          </a:prstGeom>
          <a:noFill/>
        </p:spPr>
        <p:txBody>
          <a:bodyPr wrap="none" rtlCol="0">
            <a:spAutoFit/>
          </a:bodyPr>
          <a:lstStyle/>
          <a:p>
            <a:r>
              <a:rPr kumimoji="1" lang="en-US" altLang="zh-CN">
                <a:solidFill>
                  <a:schemeClr val="tx2"/>
                </a:solidFill>
                <a:latin typeface="+mj-ea"/>
                <a:ea typeface="+mj-ea"/>
              </a:rPr>
              <a:t>PLAN B</a:t>
            </a:r>
            <a:endParaRPr kumimoji="1" lang="zh-CN" altLang="en-US">
              <a:solidFill>
                <a:schemeClr val="tx2"/>
              </a:solidFill>
              <a:latin typeface="+mj-ea"/>
              <a:ea typeface="+mj-ea"/>
            </a:endParaRPr>
          </a:p>
        </p:txBody>
      </p:sp>
      <p:sp>
        <p:nvSpPr>
          <p:cNvPr id="16" name="文本框 15"/>
          <p:cNvSpPr txBox="1"/>
          <p:nvPr/>
        </p:nvSpPr>
        <p:spPr>
          <a:xfrm>
            <a:off x="3303564" y="2315368"/>
            <a:ext cx="1179932" cy="307777"/>
          </a:xfrm>
          <a:prstGeom prst="rect">
            <a:avLst/>
          </a:prstGeom>
          <a:noFill/>
        </p:spPr>
        <p:txBody>
          <a:bodyPr wrap="square" rtlCol="0">
            <a:spAutoFit/>
          </a:bodyPr>
          <a:lstStyle/>
          <a:p>
            <a:pPr algn="dist"/>
            <a:r>
              <a:rPr lang="zh-CN" altLang="en-US" sz="1400" dirty="0">
                <a:solidFill>
                  <a:schemeClr val="tx1">
                    <a:lumMod val="65000"/>
                    <a:lumOff val="35000"/>
                  </a:schemeClr>
                </a:solidFill>
                <a:latin typeface="+mj-ea"/>
                <a:ea typeface="+mj-ea"/>
                <a:cs typeface="+mn-ea"/>
                <a:sym typeface="Arial" panose="020B0604020202020204" pitchFamily="34" charset="0"/>
              </a:rPr>
              <a:t>添加标题</a:t>
            </a:r>
            <a:endParaRPr lang="zh-CN" altLang="en-US" sz="1400" dirty="0">
              <a:solidFill>
                <a:schemeClr val="tx1">
                  <a:lumMod val="65000"/>
                  <a:lumOff val="35000"/>
                </a:schemeClr>
              </a:solidFill>
              <a:latin typeface="+mj-ea"/>
              <a:ea typeface="+mj-ea"/>
              <a:cs typeface="+mn-ea"/>
              <a:sym typeface="Arial" panose="020B0604020202020204" pitchFamily="34" charset="0"/>
            </a:endParaRPr>
          </a:p>
        </p:txBody>
      </p:sp>
      <p:sp>
        <p:nvSpPr>
          <p:cNvPr id="17" name="文本框 16"/>
          <p:cNvSpPr txBox="1"/>
          <p:nvPr/>
        </p:nvSpPr>
        <p:spPr>
          <a:xfrm>
            <a:off x="3303563" y="2651968"/>
            <a:ext cx="1886941" cy="734496"/>
          </a:xfrm>
          <a:prstGeom prst="rect">
            <a:avLst/>
          </a:prstGeom>
          <a:noFill/>
        </p:spPr>
        <p:txBody>
          <a:bodyPr wrap="square" rtlCol="0">
            <a:spAutoFit/>
          </a:bodyPr>
          <a:lstStyle/>
          <a:p>
            <a:pPr>
              <a:lnSpc>
                <a:spcPct val="120000"/>
              </a:lnSpc>
            </a:pPr>
            <a:r>
              <a:rPr lang="zh-CN" altLang="en-US" sz="12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rPr>
              <a:t>单击此处添加内容，内容要与标题相符，可以直接复制粘贴。</a:t>
            </a:r>
            <a:endParaRPr lang="zh-CN" altLang="en-US" sz="1200" dirty="0">
              <a:solidFill>
                <a:schemeClr val="tx1">
                  <a:lumMod val="50000"/>
                  <a:lumOff val="50000"/>
                </a:schemeClr>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pic>
        <p:nvPicPr>
          <p:cNvPr id="40" name="그래픽 2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95662" y="1796838"/>
            <a:ext cx="371436" cy="222862"/>
          </a:xfrm>
          <a:prstGeom prst="rect">
            <a:avLst/>
          </a:prstGeom>
        </p:spPr>
      </p:pic>
      <p:pic>
        <p:nvPicPr>
          <p:cNvPr id="41" name="그래픽 2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795663" y="3383646"/>
            <a:ext cx="371435" cy="360823"/>
          </a:xfrm>
          <a:prstGeom prst="rect">
            <a:avLst/>
          </a:prstGeom>
        </p:spPr>
      </p:pic>
      <p:pic>
        <p:nvPicPr>
          <p:cNvPr id="42" name="그래픽 2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846313" y="4942487"/>
            <a:ext cx="270135" cy="256629"/>
          </a:xfrm>
          <a:prstGeom prst="rect">
            <a:avLst/>
          </a:prstGeom>
        </p:spPr>
      </p:pic>
      <p:sp>
        <p:nvSpPr>
          <p:cNvPr id="43" name="文本框 42"/>
          <p:cNvSpPr txBox="1"/>
          <p:nvPr/>
        </p:nvSpPr>
        <p:spPr>
          <a:xfrm>
            <a:off x="7248998" y="2032400"/>
            <a:ext cx="3791097" cy="599267"/>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en-US" altLang="zh-CN" sz="1200" dirty="0">
              <a:solidFill>
                <a:schemeClr val="tx1">
                  <a:lumMod val="50000"/>
                  <a:lumOff val="50000"/>
                </a:schemeClr>
              </a:solidFill>
              <a:latin typeface="+mn-ea"/>
              <a:cs typeface="+mn-ea"/>
              <a:sym typeface="+mn-lt"/>
            </a:endParaRPr>
          </a:p>
        </p:txBody>
      </p:sp>
      <p:sp>
        <p:nvSpPr>
          <p:cNvPr id="44" name="文本框 43"/>
          <p:cNvSpPr txBox="1"/>
          <p:nvPr/>
        </p:nvSpPr>
        <p:spPr>
          <a:xfrm>
            <a:off x="7248998" y="1719246"/>
            <a:ext cx="1620957" cy="338554"/>
          </a:xfrm>
          <a:prstGeom prst="rect">
            <a:avLst/>
          </a:prstGeom>
          <a:noFill/>
        </p:spPr>
        <p:txBody>
          <a:bodyPr wrap="none" rtlCol="0">
            <a:spAutoFit/>
          </a:bodyPr>
          <a:lstStyle/>
          <a:p>
            <a:r>
              <a:rPr kumimoji="1" lang="zh-CN" altLang="en-US" sz="1600" dirty="0">
                <a:solidFill>
                  <a:schemeClr val="tx1">
                    <a:lumMod val="75000"/>
                    <a:lumOff val="25000"/>
                  </a:schemeClr>
                </a:solidFill>
                <a:latin typeface="+mn-ea"/>
              </a:rPr>
              <a:t>请输入标题文字</a:t>
            </a:r>
            <a:endParaRPr kumimoji="1" lang="zh-CN" altLang="en-US" sz="1600" dirty="0">
              <a:solidFill>
                <a:schemeClr val="tx1">
                  <a:lumMod val="75000"/>
                  <a:lumOff val="25000"/>
                </a:schemeClr>
              </a:solidFill>
              <a:latin typeface="+mn-ea"/>
            </a:endParaRPr>
          </a:p>
        </p:txBody>
      </p:sp>
      <p:sp>
        <p:nvSpPr>
          <p:cNvPr id="45" name="文本框 44"/>
          <p:cNvSpPr txBox="1"/>
          <p:nvPr/>
        </p:nvSpPr>
        <p:spPr>
          <a:xfrm>
            <a:off x="7248998" y="3645742"/>
            <a:ext cx="3791097" cy="599267"/>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en-US" altLang="zh-CN" sz="1200" dirty="0">
              <a:solidFill>
                <a:schemeClr val="tx1">
                  <a:lumMod val="50000"/>
                  <a:lumOff val="50000"/>
                </a:schemeClr>
              </a:solidFill>
              <a:latin typeface="+mn-ea"/>
              <a:cs typeface="+mn-ea"/>
              <a:sym typeface="+mn-lt"/>
            </a:endParaRPr>
          </a:p>
        </p:txBody>
      </p:sp>
      <p:sp>
        <p:nvSpPr>
          <p:cNvPr id="46" name="文本框 45"/>
          <p:cNvSpPr txBox="1"/>
          <p:nvPr/>
        </p:nvSpPr>
        <p:spPr>
          <a:xfrm>
            <a:off x="7248998" y="3332588"/>
            <a:ext cx="1620957" cy="338554"/>
          </a:xfrm>
          <a:prstGeom prst="rect">
            <a:avLst/>
          </a:prstGeom>
          <a:noFill/>
        </p:spPr>
        <p:txBody>
          <a:bodyPr wrap="none" rtlCol="0">
            <a:spAutoFit/>
          </a:bodyPr>
          <a:lstStyle/>
          <a:p>
            <a:r>
              <a:rPr kumimoji="1" lang="zh-CN" altLang="en-US" sz="1600" dirty="0">
                <a:solidFill>
                  <a:schemeClr val="tx1">
                    <a:lumMod val="75000"/>
                    <a:lumOff val="25000"/>
                  </a:schemeClr>
                </a:solidFill>
                <a:latin typeface="+mn-ea"/>
              </a:rPr>
              <a:t>请输入标题文字</a:t>
            </a:r>
            <a:endParaRPr kumimoji="1" lang="zh-CN" altLang="en-US" sz="1600" dirty="0">
              <a:solidFill>
                <a:schemeClr val="tx1">
                  <a:lumMod val="75000"/>
                  <a:lumOff val="25000"/>
                </a:schemeClr>
              </a:solidFill>
              <a:latin typeface="+mn-ea"/>
            </a:endParaRPr>
          </a:p>
        </p:txBody>
      </p:sp>
      <p:sp>
        <p:nvSpPr>
          <p:cNvPr id="47" name="文本框 46"/>
          <p:cNvSpPr txBox="1"/>
          <p:nvPr/>
        </p:nvSpPr>
        <p:spPr>
          <a:xfrm>
            <a:off x="7248998" y="5148316"/>
            <a:ext cx="3791097" cy="599267"/>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en-US" altLang="zh-CN" sz="1200" dirty="0">
              <a:solidFill>
                <a:schemeClr val="tx1">
                  <a:lumMod val="50000"/>
                  <a:lumOff val="50000"/>
                </a:schemeClr>
              </a:solidFill>
              <a:latin typeface="+mn-ea"/>
              <a:cs typeface="+mn-ea"/>
              <a:sym typeface="+mn-lt"/>
            </a:endParaRPr>
          </a:p>
        </p:txBody>
      </p:sp>
      <p:sp>
        <p:nvSpPr>
          <p:cNvPr id="48" name="文本框 47"/>
          <p:cNvSpPr txBox="1"/>
          <p:nvPr/>
        </p:nvSpPr>
        <p:spPr>
          <a:xfrm>
            <a:off x="7248998" y="4835162"/>
            <a:ext cx="1620957" cy="338554"/>
          </a:xfrm>
          <a:prstGeom prst="rect">
            <a:avLst/>
          </a:prstGeom>
          <a:noFill/>
        </p:spPr>
        <p:txBody>
          <a:bodyPr wrap="none" rtlCol="0">
            <a:spAutoFit/>
          </a:bodyPr>
          <a:lstStyle/>
          <a:p>
            <a:r>
              <a:rPr kumimoji="1" lang="zh-CN" altLang="en-US" sz="1600" dirty="0">
                <a:solidFill>
                  <a:schemeClr val="tx1">
                    <a:lumMod val="75000"/>
                    <a:lumOff val="25000"/>
                  </a:schemeClr>
                </a:solidFill>
                <a:latin typeface="+mn-ea"/>
              </a:rPr>
              <a:t>请输入标题文字</a:t>
            </a:r>
            <a:endParaRPr kumimoji="1" lang="zh-CN" altLang="en-US" sz="1600" dirty="0">
              <a:solidFill>
                <a:schemeClr val="tx1">
                  <a:lumMod val="75000"/>
                  <a:lumOff val="25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dissolve">
                                      <p:cBhvr>
                                        <p:cTn id="43" dur="500"/>
                                        <p:tgtEl>
                                          <p:spTgt spid="15"/>
                                        </p:tgtEl>
                                      </p:cBhvr>
                                    </p:animEffect>
                                  </p:childTnLst>
                                </p:cTn>
                              </p:par>
                              <p:par>
                                <p:cTn id="44" presetID="9" presetClass="entr" presetSubtype="0" fill="hold" grpId="0" nodeType="withEffect">
                                  <p:stCondLst>
                                    <p:cond delay="0"/>
                                  </p:stCondLst>
                                  <p:childTnLst>
                                    <p:set>
                                      <p:cBhvr>
                                        <p:cTn id="45" dur="1" fill="hold">
                                          <p:stCondLst>
                                            <p:cond delay="0"/>
                                          </p:stCondLst>
                                        </p:cTn>
                                        <p:tgtEl>
                                          <p:spTgt spid="16"/>
                                        </p:tgtEl>
                                        <p:attrNameLst>
                                          <p:attrName>style.visibility</p:attrName>
                                        </p:attrNameLst>
                                      </p:cBhvr>
                                      <p:to>
                                        <p:strVal val="visible"/>
                                      </p:to>
                                    </p:set>
                                    <p:animEffect transition="in" filter="dissolve">
                                      <p:cBhvr>
                                        <p:cTn id="46" dur="500"/>
                                        <p:tgtEl>
                                          <p:spTgt spid="16"/>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Effect transition="in" filter="dissolve">
                                      <p:cBhvr>
                                        <p:cTn id="49" dur="500"/>
                                        <p:tgtEl>
                                          <p:spTgt spid="17"/>
                                        </p:tgtEl>
                                      </p:cBhvr>
                                    </p:animEffect>
                                  </p:childTnLst>
                                </p:cTn>
                              </p:par>
                            </p:childTnLst>
                          </p:cTn>
                        </p:par>
                      </p:childTnLst>
                    </p:cTn>
                  </p:par>
                  <p:par>
                    <p:cTn id="50" fill="hold">
                      <p:stCondLst>
                        <p:cond delay="indefinite"/>
                      </p:stCondLst>
                      <p:childTnLst>
                        <p:par>
                          <p:cTn id="51" fill="hold">
                            <p:stCondLst>
                              <p:cond delay="0"/>
                            </p:stCondLst>
                            <p:childTnLst>
                              <p:par>
                                <p:cTn id="52" presetID="9" presetClass="entr" presetSubtype="0" fill="hold" nodeType="clickEffect">
                                  <p:stCondLst>
                                    <p:cond delay="0"/>
                                  </p:stCondLst>
                                  <p:childTnLst>
                                    <p:set>
                                      <p:cBhvr>
                                        <p:cTn id="53" dur="1" fill="hold">
                                          <p:stCondLst>
                                            <p:cond delay="0"/>
                                          </p:stCondLst>
                                        </p:cTn>
                                        <p:tgtEl>
                                          <p:spTgt spid="40"/>
                                        </p:tgtEl>
                                        <p:attrNameLst>
                                          <p:attrName>style.visibility</p:attrName>
                                        </p:attrNameLst>
                                      </p:cBhvr>
                                      <p:to>
                                        <p:strVal val="visible"/>
                                      </p:to>
                                    </p:set>
                                    <p:animEffect transition="in" filter="dissolve">
                                      <p:cBhvr>
                                        <p:cTn id="54" dur="500"/>
                                        <p:tgtEl>
                                          <p:spTgt spid="40"/>
                                        </p:tgtEl>
                                      </p:cBhvr>
                                    </p:animEffect>
                                  </p:childTnLst>
                                </p:cTn>
                              </p:par>
                              <p:par>
                                <p:cTn id="55" presetID="9" presetClass="entr" presetSubtype="0" fill="hold" nodeType="withEffect">
                                  <p:stCondLst>
                                    <p:cond delay="0"/>
                                  </p:stCondLst>
                                  <p:childTnLst>
                                    <p:set>
                                      <p:cBhvr>
                                        <p:cTn id="56" dur="1" fill="hold">
                                          <p:stCondLst>
                                            <p:cond delay="0"/>
                                          </p:stCondLst>
                                        </p:cTn>
                                        <p:tgtEl>
                                          <p:spTgt spid="41"/>
                                        </p:tgtEl>
                                        <p:attrNameLst>
                                          <p:attrName>style.visibility</p:attrName>
                                        </p:attrNameLst>
                                      </p:cBhvr>
                                      <p:to>
                                        <p:strVal val="visible"/>
                                      </p:to>
                                    </p:set>
                                    <p:animEffect transition="in" filter="dissolve">
                                      <p:cBhvr>
                                        <p:cTn id="57" dur="500"/>
                                        <p:tgtEl>
                                          <p:spTgt spid="41"/>
                                        </p:tgtEl>
                                      </p:cBhvr>
                                    </p:animEffect>
                                  </p:childTnLst>
                                </p:cTn>
                              </p:par>
                              <p:par>
                                <p:cTn id="58" presetID="9" presetClass="entr" presetSubtype="0" fill="hold" nodeType="withEffect">
                                  <p:stCondLst>
                                    <p:cond delay="0"/>
                                  </p:stCondLst>
                                  <p:childTnLst>
                                    <p:set>
                                      <p:cBhvr>
                                        <p:cTn id="59" dur="1" fill="hold">
                                          <p:stCondLst>
                                            <p:cond delay="0"/>
                                          </p:stCondLst>
                                        </p:cTn>
                                        <p:tgtEl>
                                          <p:spTgt spid="42"/>
                                        </p:tgtEl>
                                        <p:attrNameLst>
                                          <p:attrName>style.visibility</p:attrName>
                                        </p:attrNameLst>
                                      </p:cBhvr>
                                      <p:to>
                                        <p:strVal val="visible"/>
                                      </p:to>
                                    </p:set>
                                    <p:animEffect transition="in" filter="dissolve">
                                      <p:cBhvr>
                                        <p:cTn id="60" dur="500"/>
                                        <p:tgtEl>
                                          <p:spTgt spid="42"/>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43"/>
                                        </p:tgtEl>
                                        <p:attrNameLst>
                                          <p:attrName>style.visibility</p:attrName>
                                        </p:attrNameLst>
                                      </p:cBhvr>
                                      <p:to>
                                        <p:strVal val="visible"/>
                                      </p:to>
                                    </p:set>
                                    <p:animEffect transition="in" filter="dissolve">
                                      <p:cBhvr>
                                        <p:cTn id="63" dur="500"/>
                                        <p:tgtEl>
                                          <p:spTgt spid="43"/>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44"/>
                                        </p:tgtEl>
                                        <p:attrNameLst>
                                          <p:attrName>style.visibility</p:attrName>
                                        </p:attrNameLst>
                                      </p:cBhvr>
                                      <p:to>
                                        <p:strVal val="visible"/>
                                      </p:to>
                                    </p:set>
                                    <p:animEffect transition="in" filter="dissolve">
                                      <p:cBhvr>
                                        <p:cTn id="66" dur="500"/>
                                        <p:tgtEl>
                                          <p:spTgt spid="44"/>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45"/>
                                        </p:tgtEl>
                                        <p:attrNameLst>
                                          <p:attrName>style.visibility</p:attrName>
                                        </p:attrNameLst>
                                      </p:cBhvr>
                                      <p:to>
                                        <p:strVal val="visible"/>
                                      </p:to>
                                    </p:set>
                                    <p:animEffect transition="in" filter="dissolve">
                                      <p:cBhvr>
                                        <p:cTn id="69" dur="500"/>
                                        <p:tgtEl>
                                          <p:spTgt spid="45"/>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46"/>
                                        </p:tgtEl>
                                        <p:attrNameLst>
                                          <p:attrName>style.visibility</p:attrName>
                                        </p:attrNameLst>
                                      </p:cBhvr>
                                      <p:to>
                                        <p:strVal val="visible"/>
                                      </p:to>
                                    </p:set>
                                    <p:animEffect transition="in" filter="dissolve">
                                      <p:cBhvr>
                                        <p:cTn id="72" dur="500"/>
                                        <p:tgtEl>
                                          <p:spTgt spid="46"/>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47"/>
                                        </p:tgtEl>
                                        <p:attrNameLst>
                                          <p:attrName>style.visibility</p:attrName>
                                        </p:attrNameLst>
                                      </p:cBhvr>
                                      <p:to>
                                        <p:strVal val="visible"/>
                                      </p:to>
                                    </p:set>
                                    <p:animEffect transition="in" filter="dissolve">
                                      <p:cBhvr>
                                        <p:cTn id="75" dur="500"/>
                                        <p:tgtEl>
                                          <p:spTgt spid="47"/>
                                        </p:tgtEl>
                                      </p:cBhvr>
                                    </p:animEffect>
                                  </p:childTnLst>
                                </p:cTn>
                              </p:par>
                              <p:par>
                                <p:cTn id="76" presetID="9" presetClass="entr" presetSubtype="0" fill="hold" grpId="0" nodeType="withEffect">
                                  <p:stCondLst>
                                    <p:cond delay="0"/>
                                  </p:stCondLst>
                                  <p:childTnLst>
                                    <p:set>
                                      <p:cBhvr>
                                        <p:cTn id="77" dur="1" fill="hold">
                                          <p:stCondLst>
                                            <p:cond delay="0"/>
                                          </p:stCondLst>
                                        </p:cTn>
                                        <p:tgtEl>
                                          <p:spTgt spid="48"/>
                                        </p:tgtEl>
                                        <p:attrNameLst>
                                          <p:attrName>style.visibility</p:attrName>
                                        </p:attrNameLst>
                                      </p:cBhvr>
                                      <p:to>
                                        <p:strVal val="visible"/>
                                      </p:to>
                                    </p:set>
                                    <p:animEffect transition="in" filter="dissolve">
                                      <p:cBhvr>
                                        <p:cTn id="78" dur="500"/>
                                        <p:tgtEl>
                                          <p:spTgt spid="4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6" grpId="0"/>
      <p:bldP spid="7" grpId="0"/>
      <p:bldP spid="8" grpId="0"/>
      <p:bldP spid="9" grpId="0"/>
      <p:bldP spid="10" grpId="0"/>
      <p:bldP spid="11" grpId="0"/>
      <p:bldP spid="12" grpId="0"/>
      <p:bldP spid="13" grpId="0"/>
      <p:bldP spid="14" grpId="0"/>
      <p:bldP spid="15" grpId="0"/>
      <p:bldP spid="16" grpId="0"/>
      <p:bldP spid="17" grpId="0"/>
      <p:bldP spid="43" grpId="0"/>
      <p:bldP spid="44" grpId="0"/>
      <p:bldP spid="45" grpId="0"/>
      <p:bldP spid="46" grpId="0"/>
      <p:bldP spid="47" grpId="0"/>
      <p:bldP spid="48"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新产品研发方案</a:t>
            </a:r>
            <a:endParaRPr kumimoji="1" lang="zh-CN" altLang="en-US" sz="2400">
              <a:solidFill>
                <a:schemeClr val="tx2"/>
              </a:solidFill>
              <a:latin typeface="+mn-ea"/>
            </a:endParaRPr>
          </a:p>
        </p:txBody>
      </p:sp>
      <p:sp>
        <p:nvSpPr>
          <p:cNvPr id="3" name="矩形 2"/>
          <p:cNvSpPr/>
          <p:nvPr/>
        </p:nvSpPr>
        <p:spPr>
          <a:xfrm>
            <a:off x="6715913" y="1770892"/>
            <a:ext cx="4049842" cy="2332454"/>
          </a:xfrm>
          <a:prstGeom prst="rect">
            <a:avLst/>
          </a:prstGeom>
          <a:blipFill dpi="0" rotWithShape="1">
            <a:blip r:embed="rId1"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6675024" y="4314575"/>
            <a:ext cx="1426994" cy="369332"/>
          </a:xfrm>
          <a:prstGeom prst="rect">
            <a:avLst/>
          </a:prstGeom>
          <a:noFill/>
        </p:spPr>
        <p:txBody>
          <a:bodyPr wrap="none" rtlCol="0">
            <a:spAutoFit/>
          </a:bodyPr>
          <a:lstStyle/>
          <a:p>
            <a:r>
              <a:rPr kumimoji="1" lang="en-US" altLang="zh-CN" dirty="0">
                <a:solidFill>
                  <a:schemeClr val="bg1">
                    <a:lumMod val="75000"/>
                  </a:schemeClr>
                </a:solidFill>
                <a:latin typeface="+mn-ea"/>
              </a:rPr>
              <a:t>TITLE</a:t>
            </a:r>
            <a:r>
              <a:rPr kumimoji="1" lang="zh-CN" altLang="en-US" dirty="0">
                <a:solidFill>
                  <a:schemeClr val="bg1">
                    <a:lumMod val="75000"/>
                  </a:schemeClr>
                </a:solidFill>
                <a:latin typeface="+mn-ea"/>
              </a:rPr>
              <a:t> </a:t>
            </a:r>
            <a:r>
              <a:rPr kumimoji="1" lang="en-US" altLang="zh-CN" dirty="0">
                <a:solidFill>
                  <a:schemeClr val="bg1">
                    <a:lumMod val="75000"/>
                  </a:schemeClr>
                </a:solidFill>
                <a:latin typeface="+mn-ea"/>
              </a:rPr>
              <a:t>HERE</a:t>
            </a:r>
            <a:endParaRPr kumimoji="1" lang="zh-CN" altLang="en-US" dirty="0">
              <a:solidFill>
                <a:schemeClr val="bg1">
                  <a:lumMod val="75000"/>
                </a:schemeClr>
              </a:solidFill>
              <a:latin typeface="+mn-ea"/>
            </a:endParaRPr>
          </a:p>
        </p:txBody>
      </p:sp>
      <p:sp>
        <p:nvSpPr>
          <p:cNvPr id="6" name="文本框 5"/>
          <p:cNvSpPr txBox="1"/>
          <p:nvPr/>
        </p:nvSpPr>
        <p:spPr>
          <a:xfrm>
            <a:off x="6680288" y="4759016"/>
            <a:ext cx="3708582" cy="876266"/>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a:t>
            </a:r>
            <a:endParaRPr kumimoji="1" lang="zh-CN" altLang="en-US" sz="1200" dirty="0">
              <a:solidFill>
                <a:schemeClr val="tx1">
                  <a:lumMod val="50000"/>
                  <a:lumOff val="50000"/>
                </a:schemeClr>
              </a:solidFill>
              <a:latin typeface="+mn-ea"/>
              <a:cs typeface="+mn-ea"/>
              <a:sym typeface="+mn-lt"/>
            </a:endParaRPr>
          </a:p>
        </p:txBody>
      </p:sp>
      <p:sp>
        <p:nvSpPr>
          <p:cNvPr id="8" name="文本框 7"/>
          <p:cNvSpPr txBox="1"/>
          <p:nvPr/>
        </p:nvSpPr>
        <p:spPr>
          <a:xfrm>
            <a:off x="1151904" y="1770892"/>
            <a:ext cx="4134465" cy="523220"/>
          </a:xfrm>
          <a:prstGeom prst="rect">
            <a:avLst/>
          </a:prstGeom>
          <a:noFill/>
        </p:spPr>
        <p:txBody>
          <a:bodyPr wrap="none" rtlCol="0">
            <a:spAutoFit/>
          </a:bodyPr>
          <a:lstStyle/>
          <a:p>
            <a:r>
              <a:rPr kumimoji="1" lang="zh-CN" altLang="en-US" sz="2800" dirty="0">
                <a:solidFill>
                  <a:schemeClr val="tx2"/>
                </a:solidFill>
                <a:latin typeface="+mj-lt"/>
                <a:ea typeface="+mj-ea"/>
              </a:rPr>
              <a:t>请再此输入标题文字内容</a:t>
            </a:r>
            <a:endParaRPr kumimoji="1" lang="zh-CN" altLang="en-US" sz="2800" dirty="0">
              <a:solidFill>
                <a:schemeClr val="tx2"/>
              </a:solidFill>
              <a:latin typeface="+mj-lt"/>
              <a:ea typeface="+mj-ea"/>
            </a:endParaRPr>
          </a:p>
        </p:txBody>
      </p:sp>
      <p:sp>
        <p:nvSpPr>
          <p:cNvPr id="10" name="文本框 9"/>
          <p:cNvSpPr txBox="1"/>
          <p:nvPr/>
        </p:nvSpPr>
        <p:spPr>
          <a:xfrm>
            <a:off x="1151904" y="2632064"/>
            <a:ext cx="4741478" cy="876266"/>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
        <p:nvSpPr>
          <p:cNvPr id="11" name="矩形 10"/>
          <p:cNvSpPr/>
          <p:nvPr/>
        </p:nvSpPr>
        <p:spPr>
          <a:xfrm>
            <a:off x="1274263" y="4426447"/>
            <a:ext cx="4132162" cy="1504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矩形 11"/>
          <p:cNvSpPr/>
          <p:nvPr/>
        </p:nvSpPr>
        <p:spPr>
          <a:xfrm>
            <a:off x="1274262" y="5194089"/>
            <a:ext cx="3229337" cy="150471"/>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p:cNvSpPr txBox="1"/>
          <p:nvPr/>
        </p:nvSpPr>
        <p:spPr>
          <a:xfrm>
            <a:off x="5556896" y="4354784"/>
            <a:ext cx="495649"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90%</a:t>
            </a:r>
            <a:endParaRPr kumimoji="1" lang="zh-CN" altLang="en-US" sz="1200" dirty="0">
              <a:solidFill>
                <a:schemeClr val="tx1">
                  <a:lumMod val="75000"/>
                  <a:lumOff val="25000"/>
                </a:schemeClr>
              </a:solidFill>
              <a:latin typeface="+mn-ea"/>
            </a:endParaRPr>
          </a:p>
        </p:txBody>
      </p:sp>
      <p:sp>
        <p:nvSpPr>
          <p:cNvPr id="14" name="文本框 13"/>
          <p:cNvSpPr txBox="1"/>
          <p:nvPr/>
        </p:nvSpPr>
        <p:spPr>
          <a:xfrm>
            <a:off x="4621276" y="5130824"/>
            <a:ext cx="495649" cy="276999"/>
          </a:xfrm>
          <a:prstGeom prst="rect">
            <a:avLst/>
          </a:prstGeom>
          <a:noFill/>
        </p:spPr>
        <p:txBody>
          <a:bodyPr wrap="none" rtlCol="0">
            <a:spAutoFit/>
          </a:bodyPr>
          <a:lstStyle/>
          <a:p>
            <a:r>
              <a:rPr kumimoji="1" lang="en-US" altLang="zh-CN" sz="1200" dirty="0">
                <a:solidFill>
                  <a:schemeClr val="tx1">
                    <a:lumMod val="75000"/>
                    <a:lumOff val="25000"/>
                  </a:schemeClr>
                </a:solidFill>
                <a:latin typeface="+mn-ea"/>
              </a:rPr>
              <a:t>61%</a:t>
            </a:r>
            <a:endParaRPr kumimoji="1" lang="zh-CN" altLang="en-US" sz="1200" dirty="0">
              <a:solidFill>
                <a:schemeClr val="tx1">
                  <a:lumMod val="75000"/>
                  <a:lumOff val="25000"/>
                </a:schemeClr>
              </a:solidFill>
              <a:latin typeface="+mn-ea"/>
            </a:endParaRPr>
          </a:p>
        </p:txBody>
      </p:sp>
      <p:sp>
        <p:nvSpPr>
          <p:cNvPr id="15" name="文本框 14"/>
          <p:cNvSpPr txBox="1"/>
          <p:nvPr/>
        </p:nvSpPr>
        <p:spPr>
          <a:xfrm>
            <a:off x="1189736" y="4056573"/>
            <a:ext cx="1469204"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n-ea"/>
                <a:cs typeface="+mn-ea"/>
                <a:sym typeface="+mn-lt"/>
              </a:rPr>
              <a:t>请在此输入标题</a:t>
            </a:r>
            <a:endParaRPr kumimoji="1" lang="zh-CN" altLang="en-US" sz="1400" dirty="0">
              <a:solidFill>
                <a:schemeClr val="tx1">
                  <a:lumMod val="75000"/>
                  <a:lumOff val="25000"/>
                </a:schemeClr>
              </a:solidFill>
              <a:latin typeface="+mn-ea"/>
              <a:cs typeface="+mn-ea"/>
              <a:sym typeface="+mn-lt"/>
            </a:endParaRPr>
          </a:p>
        </p:txBody>
      </p:sp>
      <p:sp>
        <p:nvSpPr>
          <p:cNvPr id="16" name="文本框 15"/>
          <p:cNvSpPr txBox="1"/>
          <p:nvPr/>
        </p:nvSpPr>
        <p:spPr>
          <a:xfrm>
            <a:off x="1189736" y="4828444"/>
            <a:ext cx="1469204" cy="307777"/>
          </a:xfrm>
          <a:prstGeom prst="rect">
            <a:avLst/>
          </a:prstGeom>
          <a:noFill/>
        </p:spPr>
        <p:txBody>
          <a:bodyPr wrap="square" rtlCol="0">
            <a:spAutoFit/>
          </a:bodyPr>
          <a:lstStyle/>
          <a:p>
            <a:pPr algn="dist"/>
            <a:r>
              <a:rPr kumimoji="1" lang="zh-CN" altLang="en-US" sz="1400" dirty="0">
                <a:solidFill>
                  <a:schemeClr val="tx1">
                    <a:lumMod val="75000"/>
                    <a:lumOff val="25000"/>
                  </a:schemeClr>
                </a:solidFill>
                <a:latin typeface="+mn-ea"/>
                <a:cs typeface="+mn-ea"/>
                <a:sym typeface="+mn-lt"/>
              </a:rPr>
              <a:t>请在此输入标题</a:t>
            </a:r>
            <a:endParaRPr kumimoji="1" lang="zh-CN" altLang="en-US" sz="1400" dirty="0">
              <a:solidFill>
                <a:schemeClr val="tx1">
                  <a:lumMod val="75000"/>
                  <a:lumOff val="25000"/>
                </a:schemeClr>
              </a:solidFill>
              <a:latin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dissolve">
                                      <p:cBhvr>
                                        <p:cTn id="10" dur="500"/>
                                        <p:tgtEl>
                                          <p:spTgt spid="5"/>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animEffect transition="in" filter="dissolve">
                                      <p:cBhvr>
                                        <p:cTn id="13" dur="500"/>
                                        <p:tgtEl>
                                          <p:spTgt spid="6"/>
                                        </p:tgtEl>
                                      </p:cBhvr>
                                    </p:animEffect>
                                  </p:childTnLst>
                                </p:cTn>
                              </p:par>
                            </p:childTnLst>
                          </p:cTn>
                        </p:par>
                      </p:childTnLst>
                    </p:cTn>
                  </p:par>
                  <p:par>
                    <p:cTn id="14" fill="hold">
                      <p:stCondLst>
                        <p:cond delay="indefinite"/>
                      </p:stCondLst>
                      <p:childTnLst>
                        <p:par>
                          <p:cTn id="15" fill="hold">
                            <p:stCondLst>
                              <p:cond delay="0"/>
                            </p:stCondLst>
                            <p:childTnLst>
                              <p:par>
                                <p:cTn id="16" presetID="9" presetClass="entr" presetSubtype="0" fill="hold" grpId="0" nodeType="click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dissolve">
                                      <p:cBhvr>
                                        <p:cTn id="18" dur="500"/>
                                        <p:tgtEl>
                                          <p:spTgt spid="8"/>
                                        </p:tgtEl>
                                      </p:cBhvr>
                                    </p:animEffect>
                                  </p:childTnLst>
                                </p:cTn>
                              </p:par>
                              <p:par>
                                <p:cTn id="19" presetID="9"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dissolve">
                                      <p:cBhvr>
                                        <p:cTn id="21" dur="500"/>
                                        <p:tgtEl>
                                          <p:spTgt spid="10"/>
                                        </p:tgtEl>
                                      </p:cBhvr>
                                    </p:animEffect>
                                  </p:childTnLst>
                                </p:cTn>
                              </p:par>
                              <p:par>
                                <p:cTn id="22" presetID="9"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dissolve">
                                      <p:cBhvr>
                                        <p:cTn id="24" dur="500"/>
                                        <p:tgtEl>
                                          <p:spTgt spid="11"/>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dissolve">
                                      <p:cBhvr>
                                        <p:cTn id="27" dur="500"/>
                                        <p:tgtEl>
                                          <p:spTgt spid="12"/>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dissolve">
                                      <p:cBhvr>
                                        <p:cTn id="30" dur="500"/>
                                        <p:tgtEl>
                                          <p:spTgt spid="13"/>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dissolve">
                                      <p:cBhvr>
                                        <p:cTn id="33" dur="500"/>
                                        <p:tgtEl>
                                          <p:spTgt spid="14"/>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dissolve">
                                      <p:cBhvr>
                                        <p:cTn id="36" dur="500"/>
                                        <p:tgtEl>
                                          <p:spTgt spid="15"/>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16"/>
                                        </p:tgtEl>
                                        <p:attrNameLst>
                                          <p:attrName>style.visibility</p:attrName>
                                        </p:attrNameLst>
                                      </p:cBhvr>
                                      <p:to>
                                        <p:strVal val="visible"/>
                                      </p:to>
                                    </p:set>
                                    <p:animEffect transition="in" filter="dissolve">
                                      <p:cBhvr>
                                        <p:cTn id="39" dur="50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5" grpId="0"/>
      <p:bldP spid="6" grpId="0"/>
      <p:bldP spid="8" grpId="0"/>
      <p:bldP spid="10" grpId="0"/>
      <p:bldP spid="11" grpId="0" animBg="1"/>
      <p:bldP spid="12" grpId="0" animBg="1"/>
      <p:bldP spid="13" grpId="0"/>
      <p:bldP spid="14" grpId="0"/>
      <p:bldP spid="15" grpId="0"/>
      <p:bldP spid="16"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新产品研发方案</a:t>
            </a:r>
            <a:endParaRPr kumimoji="1" lang="zh-CN" altLang="en-US" sz="2400">
              <a:solidFill>
                <a:schemeClr val="tx2"/>
              </a:solidFill>
              <a:latin typeface="+mn-ea"/>
            </a:endParaRPr>
          </a:p>
        </p:txBody>
      </p:sp>
      <p:sp>
        <p:nvSpPr>
          <p:cNvPr id="47" name="文本框 46"/>
          <p:cNvSpPr txBox="1"/>
          <p:nvPr/>
        </p:nvSpPr>
        <p:spPr>
          <a:xfrm>
            <a:off x="4269255" y="2070459"/>
            <a:ext cx="3503145" cy="59926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模板，请在此输入您需要的文字内容，感谢使用我们的模板。</a:t>
            </a:r>
            <a:endParaRPr kumimoji="1" lang="zh-CN" altLang="en-US" sz="1200" dirty="0">
              <a:solidFill>
                <a:schemeClr val="tx1">
                  <a:lumMod val="50000"/>
                  <a:lumOff val="50000"/>
                </a:schemeClr>
              </a:solidFill>
              <a:latin typeface="+mn-ea"/>
              <a:cs typeface="+mn-ea"/>
              <a:sym typeface="+mn-lt"/>
            </a:endParaRPr>
          </a:p>
        </p:txBody>
      </p:sp>
      <p:sp>
        <p:nvSpPr>
          <p:cNvPr id="48" name="文本框 47"/>
          <p:cNvSpPr txBox="1"/>
          <p:nvPr/>
        </p:nvSpPr>
        <p:spPr>
          <a:xfrm>
            <a:off x="4269255" y="3124200"/>
            <a:ext cx="3503145" cy="59926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模板，请在此输入您需要的文字内容，感谢使用我们的模板。</a:t>
            </a:r>
            <a:endParaRPr kumimoji="1" lang="zh-CN" altLang="en-US" sz="1200" dirty="0">
              <a:solidFill>
                <a:schemeClr val="tx1">
                  <a:lumMod val="50000"/>
                  <a:lumOff val="50000"/>
                </a:schemeClr>
              </a:solidFill>
              <a:latin typeface="+mn-ea"/>
              <a:cs typeface="+mn-ea"/>
              <a:sym typeface="+mn-lt"/>
            </a:endParaRPr>
          </a:p>
        </p:txBody>
      </p:sp>
      <p:sp>
        <p:nvSpPr>
          <p:cNvPr id="49" name="文本框 48"/>
          <p:cNvSpPr txBox="1"/>
          <p:nvPr/>
        </p:nvSpPr>
        <p:spPr>
          <a:xfrm>
            <a:off x="7922405" y="2070459"/>
            <a:ext cx="3503145" cy="59926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模板，请在此输入您需要的文字内容，感谢使用我们的模板。</a:t>
            </a:r>
            <a:endParaRPr kumimoji="1" lang="zh-CN" altLang="en-US" sz="1200" dirty="0">
              <a:solidFill>
                <a:schemeClr val="tx1">
                  <a:lumMod val="50000"/>
                  <a:lumOff val="50000"/>
                </a:schemeClr>
              </a:solidFill>
              <a:latin typeface="+mn-ea"/>
              <a:cs typeface="+mn-ea"/>
              <a:sym typeface="+mn-lt"/>
            </a:endParaRPr>
          </a:p>
        </p:txBody>
      </p:sp>
      <p:sp>
        <p:nvSpPr>
          <p:cNvPr id="50" name="文本框 49"/>
          <p:cNvSpPr txBox="1"/>
          <p:nvPr/>
        </p:nvSpPr>
        <p:spPr>
          <a:xfrm>
            <a:off x="7922405" y="3124200"/>
            <a:ext cx="3503145" cy="59926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模板，请在此输入您需要的文字内容，感谢使用我们的模板。</a:t>
            </a:r>
            <a:endParaRPr kumimoji="1" lang="zh-CN" altLang="en-US" sz="1200" dirty="0">
              <a:solidFill>
                <a:schemeClr val="tx1">
                  <a:lumMod val="50000"/>
                  <a:lumOff val="50000"/>
                </a:schemeClr>
              </a:solidFill>
              <a:latin typeface="+mn-ea"/>
              <a:cs typeface="+mn-ea"/>
              <a:sym typeface="+mn-lt"/>
            </a:endParaRPr>
          </a:p>
        </p:txBody>
      </p:sp>
      <p:sp>
        <p:nvSpPr>
          <p:cNvPr id="51" name="圆角矩形 50"/>
          <p:cNvSpPr/>
          <p:nvPr/>
        </p:nvSpPr>
        <p:spPr>
          <a:xfrm>
            <a:off x="876300" y="2047426"/>
            <a:ext cx="1447800" cy="1447800"/>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2" name="圆角矩形 51"/>
          <p:cNvSpPr/>
          <p:nvPr/>
        </p:nvSpPr>
        <p:spPr>
          <a:xfrm>
            <a:off x="2440455" y="2047426"/>
            <a:ext cx="1447800" cy="1447800"/>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3" name="文本框 52"/>
          <p:cNvSpPr txBox="1"/>
          <p:nvPr/>
        </p:nvSpPr>
        <p:spPr>
          <a:xfrm>
            <a:off x="4269255" y="4177941"/>
            <a:ext cx="3503145" cy="59926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模板，请在此输入您需要的文字内容，感谢使用我们的模板。</a:t>
            </a:r>
            <a:endParaRPr kumimoji="1" lang="zh-CN" altLang="en-US" sz="1200" dirty="0">
              <a:solidFill>
                <a:schemeClr val="tx1">
                  <a:lumMod val="50000"/>
                  <a:lumOff val="50000"/>
                </a:schemeClr>
              </a:solidFill>
              <a:latin typeface="+mn-ea"/>
              <a:cs typeface="+mn-ea"/>
              <a:sym typeface="+mn-lt"/>
            </a:endParaRPr>
          </a:p>
        </p:txBody>
      </p:sp>
      <p:sp>
        <p:nvSpPr>
          <p:cNvPr id="54" name="文本框 53"/>
          <p:cNvSpPr txBox="1"/>
          <p:nvPr/>
        </p:nvSpPr>
        <p:spPr>
          <a:xfrm>
            <a:off x="7922405" y="4177941"/>
            <a:ext cx="3503145" cy="599267"/>
          </a:xfrm>
          <a:prstGeom prst="rect">
            <a:avLst/>
          </a:prstGeom>
          <a:noFill/>
        </p:spPr>
        <p:txBody>
          <a:bodyPr wrap="square" rtlCol="0">
            <a:spAutoFit/>
          </a:bodyPr>
          <a:lstStyle/>
          <a:p>
            <a:pPr marL="171450" indent="-171450">
              <a:lnSpc>
                <a:spcPct val="150000"/>
              </a:lnSpc>
              <a:buFont typeface="Arial" panose="020B0604020202020204" pitchFamily="34" charset="0"/>
              <a:buChar char="•"/>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模板，请在此输入您需要的文字内容，感谢使用我们的模板。</a:t>
            </a:r>
            <a:endParaRPr kumimoji="1" lang="zh-CN" altLang="en-US" sz="1200" dirty="0">
              <a:solidFill>
                <a:schemeClr val="tx1">
                  <a:lumMod val="50000"/>
                  <a:lumOff val="50000"/>
                </a:schemeClr>
              </a:solidFill>
              <a:latin typeface="+mn-ea"/>
              <a:cs typeface="+mn-ea"/>
              <a:sym typeface="+mn-lt"/>
            </a:endParaRPr>
          </a:p>
        </p:txBody>
      </p:sp>
      <p:sp>
        <p:nvSpPr>
          <p:cNvPr id="55" name="圆角矩形 54"/>
          <p:cNvSpPr/>
          <p:nvPr/>
        </p:nvSpPr>
        <p:spPr>
          <a:xfrm>
            <a:off x="876300" y="3584126"/>
            <a:ext cx="1447800" cy="1447800"/>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6" name="圆角矩形 55"/>
          <p:cNvSpPr/>
          <p:nvPr/>
        </p:nvSpPr>
        <p:spPr>
          <a:xfrm>
            <a:off x="2440455" y="3584126"/>
            <a:ext cx="1447800" cy="1447800"/>
          </a:xfrm>
          <a:prstGeom prst="roundRect">
            <a:avLst>
              <a:gd name="adj" fmla="val 0"/>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57" name="그룹 137"/>
          <p:cNvGrpSpPr/>
          <p:nvPr/>
        </p:nvGrpSpPr>
        <p:grpSpPr>
          <a:xfrm>
            <a:off x="1408680" y="3855765"/>
            <a:ext cx="390525" cy="361950"/>
            <a:chOff x="769421" y="2905696"/>
            <a:chExt cx="390525" cy="361950"/>
          </a:xfrm>
          <a:solidFill>
            <a:schemeClr val="bg1"/>
          </a:solidFill>
        </p:grpSpPr>
        <p:sp>
          <p:nvSpPr>
            <p:cNvPr id="58" name="자유형: 도형 138"/>
            <p:cNvSpPr/>
            <p:nvPr/>
          </p:nvSpPr>
          <p:spPr>
            <a:xfrm>
              <a:off x="992210" y="3039046"/>
              <a:ext cx="28575" cy="28575"/>
            </a:xfrm>
            <a:custGeom>
              <a:avLst/>
              <a:gdLst>
                <a:gd name="connsiteX0" fmla="*/ 29432 w 28575"/>
                <a:gd name="connsiteY0" fmla="*/ 18288 h 28575"/>
                <a:gd name="connsiteX1" fmla="*/ 18288 w 28575"/>
                <a:gd name="connsiteY1" fmla="*/ 29432 h 28575"/>
                <a:gd name="connsiteX2" fmla="*/ 7144 w 28575"/>
                <a:gd name="connsiteY2" fmla="*/ 18288 h 28575"/>
                <a:gd name="connsiteX3" fmla="*/ 18288 w 28575"/>
                <a:gd name="connsiteY3" fmla="*/ 7144 h 28575"/>
                <a:gd name="connsiteX4" fmla="*/ 29432 w 28575"/>
                <a:gd name="connsiteY4" fmla="*/ 18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9432" y="18288"/>
                  </a:moveTo>
                  <a:cubicBezTo>
                    <a:pt x="29432" y="24384"/>
                    <a:pt x="24479" y="29432"/>
                    <a:pt x="18288" y="29432"/>
                  </a:cubicBezTo>
                  <a:cubicBezTo>
                    <a:pt x="12097" y="29432"/>
                    <a:pt x="7144" y="24479"/>
                    <a:pt x="7144" y="18288"/>
                  </a:cubicBezTo>
                  <a:cubicBezTo>
                    <a:pt x="7144" y="12097"/>
                    <a:pt x="12097" y="7144"/>
                    <a:pt x="18288" y="7144"/>
                  </a:cubicBezTo>
                  <a:cubicBezTo>
                    <a:pt x="24479" y="7144"/>
                    <a:pt x="29432" y="12192"/>
                    <a:pt x="29432" y="18288"/>
                  </a:cubicBezTo>
                  <a:close/>
                </a:path>
              </a:pathLst>
            </a:custGeom>
            <a:grpFill/>
            <a:ln w="9525" cap="flat">
              <a:noFill/>
              <a:prstDash val="solid"/>
              <a:miter/>
            </a:ln>
          </p:spPr>
          <p:txBody>
            <a:bodyPr rtlCol="0" anchor="ctr"/>
            <a:lstStyle/>
            <a:p>
              <a:endParaRPr lang="ko-KR" altLang="en-US"/>
            </a:p>
          </p:txBody>
        </p:sp>
        <p:sp>
          <p:nvSpPr>
            <p:cNvPr id="59" name="자유형: 도형 139"/>
            <p:cNvSpPr/>
            <p:nvPr/>
          </p:nvSpPr>
          <p:spPr>
            <a:xfrm>
              <a:off x="1080983" y="3172301"/>
              <a:ext cx="28575" cy="28575"/>
            </a:xfrm>
            <a:custGeom>
              <a:avLst/>
              <a:gdLst>
                <a:gd name="connsiteX0" fmla="*/ 29432 w 28575"/>
                <a:gd name="connsiteY0" fmla="*/ 18288 h 28575"/>
                <a:gd name="connsiteX1" fmla="*/ 18288 w 28575"/>
                <a:gd name="connsiteY1" fmla="*/ 29432 h 28575"/>
                <a:gd name="connsiteX2" fmla="*/ 7144 w 28575"/>
                <a:gd name="connsiteY2" fmla="*/ 18288 h 28575"/>
                <a:gd name="connsiteX3" fmla="*/ 18288 w 28575"/>
                <a:gd name="connsiteY3" fmla="*/ 7144 h 28575"/>
                <a:gd name="connsiteX4" fmla="*/ 29432 w 28575"/>
                <a:gd name="connsiteY4" fmla="*/ 18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9432" y="18288"/>
                  </a:moveTo>
                  <a:cubicBezTo>
                    <a:pt x="29432" y="24384"/>
                    <a:pt x="24479" y="29432"/>
                    <a:pt x="18288" y="29432"/>
                  </a:cubicBezTo>
                  <a:cubicBezTo>
                    <a:pt x="12097" y="29432"/>
                    <a:pt x="7144" y="24479"/>
                    <a:pt x="7144" y="18288"/>
                  </a:cubicBezTo>
                  <a:cubicBezTo>
                    <a:pt x="7144" y="12097"/>
                    <a:pt x="12097" y="7144"/>
                    <a:pt x="18288" y="7144"/>
                  </a:cubicBezTo>
                  <a:cubicBezTo>
                    <a:pt x="24479" y="7144"/>
                    <a:pt x="29432" y="12097"/>
                    <a:pt x="29432" y="18288"/>
                  </a:cubicBezTo>
                  <a:close/>
                </a:path>
              </a:pathLst>
            </a:custGeom>
            <a:grpFill/>
            <a:ln w="9525" cap="flat">
              <a:noFill/>
              <a:prstDash val="solid"/>
              <a:miter/>
            </a:ln>
          </p:spPr>
          <p:txBody>
            <a:bodyPr rtlCol="0" anchor="ctr"/>
            <a:lstStyle/>
            <a:p>
              <a:endParaRPr lang="ko-KR" altLang="en-US"/>
            </a:p>
          </p:txBody>
        </p:sp>
        <p:sp>
          <p:nvSpPr>
            <p:cNvPr id="60" name="자유형: 도형 140"/>
            <p:cNvSpPr/>
            <p:nvPr/>
          </p:nvSpPr>
          <p:spPr>
            <a:xfrm>
              <a:off x="814664" y="2994659"/>
              <a:ext cx="161925" cy="228600"/>
            </a:xfrm>
            <a:custGeom>
              <a:avLst/>
              <a:gdLst>
                <a:gd name="connsiteX0" fmla="*/ 84868 w 161925"/>
                <a:gd name="connsiteY0" fmla="*/ 7144 h 228600"/>
                <a:gd name="connsiteX1" fmla="*/ 7144 w 161925"/>
                <a:gd name="connsiteY1" fmla="*/ 51530 h 228600"/>
                <a:gd name="connsiteX2" fmla="*/ 7144 w 161925"/>
                <a:gd name="connsiteY2" fmla="*/ 184785 h 228600"/>
                <a:gd name="connsiteX3" fmla="*/ 84868 w 161925"/>
                <a:gd name="connsiteY3" fmla="*/ 229172 h 228600"/>
                <a:gd name="connsiteX4" fmla="*/ 162592 w 161925"/>
                <a:gd name="connsiteY4" fmla="*/ 184785 h 228600"/>
                <a:gd name="connsiteX5" fmla="*/ 162592 w 161925"/>
                <a:gd name="connsiteY5" fmla="*/ 51530 h 228600"/>
                <a:gd name="connsiteX6" fmla="*/ 84868 w 161925"/>
                <a:gd name="connsiteY6" fmla="*/ 7144 h 228600"/>
                <a:gd name="connsiteX7" fmla="*/ 140399 w 161925"/>
                <a:gd name="connsiteY7" fmla="*/ 140399 h 228600"/>
                <a:gd name="connsiteX8" fmla="*/ 84868 w 161925"/>
                <a:gd name="connsiteY8" fmla="*/ 162592 h 228600"/>
                <a:gd name="connsiteX9" fmla="*/ 29337 w 161925"/>
                <a:gd name="connsiteY9" fmla="*/ 140399 h 228600"/>
                <a:gd name="connsiteX10" fmla="*/ 29337 w 161925"/>
                <a:gd name="connsiteY10" fmla="*/ 127635 h 228600"/>
                <a:gd name="connsiteX11" fmla="*/ 84868 w 161925"/>
                <a:gd name="connsiteY11" fmla="*/ 140399 h 228600"/>
                <a:gd name="connsiteX12" fmla="*/ 140399 w 161925"/>
                <a:gd name="connsiteY12" fmla="*/ 127635 h 228600"/>
                <a:gd name="connsiteX13" fmla="*/ 140399 w 161925"/>
                <a:gd name="connsiteY13" fmla="*/ 140399 h 228600"/>
                <a:gd name="connsiteX14" fmla="*/ 140399 w 161925"/>
                <a:gd name="connsiteY14" fmla="*/ 96012 h 228600"/>
                <a:gd name="connsiteX15" fmla="*/ 84868 w 161925"/>
                <a:gd name="connsiteY15" fmla="*/ 118205 h 228600"/>
                <a:gd name="connsiteX16" fmla="*/ 29337 w 161925"/>
                <a:gd name="connsiteY16" fmla="*/ 96012 h 228600"/>
                <a:gd name="connsiteX17" fmla="*/ 29337 w 161925"/>
                <a:gd name="connsiteY17" fmla="*/ 83249 h 228600"/>
                <a:gd name="connsiteX18" fmla="*/ 84868 w 161925"/>
                <a:gd name="connsiteY18" fmla="*/ 96012 h 228600"/>
                <a:gd name="connsiteX19" fmla="*/ 140399 w 161925"/>
                <a:gd name="connsiteY19" fmla="*/ 83249 h 228600"/>
                <a:gd name="connsiteX20" fmla="*/ 140399 w 161925"/>
                <a:gd name="connsiteY20" fmla="*/ 96012 h 228600"/>
                <a:gd name="connsiteX21" fmla="*/ 84868 w 161925"/>
                <a:gd name="connsiteY21" fmla="*/ 29337 h 228600"/>
                <a:gd name="connsiteX22" fmla="*/ 140399 w 161925"/>
                <a:gd name="connsiteY22" fmla="*/ 51530 h 228600"/>
                <a:gd name="connsiteX23" fmla="*/ 84868 w 161925"/>
                <a:gd name="connsiteY23" fmla="*/ 73724 h 228600"/>
                <a:gd name="connsiteX24" fmla="*/ 29337 w 161925"/>
                <a:gd name="connsiteY24" fmla="*/ 51530 h 228600"/>
                <a:gd name="connsiteX25" fmla="*/ 84868 w 161925"/>
                <a:gd name="connsiteY25" fmla="*/ 29337 h 228600"/>
                <a:gd name="connsiteX26" fmla="*/ 84868 w 161925"/>
                <a:gd name="connsiteY26" fmla="*/ 206978 h 228600"/>
                <a:gd name="connsiteX27" fmla="*/ 29337 w 161925"/>
                <a:gd name="connsiteY27" fmla="*/ 184785 h 228600"/>
                <a:gd name="connsiteX28" fmla="*/ 29337 w 161925"/>
                <a:gd name="connsiteY28" fmla="*/ 172022 h 228600"/>
                <a:gd name="connsiteX29" fmla="*/ 84868 w 161925"/>
                <a:gd name="connsiteY29" fmla="*/ 184785 h 228600"/>
                <a:gd name="connsiteX30" fmla="*/ 140399 w 161925"/>
                <a:gd name="connsiteY30" fmla="*/ 172022 h 228600"/>
                <a:gd name="connsiteX31" fmla="*/ 140399 w 161925"/>
                <a:gd name="connsiteY31" fmla="*/ 184785 h 228600"/>
                <a:gd name="connsiteX32" fmla="*/ 84868 w 161925"/>
                <a:gd name="connsiteY32" fmla="*/ 206978 h 228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61925" h="228600">
                  <a:moveTo>
                    <a:pt x="84868" y="7144"/>
                  </a:moveTo>
                  <a:cubicBezTo>
                    <a:pt x="40577" y="7144"/>
                    <a:pt x="7144" y="26194"/>
                    <a:pt x="7144" y="51530"/>
                  </a:cubicBezTo>
                  <a:lnTo>
                    <a:pt x="7144" y="184785"/>
                  </a:lnTo>
                  <a:cubicBezTo>
                    <a:pt x="7144" y="210122"/>
                    <a:pt x="40577" y="229172"/>
                    <a:pt x="84868" y="229172"/>
                  </a:cubicBezTo>
                  <a:cubicBezTo>
                    <a:pt x="129159" y="229172"/>
                    <a:pt x="162592" y="210122"/>
                    <a:pt x="162592" y="184785"/>
                  </a:cubicBezTo>
                  <a:lnTo>
                    <a:pt x="162592" y="51530"/>
                  </a:lnTo>
                  <a:cubicBezTo>
                    <a:pt x="162592" y="26289"/>
                    <a:pt x="129159" y="7144"/>
                    <a:pt x="84868" y="7144"/>
                  </a:cubicBezTo>
                  <a:close/>
                  <a:moveTo>
                    <a:pt x="140399" y="140399"/>
                  </a:moveTo>
                  <a:cubicBezTo>
                    <a:pt x="140399" y="149447"/>
                    <a:pt x="118777" y="162592"/>
                    <a:pt x="84868" y="162592"/>
                  </a:cubicBezTo>
                  <a:cubicBezTo>
                    <a:pt x="50959" y="162592"/>
                    <a:pt x="29337" y="149447"/>
                    <a:pt x="29337" y="140399"/>
                  </a:cubicBezTo>
                  <a:lnTo>
                    <a:pt x="29337" y="127635"/>
                  </a:lnTo>
                  <a:cubicBezTo>
                    <a:pt x="43244" y="135541"/>
                    <a:pt x="62675" y="140399"/>
                    <a:pt x="84868" y="140399"/>
                  </a:cubicBezTo>
                  <a:cubicBezTo>
                    <a:pt x="107061" y="140399"/>
                    <a:pt x="126492" y="135636"/>
                    <a:pt x="140399" y="127635"/>
                  </a:cubicBezTo>
                  <a:lnTo>
                    <a:pt x="140399" y="140399"/>
                  </a:lnTo>
                  <a:close/>
                  <a:moveTo>
                    <a:pt x="140399" y="96012"/>
                  </a:moveTo>
                  <a:cubicBezTo>
                    <a:pt x="140399" y="105061"/>
                    <a:pt x="118777" y="118205"/>
                    <a:pt x="84868" y="118205"/>
                  </a:cubicBezTo>
                  <a:cubicBezTo>
                    <a:pt x="50959" y="118205"/>
                    <a:pt x="29337" y="105061"/>
                    <a:pt x="29337" y="96012"/>
                  </a:cubicBezTo>
                  <a:lnTo>
                    <a:pt x="29337" y="83249"/>
                  </a:lnTo>
                  <a:cubicBezTo>
                    <a:pt x="43244" y="91154"/>
                    <a:pt x="62675" y="96012"/>
                    <a:pt x="84868" y="96012"/>
                  </a:cubicBezTo>
                  <a:cubicBezTo>
                    <a:pt x="107061" y="96012"/>
                    <a:pt x="126492" y="91250"/>
                    <a:pt x="140399" y="83249"/>
                  </a:cubicBezTo>
                  <a:lnTo>
                    <a:pt x="140399" y="96012"/>
                  </a:lnTo>
                  <a:close/>
                  <a:moveTo>
                    <a:pt x="84868" y="29337"/>
                  </a:moveTo>
                  <a:cubicBezTo>
                    <a:pt x="118777" y="29337"/>
                    <a:pt x="140399" y="42482"/>
                    <a:pt x="140399" y="51530"/>
                  </a:cubicBezTo>
                  <a:cubicBezTo>
                    <a:pt x="140399" y="60579"/>
                    <a:pt x="118777" y="73724"/>
                    <a:pt x="84868" y="73724"/>
                  </a:cubicBezTo>
                  <a:cubicBezTo>
                    <a:pt x="50959" y="73724"/>
                    <a:pt x="29337" y="60579"/>
                    <a:pt x="29337" y="51530"/>
                  </a:cubicBezTo>
                  <a:cubicBezTo>
                    <a:pt x="29337" y="42482"/>
                    <a:pt x="50959" y="29337"/>
                    <a:pt x="84868" y="29337"/>
                  </a:cubicBezTo>
                  <a:close/>
                  <a:moveTo>
                    <a:pt x="84868" y="206978"/>
                  </a:moveTo>
                  <a:cubicBezTo>
                    <a:pt x="50959" y="206978"/>
                    <a:pt x="29337" y="193834"/>
                    <a:pt x="29337" y="184785"/>
                  </a:cubicBezTo>
                  <a:lnTo>
                    <a:pt x="29337" y="172022"/>
                  </a:lnTo>
                  <a:cubicBezTo>
                    <a:pt x="43244" y="179927"/>
                    <a:pt x="62675" y="184785"/>
                    <a:pt x="84868" y="184785"/>
                  </a:cubicBezTo>
                  <a:cubicBezTo>
                    <a:pt x="107061" y="184785"/>
                    <a:pt x="126492" y="180023"/>
                    <a:pt x="140399" y="172022"/>
                  </a:cubicBezTo>
                  <a:lnTo>
                    <a:pt x="140399" y="184785"/>
                  </a:lnTo>
                  <a:cubicBezTo>
                    <a:pt x="140399" y="193834"/>
                    <a:pt x="118682" y="206978"/>
                    <a:pt x="84868" y="206978"/>
                  </a:cubicBezTo>
                  <a:close/>
                </a:path>
              </a:pathLst>
            </a:custGeom>
            <a:grpFill/>
            <a:ln w="9525" cap="flat">
              <a:noFill/>
              <a:prstDash val="solid"/>
              <a:miter/>
            </a:ln>
          </p:spPr>
          <p:txBody>
            <a:bodyPr rtlCol="0" anchor="ctr"/>
            <a:lstStyle/>
            <a:p>
              <a:endParaRPr lang="ko-KR" altLang="en-US"/>
            </a:p>
          </p:txBody>
        </p:sp>
        <p:sp>
          <p:nvSpPr>
            <p:cNvPr id="61" name="자유형: 도형 141"/>
            <p:cNvSpPr/>
            <p:nvPr/>
          </p:nvSpPr>
          <p:spPr>
            <a:xfrm>
              <a:off x="769421" y="2905696"/>
              <a:ext cx="390525" cy="361950"/>
            </a:xfrm>
            <a:custGeom>
              <a:avLst/>
              <a:gdLst>
                <a:gd name="connsiteX0" fmla="*/ 375095 w 390525"/>
                <a:gd name="connsiteY0" fmla="*/ 7144 h 361950"/>
                <a:gd name="connsiteX1" fmla="*/ 18288 w 390525"/>
                <a:gd name="connsiteY1" fmla="*/ 7144 h 361950"/>
                <a:gd name="connsiteX2" fmla="*/ 7144 w 390525"/>
                <a:gd name="connsiteY2" fmla="*/ 18288 h 361950"/>
                <a:gd name="connsiteX3" fmla="*/ 7144 w 390525"/>
                <a:gd name="connsiteY3" fmla="*/ 351377 h 361950"/>
                <a:gd name="connsiteX4" fmla="*/ 18288 w 390525"/>
                <a:gd name="connsiteY4" fmla="*/ 362521 h 361950"/>
                <a:gd name="connsiteX5" fmla="*/ 374999 w 390525"/>
                <a:gd name="connsiteY5" fmla="*/ 362521 h 361950"/>
                <a:gd name="connsiteX6" fmla="*/ 386144 w 390525"/>
                <a:gd name="connsiteY6" fmla="*/ 351377 h 361950"/>
                <a:gd name="connsiteX7" fmla="*/ 386144 w 390525"/>
                <a:gd name="connsiteY7" fmla="*/ 18288 h 361950"/>
                <a:gd name="connsiteX8" fmla="*/ 375095 w 390525"/>
                <a:gd name="connsiteY8" fmla="*/ 7144 h 361950"/>
                <a:gd name="connsiteX9" fmla="*/ 363950 w 390525"/>
                <a:gd name="connsiteY9" fmla="*/ 29337 h 361950"/>
                <a:gd name="connsiteX10" fmla="*/ 363950 w 390525"/>
                <a:gd name="connsiteY10" fmla="*/ 95917 h 361950"/>
                <a:gd name="connsiteX11" fmla="*/ 245745 w 390525"/>
                <a:gd name="connsiteY11" fmla="*/ 95917 h 361950"/>
                <a:gd name="connsiteX12" fmla="*/ 204597 w 390525"/>
                <a:gd name="connsiteY12" fmla="*/ 54769 h 361950"/>
                <a:gd name="connsiteX13" fmla="*/ 196787 w 390525"/>
                <a:gd name="connsiteY13" fmla="*/ 51530 h 361950"/>
                <a:gd name="connsiteX14" fmla="*/ 29432 w 390525"/>
                <a:gd name="connsiteY14" fmla="*/ 51530 h 361950"/>
                <a:gd name="connsiteX15" fmla="*/ 29432 w 390525"/>
                <a:gd name="connsiteY15" fmla="*/ 29337 h 361950"/>
                <a:gd name="connsiteX16" fmla="*/ 363950 w 390525"/>
                <a:gd name="connsiteY16" fmla="*/ 29337 h 361950"/>
                <a:gd name="connsiteX17" fmla="*/ 363950 w 390525"/>
                <a:gd name="connsiteY17" fmla="*/ 340233 h 361950"/>
                <a:gd name="connsiteX18" fmla="*/ 29432 w 390525"/>
                <a:gd name="connsiteY18" fmla="*/ 340233 h 361950"/>
                <a:gd name="connsiteX19" fmla="*/ 29432 w 390525"/>
                <a:gd name="connsiteY19" fmla="*/ 73724 h 361950"/>
                <a:gd name="connsiteX20" fmla="*/ 192119 w 390525"/>
                <a:gd name="connsiteY20" fmla="*/ 73724 h 361950"/>
                <a:gd name="connsiteX21" fmla="*/ 233267 w 390525"/>
                <a:gd name="connsiteY21" fmla="*/ 114871 h 361950"/>
                <a:gd name="connsiteX22" fmla="*/ 241078 w 390525"/>
                <a:gd name="connsiteY22" fmla="*/ 118110 h 361950"/>
                <a:gd name="connsiteX23" fmla="*/ 363950 w 390525"/>
                <a:gd name="connsiteY23" fmla="*/ 118110 h 361950"/>
                <a:gd name="connsiteX24" fmla="*/ 363950 w 390525"/>
                <a:gd name="connsiteY24" fmla="*/ 340233 h 361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90525" h="361950">
                  <a:moveTo>
                    <a:pt x="375095" y="7144"/>
                  </a:moveTo>
                  <a:lnTo>
                    <a:pt x="18288" y="7144"/>
                  </a:lnTo>
                  <a:cubicBezTo>
                    <a:pt x="12192" y="7144"/>
                    <a:pt x="7144" y="12097"/>
                    <a:pt x="7144" y="18288"/>
                  </a:cubicBezTo>
                  <a:lnTo>
                    <a:pt x="7144" y="351377"/>
                  </a:lnTo>
                  <a:cubicBezTo>
                    <a:pt x="7144" y="357473"/>
                    <a:pt x="12097" y="362521"/>
                    <a:pt x="18288" y="362521"/>
                  </a:cubicBezTo>
                  <a:lnTo>
                    <a:pt x="374999" y="362521"/>
                  </a:lnTo>
                  <a:cubicBezTo>
                    <a:pt x="381095" y="362521"/>
                    <a:pt x="386144" y="357569"/>
                    <a:pt x="386144" y="351377"/>
                  </a:cubicBezTo>
                  <a:lnTo>
                    <a:pt x="386144" y="18288"/>
                  </a:lnTo>
                  <a:cubicBezTo>
                    <a:pt x="386144" y="12097"/>
                    <a:pt x="381191" y="7144"/>
                    <a:pt x="375095" y="7144"/>
                  </a:cubicBezTo>
                  <a:close/>
                  <a:moveTo>
                    <a:pt x="363950" y="29337"/>
                  </a:moveTo>
                  <a:lnTo>
                    <a:pt x="363950" y="95917"/>
                  </a:lnTo>
                  <a:lnTo>
                    <a:pt x="245745" y="95917"/>
                  </a:lnTo>
                  <a:lnTo>
                    <a:pt x="204597" y="54769"/>
                  </a:lnTo>
                  <a:cubicBezTo>
                    <a:pt x="202502" y="52673"/>
                    <a:pt x="199644" y="51530"/>
                    <a:pt x="196787" y="51530"/>
                  </a:cubicBezTo>
                  <a:lnTo>
                    <a:pt x="29432" y="51530"/>
                  </a:lnTo>
                  <a:lnTo>
                    <a:pt x="29432" y="29337"/>
                  </a:lnTo>
                  <a:lnTo>
                    <a:pt x="363950" y="29337"/>
                  </a:lnTo>
                  <a:close/>
                  <a:moveTo>
                    <a:pt x="363950" y="340233"/>
                  </a:moveTo>
                  <a:lnTo>
                    <a:pt x="29432" y="340233"/>
                  </a:lnTo>
                  <a:lnTo>
                    <a:pt x="29432" y="73724"/>
                  </a:lnTo>
                  <a:lnTo>
                    <a:pt x="192119" y="73724"/>
                  </a:lnTo>
                  <a:lnTo>
                    <a:pt x="233267" y="114871"/>
                  </a:lnTo>
                  <a:cubicBezTo>
                    <a:pt x="235363" y="116967"/>
                    <a:pt x="238220" y="118110"/>
                    <a:pt x="241078" y="118110"/>
                  </a:cubicBezTo>
                  <a:lnTo>
                    <a:pt x="363950" y="118110"/>
                  </a:lnTo>
                  <a:lnTo>
                    <a:pt x="363950" y="340233"/>
                  </a:lnTo>
                  <a:close/>
                </a:path>
              </a:pathLst>
            </a:custGeom>
            <a:grpFill/>
            <a:ln w="9525" cap="flat">
              <a:noFill/>
              <a:prstDash val="solid"/>
              <a:miter/>
            </a:ln>
          </p:spPr>
          <p:txBody>
            <a:bodyPr rtlCol="0" anchor="ctr"/>
            <a:lstStyle/>
            <a:p>
              <a:endParaRPr lang="ko-KR" altLang="en-US"/>
            </a:p>
          </p:txBody>
        </p:sp>
        <p:sp>
          <p:nvSpPr>
            <p:cNvPr id="62" name="자유형: 도형 142"/>
            <p:cNvSpPr/>
            <p:nvPr/>
          </p:nvSpPr>
          <p:spPr>
            <a:xfrm>
              <a:off x="1036635" y="3038951"/>
              <a:ext cx="76200" cy="28575"/>
            </a:xfrm>
            <a:custGeom>
              <a:avLst/>
              <a:gdLst>
                <a:gd name="connsiteX0" fmla="*/ 18250 w 76200"/>
                <a:gd name="connsiteY0" fmla="*/ 29337 h 28575"/>
                <a:gd name="connsiteX1" fmla="*/ 62351 w 76200"/>
                <a:gd name="connsiteY1" fmla="*/ 29337 h 28575"/>
                <a:gd name="connsiteX2" fmla="*/ 73686 w 76200"/>
                <a:gd name="connsiteY2" fmla="*/ 19526 h 28575"/>
                <a:gd name="connsiteX3" fmla="*/ 62637 w 76200"/>
                <a:gd name="connsiteY3" fmla="*/ 7144 h 28575"/>
                <a:gd name="connsiteX4" fmla="*/ 18536 w 76200"/>
                <a:gd name="connsiteY4" fmla="*/ 7144 h 28575"/>
                <a:gd name="connsiteX5" fmla="*/ 7201 w 76200"/>
                <a:gd name="connsiteY5" fmla="*/ 16954 h 28575"/>
                <a:gd name="connsiteX6" fmla="*/ 18250 w 76200"/>
                <a:gd name="connsiteY6" fmla="*/ 29337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00" h="28575">
                  <a:moveTo>
                    <a:pt x="18250" y="29337"/>
                  </a:moveTo>
                  <a:lnTo>
                    <a:pt x="62351" y="29337"/>
                  </a:lnTo>
                  <a:cubicBezTo>
                    <a:pt x="68066" y="29337"/>
                    <a:pt x="73019" y="25146"/>
                    <a:pt x="73686" y="19526"/>
                  </a:cubicBezTo>
                  <a:cubicBezTo>
                    <a:pt x="74448" y="12859"/>
                    <a:pt x="69209" y="7144"/>
                    <a:pt x="62637" y="7144"/>
                  </a:cubicBezTo>
                  <a:lnTo>
                    <a:pt x="18536" y="7144"/>
                  </a:lnTo>
                  <a:cubicBezTo>
                    <a:pt x="12821" y="7144"/>
                    <a:pt x="7868" y="11335"/>
                    <a:pt x="7201" y="16954"/>
                  </a:cubicBezTo>
                  <a:cubicBezTo>
                    <a:pt x="6534" y="23622"/>
                    <a:pt x="11773" y="29337"/>
                    <a:pt x="18250" y="29337"/>
                  </a:cubicBezTo>
                  <a:close/>
                </a:path>
              </a:pathLst>
            </a:custGeom>
            <a:grpFill/>
            <a:ln w="9525" cap="flat">
              <a:noFill/>
              <a:prstDash val="solid"/>
              <a:miter/>
            </a:ln>
          </p:spPr>
          <p:txBody>
            <a:bodyPr rtlCol="0" anchor="ctr"/>
            <a:lstStyle/>
            <a:p>
              <a:endParaRPr lang="ko-KR" altLang="en-US"/>
            </a:p>
          </p:txBody>
        </p:sp>
        <p:sp>
          <p:nvSpPr>
            <p:cNvPr id="63" name="자유형: 도형 143"/>
            <p:cNvSpPr/>
            <p:nvPr/>
          </p:nvSpPr>
          <p:spPr>
            <a:xfrm>
              <a:off x="992232" y="3172110"/>
              <a:ext cx="76200" cy="28575"/>
            </a:xfrm>
            <a:custGeom>
              <a:avLst/>
              <a:gdLst>
                <a:gd name="connsiteX0" fmla="*/ 62653 w 76200"/>
                <a:gd name="connsiteY0" fmla="*/ 7144 h 28575"/>
                <a:gd name="connsiteX1" fmla="*/ 18552 w 76200"/>
                <a:gd name="connsiteY1" fmla="*/ 7144 h 28575"/>
                <a:gd name="connsiteX2" fmla="*/ 7218 w 76200"/>
                <a:gd name="connsiteY2" fmla="*/ 16954 h 28575"/>
                <a:gd name="connsiteX3" fmla="*/ 18267 w 76200"/>
                <a:gd name="connsiteY3" fmla="*/ 29337 h 28575"/>
                <a:gd name="connsiteX4" fmla="*/ 62367 w 76200"/>
                <a:gd name="connsiteY4" fmla="*/ 29337 h 28575"/>
                <a:gd name="connsiteX5" fmla="*/ 73702 w 76200"/>
                <a:gd name="connsiteY5" fmla="*/ 19526 h 28575"/>
                <a:gd name="connsiteX6" fmla="*/ 62653 w 76200"/>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00" h="28575">
                  <a:moveTo>
                    <a:pt x="62653" y="7144"/>
                  </a:moveTo>
                  <a:lnTo>
                    <a:pt x="18552" y="7144"/>
                  </a:lnTo>
                  <a:cubicBezTo>
                    <a:pt x="12837" y="7144"/>
                    <a:pt x="7884" y="11335"/>
                    <a:pt x="7218" y="16954"/>
                  </a:cubicBezTo>
                  <a:cubicBezTo>
                    <a:pt x="6456" y="23622"/>
                    <a:pt x="11694" y="29337"/>
                    <a:pt x="18267" y="29337"/>
                  </a:cubicBezTo>
                  <a:lnTo>
                    <a:pt x="62367" y="29337"/>
                  </a:lnTo>
                  <a:cubicBezTo>
                    <a:pt x="68082" y="29337"/>
                    <a:pt x="73035" y="25146"/>
                    <a:pt x="73702" y="19526"/>
                  </a:cubicBezTo>
                  <a:cubicBezTo>
                    <a:pt x="74464" y="12859"/>
                    <a:pt x="69225" y="7144"/>
                    <a:pt x="62653" y="7144"/>
                  </a:cubicBezTo>
                  <a:close/>
                </a:path>
              </a:pathLst>
            </a:custGeom>
            <a:grpFill/>
            <a:ln w="9525" cap="flat">
              <a:noFill/>
              <a:prstDash val="solid"/>
              <a:miter/>
            </a:ln>
          </p:spPr>
          <p:txBody>
            <a:bodyPr rtlCol="0" anchor="ctr"/>
            <a:lstStyle/>
            <a:p>
              <a:endParaRPr lang="ko-KR" altLang="en-US"/>
            </a:p>
          </p:txBody>
        </p:sp>
        <p:sp>
          <p:nvSpPr>
            <p:cNvPr id="64" name="자유형: 도형 144"/>
            <p:cNvSpPr/>
            <p:nvPr/>
          </p:nvSpPr>
          <p:spPr>
            <a:xfrm>
              <a:off x="992232" y="3083337"/>
              <a:ext cx="123825" cy="28575"/>
            </a:xfrm>
            <a:custGeom>
              <a:avLst/>
              <a:gdLst>
                <a:gd name="connsiteX0" fmla="*/ 107135 w 123825"/>
                <a:gd name="connsiteY0" fmla="*/ 7144 h 28575"/>
                <a:gd name="connsiteX1" fmla="*/ 18552 w 123825"/>
                <a:gd name="connsiteY1" fmla="*/ 7144 h 28575"/>
                <a:gd name="connsiteX2" fmla="*/ 7218 w 123825"/>
                <a:gd name="connsiteY2" fmla="*/ 16954 h 28575"/>
                <a:gd name="connsiteX3" fmla="*/ 18267 w 123825"/>
                <a:gd name="connsiteY3" fmla="*/ 29337 h 28575"/>
                <a:gd name="connsiteX4" fmla="*/ 106754 w 123825"/>
                <a:gd name="connsiteY4" fmla="*/ 29337 h 28575"/>
                <a:gd name="connsiteX5" fmla="*/ 118089 w 123825"/>
                <a:gd name="connsiteY5" fmla="*/ 19526 h 28575"/>
                <a:gd name="connsiteX6" fmla="*/ 107135 w 123825"/>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25" h="28575">
                  <a:moveTo>
                    <a:pt x="107135" y="7144"/>
                  </a:moveTo>
                  <a:lnTo>
                    <a:pt x="18552" y="7144"/>
                  </a:lnTo>
                  <a:cubicBezTo>
                    <a:pt x="12837" y="7144"/>
                    <a:pt x="7884" y="11335"/>
                    <a:pt x="7218" y="16954"/>
                  </a:cubicBezTo>
                  <a:cubicBezTo>
                    <a:pt x="6456" y="23622"/>
                    <a:pt x="11694" y="29337"/>
                    <a:pt x="18267" y="29337"/>
                  </a:cubicBezTo>
                  <a:lnTo>
                    <a:pt x="106754" y="29337"/>
                  </a:lnTo>
                  <a:cubicBezTo>
                    <a:pt x="112469" y="29337"/>
                    <a:pt x="117422" y="25146"/>
                    <a:pt x="118089" y="19526"/>
                  </a:cubicBezTo>
                  <a:cubicBezTo>
                    <a:pt x="118851" y="12763"/>
                    <a:pt x="113612" y="7144"/>
                    <a:pt x="107135" y="7144"/>
                  </a:cubicBezTo>
                  <a:close/>
                </a:path>
              </a:pathLst>
            </a:custGeom>
            <a:grpFill/>
            <a:ln w="9525" cap="flat">
              <a:noFill/>
              <a:prstDash val="solid"/>
              <a:miter/>
            </a:ln>
          </p:spPr>
          <p:txBody>
            <a:bodyPr rtlCol="0" anchor="ctr"/>
            <a:lstStyle/>
            <a:p>
              <a:endParaRPr lang="ko-KR" altLang="en-US"/>
            </a:p>
          </p:txBody>
        </p:sp>
        <p:sp>
          <p:nvSpPr>
            <p:cNvPr id="65" name="자유형: 도형 145"/>
            <p:cNvSpPr/>
            <p:nvPr/>
          </p:nvSpPr>
          <p:spPr>
            <a:xfrm>
              <a:off x="992232" y="3127724"/>
              <a:ext cx="123825" cy="28575"/>
            </a:xfrm>
            <a:custGeom>
              <a:avLst/>
              <a:gdLst>
                <a:gd name="connsiteX0" fmla="*/ 107135 w 123825"/>
                <a:gd name="connsiteY0" fmla="*/ 7144 h 28575"/>
                <a:gd name="connsiteX1" fmla="*/ 18552 w 123825"/>
                <a:gd name="connsiteY1" fmla="*/ 7144 h 28575"/>
                <a:gd name="connsiteX2" fmla="*/ 7218 w 123825"/>
                <a:gd name="connsiteY2" fmla="*/ 16954 h 28575"/>
                <a:gd name="connsiteX3" fmla="*/ 18267 w 123825"/>
                <a:gd name="connsiteY3" fmla="*/ 29337 h 28575"/>
                <a:gd name="connsiteX4" fmla="*/ 106754 w 123825"/>
                <a:gd name="connsiteY4" fmla="*/ 29337 h 28575"/>
                <a:gd name="connsiteX5" fmla="*/ 118089 w 123825"/>
                <a:gd name="connsiteY5" fmla="*/ 19526 h 28575"/>
                <a:gd name="connsiteX6" fmla="*/ 107135 w 123825"/>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25" h="28575">
                  <a:moveTo>
                    <a:pt x="107135" y="7144"/>
                  </a:moveTo>
                  <a:lnTo>
                    <a:pt x="18552" y="7144"/>
                  </a:lnTo>
                  <a:cubicBezTo>
                    <a:pt x="12837" y="7144"/>
                    <a:pt x="7884" y="11335"/>
                    <a:pt x="7218" y="16954"/>
                  </a:cubicBezTo>
                  <a:cubicBezTo>
                    <a:pt x="6456" y="23622"/>
                    <a:pt x="11694" y="29337"/>
                    <a:pt x="18267" y="29337"/>
                  </a:cubicBezTo>
                  <a:lnTo>
                    <a:pt x="106754" y="29337"/>
                  </a:lnTo>
                  <a:cubicBezTo>
                    <a:pt x="112469" y="29337"/>
                    <a:pt x="117422" y="25146"/>
                    <a:pt x="118089" y="19526"/>
                  </a:cubicBezTo>
                  <a:cubicBezTo>
                    <a:pt x="118851" y="12764"/>
                    <a:pt x="113612" y="7144"/>
                    <a:pt x="107135" y="7144"/>
                  </a:cubicBezTo>
                  <a:close/>
                </a:path>
              </a:pathLst>
            </a:custGeom>
            <a:grpFill/>
            <a:ln w="9525" cap="flat">
              <a:noFill/>
              <a:prstDash val="solid"/>
              <a:miter/>
            </a:ln>
          </p:spPr>
          <p:txBody>
            <a:bodyPr rtlCol="0" anchor="ctr"/>
            <a:lstStyle/>
            <a:p>
              <a:endParaRPr lang="ko-KR" altLang="en-US"/>
            </a:p>
          </p:txBody>
        </p:sp>
      </p:grpSp>
      <p:grpSp>
        <p:nvGrpSpPr>
          <p:cNvPr id="66" name="그룹 167"/>
          <p:cNvGrpSpPr/>
          <p:nvPr/>
        </p:nvGrpSpPr>
        <p:grpSpPr>
          <a:xfrm>
            <a:off x="2969110" y="3863765"/>
            <a:ext cx="290789" cy="390525"/>
            <a:chOff x="3506630" y="3561589"/>
            <a:chExt cx="290789" cy="390525"/>
          </a:xfrm>
          <a:solidFill>
            <a:schemeClr val="bg1"/>
          </a:solidFill>
        </p:grpSpPr>
        <p:sp>
          <p:nvSpPr>
            <p:cNvPr id="67" name="자유형: 도형 168"/>
            <p:cNvSpPr/>
            <p:nvPr/>
          </p:nvSpPr>
          <p:spPr>
            <a:xfrm>
              <a:off x="3506630" y="3591125"/>
              <a:ext cx="247650" cy="247650"/>
            </a:xfrm>
            <a:custGeom>
              <a:avLst/>
              <a:gdLst>
                <a:gd name="connsiteX0" fmla="*/ 127720 w 247650"/>
                <a:gd name="connsiteY0" fmla="*/ 248497 h 247650"/>
                <a:gd name="connsiteX1" fmla="*/ 174488 w 247650"/>
                <a:gd name="connsiteY1" fmla="*/ 238972 h 247650"/>
                <a:gd name="connsiteX2" fmla="*/ 239449 w 247650"/>
                <a:gd name="connsiteY2" fmla="*/ 173345 h 247650"/>
                <a:gd name="connsiteX3" fmla="*/ 238972 w 247650"/>
                <a:gd name="connsiteY3" fmla="*/ 81048 h 247650"/>
                <a:gd name="connsiteX4" fmla="*/ 173345 w 247650"/>
                <a:gd name="connsiteY4" fmla="*/ 16087 h 247650"/>
                <a:gd name="connsiteX5" fmla="*/ 16087 w 247650"/>
                <a:gd name="connsiteY5" fmla="*/ 82191 h 247650"/>
                <a:gd name="connsiteX6" fmla="*/ 82191 w 247650"/>
                <a:gd name="connsiteY6" fmla="*/ 239449 h 247650"/>
                <a:gd name="connsiteX7" fmla="*/ 127720 w 247650"/>
                <a:gd name="connsiteY7" fmla="*/ 248497 h 247650"/>
                <a:gd name="connsiteX8" fmla="*/ 93621 w 247650"/>
                <a:gd name="connsiteY8" fmla="*/ 126006 h 247650"/>
                <a:gd name="connsiteX9" fmla="*/ 153438 w 247650"/>
                <a:gd name="connsiteY9" fmla="*/ 150390 h 247650"/>
                <a:gd name="connsiteX10" fmla="*/ 119148 w 247650"/>
                <a:gd name="connsiteY10" fmla="*/ 203349 h 247650"/>
                <a:gd name="connsiteX11" fmla="*/ 90668 w 247650"/>
                <a:gd name="connsiteY11" fmla="*/ 218779 h 247650"/>
                <a:gd name="connsiteX12" fmla="*/ 81143 w 247650"/>
                <a:gd name="connsiteY12" fmla="*/ 187918 h 247650"/>
                <a:gd name="connsiteX13" fmla="*/ 93621 w 247650"/>
                <a:gd name="connsiteY13" fmla="*/ 126006 h 247650"/>
                <a:gd name="connsiteX14" fmla="*/ 136388 w 247650"/>
                <a:gd name="connsiteY14" fmla="*/ 52282 h 247650"/>
                <a:gd name="connsiteX15" fmla="*/ 164868 w 247650"/>
                <a:gd name="connsiteY15" fmla="*/ 36852 h 247650"/>
                <a:gd name="connsiteX16" fmla="*/ 164868 w 247650"/>
                <a:gd name="connsiteY16" fmla="*/ 36852 h 247650"/>
                <a:gd name="connsiteX17" fmla="*/ 164868 w 247650"/>
                <a:gd name="connsiteY17" fmla="*/ 36852 h 247650"/>
                <a:gd name="connsiteX18" fmla="*/ 174393 w 247650"/>
                <a:gd name="connsiteY18" fmla="*/ 67713 h 247650"/>
                <a:gd name="connsiteX19" fmla="*/ 161820 w 247650"/>
                <a:gd name="connsiteY19" fmla="*/ 129625 h 247650"/>
                <a:gd name="connsiteX20" fmla="*/ 102003 w 247650"/>
                <a:gd name="connsiteY20" fmla="*/ 105241 h 247650"/>
                <a:gd name="connsiteX21" fmla="*/ 136388 w 247650"/>
                <a:gd name="connsiteY21" fmla="*/ 52282 h 247650"/>
                <a:gd name="connsiteX22" fmla="*/ 165820 w 247650"/>
                <a:gd name="connsiteY22" fmla="*/ 218398 h 247650"/>
                <a:gd name="connsiteX23" fmla="*/ 127625 w 247650"/>
                <a:gd name="connsiteY23" fmla="*/ 226114 h 247650"/>
                <a:gd name="connsiteX24" fmla="*/ 135245 w 247650"/>
                <a:gd name="connsiteY24" fmla="*/ 218875 h 247650"/>
                <a:gd name="connsiteX25" fmla="*/ 174202 w 247650"/>
                <a:gd name="connsiteY25" fmla="*/ 158867 h 247650"/>
                <a:gd name="connsiteX26" fmla="*/ 213922 w 247650"/>
                <a:gd name="connsiteY26" fmla="*/ 175060 h 247650"/>
                <a:gd name="connsiteX27" fmla="*/ 165820 w 247650"/>
                <a:gd name="connsiteY27" fmla="*/ 218398 h 247650"/>
                <a:gd name="connsiteX28" fmla="*/ 218303 w 247650"/>
                <a:gd name="connsiteY28" fmla="*/ 89716 h 247650"/>
                <a:gd name="connsiteX29" fmla="*/ 222304 w 247650"/>
                <a:gd name="connsiteY29" fmla="*/ 154295 h 247650"/>
                <a:gd name="connsiteX30" fmla="*/ 182584 w 247650"/>
                <a:gd name="connsiteY30" fmla="*/ 138102 h 247650"/>
                <a:gd name="connsiteX31" fmla="*/ 196777 w 247650"/>
                <a:gd name="connsiteY31" fmla="*/ 67903 h 247650"/>
                <a:gd name="connsiteX32" fmla="*/ 196396 w 247650"/>
                <a:gd name="connsiteY32" fmla="*/ 57426 h 247650"/>
                <a:gd name="connsiteX33" fmla="*/ 218303 w 247650"/>
                <a:gd name="connsiteY33" fmla="*/ 89716 h 247650"/>
                <a:gd name="connsiteX34" fmla="*/ 127816 w 247650"/>
                <a:gd name="connsiteY34" fmla="*/ 29613 h 247650"/>
                <a:gd name="connsiteX35" fmla="*/ 120291 w 247650"/>
                <a:gd name="connsiteY35" fmla="*/ 36757 h 247650"/>
                <a:gd name="connsiteX36" fmla="*/ 81334 w 247650"/>
                <a:gd name="connsiteY36" fmla="*/ 96859 h 247650"/>
                <a:gd name="connsiteX37" fmla="*/ 41614 w 247650"/>
                <a:gd name="connsiteY37" fmla="*/ 80667 h 247650"/>
                <a:gd name="connsiteX38" fmla="*/ 127816 w 247650"/>
                <a:gd name="connsiteY38" fmla="*/ 29613 h 247650"/>
                <a:gd name="connsiteX39" fmla="*/ 33137 w 247650"/>
                <a:gd name="connsiteY39" fmla="*/ 101336 h 247650"/>
                <a:gd name="connsiteX40" fmla="*/ 72856 w 247650"/>
                <a:gd name="connsiteY40" fmla="*/ 117528 h 247650"/>
                <a:gd name="connsiteX41" fmla="*/ 58664 w 247650"/>
                <a:gd name="connsiteY41" fmla="*/ 187728 h 247650"/>
                <a:gd name="connsiteX42" fmla="*/ 59045 w 247650"/>
                <a:gd name="connsiteY42" fmla="*/ 198110 h 247650"/>
                <a:gd name="connsiteX43" fmla="*/ 33137 w 247650"/>
                <a:gd name="connsiteY43" fmla="*/ 101336 h 24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47650" h="247650">
                  <a:moveTo>
                    <a:pt x="127720" y="248497"/>
                  </a:moveTo>
                  <a:cubicBezTo>
                    <a:pt x="143532" y="248497"/>
                    <a:pt x="159439" y="245354"/>
                    <a:pt x="174488" y="238972"/>
                  </a:cubicBezTo>
                  <a:cubicBezTo>
                    <a:pt x="204206" y="226494"/>
                    <a:pt x="227257" y="203158"/>
                    <a:pt x="239449" y="173345"/>
                  </a:cubicBezTo>
                  <a:cubicBezTo>
                    <a:pt x="251641" y="143532"/>
                    <a:pt x="251450" y="110766"/>
                    <a:pt x="238972" y="81048"/>
                  </a:cubicBezTo>
                  <a:cubicBezTo>
                    <a:pt x="226495" y="51330"/>
                    <a:pt x="203158" y="28279"/>
                    <a:pt x="173345" y="16087"/>
                  </a:cubicBezTo>
                  <a:cubicBezTo>
                    <a:pt x="111813" y="-9059"/>
                    <a:pt x="41233" y="20659"/>
                    <a:pt x="16087" y="82191"/>
                  </a:cubicBezTo>
                  <a:cubicBezTo>
                    <a:pt x="-9059" y="143722"/>
                    <a:pt x="20659" y="214302"/>
                    <a:pt x="82191" y="239449"/>
                  </a:cubicBezTo>
                  <a:cubicBezTo>
                    <a:pt x="96859" y="245449"/>
                    <a:pt x="112290" y="248497"/>
                    <a:pt x="127720" y="248497"/>
                  </a:cubicBezTo>
                  <a:close/>
                  <a:moveTo>
                    <a:pt x="93621" y="126006"/>
                  </a:moveTo>
                  <a:lnTo>
                    <a:pt x="153438" y="150390"/>
                  </a:lnTo>
                  <a:cubicBezTo>
                    <a:pt x="143627" y="171821"/>
                    <a:pt x="131626" y="190395"/>
                    <a:pt x="119148" y="203349"/>
                  </a:cubicBezTo>
                  <a:cubicBezTo>
                    <a:pt x="105337" y="217636"/>
                    <a:pt x="95240" y="220589"/>
                    <a:pt x="90668" y="218779"/>
                  </a:cubicBezTo>
                  <a:cubicBezTo>
                    <a:pt x="86191" y="216969"/>
                    <a:pt x="80953" y="207730"/>
                    <a:pt x="81143" y="187918"/>
                  </a:cubicBezTo>
                  <a:cubicBezTo>
                    <a:pt x="81238" y="169821"/>
                    <a:pt x="85620" y="148199"/>
                    <a:pt x="93621" y="126006"/>
                  </a:cubicBezTo>
                  <a:close/>
                  <a:moveTo>
                    <a:pt x="136388" y="52282"/>
                  </a:moveTo>
                  <a:cubicBezTo>
                    <a:pt x="150199" y="37995"/>
                    <a:pt x="160296" y="35042"/>
                    <a:pt x="164868" y="36852"/>
                  </a:cubicBezTo>
                  <a:cubicBezTo>
                    <a:pt x="164868" y="36852"/>
                    <a:pt x="164868" y="36852"/>
                    <a:pt x="164868" y="36852"/>
                  </a:cubicBezTo>
                  <a:cubicBezTo>
                    <a:pt x="164868" y="36852"/>
                    <a:pt x="164868" y="36852"/>
                    <a:pt x="164868" y="36852"/>
                  </a:cubicBezTo>
                  <a:cubicBezTo>
                    <a:pt x="169345" y="38661"/>
                    <a:pt x="174583" y="47901"/>
                    <a:pt x="174393" y="67713"/>
                  </a:cubicBezTo>
                  <a:cubicBezTo>
                    <a:pt x="174297" y="85715"/>
                    <a:pt x="169821" y="107432"/>
                    <a:pt x="161820" y="129625"/>
                  </a:cubicBezTo>
                  <a:lnTo>
                    <a:pt x="102003" y="105241"/>
                  </a:lnTo>
                  <a:cubicBezTo>
                    <a:pt x="111909" y="83810"/>
                    <a:pt x="123815" y="65236"/>
                    <a:pt x="136388" y="52282"/>
                  </a:cubicBezTo>
                  <a:close/>
                  <a:moveTo>
                    <a:pt x="165820" y="218398"/>
                  </a:moveTo>
                  <a:cubicBezTo>
                    <a:pt x="153533" y="223542"/>
                    <a:pt x="140579" y="226114"/>
                    <a:pt x="127625" y="226114"/>
                  </a:cubicBezTo>
                  <a:cubicBezTo>
                    <a:pt x="130102" y="223923"/>
                    <a:pt x="132673" y="221542"/>
                    <a:pt x="135245" y="218875"/>
                  </a:cubicBezTo>
                  <a:cubicBezTo>
                    <a:pt x="149628" y="203920"/>
                    <a:pt x="163249" y="182870"/>
                    <a:pt x="174202" y="158867"/>
                  </a:cubicBezTo>
                  <a:lnTo>
                    <a:pt x="213922" y="175060"/>
                  </a:lnTo>
                  <a:cubicBezTo>
                    <a:pt x="203254" y="194491"/>
                    <a:pt x="186489" y="209635"/>
                    <a:pt x="165820" y="218398"/>
                  </a:cubicBezTo>
                  <a:close/>
                  <a:moveTo>
                    <a:pt x="218303" y="89716"/>
                  </a:moveTo>
                  <a:cubicBezTo>
                    <a:pt x="226971" y="110480"/>
                    <a:pt x="228400" y="132959"/>
                    <a:pt x="222304" y="154295"/>
                  </a:cubicBezTo>
                  <a:lnTo>
                    <a:pt x="182584" y="138102"/>
                  </a:lnTo>
                  <a:cubicBezTo>
                    <a:pt x="191633" y="113242"/>
                    <a:pt x="196586" y="88668"/>
                    <a:pt x="196777" y="67903"/>
                  </a:cubicBezTo>
                  <a:cubicBezTo>
                    <a:pt x="196777" y="64284"/>
                    <a:pt x="196681" y="60760"/>
                    <a:pt x="196396" y="57426"/>
                  </a:cubicBezTo>
                  <a:cubicBezTo>
                    <a:pt x="205635" y="66570"/>
                    <a:pt x="213064" y="77428"/>
                    <a:pt x="218303" y="89716"/>
                  </a:cubicBezTo>
                  <a:close/>
                  <a:moveTo>
                    <a:pt x="127816" y="29613"/>
                  </a:moveTo>
                  <a:cubicBezTo>
                    <a:pt x="125339" y="31803"/>
                    <a:pt x="122767" y="34185"/>
                    <a:pt x="120291" y="36757"/>
                  </a:cubicBezTo>
                  <a:cubicBezTo>
                    <a:pt x="105908" y="51711"/>
                    <a:pt x="92287" y="72761"/>
                    <a:pt x="81334" y="96859"/>
                  </a:cubicBezTo>
                  <a:lnTo>
                    <a:pt x="41614" y="80667"/>
                  </a:lnTo>
                  <a:cubicBezTo>
                    <a:pt x="59045" y="48663"/>
                    <a:pt x="92668" y="29613"/>
                    <a:pt x="127816" y="29613"/>
                  </a:cubicBezTo>
                  <a:close/>
                  <a:moveTo>
                    <a:pt x="33137" y="101336"/>
                  </a:moveTo>
                  <a:lnTo>
                    <a:pt x="72856" y="117528"/>
                  </a:lnTo>
                  <a:cubicBezTo>
                    <a:pt x="63808" y="142389"/>
                    <a:pt x="58855" y="166963"/>
                    <a:pt x="58664" y="187728"/>
                  </a:cubicBezTo>
                  <a:cubicBezTo>
                    <a:pt x="58664" y="191347"/>
                    <a:pt x="58759" y="194776"/>
                    <a:pt x="59045" y="198110"/>
                  </a:cubicBezTo>
                  <a:cubicBezTo>
                    <a:pt x="33899" y="173440"/>
                    <a:pt x="23326" y="136388"/>
                    <a:pt x="33137" y="101336"/>
                  </a:cubicBezTo>
                  <a:close/>
                </a:path>
              </a:pathLst>
            </a:custGeom>
            <a:grpFill/>
            <a:ln w="9525" cap="flat">
              <a:noFill/>
              <a:prstDash val="solid"/>
              <a:miter/>
            </a:ln>
          </p:spPr>
          <p:txBody>
            <a:bodyPr rtlCol="0" anchor="ctr"/>
            <a:lstStyle/>
            <a:p>
              <a:endParaRPr lang="ko-KR" altLang="en-US"/>
            </a:p>
          </p:txBody>
        </p:sp>
        <p:sp>
          <p:nvSpPr>
            <p:cNvPr id="68" name="자유형: 도형 169"/>
            <p:cNvSpPr/>
            <p:nvPr/>
          </p:nvSpPr>
          <p:spPr>
            <a:xfrm>
              <a:off x="3559294" y="3561589"/>
              <a:ext cx="238125" cy="390525"/>
            </a:xfrm>
            <a:custGeom>
              <a:avLst/>
              <a:gdLst>
                <a:gd name="connsiteX0" fmla="*/ 223837 w 238125"/>
                <a:gd name="connsiteY0" fmla="*/ 94868 h 390525"/>
                <a:gd name="connsiteX1" fmla="*/ 136016 w 238125"/>
                <a:gd name="connsiteY1" fmla="*/ 8000 h 390525"/>
                <a:gd name="connsiteX2" fmla="*/ 121443 w 238125"/>
                <a:gd name="connsiteY2" fmla="*/ 14096 h 390525"/>
                <a:gd name="connsiteX3" fmla="*/ 127539 w 238125"/>
                <a:gd name="connsiteY3" fmla="*/ 28669 h 390525"/>
                <a:gd name="connsiteX4" fmla="*/ 203739 w 238125"/>
                <a:gd name="connsiteY4" fmla="*/ 209835 h 390525"/>
                <a:gd name="connsiteX5" fmla="*/ 22573 w 238125"/>
                <a:gd name="connsiteY5" fmla="*/ 286035 h 390525"/>
                <a:gd name="connsiteX6" fmla="*/ 8000 w 238125"/>
                <a:gd name="connsiteY6" fmla="*/ 292131 h 390525"/>
                <a:gd name="connsiteX7" fmla="*/ 14096 w 238125"/>
                <a:gd name="connsiteY7" fmla="*/ 306704 h 390525"/>
                <a:gd name="connsiteX8" fmla="*/ 63817 w 238125"/>
                <a:gd name="connsiteY8" fmla="*/ 318324 h 390525"/>
                <a:gd name="connsiteX9" fmla="*/ 63817 w 238125"/>
                <a:gd name="connsiteY9" fmla="*/ 363663 h 390525"/>
                <a:gd name="connsiteX10" fmla="*/ 24288 w 238125"/>
                <a:gd name="connsiteY10" fmla="*/ 363663 h 390525"/>
                <a:gd name="connsiteX11" fmla="*/ 13144 w 238125"/>
                <a:gd name="connsiteY11" fmla="*/ 374808 h 390525"/>
                <a:gd name="connsiteX12" fmla="*/ 24288 w 238125"/>
                <a:gd name="connsiteY12" fmla="*/ 385857 h 390525"/>
                <a:gd name="connsiteX13" fmla="*/ 125920 w 238125"/>
                <a:gd name="connsiteY13" fmla="*/ 385857 h 390525"/>
                <a:gd name="connsiteX14" fmla="*/ 137064 w 238125"/>
                <a:gd name="connsiteY14" fmla="*/ 374808 h 390525"/>
                <a:gd name="connsiteX15" fmla="*/ 125920 w 238125"/>
                <a:gd name="connsiteY15" fmla="*/ 363663 h 390525"/>
                <a:gd name="connsiteX16" fmla="*/ 86010 w 238125"/>
                <a:gd name="connsiteY16" fmla="*/ 363663 h 390525"/>
                <a:gd name="connsiteX17" fmla="*/ 86010 w 238125"/>
                <a:gd name="connsiteY17" fmla="*/ 318324 h 390525"/>
                <a:gd name="connsiteX18" fmla="*/ 137635 w 238125"/>
                <a:gd name="connsiteY18" fmla="*/ 306037 h 390525"/>
                <a:gd name="connsiteX19" fmla="*/ 224503 w 238125"/>
                <a:gd name="connsiteY19" fmla="*/ 218217 h 390525"/>
                <a:gd name="connsiteX20" fmla="*/ 223837 w 238125"/>
                <a:gd name="connsiteY20" fmla="*/ 94868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238125" h="390525">
                  <a:moveTo>
                    <a:pt x="223837" y="94868"/>
                  </a:moveTo>
                  <a:cubicBezTo>
                    <a:pt x="207168" y="55149"/>
                    <a:pt x="175926" y="24288"/>
                    <a:pt x="136016" y="8000"/>
                  </a:cubicBezTo>
                  <a:cubicBezTo>
                    <a:pt x="130301" y="5619"/>
                    <a:pt x="123729" y="8381"/>
                    <a:pt x="121443" y="14096"/>
                  </a:cubicBezTo>
                  <a:cubicBezTo>
                    <a:pt x="119062" y="19811"/>
                    <a:pt x="121824" y="26383"/>
                    <a:pt x="127539" y="28669"/>
                  </a:cubicBezTo>
                  <a:cubicBezTo>
                    <a:pt x="198500" y="57625"/>
                    <a:pt x="232695" y="138873"/>
                    <a:pt x="203739" y="209835"/>
                  </a:cubicBezTo>
                  <a:cubicBezTo>
                    <a:pt x="174783" y="280796"/>
                    <a:pt x="93535" y="314991"/>
                    <a:pt x="22573" y="286035"/>
                  </a:cubicBezTo>
                  <a:cubicBezTo>
                    <a:pt x="16858" y="283654"/>
                    <a:pt x="10286" y="286416"/>
                    <a:pt x="8000" y="292131"/>
                  </a:cubicBezTo>
                  <a:cubicBezTo>
                    <a:pt x="5619" y="297846"/>
                    <a:pt x="8381" y="304418"/>
                    <a:pt x="14096" y="306704"/>
                  </a:cubicBezTo>
                  <a:cubicBezTo>
                    <a:pt x="30193" y="313276"/>
                    <a:pt x="46957" y="317181"/>
                    <a:pt x="63817" y="318324"/>
                  </a:cubicBezTo>
                  <a:lnTo>
                    <a:pt x="63817" y="363663"/>
                  </a:lnTo>
                  <a:lnTo>
                    <a:pt x="24288" y="363663"/>
                  </a:lnTo>
                  <a:cubicBezTo>
                    <a:pt x="18096" y="363568"/>
                    <a:pt x="13144" y="368616"/>
                    <a:pt x="13144" y="374808"/>
                  </a:cubicBezTo>
                  <a:cubicBezTo>
                    <a:pt x="13144" y="380999"/>
                    <a:pt x="18192" y="385952"/>
                    <a:pt x="24288" y="385857"/>
                  </a:cubicBezTo>
                  <a:lnTo>
                    <a:pt x="125920" y="385857"/>
                  </a:lnTo>
                  <a:cubicBezTo>
                    <a:pt x="132111" y="385952"/>
                    <a:pt x="137064" y="380999"/>
                    <a:pt x="137064" y="374808"/>
                  </a:cubicBezTo>
                  <a:cubicBezTo>
                    <a:pt x="137064" y="368616"/>
                    <a:pt x="132016" y="363663"/>
                    <a:pt x="125920" y="363663"/>
                  </a:cubicBezTo>
                  <a:lnTo>
                    <a:pt x="86010" y="363663"/>
                  </a:lnTo>
                  <a:lnTo>
                    <a:pt x="86010" y="318324"/>
                  </a:lnTo>
                  <a:cubicBezTo>
                    <a:pt x="103726" y="317086"/>
                    <a:pt x="121062" y="312990"/>
                    <a:pt x="137635" y="306037"/>
                  </a:cubicBezTo>
                  <a:cubicBezTo>
                    <a:pt x="177354" y="289368"/>
                    <a:pt x="208216" y="258126"/>
                    <a:pt x="224503" y="218217"/>
                  </a:cubicBezTo>
                  <a:cubicBezTo>
                    <a:pt x="240791" y="178402"/>
                    <a:pt x="240505" y="134587"/>
                    <a:pt x="223837" y="94868"/>
                  </a:cubicBezTo>
                  <a:close/>
                </a:path>
              </a:pathLst>
            </a:custGeom>
            <a:grpFill/>
            <a:ln w="9525" cap="flat">
              <a:noFill/>
              <a:prstDash val="solid"/>
              <a:miter/>
            </a:ln>
          </p:spPr>
          <p:txBody>
            <a:bodyPr rtlCol="0" anchor="ctr"/>
            <a:lstStyle/>
            <a:p>
              <a:endParaRPr lang="ko-KR" altLang="en-US"/>
            </a:p>
          </p:txBody>
        </p:sp>
      </p:grpSp>
      <p:sp>
        <p:nvSpPr>
          <p:cNvPr id="69" name="자유형: 도형 172"/>
          <p:cNvSpPr/>
          <p:nvPr/>
        </p:nvSpPr>
        <p:spPr>
          <a:xfrm>
            <a:off x="1398424" y="2368101"/>
            <a:ext cx="390525" cy="390525"/>
          </a:xfrm>
          <a:custGeom>
            <a:avLst/>
            <a:gdLst>
              <a:gd name="connsiteX0" fmla="*/ 125540 w 390525"/>
              <a:gd name="connsiteY0" fmla="*/ 335996 h 390525"/>
              <a:gd name="connsiteX1" fmla="*/ 29337 w 390525"/>
              <a:gd name="connsiteY1" fmla="*/ 335996 h 390525"/>
              <a:gd name="connsiteX2" fmla="*/ 29337 w 390525"/>
              <a:gd name="connsiteY2" fmla="*/ 364095 h 390525"/>
              <a:gd name="connsiteX3" fmla="*/ 125540 w 390525"/>
              <a:gd name="connsiteY3" fmla="*/ 364095 h 390525"/>
              <a:gd name="connsiteX4" fmla="*/ 125540 w 390525"/>
              <a:gd name="connsiteY4" fmla="*/ 335996 h 390525"/>
              <a:gd name="connsiteX5" fmla="*/ 314516 w 390525"/>
              <a:gd name="connsiteY5" fmla="*/ 29196 h 390525"/>
              <a:gd name="connsiteX6" fmla="*/ 304514 w 390525"/>
              <a:gd name="connsiteY6" fmla="*/ 17194 h 390525"/>
              <a:gd name="connsiteX7" fmla="*/ 316516 w 390525"/>
              <a:gd name="connsiteY7" fmla="*/ 7193 h 390525"/>
              <a:gd name="connsiteX8" fmla="*/ 375952 w 390525"/>
              <a:gd name="connsiteY8" fmla="*/ 12622 h 390525"/>
              <a:gd name="connsiteX9" fmla="*/ 385382 w 390525"/>
              <a:gd name="connsiteY9" fmla="*/ 27481 h 390525"/>
              <a:gd name="connsiteX10" fmla="*/ 364808 w 390525"/>
              <a:gd name="connsiteY10" fmla="*/ 83583 h 390525"/>
              <a:gd name="connsiteX11" fmla="*/ 350615 w 390525"/>
              <a:gd name="connsiteY11" fmla="*/ 90156 h 390525"/>
              <a:gd name="connsiteX12" fmla="*/ 344043 w 390525"/>
              <a:gd name="connsiteY12" fmla="*/ 75963 h 390525"/>
              <a:gd name="connsiteX13" fmla="*/ 354140 w 390525"/>
              <a:gd name="connsiteY13" fmla="*/ 48436 h 390525"/>
              <a:gd name="connsiteX14" fmla="*/ 24003 w 390525"/>
              <a:gd name="connsiteY14" fmla="*/ 235793 h 390525"/>
              <a:gd name="connsiteX15" fmla="*/ 8954 w 390525"/>
              <a:gd name="connsiteY15" fmla="*/ 231602 h 390525"/>
              <a:gd name="connsiteX16" fmla="*/ 13145 w 390525"/>
              <a:gd name="connsiteY16" fmla="*/ 216552 h 390525"/>
              <a:gd name="connsiteX17" fmla="*/ 339090 w 390525"/>
              <a:gd name="connsiteY17" fmla="*/ 31386 h 390525"/>
              <a:gd name="connsiteX18" fmla="*/ 314516 w 390525"/>
              <a:gd name="connsiteY18" fmla="*/ 29196 h 390525"/>
              <a:gd name="connsiteX19" fmla="*/ 363855 w 390525"/>
              <a:gd name="connsiteY19" fmla="*/ 165022 h 390525"/>
              <a:gd name="connsiteX20" fmla="*/ 266224 w 390525"/>
              <a:gd name="connsiteY20" fmla="*/ 165022 h 390525"/>
              <a:gd name="connsiteX21" fmla="*/ 266224 w 390525"/>
              <a:gd name="connsiteY21" fmla="*/ 364095 h 390525"/>
              <a:gd name="connsiteX22" fmla="*/ 363950 w 390525"/>
              <a:gd name="connsiteY22" fmla="*/ 364095 h 390525"/>
              <a:gd name="connsiteX23" fmla="*/ 363950 w 390525"/>
              <a:gd name="connsiteY23" fmla="*/ 165022 h 390525"/>
              <a:gd name="connsiteX24" fmla="*/ 255080 w 390525"/>
              <a:gd name="connsiteY24" fmla="*/ 142829 h 390525"/>
              <a:gd name="connsiteX25" fmla="*/ 374999 w 390525"/>
              <a:gd name="connsiteY25" fmla="*/ 142829 h 390525"/>
              <a:gd name="connsiteX26" fmla="*/ 386144 w 390525"/>
              <a:gd name="connsiteY26" fmla="*/ 153973 h 390525"/>
              <a:gd name="connsiteX27" fmla="*/ 386144 w 390525"/>
              <a:gd name="connsiteY27" fmla="*/ 375239 h 390525"/>
              <a:gd name="connsiteX28" fmla="*/ 374999 w 390525"/>
              <a:gd name="connsiteY28" fmla="*/ 386383 h 390525"/>
              <a:gd name="connsiteX29" fmla="*/ 18288 w 390525"/>
              <a:gd name="connsiteY29" fmla="*/ 386383 h 390525"/>
              <a:gd name="connsiteX30" fmla="*/ 7144 w 390525"/>
              <a:gd name="connsiteY30" fmla="*/ 375239 h 390525"/>
              <a:gd name="connsiteX31" fmla="*/ 7144 w 390525"/>
              <a:gd name="connsiteY31" fmla="*/ 324947 h 390525"/>
              <a:gd name="connsiteX32" fmla="*/ 18288 w 390525"/>
              <a:gd name="connsiteY32" fmla="*/ 313803 h 390525"/>
              <a:gd name="connsiteX33" fmla="*/ 125635 w 390525"/>
              <a:gd name="connsiteY33" fmla="*/ 313803 h 390525"/>
              <a:gd name="connsiteX34" fmla="*/ 125635 w 390525"/>
              <a:gd name="connsiteY34" fmla="*/ 256081 h 390525"/>
              <a:gd name="connsiteX35" fmla="*/ 136779 w 390525"/>
              <a:gd name="connsiteY35" fmla="*/ 244937 h 390525"/>
              <a:gd name="connsiteX36" fmla="*/ 244126 w 390525"/>
              <a:gd name="connsiteY36" fmla="*/ 244937 h 390525"/>
              <a:gd name="connsiteX37" fmla="*/ 244126 w 390525"/>
              <a:gd name="connsiteY37" fmla="*/ 153878 h 390525"/>
              <a:gd name="connsiteX38" fmla="*/ 255080 w 390525"/>
              <a:gd name="connsiteY38" fmla="*/ 142829 h 390525"/>
              <a:gd name="connsiteX39" fmla="*/ 243935 w 390525"/>
              <a:gd name="connsiteY39" fmla="*/ 364190 h 390525"/>
              <a:gd name="connsiteX40" fmla="*/ 243935 w 390525"/>
              <a:gd name="connsiteY40" fmla="*/ 267225 h 390525"/>
              <a:gd name="connsiteX41" fmla="*/ 147733 w 390525"/>
              <a:gd name="connsiteY41" fmla="*/ 267225 h 390525"/>
              <a:gd name="connsiteX42" fmla="*/ 147733 w 390525"/>
              <a:gd name="connsiteY42" fmla="*/ 364190 h 390525"/>
              <a:gd name="connsiteX43" fmla="*/ 243935 w 390525"/>
              <a:gd name="connsiteY43" fmla="*/ 364190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90525" h="390525">
                <a:moveTo>
                  <a:pt x="125540" y="335996"/>
                </a:moveTo>
                <a:lnTo>
                  <a:pt x="29337" y="335996"/>
                </a:lnTo>
                <a:lnTo>
                  <a:pt x="29337" y="364095"/>
                </a:lnTo>
                <a:lnTo>
                  <a:pt x="125540" y="364095"/>
                </a:lnTo>
                <a:lnTo>
                  <a:pt x="125540" y="335996"/>
                </a:lnTo>
                <a:close/>
                <a:moveTo>
                  <a:pt x="314516" y="29196"/>
                </a:moveTo>
                <a:cubicBezTo>
                  <a:pt x="308420" y="28624"/>
                  <a:pt x="303943" y="23290"/>
                  <a:pt x="304514" y="17194"/>
                </a:cubicBezTo>
                <a:cubicBezTo>
                  <a:pt x="305086" y="11098"/>
                  <a:pt x="310420" y="6621"/>
                  <a:pt x="316516" y="7193"/>
                </a:cubicBezTo>
                <a:lnTo>
                  <a:pt x="375952" y="12622"/>
                </a:lnTo>
                <a:cubicBezTo>
                  <a:pt x="383096" y="13289"/>
                  <a:pt x="387858" y="20623"/>
                  <a:pt x="385382" y="27481"/>
                </a:cubicBezTo>
                <a:lnTo>
                  <a:pt x="364808" y="83583"/>
                </a:lnTo>
                <a:cubicBezTo>
                  <a:pt x="362712" y="89298"/>
                  <a:pt x="356330" y="92251"/>
                  <a:pt x="350615" y="90156"/>
                </a:cubicBezTo>
                <a:cubicBezTo>
                  <a:pt x="344900" y="88060"/>
                  <a:pt x="341948" y="81678"/>
                  <a:pt x="344043" y="75963"/>
                </a:cubicBezTo>
                <a:lnTo>
                  <a:pt x="354140" y="48436"/>
                </a:lnTo>
                <a:lnTo>
                  <a:pt x="24003" y="235793"/>
                </a:lnTo>
                <a:cubicBezTo>
                  <a:pt x="18669" y="238841"/>
                  <a:pt x="11906" y="236936"/>
                  <a:pt x="8954" y="231602"/>
                </a:cubicBezTo>
                <a:cubicBezTo>
                  <a:pt x="6001" y="226268"/>
                  <a:pt x="7811" y="219505"/>
                  <a:pt x="13145" y="216552"/>
                </a:cubicBezTo>
                <a:lnTo>
                  <a:pt x="339090" y="31386"/>
                </a:lnTo>
                <a:lnTo>
                  <a:pt x="314516" y="29196"/>
                </a:lnTo>
                <a:close/>
                <a:moveTo>
                  <a:pt x="363855" y="165022"/>
                </a:moveTo>
                <a:lnTo>
                  <a:pt x="266224" y="165022"/>
                </a:lnTo>
                <a:lnTo>
                  <a:pt x="266224" y="364095"/>
                </a:lnTo>
                <a:lnTo>
                  <a:pt x="363950" y="364095"/>
                </a:lnTo>
                <a:lnTo>
                  <a:pt x="363950" y="165022"/>
                </a:lnTo>
                <a:close/>
                <a:moveTo>
                  <a:pt x="255080" y="142829"/>
                </a:moveTo>
                <a:lnTo>
                  <a:pt x="374999" y="142829"/>
                </a:lnTo>
                <a:cubicBezTo>
                  <a:pt x="381095" y="142829"/>
                  <a:pt x="386144" y="147782"/>
                  <a:pt x="386144" y="153973"/>
                </a:cubicBezTo>
                <a:lnTo>
                  <a:pt x="386144" y="375239"/>
                </a:lnTo>
                <a:cubicBezTo>
                  <a:pt x="386144" y="381335"/>
                  <a:pt x="381191" y="386383"/>
                  <a:pt x="374999" y="386383"/>
                </a:cubicBezTo>
                <a:lnTo>
                  <a:pt x="18288" y="386383"/>
                </a:lnTo>
                <a:cubicBezTo>
                  <a:pt x="12192" y="386383"/>
                  <a:pt x="7144" y="381430"/>
                  <a:pt x="7144" y="375239"/>
                </a:cubicBezTo>
                <a:lnTo>
                  <a:pt x="7144" y="324947"/>
                </a:lnTo>
                <a:cubicBezTo>
                  <a:pt x="7144" y="318851"/>
                  <a:pt x="12097" y="313803"/>
                  <a:pt x="18288" y="313803"/>
                </a:cubicBezTo>
                <a:lnTo>
                  <a:pt x="125635" y="313803"/>
                </a:lnTo>
                <a:lnTo>
                  <a:pt x="125635" y="256081"/>
                </a:lnTo>
                <a:cubicBezTo>
                  <a:pt x="125635" y="249985"/>
                  <a:pt x="130588" y="244937"/>
                  <a:pt x="136779" y="244937"/>
                </a:cubicBezTo>
                <a:lnTo>
                  <a:pt x="244126" y="244937"/>
                </a:lnTo>
                <a:lnTo>
                  <a:pt x="244126" y="153878"/>
                </a:lnTo>
                <a:cubicBezTo>
                  <a:pt x="243935" y="147877"/>
                  <a:pt x="248984" y="142829"/>
                  <a:pt x="255080" y="142829"/>
                </a:cubicBezTo>
                <a:close/>
                <a:moveTo>
                  <a:pt x="243935" y="364190"/>
                </a:moveTo>
                <a:lnTo>
                  <a:pt x="243935" y="267225"/>
                </a:lnTo>
                <a:lnTo>
                  <a:pt x="147733" y="267225"/>
                </a:lnTo>
                <a:lnTo>
                  <a:pt x="147733" y="364190"/>
                </a:lnTo>
                <a:lnTo>
                  <a:pt x="243935" y="364190"/>
                </a:lnTo>
                <a:close/>
              </a:path>
            </a:pathLst>
          </a:custGeom>
          <a:solidFill>
            <a:schemeClr val="bg1"/>
          </a:solidFill>
          <a:ln w="9525" cap="flat">
            <a:noFill/>
            <a:prstDash val="solid"/>
            <a:miter/>
          </a:ln>
        </p:spPr>
        <p:txBody>
          <a:bodyPr rtlCol="0" anchor="ctr"/>
          <a:lstStyle/>
          <a:p>
            <a:endParaRPr lang="ko-KR" altLang="en-US"/>
          </a:p>
        </p:txBody>
      </p:sp>
      <p:grpSp>
        <p:nvGrpSpPr>
          <p:cNvPr id="70" name="그룹 290"/>
          <p:cNvGrpSpPr/>
          <p:nvPr/>
        </p:nvGrpSpPr>
        <p:grpSpPr>
          <a:xfrm>
            <a:off x="2922387" y="2311144"/>
            <a:ext cx="390525" cy="390525"/>
            <a:chOff x="3472997" y="2905696"/>
            <a:chExt cx="390525" cy="390525"/>
          </a:xfrm>
          <a:solidFill>
            <a:schemeClr val="bg1"/>
          </a:solidFill>
        </p:grpSpPr>
        <p:sp>
          <p:nvSpPr>
            <p:cNvPr id="71" name="자유형: 도형 291"/>
            <p:cNvSpPr/>
            <p:nvPr/>
          </p:nvSpPr>
          <p:spPr>
            <a:xfrm>
              <a:off x="3472997" y="2905696"/>
              <a:ext cx="390525" cy="390525"/>
            </a:xfrm>
            <a:custGeom>
              <a:avLst/>
              <a:gdLst>
                <a:gd name="connsiteX0" fmla="*/ 376333 w 390525"/>
                <a:gd name="connsiteY0" fmla="*/ 156591 h 390525"/>
                <a:gd name="connsiteX1" fmla="*/ 334994 w 390525"/>
                <a:gd name="connsiteY1" fmla="*/ 151257 h 390525"/>
                <a:gd name="connsiteX2" fmla="*/ 326517 w 390525"/>
                <a:gd name="connsiteY2" fmla="*/ 130874 h 390525"/>
                <a:gd name="connsiteX3" fmla="*/ 351949 w 390525"/>
                <a:gd name="connsiteY3" fmla="*/ 97917 h 390525"/>
                <a:gd name="connsiteX4" fmla="*/ 350996 w 390525"/>
                <a:gd name="connsiteY4" fmla="*/ 83153 h 390525"/>
                <a:gd name="connsiteX5" fmla="*/ 310134 w 390525"/>
                <a:gd name="connsiteY5" fmla="*/ 42291 h 390525"/>
                <a:gd name="connsiteX6" fmla="*/ 295370 w 390525"/>
                <a:gd name="connsiteY6" fmla="*/ 41338 h 390525"/>
                <a:gd name="connsiteX7" fmla="*/ 262414 w 390525"/>
                <a:gd name="connsiteY7" fmla="*/ 66770 h 390525"/>
                <a:gd name="connsiteX8" fmla="*/ 242030 w 390525"/>
                <a:gd name="connsiteY8" fmla="*/ 58293 h 390525"/>
                <a:gd name="connsiteX9" fmla="*/ 236696 w 390525"/>
                <a:gd name="connsiteY9" fmla="*/ 16954 h 390525"/>
                <a:gd name="connsiteX10" fmla="*/ 225552 w 390525"/>
                <a:gd name="connsiteY10" fmla="*/ 7144 h 390525"/>
                <a:gd name="connsiteX11" fmla="*/ 167735 w 390525"/>
                <a:gd name="connsiteY11" fmla="*/ 7144 h 390525"/>
                <a:gd name="connsiteX12" fmla="*/ 156591 w 390525"/>
                <a:gd name="connsiteY12" fmla="*/ 16954 h 390525"/>
                <a:gd name="connsiteX13" fmla="*/ 151257 w 390525"/>
                <a:gd name="connsiteY13" fmla="*/ 58293 h 390525"/>
                <a:gd name="connsiteX14" fmla="*/ 130873 w 390525"/>
                <a:gd name="connsiteY14" fmla="*/ 66770 h 390525"/>
                <a:gd name="connsiteX15" fmla="*/ 97917 w 390525"/>
                <a:gd name="connsiteY15" fmla="*/ 41338 h 390525"/>
                <a:gd name="connsiteX16" fmla="*/ 83153 w 390525"/>
                <a:gd name="connsiteY16" fmla="*/ 42291 h 390525"/>
                <a:gd name="connsiteX17" fmla="*/ 42291 w 390525"/>
                <a:gd name="connsiteY17" fmla="*/ 83153 h 390525"/>
                <a:gd name="connsiteX18" fmla="*/ 41338 w 390525"/>
                <a:gd name="connsiteY18" fmla="*/ 97917 h 390525"/>
                <a:gd name="connsiteX19" fmla="*/ 66770 w 390525"/>
                <a:gd name="connsiteY19" fmla="*/ 130874 h 390525"/>
                <a:gd name="connsiteX20" fmla="*/ 58293 w 390525"/>
                <a:gd name="connsiteY20" fmla="*/ 151257 h 390525"/>
                <a:gd name="connsiteX21" fmla="*/ 16954 w 390525"/>
                <a:gd name="connsiteY21" fmla="*/ 156591 h 390525"/>
                <a:gd name="connsiteX22" fmla="*/ 7144 w 390525"/>
                <a:gd name="connsiteY22" fmla="*/ 167735 h 390525"/>
                <a:gd name="connsiteX23" fmla="*/ 7144 w 390525"/>
                <a:gd name="connsiteY23" fmla="*/ 225552 h 390525"/>
                <a:gd name="connsiteX24" fmla="*/ 16954 w 390525"/>
                <a:gd name="connsiteY24" fmla="*/ 236696 h 390525"/>
                <a:gd name="connsiteX25" fmla="*/ 58293 w 390525"/>
                <a:gd name="connsiteY25" fmla="*/ 242030 h 390525"/>
                <a:gd name="connsiteX26" fmla="*/ 66770 w 390525"/>
                <a:gd name="connsiteY26" fmla="*/ 262414 h 390525"/>
                <a:gd name="connsiteX27" fmla="*/ 41338 w 390525"/>
                <a:gd name="connsiteY27" fmla="*/ 295370 h 390525"/>
                <a:gd name="connsiteX28" fmla="*/ 42291 w 390525"/>
                <a:gd name="connsiteY28" fmla="*/ 310134 h 390525"/>
                <a:gd name="connsiteX29" fmla="*/ 83153 w 390525"/>
                <a:gd name="connsiteY29" fmla="*/ 350996 h 390525"/>
                <a:gd name="connsiteX30" fmla="*/ 97917 w 390525"/>
                <a:gd name="connsiteY30" fmla="*/ 351949 h 390525"/>
                <a:gd name="connsiteX31" fmla="*/ 130873 w 390525"/>
                <a:gd name="connsiteY31" fmla="*/ 326517 h 390525"/>
                <a:gd name="connsiteX32" fmla="*/ 151257 w 390525"/>
                <a:gd name="connsiteY32" fmla="*/ 334994 h 390525"/>
                <a:gd name="connsiteX33" fmla="*/ 156591 w 390525"/>
                <a:gd name="connsiteY33" fmla="*/ 376333 h 390525"/>
                <a:gd name="connsiteX34" fmla="*/ 167735 w 390525"/>
                <a:gd name="connsiteY34" fmla="*/ 386144 h 390525"/>
                <a:gd name="connsiteX35" fmla="*/ 225552 w 390525"/>
                <a:gd name="connsiteY35" fmla="*/ 386144 h 390525"/>
                <a:gd name="connsiteX36" fmla="*/ 236696 w 390525"/>
                <a:gd name="connsiteY36" fmla="*/ 376333 h 390525"/>
                <a:gd name="connsiteX37" fmla="*/ 242030 w 390525"/>
                <a:gd name="connsiteY37" fmla="*/ 334994 h 390525"/>
                <a:gd name="connsiteX38" fmla="*/ 262414 w 390525"/>
                <a:gd name="connsiteY38" fmla="*/ 326517 h 390525"/>
                <a:gd name="connsiteX39" fmla="*/ 295370 w 390525"/>
                <a:gd name="connsiteY39" fmla="*/ 351949 h 390525"/>
                <a:gd name="connsiteX40" fmla="*/ 310134 w 390525"/>
                <a:gd name="connsiteY40" fmla="*/ 350996 h 390525"/>
                <a:gd name="connsiteX41" fmla="*/ 350996 w 390525"/>
                <a:gd name="connsiteY41" fmla="*/ 310134 h 390525"/>
                <a:gd name="connsiteX42" fmla="*/ 351949 w 390525"/>
                <a:gd name="connsiteY42" fmla="*/ 295370 h 390525"/>
                <a:gd name="connsiteX43" fmla="*/ 326517 w 390525"/>
                <a:gd name="connsiteY43" fmla="*/ 262414 h 390525"/>
                <a:gd name="connsiteX44" fmla="*/ 334994 w 390525"/>
                <a:gd name="connsiteY44" fmla="*/ 242030 h 390525"/>
                <a:gd name="connsiteX45" fmla="*/ 376333 w 390525"/>
                <a:gd name="connsiteY45" fmla="*/ 236696 h 390525"/>
                <a:gd name="connsiteX46" fmla="*/ 386144 w 390525"/>
                <a:gd name="connsiteY46" fmla="*/ 225552 h 390525"/>
                <a:gd name="connsiteX47" fmla="*/ 386144 w 390525"/>
                <a:gd name="connsiteY47" fmla="*/ 167735 h 390525"/>
                <a:gd name="connsiteX48" fmla="*/ 376333 w 390525"/>
                <a:gd name="connsiteY48" fmla="*/ 156591 h 390525"/>
                <a:gd name="connsiteX49" fmla="*/ 363093 w 390525"/>
                <a:gd name="connsiteY49" fmla="*/ 215265 h 390525"/>
                <a:gd name="connsiteX50" fmla="*/ 324421 w 390525"/>
                <a:gd name="connsiteY50" fmla="*/ 220313 h 390525"/>
                <a:gd name="connsiteX51" fmla="*/ 314992 w 390525"/>
                <a:gd name="connsiteY51" fmla="*/ 228505 h 390525"/>
                <a:gd name="connsiteX52" fmla="*/ 302990 w 390525"/>
                <a:gd name="connsiteY52" fmla="*/ 257461 h 390525"/>
                <a:gd name="connsiteX53" fmla="*/ 303847 w 390525"/>
                <a:gd name="connsiteY53" fmla="*/ 269938 h 390525"/>
                <a:gd name="connsiteX54" fmla="*/ 327660 w 390525"/>
                <a:gd name="connsiteY54" fmla="*/ 300895 h 390525"/>
                <a:gd name="connsiteX55" fmla="*/ 300799 w 390525"/>
                <a:gd name="connsiteY55" fmla="*/ 327755 h 390525"/>
                <a:gd name="connsiteX56" fmla="*/ 269843 w 390525"/>
                <a:gd name="connsiteY56" fmla="*/ 303943 h 390525"/>
                <a:gd name="connsiteX57" fmla="*/ 257365 w 390525"/>
                <a:gd name="connsiteY57" fmla="*/ 303086 h 390525"/>
                <a:gd name="connsiteX58" fmla="*/ 228410 w 390525"/>
                <a:gd name="connsiteY58" fmla="*/ 315087 h 390525"/>
                <a:gd name="connsiteX59" fmla="*/ 220218 w 390525"/>
                <a:gd name="connsiteY59" fmla="*/ 324517 h 390525"/>
                <a:gd name="connsiteX60" fmla="*/ 215170 w 390525"/>
                <a:gd name="connsiteY60" fmla="*/ 363188 h 390525"/>
                <a:gd name="connsiteX61" fmla="*/ 177165 w 390525"/>
                <a:gd name="connsiteY61" fmla="*/ 363188 h 390525"/>
                <a:gd name="connsiteX62" fmla="*/ 172117 w 390525"/>
                <a:gd name="connsiteY62" fmla="*/ 324517 h 390525"/>
                <a:gd name="connsiteX63" fmla="*/ 163925 w 390525"/>
                <a:gd name="connsiteY63" fmla="*/ 315087 h 390525"/>
                <a:gd name="connsiteX64" fmla="*/ 134969 w 390525"/>
                <a:gd name="connsiteY64" fmla="*/ 303086 h 390525"/>
                <a:gd name="connsiteX65" fmla="*/ 122491 w 390525"/>
                <a:gd name="connsiteY65" fmla="*/ 303943 h 390525"/>
                <a:gd name="connsiteX66" fmla="*/ 91535 w 390525"/>
                <a:gd name="connsiteY66" fmla="*/ 327755 h 390525"/>
                <a:gd name="connsiteX67" fmla="*/ 64675 w 390525"/>
                <a:gd name="connsiteY67" fmla="*/ 300895 h 390525"/>
                <a:gd name="connsiteX68" fmla="*/ 88487 w 390525"/>
                <a:gd name="connsiteY68" fmla="*/ 269938 h 390525"/>
                <a:gd name="connsiteX69" fmla="*/ 89345 w 390525"/>
                <a:gd name="connsiteY69" fmla="*/ 257461 h 390525"/>
                <a:gd name="connsiteX70" fmla="*/ 77343 w 390525"/>
                <a:gd name="connsiteY70" fmla="*/ 228505 h 390525"/>
                <a:gd name="connsiteX71" fmla="*/ 67913 w 390525"/>
                <a:gd name="connsiteY71" fmla="*/ 220313 h 390525"/>
                <a:gd name="connsiteX72" fmla="*/ 29242 w 390525"/>
                <a:gd name="connsiteY72" fmla="*/ 215265 h 390525"/>
                <a:gd name="connsiteX73" fmla="*/ 29242 w 390525"/>
                <a:gd name="connsiteY73" fmla="*/ 177260 h 390525"/>
                <a:gd name="connsiteX74" fmla="*/ 67913 w 390525"/>
                <a:gd name="connsiteY74" fmla="*/ 172212 h 390525"/>
                <a:gd name="connsiteX75" fmla="*/ 77343 w 390525"/>
                <a:gd name="connsiteY75" fmla="*/ 164021 h 390525"/>
                <a:gd name="connsiteX76" fmla="*/ 89345 w 390525"/>
                <a:gd name="connsiteY76" fmla="*/ 135065 h 390525"/>
                <a:gd name="connsiteX77" fmla="*/ 88487 w 390525"/>
                <a:gd name="connsiteY77" fmla="*/ 122587 h 390525"/>
                <a:gd name="connsiteX78" fmla="*/ 64675 w 390525"/>
                <a:gd name="connsiteY78" fmla="*/ 91630 h 390525"/>
                <a:gd name="connsiteX79" fmla="*/ 91535 w 390525"/>
                <a:gd name="connsiteY79" fmla="*/ 64770 h 390525"/>
                <a:gd name="connsiteX80" fmla="*/ 122491 w 390525"/>
                <a:gd name="connsiteY80" fmla="*/ 88583 h 390525"/>
                <a:gd name="connsiteX81" fmla="*/ 134969 w 390525"/>
                <a:gd name="connsiteY81" fmla="*/ 89440 h 390525"/>
                <a:gd name="connsiteX82" fmla="*/ 163925 w 390525"/>
                <a:gd name="connsiteY82" fmla="*/ 77438 h 390525"/>
                <a:gd name="connsiteX83" fmla="*/ 172117 w 390525"/>
                <a:gd name="connsiteY83" fmla="*/ 68008 h 390525"/>
                <a:gd name="connsiteX84" fmla="*/ 177165 w 390525"/>
                <a:gd name="connsiteY84" fmla="*/ 29337 h 390525"/>
                <a:gd name="connsiteX85" fmla="*/ 215170 w 390525"/>
                <a:gd name="connsiteY85" fmla="*/ 29337 h 390525"/>
                <a:gd name="connsiteX86" fmla="*/ 220218 w 390525"/>
                <a:gd name="connsiteY86" fmla="*/ 68008 h 390525"/>
                <a:gd name="connsiteX87" fmla="*/ 228410 w 390525"/>
                <a:gd name="connsiteY87" fmla="*/ 77438 h 390525"/>
                <a:gd name="connsiteX88" fmla="*/ 257365 w 390525"/>
                <a:gd name="connsiteY88" fmla="*/ 89440 h 390525"/>
                <a:gd name="connsiteX89" fmla="*/ 269843 w 390525"/>
                <a:gd name="connsiteY89" fmla="*/ 88583 h 390525"/>
                <a:gd name="connsiteX90" fmla="*/ 300799 w 390525"/>
                <a:gd name="connsiteY90" fmla="*/ 64770 h 390525"/>
                <a:gd name="connsiteX91" fmla="*/ 327660 w 390525"/>
                <a:gd name="connsiteY91" fmla="*/ 91630 h 390525"/>
                <a:gd name="connsiteX92" fmla="*/ 303847 w 390525"/>
                <a:gd name="connsiteY92" fmla="*/ 122587 h 390525"/>
                <a:gd name="connsiteX93" fmla="*/ 302990 w 390525"/>
                <a:gd name="connsiteY93" fmla="*/ 135065 h 390525"/>
                <a:gd name="connsiteX94" fmla="*/ 314992 w 390525"/>
                <a:gd name="connsiteY94" fmla="*/ 164021 h 390525"/>
                <a:gd name="connsiteX95" fmla="*/ 324421 w 390525"/>
                <a:gd name="connsiteY95" fmla="*/ 172212 h 390525"/>
                <a:gd name="connsiteX96" fmla="*/ 363093 w 390525"/>
                <a:gd name="connsiteY96" fmla="*/ 177260 h 390525"/>
                <a:gd name="connsiteX97" fmla="*/ 363093 w 390525"/>
                <a:gd name="connsiteY97" fmla="*/ 21526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390525" h="390525">
                  <a:moveTo>
                    <a:pt x="376333" y="156591"/>
                  </a:moveTo>
                  <a:lnTo>
                    <a:pt x="334994" y="151257"/>
                  </a:lnTo>
                  <a:cubicBezTo>
                    <a:pt x="332708" y="144209"/>
                    <a:pt x="329851" y="137446"/>
                    <a:pt x="326517" y="130874"/>
                  </a:cubicBezTo>
                  <a:lnTo>
                    <a:pt x="351949" y="97917"/>
                  </a:lnTo>
                  <a:cubicBezTo>
                    <a:pt x="355378" y="93440"/>
                    <a:pt x="354997" y="87154"/>
                    <a:pt x="350996" y="83153"/>
                  </a:cubicBezTo>
                  <a:lnTo>
                    <a:pt x="310134" y="42291"/>
                  </a:lnTo>
                  <a:cubicBezTo>
                    <a:pt x="306134" y="38291"/>
                    <a:pt x="299847" y="37909"/>
                    <a:pt x="295370" y="41338"/>
                  </a:cubicBezTo>
                  <a:lnTo>
                    <a:pt x="262414" y="66770"/>
                  </a:lnTo>
                  <a:cubicBezTo>
                    <a:pt x="255841" y="63437"/>
                    <a:pt x="248984" y="60579"/>
                    <a:pt x="242030" y="58293"/>
                  </a:cubicBezTo>
                  <a:lnTo>
                    <a:pt x="236696" y="16954"/>
                  </a:lnTo>
                  <a:cubicBezTo>
                    <a:pt x="235934" y="11335"/>
                    <a:pt x="231172" y="7144"/>
                    <a:pt x="225552" y="7144"/>
                  </a:cubicBezTo>
                  <a:lnTo>
                    <a:pt x="167735" y="7144"/>
                  </a:lnTo>
                  <a:cubicBezTo>
                    <a:pt x="162115" y="7144"/>
                    <a:pt x="157353" y="11335"/>
                    <a:pt x="156591" y="16954"/>
                  </a:cubicBezTo>
                  <a:lnTo>
                    <a:pt x="151257" y="58293"/>
                  </a:lnTo>
                  <a:cubicBezTo>
                    <a:pt x="144209" y="60579"/>
                    <a:pt x="137446" y="63437"/>
                    <a:pt x="130873" y="66770"/>
                  </a:cubicBezTo>
                  <a:lnTo>
                    <a:pt x="97917" y="41338"/>
                  </a:lnTo>
                  <a:cubicBezTo>
                    <a:pt x="93440" y="37909"/>
                    <a:pt x="87154" y="38291"/>
                    <a:pt x="83153" y="42291"/>
                  </a:cubicBezTo>
                  <a:lnTo>
                    <a:pt x="42291" y="83153"/>
                  </a:lnTo>
                  <a:cubicBezTo>
                    <a:pt x="38290" y="87154"/>
                    <a:pt x="37910" y="93440"/>
                    <a:pt x="41338" y="97917"/>
                  </a:cubicBezTo>
                  <a:lnTo>
                    <a:pt x="66770" y="130874"/>
                  </a:lnTo>
                  <a:cubicBezTo>
                    <a:pt x="63437" y="137446"/>
                    <a:pt x="60579" y="144304"/>
                    <a:pt x="58293" y="151257"/>
                  </a:cubicBezTo>
                  <a:lnTo>
                    <a:pt x="16954" y="156591"/>
                  </a:lnTo>
                  <a:cubicBezTo>
                    <a:pt x="11335" y="157353"/>
                    <a:pt x="7144" y="162116"/>
                    <a:pt x="7144" y="167735"/>
                  </a:cubicBezTo>
                  <a:lnTo>
                    <a:pt x="7144" y="225552"/>
                  </a:lnTo>
                  <a:cubicBezTo>
                    <a:pt x="7144" y="231172"/>
                    <a:pt x="11335" y="235934"/>
                    <a:pt x="16954" y="236696"/>
                  </a:cubicBezTo>
                  <a:lnTo>
                    <a:pt x="58293" y="242030"/>
                  </a:lnTo>
                  <a:cubicBezTo>
                    <a:pt x="60579" y="249079"/>
                    <a:pt x="63437" y="255842"/>
                    <a:pt x="66770" y="262414"/>
                  </a:cubicBezTo>
                  <a:lnTo>
                    <a:pt x="41338" y="295370"/>
                  </a:lnTo>
                  <a:cubicBezTo>
                    <a:pt x="37910" y="299847"/>
                    <a:pt x="38290" y="306134"/>
                    <a:pt x="42291" y="310134"/>
                  </a:cubicBezTo>
                  <a:lnTo>
                    <a:pt x="83153" y="350996"/>
                  </a:lnTo>
                  <a:cubicBezTo>
                    <a:pt x="87154" y="354997"/>
                    <a:pt x="93440" y="355378"/>
                    <a:pt x="97917" y="351949"/>
                  </a:cubicBezTo>
                  <a:lnTo>
                    <a:pt x="130873" y="326517"/>
                  </a:lnTo>
                  <a:cubicBezTo>
                    <a:pt x="137446" y="329851"/>
                    <a:pt x="144304" y="332708"/>
                    <a:pt x="151257" y="334994"/>
                  </a:cubicBezTo>
                  <a:lnTo>
                    <a:pt x="156591" y="376333"/>
                  </a:lnTo>
                  <a:cubicBezTo>
                    <a:pt x="157353" y="381953"/>
                    <a:pt x="162115" y="386144"/>
                    <a:pt x="167735" y="386144"/>
                  </a:cubicBezTo>
                  <a:lnTo>
                    <a:pt x="225552" y="386144"/>
                  </a:lnTo>
                  <a:cubicBezTo>
                    <a:pt x="231172" y="386144"/>
                    <a:pt x="235934" y="381953"/>
                    <a:pt x="236696" y="376333"/>
                  </a:cubicBezTo>
                  <a:lnTo>
                    <a:pt x="242030" y="334994"/>
                  </a:lnTo>
                  <a:cubicBezTo>
                    <a:pt x="249079" y="332708"/>
                    <a:pt x="255841" y="329851"/>
                    <a:pt x="262414" y="326517"/>
                  </a:cubicBezTo>
                  <a:lnTo>
                    <a:pt x="295370" y="351949"/>
                  </a:lnTo>
                  <a:cubicBezTo>
                    <a:pt x="299847" y="355378"/>
                    <a:pt x="306134" y="354997"/>
                    <a:pt x="310134" y="350996"/>
                  </a:cubicBezTo>
                  <a:lnTo>
                    <a:pt x="350996" y="310134"/>
                  </a:lnTo>
                  <a:cubicBezTo>
                    <a:pt x="354997" y="306134"/>
                    <a:pt x="355378" y="299847"/>
                    <a:pt x="351949" y="295370"/>
                  </a:cubicBezTo>
                  <a:lnTo>
                    <a:pt x="326517" y="262414"/>
                  </a:lnTo>
                  <a:cubicBezTo>
                    <a:pt x="329851" y="255842"/>
                    <a:pt x="332708" y="248984"/>
                    <a:pt x="334994" y="242030"/>
                  </a:cubicBezTo>
                  <a:lnTo>
                    <a:pt x="376333" y="236696"/>
                  </a:lnTo>
                  <a:cubicBezTo>
                    <a:pt x="381953" y="235934"/>
                    <a:pt x="386144" y="231172"/>
                    <a:pt x="386144" y="225552"/>
                  </a:cubicBezTo>
                  <a:lnTo>
                    <a:pt x="386144" y="167735"/>
                  </a:lnTo>
                  <a:cubicBezTo>
                    <a:pt x="386048" y="162116"/>
                    <a:pt x="381857" y="157353"/>
                    <a:pt x="376333" y="156591"/>
                  </a:cubicBezTo>
                  <a:close/>
                  <a:moveTo>
                    <a:pt x="363093" y="215265"/>
                  </a:moveTo>
                  <a:lnTo>
                    <a:pt x="324421" y="220313"/>
                  </a:lnTo>
                  <a:cubicBezTo>
                    <a:pt x="319945" y="220885"/>
                    <a:pt x="316230" y="224123"/>
                    <a:pt x="314992" y="228505"/>
                  </a:cubicBezTo>
                  <a:cubicBezTo>
                    <a:pt x="312230" y="238696"/>
                    <a:pt x="308229" y="248412"/>
                    <a:pt x="302990" y="257461"/>
                  </a:cubicBezTo>
                  <a:cubicBezTo>
                    <a:pt x="300704" y="261366"/>
                    <a:pt x="301085" y="266319"/>
                    <a:pt x="303847" y="269938"/>
                  </a:cubicBezTo>
                  <a:lnTo>
                    <a:pt x="327660" y="300895"/>
                  </a:lnTo>
                  <a:lnTo>
                    <a:pt x="300799" y="327755"/>
                  </a:lnTo>
                  <a:lnTo>
                    <a:pt x="269843" y="303943"/>
                  </a:lnTo>
                  <a:cubicBezTo>
                    <a:pt x="266224" y="301180"/>
                    <a:pt x="261366" y="300800"/>
                    <a:pt x="257365" y="303086"/>
                  </a:cubicBezTo>
                  <a:cubicBezTo>
                    <a:pt x="248317" y="308324"/>
                    <a:pt x="238506" y="312325"/>
                    <a:pt x="228410" y="315087"/>
                  </a:cubicBezTo>
                  <a:cubicBezTo>
                    <a:pt x="224028" y="316230"/>
                    <a:pt x="220789" y="319945"/>
                    <a:pt x="220218" y="324517"/>
                  </a:cubicBezTo>
                  <a:lnTo>
                    <a:pt x="215170" y="363188"/>
                  </a:lnTo>
                  <a:lnTo>
                    <a:pt x="177165" y="363188"/>
                  </a:lnTo>
                  <a:lnTo>
                    <a:pt x="172117" y="324517"/>
                  </a:lnTo>
                  <a:cubicBezTo>
                    <a:pt x="171545" y="320040"/>
                    <a:pt x="168307" y="316325"/>
                    <a:pt x="163925" y="315087"/>
                  </a:cubicBezTo>
                  <a:cubicBezTo>
                    <a:pt x="153734" y="312325"/>
                    <a:pt x="144018" y="308324"/>
                    <a:pt x="134969" y="303086"/>
                  </a:cubicBezTo>
                  <a:cubicBezTo>
                    <a:pt x="131064" y="300800"/>
                    <a:pt x="126111" y="301180"/>
                    <a:pt x="122491" y="303943"/>
                  </a:cubicBezTo>
                  <a:lnTo>
                    <a:pt x="91535" y="327755"/>
                  </a:lnTo>
                  <a:lnTo>
                    <a:pt x="64675" y="300895"/>
                  </a:lnTo>
                  <a:lnTo>
                    <a:pt x="88487" y="269938"/>
                  </a:lnTo>
                  <a:cubicBezTo>
                    <a:pt x="91249" y="266319"/>
                    <a:pt x="91630" y="261461"/>
                    <a:pt x="89345" y="257461"/>
                  </a:cubicBezTo>
                  <a:cubicBezTo>
                    <a:pt x="84106" y="248412"/>
                    <a:pt x="80105" y="238601"/>
                    <a:pt x="77343" y="228505"/>
                  </a:cubicBezTo>
                  <a:cubicBezTo>
                    <a:pt x="76200" y="224123"/>
                    <a:pt x="72485" y="220885"/>
                    <a:pt x="67913" y="220313"/>
                  </a:cubicBezTo>
                  <a:lnTo>
                    <a:pt x="29242" y="215265"/>
                  </a:lnTo>
                  <a:lnTo>
                    <a:pt x="29242" y="177260"/>
                  </a:lnTo>
                  <a:lnTo>
                    <a:pt x="67913" y="172212"/>
                  </a:lnTo>
                  <a:cubicBezTo>
                    <a:pt x="72390" y="171641"/>
                    <a:pt x="76105" y="168402"/>
                    <a:pt x="77343" y="164021"/>
                  </a:cubicBezTo>
                  <a:cubicBezTo>
                    <a:pt x="80105" y="153829"/>
                    <a:pt x="84106" y="144113"/>
                    <a:pt x="89345" y="135065"/>
                  </a:cubicBezTo>
                  <a:cubicBezTo>
                    <a:pt x="91630" y="131159"/>
                    <a:pt x="91249" y="126206"/>
                    <a:pt x="88487" y="122587"/>
                  </a:cubicBezTo>
                  <a:lnTo>
                    <a:pt x="64675" y="91630"/>
                  </a:lnTo>
                  <a:lnTo>
                    <a:pt x="91535" y="64770"/>
                  </a:lnTo>
                  <a:lnTo>
                    <a:pt x="122491" y="88583"/>
                  </a:lnTo>
                  <a:cubicBezTo>
                    <a:pt x="126111" y="91345"/>
                    <a:pt x="130969" y="91726"/>
                    <a:pt x="134969" y="89440"/>
                  </a:cubicBezTo>
                  <a:cubicBezTo>
                    <a:pt x="144018" y="84201"/>
                    <a:pt x="153829" y="80200"/>
                    <a:pt x="163925" y="77438"/>
                  </a:cubicBezTo>
                  <a:cubicBezTo>
                    <a:pt x="168307" y="76295"/>
                    <a:pt x="171545" y="72580"/>
                    <a:pt x="172117" y="68008"/>
                  </a:cubicBezTo>
                  <a:lnTo>
                    <a:pt x="177165" y="29337"/>
                  </a:lnTo>
                  <a:lnTo>
                    <a:pt x="215170" y="29337"/>
                  </a:lnTo>
                  <a:lnTo>
                    <a:pt x="220218" y="68008"/>
                  </a:lnTo>
                  <a:cubicBezTo>
                    <a:pt x="220789" y="72485"/>
                    <a:pt x="224028" y="76200"/>
                    <a:pt x="228410" y="77438"/>
                  </a:cubicBezTo>
                  <a:cubicBezTo>
                    <a:pt x="238601" y="80200"/>
                    <a:pt x="248317" y="84201"/>
                    <a:pt x="257365" y="89440"/>
                  </a:cubicBezTo>
                  <a:cubicBezTo>
                    <a:pt x="261271" y="91726"/>
                    <a:pt x="266224" y="91345"/>
                    <a:pt x="269843" y="88583"/>
                  </a:cubicBezTo>
                  <a:lnTo>
                    <a:pt x="300799" y="64770"/>
                  </a:lnTo>
                  <a:lnTo>
                    <a:pt x="327660" y="91630"/>
                  </a:lnTo>
                  <a:lnTo>
                    <a:pt x="303847" y="122587"/>
                  </a:lnTo>
                  <a:cubicBezTo>
                    <a:pt x="301085" y="126206"/>
                    <a:pt x="300704" y="131064"/>
                    <a:pt x="302990" y="135065"/>
                  </a:cubicBezTo>
                  <a:cubicBezTo>
                    <a:pt x="308229" y="144113"/>
                    <a:pt x="312230" y="153924"/>
                    <a:pt x="314992" y="164021"/>
                  </a:cubicBezTo>
                  <a:cubicBezTo>
                    <a:pt x="316135" y="168402"/>
                    <a:pt x="319849" y="171641"/>
                    <a:pt x="324421" y="172212"/>
                  </a:cubicBezTo>
                  <a:lnTo>
                    <a:pt x="363093" y="177260"/>
                  </a:lnTo>
                  <a:lnTo>
                    <a:pt x="363093" y="215265"/>
                  </a:lnTo>
                  <a:close/>
                </a:path>
              </a:pathLst>
            </a:custGeom>
            <a:grpFill/>
            <a:ln w="9525" cap="flat">
              <a:noFill/>
              <a:prstDash val="solid"/>
              <a:miter/>
            </a:ln>
          </p:spPr>
          <p:txBody>
            <a:bodyPr rtlCol="0" anchor="ctr"/>
            <a:lstStyle/>
            <a:p>
              <a:endParaRPr lang="ko-KR" altLang="en-US"/>
            </a:p>
          </p:txBody>
        </p:sp>
        <p:sp>
          <p:nvSpPr>
            <p:cNvPr id="72" name="자유형: 도형 292"/>
            <p:cNvSpPr/>
            <p:nvPr/>
          </p:nvSpPr>
          <p:spPr>
            <a:xfrm>
              <a:off x="3565103" y="2997612"/>
              <a:ext cx="200025" cy="200025"/>
            </a:xfrm>
            <a:custGeom>
              <a:avLst/>
              <a:gdLst>
                <a:gd name="connsiteX0" fmla="*/ 104489 w 200025"/>
                <a:gd name="connsiteY0" fmla="*/ 7144 h 200025"/>
                <a:gd name="connsiteX1" fmla="*/ 7144 w 200025"/>
                <a:gd name="connsiteY1" fmla="*/ 104489 h 200025"/>
                <a:gd name="connsiteX2" fmla="*/ 104489 w 200025"/>
                <a:gd name="connsiteY2" fmla="*/ 201835 h 200025"/>
                <a:gd name="connsiteX3" fmla="*/ 201834 w 200025"/>
                <a:gd name="connsiteY3" fmla="*/ 104489 h 200025"/>
                <a:gd name="connsiteX4" fmla="*/ 104489 w 200025"/>
                <a:gd name="connsiteY4" fmla="*/ 7144 h 200025"/>
                <a:gd name="connsiteX5" fmla="*/ 104489 w 200025"/>
                <a:gd name="connsiteY5" fmla="*/ 179451 h 200025"/>
                <a:gd name="connsiteX6" fmla="*/ 29623 w 200025"/>
                <a:gd name="connsiteY6" fmla="*/ 104584 h 200025"/>
                <a:gd name="connsiteX7" fmla="*/ 104489 w 200025"/>
                <a:gd name="connsiteY7" fmla="*/ 29718 h 200025"/>
                <a:gd name="connsiteX8" fmla="*/ 179356 w 200025"/>
                <a:gd name="connsiteY8" fmla="*/ 104584 h 200025"/>
                <a:gd name="connsiteX9" fmla="*/ 104489 w 200025"/>
                <a:gd name="connsiteY9" fmla="*/ 179451 h 200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00025" h="200025">
                  <a:moveTo>
                    <a:pt x="104489" y="7144"/>
                  </a:moveTo>
                  <a:cubicBezTo>
                    <a:pt x="50768" y="7144"/>
                    <a:pt x="7144" y="50768"/>
                    <a:pt x="7144" y="104489"/>
                  </a:cubicBezTo>
                  <a:cubicBezTo>
                    <a:pt x="7144" y="158210"/>
                    <a:pt x="50768" y="201835"/>
                    <a:pt x="104489" y="201835"/>
                  </a:cubicBezTo>
                  <a:cubicBezTo>
                    <a:pt x="158210" y="201835"/>
                    <a:pt x="201834" y="158210"/>
                    <a:pt x="201834" y="104489"/>
                  </a:cubicBezTo>
                  <a:cubicBezTo>
                    <a:pt x="201834" y="50768"/>
                    <a:pt x="158210" y="7144"/>
                    <a:pt x="104489" y="7144"/>
                  </a:cubicBezTo>
                  <a:close/>
                  <a:moveTo>
                    <a:pt x="104489" y="179451"/>
                  </a:moveTo>
                  <a:cubicBezTo>
                    <a:pt x="63151" y="179451"/>
                    <a:pt x="29623" y="145828"/>
                    <a:pt x="29623" y="104584"/>
                  </a:cubicBezTo>
                  <a:cubicBezTo>
                    <a:pt x="29623" y="63246"/>
                    <a:pt x="63246" y="29718"/>
                    <a:pt x="104489" y="29718"/>
                  </a:cubicBezTo>
                  <a:cubicBezTo>
                    <a:pt x="145732" y="29718"/>
                    <a:pt x="179356" y="63341"/>
                    <a:pt x="179356" y="104584"/>
                  </a:cubicBezTo>
                  <a:cubicBezTo>
                    <a:pt x="179451" y="145828"/>
                    <a:pt x="145828" y="179451"/>
                    <a:pt x="104489" y="179451"/>
                  </a:cubicBezTo>
                  <a:close/>
                </a:path>
              </a:pathLst>
            </a:custGeom>
            <a:grpFill/>
            <a:ln w="9525" cap="flat">
              <a:noFill/>
              <a:prstDash val="solid"/>
              <a:miter/>
            </a:ln>
          </p:spPr>
          <p:txBody>
            <a:bodyPr rtlCol="0" anchor="ctr"/>
            <a:lstStyle/>
            <a:p>
              <a:endParaRPr lang="ko-KR" altLang="en-US"/>
            </a:p>
          </p:txBody>
        </p:sp>
        <p:sp>
          <p:nvSpPr>
            <p:cNvPr id="73" name="자유형: 도형 293"/>
            <p:cNvSpPr/>
            <p:nvPr/>
          </p:nvSpPr>
          <p:spPr>
            <a:xfrm>
              <a:off x="3635862" y="3039606"/>
              <a:ext cx="66675" cy="123825"/>
            </a:xfrm>
            <a:custGeom>
              <a:avLst/>
              <a:gdLst>
                <a:gd name="connsiteX0" fmla="*/ 33730 w 66675"/>
                <a:gd name="connsiteY0" fmla="*/ 42017 h 123825"/>
                <a:gd name="connsiteX1" fmla="*/ 48875 w 66675"/>
                <a:gd name="connsiteY1" fmla="*/ 42017 h 123825"/>
                <a:gd name="connsiteX2" fmla="*/ 60305 w 66675"/>
                <a:gd name="connsiteY2" fmla="*/ 31444 h 123825"/>
                <a:gd name="connsiteX3" fmla="*/ 49256 w 66675"/>
                <a:gd name="connsiteY3" fmla="*/ 19824 h 123825"/>
                <a:gd name="connsiteX4" fmla="*/ 44874 w 66675"/>
                <a:gd name="connsiteY4" fmla="*/ 19824 h 123825"/>
                <a:gd name="connsiteX5" fmla="*/ 44874 w 66675"/>
                <a:gd name="connsiteY5" fmla="*/ 18585 h 123825"/>
                <a:gd name="connsiteX6" fmla="*/ 34302 w 66675"/>
                <a:gd name="connsiteY6" fmla="*/ 7155 h 123825"/>
                <a:gd name="connsiteX7" fmla="*/ 22681 w 66675"/>
                <a:gd name="connsiteY7" fmla="*/ 18204 h 123825"/>
                <a:gd name="connsiteX8" fmla="*/ 22681 w 66675"/>
                <a:gd name="connsiteY8" fmla="*/ 23157 h 123825"/>
                <a:gd name="connsiteX9" fmla="*/ 7155 w 66675"/>
                <a:gd name="connsiteY9" fmla="*/ 47256 h 123825"/>
                <a:gd name="connsiteX10" fmla="*/ 33539 w 66675"/>
                <a:gd name="connsiteY10" fmla="*/ 73830 h 123825"/>
                <a:gd name="connsiteX11" fmla="*/ 38112 w 66675"/>
                <a:gd name="connsiteY11" fmla="*/ 77640 h 123825"/>
                <a:gd name="connsiteX12" fmla="*/ 33730 w 66675"/>
                <a:gd name="connsiteY12" fmla="*/ 82593 h 123825"/>
                <a:gd name="connsiteX13" fmla="*/ 18585 w 66675"/>
                <a:gd name="connsiteY13" fmla="*/ 82593 h 123825"/>
                <a:gd name="connsiteX14" fmla="*/ 7155 w 66675"/>
                <a:gd name="connsiteY14" fmla="*/ 93166 h 123825"/>
                <a:gd name="connsiteX15" fmla="*/ 18204 w 66675"/>
                <a:gd name="connsiteY15" fmla="*/ 104787 h 123825"/>
                <a:gd name="connsiteX16" fmla="*/ 22586 w 66675"/>
                <a:gd name="connsiteY16" fmla="*/ 104787 h 123825"/>
                <a:gd name="connsiteX17" fmla="*/ 22586 w 66675"/>
                <a:gd name="connsiteY17" fmla="*/ 106025 h 123825"/>
                <a:gd name="connsiteX18" fmla="*/ 33158 w 66675"/>
                <a:gd name="connsiteY18" fmla="*/ 117455 h 123825"/>
                <a:gd name="connsiteX19" fmla="*/ 44779 w 66675"/>
                <a:gd name="connsiteY19" fmla="*/ 106406 h 123825"/>
                <a:gd name="connsiteX20" fmla="*/ 44779 w 66675"/>
                <a:gd name="connsiteY20" fmla="*/ 101453 h 123825"/>
                <a:gd name="connsiteX21" fmla="*/ 60210 w 66675"/>
                <a:gd name="connsiteY21" fmla="*/ 77355 h 123825"/>
                <a:gd name="connsiteX22" fmla="*/ 33825 w 66675"/>
                <a:gd name="connsiteY22" fmla="*/ 50780 h 123825"/>
                <a:gd name="connsiteX23" fmla="*/ 29253 w 66675"/>
                <a:gd name="connsiteY23" fmla="*/ 46970 h 123825"/>
                <a:gd name="connsiteX24" fmla="*/ 33730 w 66675"/>
                <a:gd name="connsiteY24" fmla="*/ 42017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66675" h="123825">
                  <a:moveTo>
                    <a:pt x="33730" y="42017"/>
                  </a:moveTo>
                  <a:lnTo>
                    <a:pt x="48875" y="42017"/>
                  </a:lnTo>
                  <a:cubicBezTo>
                    <a:pt x="54875" y="42017"/>
                    <a:pt x="60019" y="37445"/>
                    <a:pt x="60305" y="31444"/>
                  </a:cubicBezTo>
                  <a:cubicBezTo>
                    <a:pt x="60590" y="25062"/>
                    <a:pt x="55542" y="19824"/>
                    <a:pt x="49256" y="19824"/>
                  </a:cubicBezTo>
                  <a:lnTo>
                    <a:pt x="44874" y="19824"/>
                  </a:lnTo>
                  <a:lnTo>
                    <a:pt x="44874" y="18585"/>
                  </a:lnTo>
                  <a:cubicBezTo>
                    <a:pt x="44874" y="12585"/>
                    <a:pt x="40302" y="7441"/>
                    <a:pt x="34302" y="7155"/>
                  </a:cubicBezTo>
                  <a:cubicBezTo>
                    <a:pt x="27920" y="6870"/>
                    <a:pt x="22681" y="11918"/>
                    <a:pt x="22681" y="18204"/>
                  </a:cubicBezTo>
                  <a:lnTo>
                    <a:pt x="22681" y="23157"/>
                  </a:lnTo>
                  <a:cubicBezTo>
                    <a:pt x="13537" y="27348"/>
                    <a:pt x="7155" y="36588"/>
                    <a:pt x="7155" y="47256"/>
                  </a:cubicBezTo>
                  <a:cubicBezTo>
                    <a:pt x="7155" y="61829"/>
                    <a:pt x="18966" y="73735"/>
                    <a:pt x="33539" y="73830"/>
                  </a:cubicBezTo>
                  <a:cubicBezTo>
                    <a:pt x="35825" y="73830"/>
                    <a:pt x="37826" y="75354"/>
                    <a:pt x="38112" y="77640"/>
                  </a:cubicBezTo>
                  <a:cubicBezTo>
                    <a:pt x="38493" y="80307"/>
                    <a:pt x="36397" y="82593"/>
                    <a:pt x="33730" y="82593"/>
                  </a:cubicBezTo>
                  <a:lnTo>
                    <a:pt x="18585" y="82593"/>
                  </a:lnTo>
                  <a:cubicBezTo>
                    <a:pt x="12585" y="82593"/>
                    <a:pt x="7441" y="87165"/>
                    <a:pt x="7155" y="93166"/>
                  </a:cubicBezTo>
                  <a:cubicBezTo>
                    <a:pt x="6870" y="99548"/>
                    <a:pt x="11918" y="104787"/>
                    <a:pt x="18204" y="104787"/>
                  </a:cubicBezTo>
                  <a:lnTo>
                    <a:pt x="22586" y="104787"/>
                  </a:lnTo>
                  <a:lnTo>
                    <a:pt x="22586" y="106025"/>
                  </a:lnTo>
                  <a:cubicBezTo>
                    <a:pt x="22586" y="112026"/>
                    <a:pt x="27158" y="117169"/>
                    <a:pt x="33158" y="117455"/>
                  </a:cubicBezTo>
                  <a:cubicBezTo>
                    <a:pt x="39540" y="117741"/>
                    <a:pt x="44779" y="112692"/>
                    <a:pt x="44779" y="106406"/>
                  </a:cubicBezTo>
                  <a:lnTo>
                    <a:pt x="44779" y="101453"/>
                  </a:lnTo>
                  <a:cubicBezTo>
                    <a:pt x="53923" y="97262"/>
                    <a:pt x="60210" y="88023"/>
                    <a:pt x="60210" y="77355"/>
                  </a:cubicBezTo>
                  <a:cubicBezTo>
                    <a:pt x="60210" y="62781"/>
                    <a:pt x="48398" y="50875"/>
                    <a:pt x="33825" y="50780"/>
                  </a:cubicBezTo>
                  <a:cubicBezTo>
                    <a:pt x="31539" y="50780"/>
                    <a:pt x="29539" y="49256"/>
                    <a:pt x="29253" y="46970"/>
                  </a:cubicBezTo>
                  <a:cubicBezTo>
                    <a:pt x="29063" y="44303"/>
                    <a:pt x="31158" y="42017"/>
                    <a:pt x="33730" y="42017"/>
                  </a:cubicBezTo>
                  <a:close/>
                </a:path>
              </a:pathLst>
            </a:custGeom>
            <a:grpFill/>
            <a:ln w="9525" cap="flat">
              <a:noFill/>
              <a:prstDash val="solid"/>
              <a:miter/>
            </a:ln>
          </p:spPr>
          <p:txBody>
            <a:bodyPr rtlCol="0" anchor="ctr"/>
            <a:lstStyle/>
            <a:p>
              <a:endParaRPr lang="ko-KR" altLang="en-US"/>
            </a:p>
          </p:txBody>
        </p:sp>
      </p:grpSp>
      <p:sp>
        <p:nvSpPr>
          <p:cNvPr id="74" name="文本框 73"/>
          <p:cNvSpPr txBox="1"/>
          <p:nvPr/>
        </p:nvSpPr>
        <p:spPr>
          <a:xfrm>
            <a:off x="992141" y="2860067"/>
            <a:ext cx="1191745" cy="307777"/>
          </a:xfrm>
          <a:prstGeom prst="rect">
            <a:avLst/>
          </a:prstGeom>
          <a:noFill/>
        </p:spPr>
        <p:txBody>
          <a:bodyPr wrap="square" rtlCol="0">
            <a:spAutoFit/>
          </a:bodyPr>
          <a:lstStyle/>
          <a:p>
            <a:pPr algn="dist"/>
            <a:r>
              <a:rPr kumimoji="1" lang="zh-CN" altLang="en-US" sz="1400">
                <a:solidFill>
                  <a:schemeClr val="bg1"/>
                </a:solidFill>
                <a:latin typeface="+mn-ea"/>
              </a:rPr>
              <a:t>请输入标题</a:t>
            </a:r>
            <a:endParaRPr kumimoji="1" lang="zh-CN" altLang="en-US" sz="1400">
              <a:solidFill>
                <a:schemeClr val="bg1"/>
              </a:solidFill>
              <a:latin typeface="+mn-ea"/>
            </a:endParaRPr>
          </a:p>
        </p:txBody>
      </p:sp>
      <p:sp>
        <p:nvSpPr>
          <p:cNvPr id="75" name="文本框 74"/>
          <p:cNvSpPr txBox="1"/>
          <p:nvPr/>
        </p:nvSpPr>
        <p:spPr>
          <a:xfrm>
            <a:off x="992141" y="4323685"/>
            <a:ext cx="1191745" cy="307777"/>
          </a:xfrm>
          <a:prstGeom prst="rect">
            <a:avLst/>
          </a:prstGeom>
          <a:noFill/>
        </p:spPr>
        <p:txBody>
          <a:bodyPr wrap="square" rtlCol="0">
            <a:spAutoFit/>
          </a:bodyPr>
          <a:lstStyle/>
          <a:p>
            <a:pPr algn="dist"/>
            <a:r>
              <a:rPr kumimoji="1" lang="zh-CN" altLang="en-US" sz="1400">
                <a:solidFill>
                  <a:schemeClr val="bg1"/>
                </a:solidFill>
                <a:latin typeface="+mn-ea"/>
              </a:rPr>
              <a:t>请输入标题</a:t>
            </a:r>
            <a:endParaRPr kumimoji="1" lang="zh-CN" altLang="en-US" sz="1400">
              <a:solidFill>
                <a:schemeClr val="bg1"/>
              </a:solidFill>
              <a:latin typeface="+mn-ea"/>
            </a:endParaRPr>
          </a:p>
        </p:txBody>
      </p:sp>
      <p:sp>
        <p:nvSpPr>
          <p:cNvPr id="76" name="文本框 75"/>
          <p:cNvSpPr txBox="1"/>
          <p:nvPr/>
        </p:nvSpPr>
        <p:spPr>
          <a:xfrm>
            <a:off x="2540943" y="2862075"/>
            <a:ext cx="1191745" cy="307777"/>
          </a:xfrm>
          <a:prstGeom prst="rect">
            <a:avLst/>
          </a:prstGeom>
          <a:noFill/>
        </p:spPr>
        <p:txBody>
          <a:bodyPr wrap="square" rtlCol="0">
            <a:spAutoFit/>
          </a:bodyPr>
          <a:lstStyle/>
          <a:p>
            <a:pPr algn="dist"/>
            <a:r>
              <a:rPr kumimoji="1" lang="zh-CN" altLang="en-US" sz="1400">
                <a:solidFill>
                  <a:schemeClr val="bg1"/>
                </a:solidFill>
                <a:latin typeface="+mn-ea"/>
              </a:rPr>
              <a:t>请输入标题</a:t>
            </a:r>
            <a:endParaRPr kumimoji="1" lang="zh-CN" altLang="en-US" sz="1400">
              <a:solidFill>
                <a:schemeClr val="bg1"/>
              </a:solidFill>
              <a:latin typeface="+mn-ea"/>
            </a:endParaRPr>
          </a:p>
        </p:txBody>
      </p:sp>
      <p:sp>
        <p:nvSpPr>
          <p:cNvPr id="77" name="文本框 76"/>
          <p:cNvSpPr txBox="1"/>
          <p:nvPr/>
        </p:nvSpPr>
        <p:spPr>
          <a:xfrm>
            <a:off x="2540943" y="4325693"/>
            <a:ext cx="1191745" cy="307777"/>
          </a:xfrm>
          <a:prstGeom prst="rect">
            <a:avLst/>
          </a:prstGeom>
          <a:noFill/>
        </p:spPr>
        <p:txBody>
          <a:bodyPr wrap="square" rtlCol="0">
            <a:spAutoFit/>
          </a:bodyPr>
          <a:lstStyle/>
          <a:p>
            <a:pPr algn="dist"/>
            <a:r>
              <a:rPr kumimoji="1" lang="zh-CN" altLang="en-US" sz="1400">
                <a:solidFill>
                  <a:schemeClr val="bg1"/>
                </a:solidFill>
                <a:latin typeface="+mn-ea"/>
              </a:rPr>
              <a:t>请输入标题</a:t>
            </a:r>
            <a:endParaRPr kumimoji="1" lang="zh-CN" altLang="en-US" sz="1400">
              <a:solidFill>
                <a:schemeClr val="bg1"/>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7"/>
                                        </p:tgtEl>
                                        <p:attrNameLst>
                                          <p:attrName>style.visibility</p:attrName>
                                        </p:attrNameLst>
                                      </p:cBhvr>
                                      <p:to>
                                        <p:strVal val="visible"/>
                                      </p:to>
                                    </p:set>
                                    <p:animEffect transition="in" filter="dissolve">
                                      <p:cBhvr>
                                        <p:cTn id="7" dur="500"/>
                                        <p:tgtEl>
                                          <p:spTgt spid="47"/>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8"/>
                                        </p:tgtEl>
                                        <p:attrNameLst>
                                          <p:attrName>style.visibility</p:attrName>
                                        </p:attrNameLst>
                                      </p:cBhvr>
                                      <p:to>
                                        <p:strVal val="visible"/>
                                      </p:to>
                                    </p:set>
                                    <p:animEffect transition="in" filter="dissolve">
                                      <p:cBhvr>
                                        <p:cTn id="10" dur="500"/>
                                        <p:tgtEl>
                                          <p:spTgt spid="48"/>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49"/>
                                        </p:tgtEl>
                                        <p:attrNameLst>
                                          <p:attrName>style.visibility</p:attrName>
                                        </p:attrNameLst>
                                      </p:cBhvr>
                                      <p:to>
                                        <p:strVal val="visible"/>
                                      </p:to>
                                    </p:set>
                                    <p:animEffect transition="in" filter="dissolve">
                                      <p:cBhvr>
                                        <p:cTn id="13" dur="500"/>
                                        <p:tgtEl>
                                          <p:spTgt spid="49"/>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50"/>
                                        </p:tgtEl>
                                        <p:attrNameLst>
                                          <p:attrName>style.visibility</p:attrName>
                                        </p:attrNameLst>
                                      </p:cBhvr>
                                      <p:to>
                                        <p:strVal val="visible"/>
                                      </p:to>
                                    </p:set>
                                    <p:animEffect transition="in" filter="dissolve">
                                      <p:cBhvr>
                                        <p:cTn id="16" dur="500"/>
                                        <p:tgtEl>
                                          <p:spTgt spid="50"/>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51"/>
                                        </p:tgtEl>
                                        <p:attrNameLst>
                                          <p:attrName>style.visibility</p:attrName>
                                        </p:attrNameLst>
                                      </p:cBhvr>
                                      <p:to>
                                        <p:strVal val="visible"/>
                                      </p:to>
                                    </p:set>
                                    <p:animEffect transition="in" filter="dissolve">
                                      <p:cBhvr>
                                        <p:cTn id="19" dur="500"/>
                                        <p:tgtEl>
                                          <p:spTgt spid="51"/>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52"/>
                                        </p:tgtEl>
                                        <p:attrNameLst>
                                          <p:attrName>style.visibility</p:attrName>
                                        </p:attrNameLst>
                                      </p:cBhvr>
                                      <p:to>
                                        <p:strVal val="visible"/>
                                      </p:to>
                                    </p:set>
                                    <p:animEffect transition="in" filter="dissolve">
                                      <p:cBhvr>
                                        <p:cTn id="22" dur="500"/>
                                        <p:tgtEl>
                                          <p:spTgt spid="52"/>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53"/>
                                        </p:tgtEl>
                                        <p:attrNameLst>
                                          <p:attrName>style.visibility</p:attrName>
                                        </p:attrNameLst>
                                      </p:cBhvr>
                                      <p:to>
                                        <p:strVal val="visible"/>
                                      </p:to>
                                    </p:set>
                                    <p:animEffect transition="in" filter="dissolve">
                                      <p:cBhvr>
                                        <p:cTn id="25" dur="500"/>
                                        <p:tgtEl>
                                          <p:spTgt spid="53"/>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54"/>
                                        </p:tgtEl>
                                        <p:attrNameLst>
                                          <p:attrName>style.visibility</p:attrName>
                                        </p:attrNameLst>
                                      </p:cBhvr>
                                      <p:to>
                                        <p:strVal val="visible"/>
                                      </p:to>
                                    </p:set>
                                    <p:animEffect transition="in" filter="dissolve">
                                      <p:cBhvr>
                                        <p:cTn id="28" dur="500"/>
                                        <p:tgtEl>
                                          <p:spTgt spid="54"/>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55"/>
                                        </p:tgtEl>
                                        <p:attrNameLst>
                                          <p:attrName>style.visibility</p:attrName>
                                        </p:attrNameLst>
                                      </p:cBhvr>
                                      <p:to>
                                        <p:strVal val="visible"/>
                                      </p:to>
                                    </p:set>
                                    <p:animEffect transition="in" filter="dissolve">
                                      <p:cBhvr>
                                        <p:cTn id="31" dur="500"/>
                                        <p:tgtEl>
                                          <p:spTgt spid="55"/>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56"/>
                                        </p:tgtEl>
                                        <p:attrNameLst>
                                          <p:attrName>style.visibility</p:attrName>
                                        </p:attrNameLst>
                                      </p:cBhvr>
                                      <p:to>
                                        <p:strVal val="visible"/>
                                      </p:to>
                                    </p:set>
                                    <p:animEffect transition="in" filter="dissolve">
                                      <p:cBhvr>
                                        <p:cTn id="34" dur="500"/>
                                        <p:tgtEl>
                                          <p:spTgt spid="56"/>
                                        </p:tgtEl>
                                      </p:cBhvr>
                                    </p:animEffect>
                                  </p:childTnLst>
                                </p:cTn>
                              </p:par>
                              <p:par>
                                <p:cTn id="35" presetID="9" presetClass="entr" presetSubtype="0" fill="hold" nodeType="withEffect">
                                  <p:stCondLst>
                                    <p:cond delay="0"/>
                                  </p:stCondLst>
                                  <p:childTnLst>
                                    <p:set>
                                      <p:cBhvr>
                                        <p:cTn id="36" dur="1" fill="hold">
                                          <p:stCondLst>
                                            <p:cond delay="0"/>
                                          </p:stCondLst>
                                        </p:cTn>
                                        <p:tgtEl>
                                          <p:spTgt spid="57"/>
                                        </p:tgtEl>
                                        <p:attrNameLst>
                                          <p:attrName>style.visibility</p:attrName>
                                        </p:attrNameLst>
                                      </p:cBhvr>
                                      <p:to>
                                        <p:strVal val="visible"/>
                                      </p:to>
                                    </p:set>
                                    <p:animEffect transition="in" filter="dissolve">
                                      <p:cBhvr>
                                        <p:cTn id="37" dur="500"/>
                                        <p:tgtEl>
                                          <p:spTgt spid="57"/>
                                        </p:tgtEl>
                                      </p:cBhvr>
                                    </p:animEffect>
                                  </p:childTnLst>
                                </p:cTn>
                              </p:par>
                              <p:par>
                                <p:cTn id="38" presetID="9" presetClass="entr" presetSubtype="0" fill="hold" nodeType="withEffect">
                                  <p:stCondLst>
                                    <p:cond delay="0"/>
                                  </p:stCondLst>
                                  <p:childTnLst>
                                    <p:set>
                                      <p:cBhvr>
                                        <p:cTn id="39" dur="1" fill="hold">
                                          <p:stCondLst>
                                            <p:cond delay="0"/>
                                          </p:stCondLst>
                                        </p:cTn>
                                        <p:tgtEl>
                                          <p:spTgt spid="66"/>
                                        </p:tgtEl>
                                        <p:attrNameLst>
                                          <p:attrName>style.visibility</p:attrName>
                                        </p:attrNameLst>
                                      </p:cBhvr>
                                      <p:to>
                                        <p:strVal val="visible"/>
                                      </p:to>
                                    </p:set>
                                    <p:animEffect transition="in" filter="dissolve">
                                      <p:cBhvr>
                                        <p:cTn id="40" dur="500"/>
                                        <p:tgtEl>
                                          <p:spTgt spid="66"/>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69"/>
                                        </p:tgtEl>
                                        <p:attrNameLst>
                                          <p:attrName>style.visibility</p:attrName>
                                        </p:attrNameLst>
                                      </p:cBhvr>
                                      <p:to>
                                        <p:strVal val="visible"/>
                                      </p:to>
                                    </p:set>
                                    <p:animEffect transition="in" filter="dissolve">
                                      <p:cBhvr>
                                        <p:cTn id="43" dur="500"/>
                                        <p:tgtEl>
                                          <p:spTgt spid="69"/>
                                        </p:tgtEl>
                                      </p:cBhvr>
                                    </p:animEffect>
                                  </p:childTnLst>
                                </p:cTn>
                              </p:par>
                              <p:par>
                                <p:cTn id="44" presetID="9" presetClass="entr" presetSubtype="0" fill="hold" nodeType="withEffect">
                                  <p:stCondLst>
                                    <p:cond delay="0"/>
                                  </p:stCondLst>
                                  <p:childTnLst>
                                    <p:set>
                                      <p:cBhvr>
                                        <p:cTn id="45" dur="1" fill="hold">
                                          <p:stCondLst>
                                            <p:cond delay="0"/>
                                          </p:stCondLst>
                                        </p:cTn>
                                        <p:tgtEl>
                                          <p:spTgt spid="70"/>
                                        </p:tgtEl>
                                        <p:attrNameLst>
                                          <p:attrName>style.visibility</p:attrName>
                                        </p:attrNameLst>
                                      </p:cBhvr>
                                      <p:to>
                                        <p:strVal val="visible"/>
                                      </p:to>
                                    </p:set>
                                    <p:animEffect transition="in" filter="dissolve">
                                      <p:cBhvr>
                                        <p:cTn id="46" dur="500"/>
                                        <p:tgtEl>
                                          <p:spTgt spid="70"/>
                                        </p:tgtEl>
                                      </p:cBhvr>
                                    </p:animEffect>
                                  </p:childTnLst>
                                </p:cTn>
                              </p:par>
                              <p:par>
                                <p:cTn id="47" presetID="9" presetClass="entr" presetSubtype="0" fill="hold" grpId="0" nodeType="withEffect">
                                  <p:stCondLst>
                                    <p:cond delay="0"/>
                                  </p:stCondLst>
                                  <p:childTnLst>
                                    <p:set>
                                      <p:cBhvr>
                                        <p:cTn id="48" dur="1" fill="hold">
                                          <p:stCondLst>
                                            <p:cond delay="0"/>
                                          </p:stCondLst>
                                        </p:cTn>
                                        <p:tgtEl>
                                          <p:spTgt spid="74"/>
                                        </p:tgtEl>
                                        <p:attrNameLst>
                                          <p:attrName>style.visibility</p:attrName>
                                        </p:attrNameLst>
                                      </p:cBhvr>
                                      <p:to>
                                        <p:strVal val="visible"/>
                                      </p:to>
                                    </p:set>
                                    <p:animEffect transition="in" filter="dissolve">
                                      <p:cBhvr>
                                        <p:cTn id="49" dur="500"/>
                                        <p:tgtEl>
                                          <p:spTgt spid="74"/>
                                        </p:tgtEl>
                                      </p:cBhvr>
                                    </p:animEffect>
                                  </p:childTnLst>
                                </p:cTn>
                              </p:par>
                              <p:par>
                                <p:cTn id="50" presetID="9" presetClass="entr" presetSubtype="0" fill="hold" grpId="0" nodeType="withEffect">
                                  <p:stCondLst>
                                    <p:cond delay="0"/>
                                  </p:stCondLst>
                                  <p:childTnLst>
                                    <p:set>
                                      <p:cBhvr>
                                        <p:cTn id="51" dur="1" fill="hold">
                                          <p:stCondLst>
                                            <p:cond delay="0"/>
                                          </p:stCondLst>
                                        </p:cTn>
                                        <p:tgtEl>
                                          <p:spTgt spid="75"/>
                                        </p:tgtEl>
                                        <p:attrNameLst>
                                          <p:attrName>style.visibility</p:attrName>
                                        </p:attrNameLst>
                                      </p:cBhvr>
                                      <p:to>
                                        <p:strVal val="visible"/>
                                      </p:to>
                                    </p:set>
                                    <p:animEffect transition="in" filter="dissolve">
                                      <p:cBhvr>
                                        <p:cTn id="52" dur="500"/>
                                        <p:tgtEl>
                                          <p:spTgt spid="75"/>
                                        </p:tgtEl>
                                      </p:cBhvr>
                                    </p:animEffect>
                                  </p:childTnLst>
                                </p:cTn>
                              </p:par>
                              <p:par>
                                <p:cTn id="53" presetID="9" presetClass="entr" presetSubtype="0" fill="hold" grpId="0" nodeType="withEffect">
                                  <p:stCondLst>
                                    <p:cond delay="0"/>
                                  </p:stCondLst>
                                  <p:childTnLst>
                                    <p:set>
                                      <p:cBhvr>
                                        <p:cTn id="54" dur="1" fill="hold">
                                          <p:stCondLst>
                                            <p:cond delay="0"/>
                                          </p:stCondLst>
                                        </p:cTn>
                                        <p:tgtEl>
                                          <p:spTgt spid="76"/>
                                        </p:tgtEl>
                                        <p:attrNameLst>
                                          <p:attrName>style.visibility</p:attrName>
                                        </p:attrNameLst>
                                      </p:cBhvr>
                                      <p:to>
                                        <p:strVal val="visible"/>
                                      </p:to>
                                    </p:set>
                                    <p:animEffect transition="in" filter="dissolve">
                                      <p:cBhvr>
                                        <p:cTn id="55" dur="500"/>
                                        <p:tgtEl>
                                          <p:spTgt spid="76"/>
                                        </p:tgtEl>
                                      </p:cBhvr>
                                    </p:animEffect>
                                  </p:childTnLst>
                                </p:cTn>
                              </p:par>
                              <p:par>
                                <p:cTn id="56" presetID="9" presetClass="entr" presetSubtype="0" fill="hold" grpId="0" nodeType="withEffect">
                                  <p:stCondLst>
                                    <p:cond delay="0"/>
                                  </p:stCondLst>
                                  <p:childTnLst>
                                    <p:set>
                                      <p:cBhvr>
                                        <p:cTn id="57" dur="1" fill="hold">
                                          <p:stCondLst>
                                            <p:cond delay="0"/>
                                          </p:stCondLst>
                                        </p:cTn>
                                        <p:tgtEl>
                                          <p:spTgt spid="77"/>
                                        </p:tgtEl>
                                        <p:attrNameLst>
                                          <p:attrName>style.visibility</p:attrName>
                                        </p:attrNameLst>
                                      </p:cBhvr>
                                      <p:to>
                                        <p:strVal val="visible"/>
                                      </p:to>
                                    </p:set>
                                    <p:animEffect transition="in" filter="dissolve">
                                      <p:cBhvr>
                                        <p:cTn id="58"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7" grpId="0"/>
      <p:bldP spid="48" grpId="0"/>
      <p:bldP spid="49" grpId="0"/>
      <p:bldP spid="50" grpId="0"/>
      <p:bldP spid="51" grpId="0" animBg="1"/>
      <p:bldP spid="52" grpId="0" animBg="1"/>
      <p:bldP spid="53" grpId="0"/>
      <p:bldP spid="54" grpId="0"/>
      <p:bldP spid="55" grpId="0" animBg="1"/>
      <p:bldP spid="56" grpId="0" animBg="1"/>
      <p:bldP spid="69" grpId="0" animBg="1"/>
      <p:bldP spid="74" grpId="0"/>
      <p:bldP spid="75" grpId="0"/>
      <p:bldP spid="76" grpId="0"/>
      <p:bldP spid="77"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70393" y="1546228"/>
            <a:ext cx="2221054" cy="828837"/>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p:cNvSpPr/>
          <p:nvPr/>
        </p:nvSpPr>
        <p:spPr>
          <a:xfrm>
            <a:off x="4507730" y="1424652"/>
            <a:ext cx="243152" cy="243152"/>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圆角矩形 3"/>
          <p:cNvSpPr/>
          <p:nvPr/>
        </p:nvSpPr>
        <p:spPr>
          <a:xfrm>
            <a:off x="4750882" y="1887516"/>
            <a:ext cx="127491" cy="127491"/>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圆角矩形 4"/>
          <p:cNvSpPr/>
          <p:nvPr/>
        </p:nvSpPr>
        <p:spPr>
          <a:xfrm>
            <a:off x="7318469" y="1320858"/>
            <a:ext cx="209070" cy="209070"/>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p:cNvSpPr txBox="1"/>
          <p:nvPr/>
        </p:nvSpPr>
        <p:spPr>
          <a:xfrm>
            <a:off x="5281898" y="1565553"/>
            <a:ext cx="1798045" cy="523220"/>
          </a:xfrm>
          <a:prstGeom prst="rect">
            <a:avLst/>
          </a:prstGeom>
          <a:noFill/>
        </p:spPr>
        <p:txBody>
          <a:bodyPr wrap="square" rtlCol="0">
            <a:spAutoFit/>
          </a:bodyPr>
          <a:lstStyle/>
          <a:p>
            <a:pPr algn="dist"/>
            <a:r>
              <a:rPr kumimoji="1" lang="zh-CN" altLang="en-US" sz="2800">
                <a:solidFill>
                  <a:schemeClr val="tx2"/>
                </a:solidFill>
                <a:latin typeface="+mj-ea"/>
                <a:ea typeface="+mj-ea"/>
              </a:rPr>
              <a:t>第三部分</a:t>
            </a:r>
            <a:endParaRPr kumimoji="1" lang="zh-CN" altLang="en-US" sz="2800">
              <a:solidFill>
                <a:schemeClr val="tx2"/>
              </a:solidFill>
              <a:latin typeface="+mj-ea"/>
              <a:ea typeface="+mj-ea"/>
            </a:endParaRPr>
          </a:p>
        </p:txBody>
      </p:sp>
      <p:sp>
        <p:nvSpPr>
          <p:cNvPr id="7" name="文本框 6"/>
          <p:cNvSpPr txBox="1"/>
          <p:nvPr/>
        </p:nvSpPr>
        <p:spPr>
          <a:xfrm>
            <a:off x="5293773" y="1998761"/>
            <a:ext cx="1774295" cy="338554"/>
          </a:xfrm>
          <a:prstGeom prst="rect">
            <a:avLst/>
          </a:prstGeom>
          <a:noFill/>
        </p:spPr>
        <p:txBody>
          <a:bodyPr wrap="square" rtlCol="0">
            <a:spAutoFit/>
          </a:bodyPr>
          <a:lstStyle/>
          <a:p>
            <a:pPr algn="dist"/>
            <a:r>
              <a:rPr kumimoji="1" lang="en-US" altLang="zh-CN" sz="1600">
                <a:solidFill>
                  <a:schemeClr val="bg1"/>
                </a:solidFill>
                <a:latin typeface="+mn-ea"/>
              </a:rPr>
              <a:t>PART</a:t>
            </a:r>
            <a:r>
              <a:rPr kumimoji="1" lang="zh-CN" altLang="en-US" sz="1600">
                <a:solidFill>
                  <a:schemeClr val="bg1"/>
                </a:solidFill>
                <a:latin typeface="+mn-ea"/>
              </a:rPr>
              <a:t> </a:t>
            </a:r>
            <a:r>
              <a:rPr kumimoji="1" lang="en-US" altLang="zh-CN" sz="1600">
                <a:solidFill>
                  <a:schemeClr val="bg1"/>
                </a:solidFill>
                <a:latin typeface="+mn-ea"/>
              </a:rPr>
              <a:t>03</a:t>
            </a:r>
            <a:endParaRPr kumimoji="1" lang="zh-CN" altLang="en-US" sz="1600">
              <a:solidFill>
                <a:schemeClr val="tx2"/>
              </a:solidFill>
              <a:latin typeface="+mn-ea"/>
            </a:endParaRPr>
          </a:p>
        </p:txBody>
      </p:sp>
      <p:sp>
        <p:nvSpPr>
          <p:cNvPr id="8" name="文本框 7"/>
          <p:cNvSpPr txBox="1"/>
          <p:nvPr/>
        </p:nvSpPr>
        <p:spPr>
          <a:xfrm>
            <a:off x="3126238" y="2770523"/>
            <a:ext cx="6109365" cy="1107996"/>
          </a:xfrm>
          <a:prstGeom prst="rect">
            <a:avLst/>
          </a:prstGeom>
          <a:noFill/>
        </p:spPr>
        <p:txBody>
          <a:bodyPr wrap="none" rtlCol="0">
            <a:spAutoFit/>
          </a:bodyPr>
          <a:lstStyle/>
          <a:p>
            <a:r>
              <a:rPr kumimoji="1" lang="zh-CN" altLang="en-US" sz="6600">
                <a:solidFill>
                  <a:schemeClr val="tx2"/>
                </a:solidFill>
                <a:latin typeface="+mn-ea"/>
              </a:rPr>
              <a:t>消费者分析报告</a:t>
            </a:r>
            <a:endParaRPr kumimoji="1" lang="zh-CN" altLang="en-US" sz="6600">
              <a:solidFill>
                <a:schemeClr val="tx2"/>
              </a:solidFill>
              <a:latin typeface="+mn-ea"/>
            </a:endParaRPr>
          </a:p>
        </p:txBody>
      </p:sp>
      <p:sp>
        <p:nvSpPr>
          <p:cNvPr id="9" name="文本框 8"/>
          <p:cNvSpPr txBox="1"/>
          <p:nvPr/>
        </p:nvSpPr>
        <p:spPr>
          <a:xfrm>
            <a:off x="2944894" y="3878519"/>
            <a:ext cx="6472052" cy="557012"/>
          </a:xfrm>
          <a:prstGeom prst="rect">
            <a:avLst/>
          </a:prstGeom>
          <a:noFill/>
        </p:spPr>
        <p:txBody>
          <a:bodyPr wrap="square" rtlCol="0">
            <a:spAutoFit/>
          </a:bodyPr>
          <a:lstStyle/>
          <a:p>
            <a:pPr algn="ctr">
              <a:lnSpc>
                <a:spcPct val="150000"/>
              </a:lnSpc>
            </a:pPr>
            <a:r>
              <a:rPr lang="en-GB" altLang="zh-CN" sz="1050">
                <a:solidFill>
                  <a:schemeClr val="tx1">
                    <a:lumMod val="50000"/>
                    <a:lumOff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50">
              <a:solidFill>
                <a:schemeClr val="tx1">
                  <a:lumMod val="50000"/>
                  <a:lumOff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消费者分析报告</a:t>
            </a:r>
            <a:endParaRPr kumimoji="1" lang="zh-CN" altLang="en-US" sz="2400">
              <a:solidFill>
                <a:schemeClr val="tx2"/>
              </a:solidFill>
              <a:latin typeface="+mn-ea"/>
            </a:endParaRPr>
          </a:p>
        </p:txBody>
      </p:sp>
      <p:sp>
        <p:nvSpPr>
          <p:cNvPr id="3" name="矩形 2"/>
          <p:cNvSpPr/>
          <p:nvPr/>
        </p:nvSpPr>
        <p:spPr>
          <a:xfrm>
            <a:off x="5692573" y="1964231"/>
            <a:ext cx="4983650" cy="113039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文本框 3"/>
          <p:cNvSpPr txBox="1"/>
          <p:nvPr/>
        </p:nvSpPr>
        <p:spPr>
          <a:xfrm>
            <a:off x="5949836" y="2419306"/>
            <a:ext cx="4130394" cy="534634"/>
          </a:xfrm>
          <a:prstGeom prst="rect">
            <a:avLst/>
          </a:prstGeom>
          <a:noFill/>
        </p:spPr>
        <p:txBody>
          <a:bodyPr wrap="square" rtlCol="0">
            <a:spAutoFit/>
          </a:bodyPr>
          <a:lstStyle/>
          <a:p>
            <a:pPr>
              <a:lnSpc>
                <a:spcPct val="130000"/>
              </a:lnSpc>
            </a:pPr>
            <a:r>
              <a:rPr kumimoji="1" lang="zh-CN" altLang="en-US" sz="1200" dirty="0">
                <a:solidFill>
                  <a:schemeClr val="bg1">
                    <a:lumMod val="50000"/>
                  </a:schemeClr>
                </a:solidFill>
                <a:latin typeface="+mn-ea"/>
                <a:cs typeface="+mn-ea"/>
                <a:sym typeface="+mn-lt"/>
              </a:rPr>
              <a:t>感谢您使用我们的</a:t>
            </a:r>
            <a:r>
              <a:rPr kumimoji="1" lang="en-US" altLang="zh-CN" sz="1200" dirty="0">
                <a:solidFill>
                  <a:schemeClr val="bg1">
                    <a:lumMod val="50000"/>
                  </a:schemeClr>
                </a:solidFill>
                <a:latin typeface="+mn-ea"/>
                <a:cs typeface="+mn-ea"/>
                <a:sym typeface="+mn-lt"/>
              </a:rPr>
              <a:t>PPT</a:t>
            </a:r>
            <a:r>
              <a:rPr kumimoji="1" lang="zh-CN" altLang="en-US" sz="1200" dirty="0">
                <a:solidFill>
                  <a:schemeClr val="bg1">
                    <a:lumMod val="50000"/>
                  </a:schemeClr>
                </a:solidFill>
                <a:latin typeface="+mn-ea"/>
                <a:cs typeface="+mn-ea"/>
                <a:sym typeface="+mn-lt"/>
              </a:rPr>
              <a:t>模板，请在此输入您需要的文字内容，感谢您使用我们的</a:t>
            </a:r>
            <a:r>
              <a:rPr kumimoji="1" lang="en-US" altLang="zh-CN" sz="1200" dirty="0">
                <a:solidFill>
                  <a:schemeClr val="bg1">
                    <a:lumMod val="50000"/>
                  </a:schemeClr>
                </a:solidFill>
                <a:latin typeface="+mn-ea"/>
                <a:cs typeface="+mn-ea"/>
                <a:sym typeface="+mn-lt"/>
              </a:rPr>
              <a:t>PPT</a:t>
            </a:r>
            <a:r>
              <a:rPr kumimoji="1" lang="zh-CN" altLang="en-US" sz="1200" dirty="0">
                <a:solidFill>
                  <a:schemeClr val="bg1">
                    <a:lumMod val="50000"/>
                  </a:schemeClr>
                </a:solidFill>
                <a:latin typeface="+mn-ea"/>
                <a:cs typeface="+mn-ea"/>
                <a:sym typeface="+mn-lt"/>
              </a:rPr>
              <a:t>模板。</a:t>
            </a:r>
            <a:endParaRPr kumimoji="1" lang="zh-CN" altLang="en-US" sz="1200" dirty="0">
              <a:solidFill>
                <a:schemeClr val="bg1">
                  <a:lumMod val="50000"/>
                </a:schemeClr>
              </a:solidFill>
              <a:latin typeface="+mn-ea"/>
              <a:cs typeface="+mn-ea"/>
              <a:sym typeface="+mn-lt"/>
            </a:endParaRPr>
          </a:p>
        </p:txBody>
      </p:sp>
      <p:sp>
        <p:nvSpPr>
          <p:cNvPr id="5" name="文本框 4"/>
          <p:cNvSpPr txBox="1"/>
          <p:nvPr/>
        </p:nvSpPr>
        <p:spPr>
          <a:xfrm>
            <a:off x="5949836" y="2124830"/>
            <a:ext cx="2031325" cy="338554"/>
          </a:xfrm>
          <a:prstGeom prst="rect">
            <a:avLst/>
          </a:prstGeom>
          <a:noFill/>
        </p:spPr>
        <p:txBody>
          <a:bodyPr wrap="none" rtlCol="0">
            <a:spAutoFit/>
          </a:bodyPr>
          <a:lstStyle/>
          <a:p>
            <a:r>
              <a:rPr kumimoji="1" lang="zh-CN" altLang="en-US" sz="1600" dirty="0">
                <a:solidFill>
                  <a:schemeClr val="tx2"/>
                </a:solidFill>
                <a:latin typeface="+mn-ea"/>
                <a:cs typeface="+mn-ea"/>
                <a:sym typeface="+mn-lt"/>
              </a:rPr>
              <a:t>请输入标题文字内容</a:t>
            </a:r>
            <a:endParaRPr kumimoji="1" lang="zh-CN" altLang="en-US" sz="1600" dirty="0">
              <a:solidFill>
                <a:schemeClr val="tx2"/>
              </a:solidFill>
              <a:latin typeface="+mn-ea"/>
              <a:cs typeface="+mn-ea"/>
              <a:sym typeface="+mn-lt"/>
            </a:endParaRPr>
          </a:p>
        </p:txBody>
      </p:sp>
      <p:sp>
        <p:nvSpPr>
          <p:cNvPr id="6" name="矩形 5"/>
          <p:cNvSpPr/>
          <p:nvPr/>
        </p:nvSpPr>
        <p:spPr>
          <a:xfrm>
            <a:off x="5692573" y="1908799"/>
            <a:ext cx="4983642" cy="554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p:cNvSpPr/>
          <p:nvPr/>
        </p:nvSpPr>
        <p:spPr>
          <a:xfrm>
            <a:off x="5692573" y="3359127"/>
            <a:ext cx="4983650" cy="113039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文本框 7"/>
          <p:cNvSpPr txBox="1"/>
          <p:nvPr/>
        </p:nvSpPr>
        <p:spPr>
          <a:xfrm>
            <a:off x="5949836" y="3814202"/>
            <a:ext cx="4130394" cy="534634"/>
          </a:xfrm>
          <a:prstGeom prst="rect">
            <a:avLst/>
          </a:prstGeom>
          <a:noFill/>
        </p:spPr>
        <p:txBody>
          <a:bodyPr wrap="square" rtlCol="0">
            <a:spAutoFit/>
          </a:bodyPr>
          <a:lstStyle/>
          <a:p>
            <a:pPr>
              <a:lnSpc>
                <a:spcPct val="130000"/>
              </a:lnSpc>
            </a:pPr>
            <a:r>
              <a:rPr kumimoji="1" lang="zh-CN" altLang="en-US" sz="1200" dirty="0">
                <a:solidFill>
                  <a:schemeClr val="bg1">
                    <a:lumMod val="50000"/>
                  </a:schemeClr>
                </a:solidFill>
                <a:latin typeface="+mn-ea"/>
                <a:cs typeface="+mn-ea"/>
                <a:sym typeface="+mn-lt"/>
              </a:rPr>
              <a:t>感谢您使用我们的</a:t>
            </a:r>
            <a:r>
              <a:rPr kumimoji="1" lang="en-US" altLang="zh-CN" sz="1200" dirty="0">
                <a:solidFill>
                  <a:schemeClr val="bg1">
                    <a:lumMod val="50000"/>
                  </a:schemeClr>
                </a:solidFill>
                <a:latin typeface="+mn-ea"/>
                <a:cs typeface="+mn-ea"/>
                <a:sym typeface="+mn-lt"/>
              </a:rPr>
              <a:t>PPT</a:t>
            </a:r>
            <a:r>
              <a:rPr kumimoji="1" lang="zh-CN" altLang="en-US" sz="1200" dirty="0">
                <a:solidFill>
                  <a:schemeClr val="bg1">
                    <a:lumMod val="50000"/>
                  </a:schemeClr>
                </a:solidFill>
                <a:latin typeface="+mn-ea"/>
                <a:cs typeface="+mn-ea"/>
                <a:sym typeface="+mn-lt"/>
              </a:rPr>
              <a:t>模板，请在此输入您需要的文字内容，感谢您使用我们的</a:t>
            </a:r>
            <a:r>
              <a:rPr kumimoji="1" lang="en-US" altLang="zh-CN" sz="1200" dirty="0">
                <a:solidFill>
                  <a:schemeClr val="bg1">
                    <a:lumMod val="50000"/>
                  </a:schemeClr>
                </a:solidFill>
                <a:latin typeface="+mn-ea"/>
                <a:cs typeface="+mn-ea"/>
                <a:sym typeface="+mn-lt"/>
              </a:rPr>
              <a:t>PPT</a:t>
            </a:r>
            <a:r>
              <a:rPr kumimoji="1" lang="zh-CN" altLang="en-US" sz="1200" dirty="0">
                <a:solidFill>
                  <a:schemeClr val="bg1">
                    <a:lumMod val="50000"/>
                  </a:schemeClr>
                </a:solidFill>
                <a:latin typeface="+mn-ea"/>
                <a:cs typeface="+mn-ea"/>
                <a:sym typeface="+mn-lt"/>
              </a:rPr>
              <a:t>模板。</a:t>
            </a:r>
            <a:endParaRPr kumimoji="1" lang="zh-CN" altLang="en-US" sz="1200" dirty="0">
              <a:solidFill>
                <a:schemeClr val="bg1">
                  <a:lumMod val="50000"/>
                </a:schemeClr>
              </a:solidFill>
              <a:latin typeface="+mn-ea"/>
              <a:cs typeface="+mn-ea"/>
              <a:sym typeface="+mn-lt"/>
            </a:endParaRPr>
          </a:p>
        </p:txBody>
      </p:sp>
      <p:sp>
        <p:nvSpPr>
          <p:cNvPr id="9" name="文本框 8"/>
          <p:cNvSpPr txBox="1"/>
          <p:nvPr/>
        </p:nvSpPr>
        <p:spPr>
          <a:xfrm>
            <a:off x="5949836" y="3519726"/>
            <a:ext cx="2031325" cy="338554"/>
          </a:xfrm>
          <a:prstGeom prst="rect">
            <a:avLst/>
          </a:prstGeom>
          <a:noFill/>
        </p:spPr>
        <p:txBody>
          <a:bodyPr wrap="none" rtlCol="0">
            <a:spAutoFit/>
          </a:bodyPr>
          <a:lstStyle/>
          <a:p>
            <a:r>
              <a:rPr kumimoji="1" lang="zh-CN" altLang="en-US" sz="1600" dirty="0">
                <a:solidFill>
                  <a:schemeClr val="tx2"/>
                </a:solidFill>
                <a:latin typeface="+mn-ea"/>
                <a:cs typeface="+mn-ea"/>
                <a:sym typeface="+mn-lt"/>
              </a:rPr>
              <a:t>请输入标题文字内容</a:t>
            </a:r>
            <a:endParaRPr kumimoji="1" lang="zh-CN" altLang="en-US" sz="1600" dirty="0">
              <a:solidFill>
                <a:schemeClr val="tx2"/>
              </a:solidFill>
              <a:latin typeface="+mn-ea"/>
              <a:cs typeface="+mn-ea"/>
              <a:sym typeface="+mn-lt"/>
            </a:endParaRPr>
          </a:p>
        </p:txBody>
      </p:sp>
      <p:sp>
        <p:nvSpPr>
          <p:cNvPr id="10" name="矩形 9"/>
          <p:cNvSpPr/>
          <p:nvPr/>
        </p:nvSpPr>
        <p:spPr>
          <a:xfrm>
            <a:off x="5692573" y="3303695"/>
            <a:ext cx="4983642" cy="554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矩形 10"/>
          <p:cNvSpPr/>
          <p:nvPr/>
        </p:nvSpPr>
        <p:spPr>
          <a:xfrm>
            <a:off x="5692573" y="4754023"/>
            <a:ext cx="4983650" cy="1130390"/>
          </a:xfrm>
          <a:prstGeom prst="rect">
            <a:avLst/>
          </a:prstGeom>
          <a:noFill/>
          <a:ln>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2" name="文本框 11"/>
          <p:cNvSpPr txBox="1"/>
          <p:nvPr/>
        </p:nvSpPr>
        <p:spPr>
          <a:xfrm>
            <a:off x="5949836" y="5209098"/>
            <a:ext cx="4130394" cy="534634"/>
          </a:xfrm>
          <a:prstGeom prst="rect">
            <a:avLst/>
          </a:prstGeom>
          <a:noFill/>
        </p:spPr>
        <p:txBody>
          <a:bodyPr wrap="square" rtlCol="0">
            <a:spAutoFit/>
          </a:bodyPr>
          <a:lstStyle/>
          <a:p>
            <a:pPr>
              <a:lnSpc>
                <a:spcPct val="130000"/>
              </a:lnSpc>
            </a:pPr>
            <a:r>
              <a:rPr kumimoji="1" lang="zh-CN" altLang="en-US" sz="1200" dirty="0">
                <a:solidFill>
                  <a:schemeClr val="bg1">
                    <a:lumMod val="50000"/>
                  </a:schemeClr>
                </a:solidFill>
                <a:latin typeface="+mn-ea"/>
                <a:cs typeface="+mn-ea"/>
                <a:sym typeface="+mn-lt"/>
              </a:rPr>
              <a:t>感谢您使用我们的</a:t>
            </a:r>
            <a:r>
              <a:rPr kumimoji="1" lang="en-US" altLang="zh-CN" sz="1200" dirty="0">
                <a:solidFill>
                  <a:schemeClr val="bg1">
                    <a:lumMod val="50000"/>
                  </a:schemeClr>
                </a:solidFill>
                <a:latin typeface="+mn-ea"/>
                <a:cs typeface="+mn-ea"/>
                <a:sym typeface="+mn-lt"/>
              </a:rPr>
              <a:t>PPT</a:t>
            </a:r>
            <a:r>
              <a:rPr kumimoji="1" lang="zh-CN" altLang="en-US" sz="1200" dirty="0">
                <a:solidFill>
                  <a:schemeClr val="bg1">
                    <a:lumMod val="50000"/>
                  </a:schemeClr>
                </a:solidFill>
                <a:latin typeface="+mn-ea"/>
                <a:cs typeface="+mn-ea"/>
                <a:sym typeface="+mn-lt"/>
              </a:rPr>
              <a:t>模板，请在此输入您需要的文字内容，感谢您使用我们的</a:t>
            </a:r>
            <a:r>
              <a:rPr kumimoji="1" lang="en-US" altLang="zh-CN" sz="1200" dirty="0">
                <a:solidFill>
                  <a:schemeClr val="bg1">
                    <a:lumMod val="50000"/>
                  </a:schemeClr>
                </a:solidFill>
                <a:latin typeface="+mn-ea"/>
                <a:cs typeface="+mn-ea"/>
                <a:sym typeface="+mn-lt"/>
              </a:rPr>
              <a:t>PPT</a:t>
            </a:r>
            <a:r>
              <a:rPr kumimoji="1" lang="zh-CN" altLang="en-US" sz="1200" dirty="0">
                <a:solidFill>
                  <a:schemeClr val="bg1">
                    <a:lumMod val="50000"/>
                  </a:schemeClr>
                </a:solidFill>
                <a:latin typeface="+mn-ea"/>
                <a:cs typeface="+mn-ea"/>
                <a:sym typeface="+mn-lt"/>
              </a:rPr>
              <a:t>模板。</a:t>
            </a:r>
            <a:endParaRPr kumimoji="1" lang="zh-CN" altLang="en-US" sz="1200" dirty="0">
              <a:solidFill>
                <a:schemeClr val="bg1">
                  <a:lumMod val="50000"/>
                </a:schemeClr>
              </a:solidFill>
              <a:latin typeface="+mn-ea"/>
              <a:cs typeface="+mn-ea"/>
              <a:sym typeface="+mn-lt"/>
            </a:endParaRPr>
          </a:p>
        </p:txBody>
      </p:sp>
      <p:sp>
        <p:nvSpPr>
          <p:cNvPr id="13" name="文本框 12"/>
          <p:cNvSpPr txBox="1"/>
          <p:nvPr/>
        </p:nvSpPr>
        <p:spPr>
          <a:xfrm>
            <a:off x="5949836" y="4914622"/>
            <a:ext cx="2031325" cy="338554"/>
          </a:xfrm>
          <a:prstGeom prst="rect">
            <a:avLst/>
          </a:prstGeom>
          <a:noFill/>
        </p:spPr>
        <p:txBody>
          <a:bodyPr wrap="none" rtlCol="0">
            <a:spAutoFit/>
          </a:bodyPr>
          <a:lstStyle/>
          <a:p>
            <a:r>
              <a:rPr kumimoji="1" lang="zh-CN" altLang="en-US" sz="1600" dirty="0">
                <a:solidFill>
                  <a:schemeClr val="tx2"/>
                </a:solidFill>
                <a:latin typeface="+mn-ea"/>
                <a:cs typeface="+mn-ea"/>
                <a:sym typeface="+mn-lt"/>
              </a:rPr>
              <a:t>请输入标题文字内容</a:t>
            </a:r>
            <a:endParaRPr kumimoji="1" lang="zh-CN" altLang="en-US" sz="1600" dirty="0">
              <a:solidFill>
                <a:schemeClr val="tx2"/>
              </a:solidFill>
              <a:latin typeface="+mn-ea"/>
              <a:cs typeface="+mn-ea"/>
              <a:sym typeface="+mn-lt"/>
            </a:endParaRPr>
          </a:p>
        </p:txBody>
      </p:sp>
      <p:sp>
        <p:nvSpPr>
          <p:cNvPr id="14" name="矩形 13"/>
          <p:cNvSpPr/>
          <p:nvPr/>
        </p:nvSpPr>
        <p:spPr>
          <a:xfrm>
            <a:off x="5692573" y="4698591"/>
            <a:ext cx="4983642" cy="5543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5" name="文本框 14"/>
          <p:cNvSpPr txBox="1"/>
          <p:nvPr/>
        </p:nvSpPr>
        <p:spPr>
          <a:xfrm>
            <a:off x="960182" y="5238515"/>
            <a:ext cx="3005951" cy="523220"/>
          </a:xfrm>
          <a:prstGeom prst="rect">
            <a:avLst/>
          </a:prstGeom>
          <a:noFill/>
        </p:spPr>
        <p:txBody>
          <a:bodyPr wrap="none" rtlCol="0">
            <a:spAutoFit/>
          </a:bodyPr>
          <a:lstStyle/>
          <a:p>
            <a:r>
              <a:rPr kumimoji="1" lang="en-US" altLang="zh-CN" sz="2800" dirty="0">
                <a:solidFill>
                  <a:schemeClr val="tx2"/>
                </a:solidFill>
                <a:latin typeface="+mj-ea"/>
                <a:ea typeface="+mj-ea"/>
              </a:rPr>
              <a:t>BUSINESS</a:t>
            </a:r>
            <a:r>
              <a:rPr kumimoji="1" lang="zh-CN" altLang="en-US" sz="2800" dirty="0">
                <a:solidFill>
                  <a:schemeClr val="tx2"/>
                </a:solidFill>
                <a:latin typeface="+mj-ea"/>
                <a:ea typeface="+mj-ea"/>
              </a:rPr>
              <a:t> </a:t>
            </a:r>
            <a:r>
              <a:rPr kumimoji="1" lang="en-US" altLang="zh-CN" sz="2800" dirty="0">
                <a:solidFill>
                  <a:schemeClr val="tx2"/>
                </a:solidFill>
                <a:latin typeface="+mj-ea"/>
                <a:ea typeface="+mj-ea"/>
              </a:rPr>
              <a:t>DATA</a:t>
            </a:r>
            <a:endParaRPr kumimoji="1" lang="zh-CN" altLang="en-US" sz="2800" dirty="0">
              <a:solidFill>
                <a:schemeClr val="tx2"/>
              </a:solidFill>
              <a:latin typeface="+mj-ea"/>
              <a:ea typeface="+mj-ea"/>
            </a:endParaRPr>
          </a:p>
        </p:txBody>
      </p:sp>
      <p:sp>
        <p:nvSpPr>
          <p:cNvPr id="16" name="文本框 15"/>
          <p:cNvSpPr txBox="1"/>
          <p:nvPr/>
        </p:nvSpPr>
        <p:spPr>
          <a:xfrm>
            <a:off x="973434" y="4882435"/>
            <a:ext cx="1811714" cy="369332"/>
          </a:xfrm>
          <a:prstGeom prst="rect">
            <a:avLst/>
          </a:prstGeom>
          <a:noFill/>
        </p:spPr>
        <p:txBody>
          <a:bodyPr wrap="none" rtlCol="0">
            <a:spAutoFit/>
          </a:bodyPr>
          <a:lstStyle/>
          <a:p>
            <a:r>
              <a:rPr kumimoji="1" lang="en-US" altLang="zh-CN" dirty="0">
                <a:solidFill>
                  <a:schemeClr val="bg1">
                    <a:lumMod val="75000"/>
                  </a:schemeClr>
                </a:solidFill>
                <a:latin typeface="+mn-ea"/>
              </a:rPr>
              <a:t>PPT</a:t>
            </a:r>
            <a:r>
              <a:rPr kumimoji="1" lang="zh-CN" altLang="en-US" dirty="0">
                <a:solidFill>
                  <a:schemeClr val="bg1">
                    <a:lumMod val="75000"/>
                  </a:schemeClr>
                </a:solidFill>
                <a:latin typeface="+mn-ea"/>
              </a:rPr>
              <a:t> </a:t>
            </a:r>
            <a:r>
              <a:rPr kumimoji="1" lang="en-US" altLang="zh-CN" dirty="0">
                <a:solidFill>
                  <a:schemeClr val="bg1">
                    <a:lumMod val="75000"/>
                  </a:schemeClr>
                </a:solidFill>
                <a:latin typeface="+mn-ea"/>
              </a:rPr>
              <a:t>TEMPLATE</a:t>
            </a:r>
            <a:endParaRPr kumimoji="1" lang="zh-CN" altLang="en-US" dirty="0">
              <a:solidFill>
                <a:schemeClr val="bg1">
                  <a:lumMod val="75000"/>
                </a:schemeClr>
              </a:solidFill>
              <a:latin typeface="+mn-ea"/>
            </a:endParaRPr>
          </a:p>
        </p:txBody>
      </p:sp>
      <p:sp>
        <p:nvSpPr>
          <p:cNvPr id="17" name="文本框 16"/>
          <p:cNvSpPr txBox="1"/>
          <p:nvPr/>
        </p:nvSpPr>
        <p:spPr>
          <a:xfrm>
            <a:off x="936431" y="1919793"/>
            <a:ext cx="3710608" cy="2080506"/>
          </a:xfrm>
          <a:prstGeom prst="rect">
            <a:avLst/>
          </a:prstGeom>
          <a:noFill/>
        </p:spPr>
        <p:txBody>
          <a:bodyPr wrap="square" rtlCol="0">
            <a:spAutoFit/>
          </a:bodyPr>
          <a:lstStyle/>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a:t>
            </a:r>
            <a:endParaRPr kumimoji="1" lang="en-US" altLang="zh-CN" sz="1100" dirty="0">
              <a:solidFill>
                <a:schemeClr val="tx1">
                  <a:lumMod val="50000"/>
                  <a:lumOff val="50000"/>
                </a:schemeClr>
              </a:solidFill>
              <a:latin typeface="+mn-ea"/>
              <a:cs typeface="+mn-ea"/>
              <a:sym typeface="+mn-lt"/>
            </a:endParaRPr>
          </a:p>
          <a:p>
            <a:pPr>
              <a:lnSpc>
                <a:spcPct val="150000"/>
              </a:lnSpc>
            </a:pPr>
            <a:endParaRPr kumimoji="1" lang="en-US" altLang="zh-CN" sz="1100" dirty="0">
              <a:solidFill>
                <a:schemeClr val="tx1">
                  <a:lumMod val="50000"/>
                  <a:lumOff val="50000"/>
                </a:schemeClr>
              </a:solidFill>
              <a:latin typeface="+mn-ea"/>
              <a:cs typeface="+mn-ea"/>
              <a:sym typeface="+mn-lt"/>
            </a:endParaRPr>
          </a:p>
          <a:p>
            <a:pPr>
              <a:lnSpc>
                <a:spcPct val="150000"/>
              </a:lnSpc>
            </a:pPr>
            <a:r>
              <a:rPr kumimoji="1" lang="zh-CN" altLang="en-US" sz="1100" dirty="0">
                <a:solidFill>
                  <a:schemeClr val="tx1">
                    <a:lumMod val="50000"/>
                    <a:lumOff val="50000"/>
                  </a:schemeClr>
                </a:solidFill>
                <a:latin typeface="+mn-ea"/>
                <a:cs typeface="+mn-ea"/>
                <a:sym typeface="+mn-lt"/>
              </a:rPr>
              <a:t>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模板。请在此输入您需要的文字内容，感谢您使用我们的</a:t>
            </a:r>
            <a:r>
              <a:rPr kumimoji="1" lang="en-US" altLang="zh-CN" sz="1100" dirty="0">
                <a:solidFill>
                  <a:schemeClr val="tx1">
                    <a:lumMod val="50000"/>
                    <a:lumOff val="50000"/>
                  </a:schemeClr>
                </a:solidFill>
                <a:latin typeface="+mn-ea"/>
                <a:cs typeface="+mn-ea"/>
                <a:sym typeface="+mn-lt"/>
              </a:rPr>
              <a:t>PPT</a:t>
            </a:r>
            <a:r>
              <a:rPr kumimoji="1" lang="zh-CN" altLang="en-US" sz="1100" dirty="0">
                <a:solidFill>
                  <a:schemeClr val="tx1">
                    <a:lumMod val="50000"/>
                    <a:lumOff val="50000"/>
                  </a:schemeClr>
                </a:solidFill>
                <a:latin typeface="+mn-ea"/>
                <a:cs typeface="+mn-ea"/>
                <a:sym typeface="+mn-lt"/>
              </a:rPr>
              <a:t>模板。</a:t>
            </a:r>
            <a:endParaRPr kumimoji="1" lang="zh-CN" altLang="en-US" sz="1100" dirty="0">
              <a:solidFill>
                <a:schemeClr val="tx1">
                  <a:lumMod val="50000"/>
                  <a:lumOff val="50000"/>
                </a:schemeClr>
              </a:solidFill>
              <a:latin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par>
                                <p:cTn id="38" presetID="9" presetClass="entr" presetSubtype="0" fill="hold" grpId="0"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dissolve">
                                      <p:cBhvr>
                                        <p:cTn id="45" dur="500"/>
                                        <p:tgtEl>
                                          <p:spTgt spid="15"/>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dissolve">
                                      <p:cBhvr>
                                        <p:cTn id="48" dur="500"/>
                                        <p:tgtEl>
                                          <p:spTgt spid="16"/>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dissolve">
                                      <p:cBhvr>
                                        <p:cTn id="51"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p:bldP spid="5" grpId="0"/>
      <p:bldP spid="6" grpId="0" animBg="1"/>
      <p:bldP spid="7" grpId="0" animBg="1"/>
      <p:bldP spid="8" grpId="0"/>
      <p:bldP spid="9" grpId="0"/>
      <p:bldP spid="10" grpId="0" animBg="1"/>
      <p:bldP spid="11" grpId="0" animBg="1"/>
      <p:bldP spid="12" grpId="0"/>
      <p:bldP spid="13" grpId="0"/>
      <p:bldP spid="14" grpId="0" animBg="1"/>
      <p:bldP spid="15" grpId="0"/>
      <p:bldP spid="16" grpId="0"/>
      <p:bldP spid="17" grpId="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消费者分析报告</a:t>
            </a:r>
            <a:endParaRPr kumimoji="1" lang="zh-CN" altLang="en-US" sz="2400">
              <a:solidFill>
                <a:schemeClr val="tx2"/>
              </a:solidFill>
              <a:latin typeface="+mn-ea"/>
            </a:endParaRPr>
          </a:p>
        </p:txBody>
      </p:sp>
      <p:pic>
        <p:nvPicPr>
          <p:cNvPr id="3" name="图片 2"/>
          <p:cNvPicPr>
            <a:picLocks noChangeAspect="1"/>
          </p:cNvPicPr>
          <p:nvPr/>
        </p:nvPicPr>
        <p:blipFill>
          <a:blip r:embed="rId1" cstate="screen"/>
          <a:stretch>
            <a:fillRect/>
          </a:stretch>
        </p:blipFill>
        <p:spPr>
          <a:xfrm>
            <a:off x="7315400" y="834461"/>
            <a:ext cx="2831672" cy="5656274"/>
          </a:xfrm>
          <a:prstGeom prst="rect">
            <a:avLst/>
          </a:prstGeom>
        </p:spPr>
      </p:pic>
      <p:sp>
        <p:nvSpPr>
          <p:cNvPr id="4" name="矩形 3"/>
          <p:cNvSpPr/>
          <p:nvPr/>
        </p:nvSpPr>
        <p:spPr>
          <a:xfrm>
            <a:off x="7611069" y="3043670"/>
            <a:ext cx="2254620" cy="1160045"/>
          </a:xfrm>
          <a:prstGeom prst="rect">
            <a:avLst/>
          </a:prstGeom>
          <a:solidFill>
            <a:schemeClr val="bg1"/>
          </a:solidFill>
          <a:ln>
            <a:noFill/>
          </a:ln>
          <a:effectLst>
            <a:outerShdw blurRad="762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文本框 4"/>
          <p:cNvSpPr txBox="1"/>
          <p:nvPr/>
        </p:nvSpPr>
        <p:spPr>
          <a:xfrm>
            <a:off x="7668051" y="3569458"/>
            <a:ext cx="2139763"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a:t>
            </a:r>
            <a:endParaRPr kumimoji="1" lang="zh-CN" altLang="en-US" sz="1100" dirty="0">
              <a:solidFill>
                <a:schemeClr val="bg1">
                  <a:lumMod val="50000"/>
                </a:schemeClr>
              </a:solidFill>
              <a:latin typeface="+mn-ea"/>
              <a:cs typeface="+mn-ea"/>
              <a:sym typeface="+mn-lt"/>
            </a:endParaRPr>
          </a:p>
        </p:txBody>
      </p:sp>
      <p:sp>
        <p:nvSpPr>
          <p:cNvPr id="6" name="矩形 5"/>
          <p:cNvSpPr/>
          <p:nvPr/>
        </p:nvSpPr>
        <p:spPr>
          <a:xfrm>
            <a:off x="7611069" y="1627597"/>
            <a:ext cx="2254620" cy="1160045"/>
          </a:xfrm>
          <a:prstGeom prst="rect">
            <a:avLst/>
          </a:prstGeom>
          <a:solidFill>
            <a:schemeClr val="bg1"/>
          </a:solidFill>
          <a:ln>
            <a:noFill/>
          </a:ln>
          <a:effectLst>
            <a:outerShdw blurRad="762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文本框 6"/>
          <p:cNvSpPr txBox="1"/>
          <p:nvPr/>
        </p:nvSpPr>
        <p:spPr>
          <a:xfrm>
            <a:off x="7668051" y="2153385"/>
            <a:ext cx="2139763"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a:t>
            </a:r>
            <a:endParaRPr kumimoji="1" lang="zh-CN" altLang="en-US" sz="1100" dirty="0">
              <a:solidFill>
                <a:schemeClr val="bg1">
                  <a:lumMod val="50000"/>
                </a:schemeClr>
              </a:solidFill>
              <a:latin typeface="+mn-ea"/>
              <a:cs typeface="+mn-ea"/>
              <a:sym typeface="+mn-lt"/>
            </a:endParaRPr>
          </a:p>
        </p:txBody>
      </p:sp>
      <p:sp>
        <p:nvSpPr>
          <p:cNvPr id="8" name="Freeform 36"/>
          <p:cNvSpPr>
            <a:spLocks noEditPoints="1"/>
          </p:cNvSpPr>
          <p:nvPr/>
        </p:nvSpPr>
        <p:spPr bwMode="auto">
          <a:xfrm>
            <a:off x="7771141" y="1855917"/>
            <a:ext cx="312048" cy="260348"/>
          </a:xfrm>
          <a:custGeom>
            <a:avLst/>
            <a:gdLst>
              <a:gd name="T0" fmla="*/ 1436 w 3383"/>
              <a:gd name="T1" fmla="*/ 1675 h 2815"/>
              <a:gd name="T2" fmla="*/ 1474 w 3383"/>
              <a:gd name="T3" fmla="*/ 1783 h 2815"/>
              <a:gd name="T4" fmla="*/ 1394 w 3383"/>
              <a:gd name="T5" fmla="*/ 1864 h 2815"/>
              <a:gd name="T6" fmla="*/ 1160 w 3383"/>
              <a:gd name="T7" fmla="*/ 1273 h 2815"/>
              <a:gd name="T8" fmla="*/ 1048 w 3383"/>
              <a:gd name="T9" fmla="*/ 1464 h 2815"/>
              <a:gd name="T10" fmla="*/ 1010 w 3383"/>
              <a:gd name="T11" fmla="*/ 1356 h 2815"/>
              <a:gd name="T12" fmla="*/ 1090 w 3383"/>
              <a:gd name="T13" fmla="*/ 1276 h 2815"/>
              <a:gd name="T14" fmla="*/ 1184 w 3383"/>
              <a:gd name="T15" fmla="*/ 1023 h 2815"/>
              <a:gd name="T16" fmla="*/ 1115 w 3383"/>
              <a:gd name="T17" fmla="*/ 1109 h 2815"/>
              <a:gd name="T18" fmla="*/ 937 w 3383"/>
              <a:gd name="T19" fmla="*/ 1176 h 2815"/>
              <a:gd name="T20" fmla="*/ 846 w 3383"/>
              <a:gd name="T21" fmla="*/ 1340 h 2815"/>
              <a:gd name="T22" fmla="*/ 888 w 3383"/>
              <a:gd name="T23" fmla="*/ 1528 h 2815"/>
              <a:gd name="T24" fmla="*/ 1037 w 3383"/>
              <a:gd name="T25" fmla="*/ 1640 h 2815"/>
              <a:gd name="T26" fmla="*/ 926 w 3383"/>
              <a:gd name="T27" fmla="*/ 1867 h 2815"/>
              <a:gd name="T28" fmla="*/ 846 w 3383"/>
              <a:gd name="T29" fmla="*/ 1926 h 2815"/>
              <a:gd name="T30" fmla="*/ 884 w 3383"/>
              <a:gd name="T31" fmla="*/ 2019 h 2815"/>
              <a:gd name="T32" fmla="*/ 1163 w 3383"/>
              <a:gd name="T33" fmla="*/ 2100 h 2815"/>
              <a:gd name="T34" fmla="*/ 1242 w 3383"/>
              <a:gd name="T35" fmla="*/ 2161 h 2815"/>
              <a:gd name="T36" fmla="*/ 1321 w 3383"/>
              <a:gd name="T37" fmla="*/ 2100 h 2815"/>
              <a:gd name="T38" fmla="*/ 1447 w 3383"/>
              <a:gd name="T39" fmla="*/ 2019 h 2815"/>
              <a:gd name="T40" fmla="*/ 1596 w 3383"/>
              <a:gd name="T41" fmla="*/ 1907 h 2815"/>
              <a:gd name="T42" fmla="*/ 1637 w 3383"/>
              <a:gd name="T43" fmla="*/ 1719 h 2815"/>
              <a:gd name="T44" fmla="*/ 1547 w 3383"/>
              <a:gd name="T45" fmla="*/ 1554 h 2815"/>
              <a:gd name="T46" fmla="*/ 1369 w 3383"/>
              <a:gd name="T47" fmla="*/ 1487 h 2815"/>
              <a:gd name="T48" fmla="*/ 1599 w 3383"/>
              <a:gd name="T49" fmla="*/ 1261 h 2815"/>
              <a:gd name="T50" fmla="*/ 1637 w 3383"/>
              <a:gd name="T51" fmla="*/ 1169 h 2815"/>
              <a:gd name="T52" fmla="*/ 1558 w 3383"/>
              <a:gd name="T53" fmla="*/ 1109 h 2815"/>
              <a:gd name="T54" fmla="*/ 1300 w 3383"/>
              <a:gd name="T55" fmla="*/ 1023 h 2815"/>
              <a:gd name="T56" fmla="*/ 2073 w 3383"/>
              <a:gd name="T57" fmla="*/ 814 h 2815"/>
              <a:gd name="T58" fmla="*/ 2308 w 3383"/>
              <a:gd name="T59" fmla="*/ 887 h 2815"/>
              <a:gd name="T60" fmla="*/ 2456 w 3383"/>
              <a:gd name="T61" fmla="*/ 1076 h 2815"/>
              <a:gd name="T62" fmla="*/ 2482 w 3383"/>
              <a:gd name="T63" fmla="*/ 1984 h 2815"/>
              <a:gd name="T64" fmla="*/ 2414 w 3383"/>
              <a:gd name="T65" fmla="*/ 2167 h 2815"/>
              <a:gd name="T66" fmla="*/ 2277 w 3383"/>
              <a:gd name="T67" fmla="*/ 2294 h 2815"/>
              <a:gd name="T68" fmla="*/ 2073 w 3383"/>
              <a:gd name="T69" fmla="*/ 2349 h 2815"/>
              <a:gd name="T70" fmla="*/ 389 w 3383"/>
              <a:gd name="T71" fmla="*/ 2348 h 2815"/>
              <a:gd name="T72" fmla="*/ 238 w 3383"/>
              <a:gd name="T73" fmla="*/ 2311 h 2815"/>
              <a:gd name="T74" fmla="*/ 97 w 3383"/>
              <a:gd name="T75" fmla="*/ 2203 h 2815"/>
              <a:gd name="T76" fmla="*/ 3 w 3383"/>
              <a:gd name="T77" fmla="*/ 1987 h 2815"/>
              <a:gd name="T78" fmla="*/ 18 w 3383"/>
              <a:gd name="T79" fmla="*/ 1103 h 2815"/>
              <a:gd name="T80" fmla="*/ 64 w 3383"/>
              <a:gd name="T81" fmla="*/ 1005 h 2815"/>
              <a:gd name="T82" fmla="*/ 191 w 3383"/>
              <a:gd name="T83" fmla="*/ 878 h 2815"/>
              <a:gd name="T84" fmla="*/ 348 w 3383"/>
              <a:gd name="T85" fmla="*/ 818 h 2815"/>
              <a:gd name="T86" fmla="*/ 2963 w 3383"/>
              <a:gd name="T87" fmla="*/ 3 h 2815"/>
              <a:gd name="T88" fmla="*/ 3205 w 3383"/>
              <a:gd name="T89" fmla="*/ 105 h 2815"/>
              <a:gd name="T90" fmla="*/ 3355 w 3383"/>
              <a:gd name="T91" fmla="*/ 316 h 2815"/>
              <a:gd name="T92" fmla="*/ 3380 w 3383"/>
              <a:gd name="T93" fmla="*/ 1214 h 2815"/>
              <a:gd name="T94" fmla="*/ 3278 w 3383"/>
              <a:gd name="T95" fmla="*/ 1456 h 2815"/>
              <a:gd name="T96" fmla="*/ 3067 w 3383"/>
              <a:gd name="T97" fmla="*/ 1607 h 2815"/>
              <a:gd name="T98" fmla="*/ 2647 w 3383"/>
              <a:gd name="T99" fmla="*/ 1225 h 2815"/>
              <a:gd name="T100" fmla="*/ 2577 w 3383"/>
              <a:gd name="T101" fmla="*/ 951 h 2815"/>
              <a:gd name="T102" fmla="*/ 2394 w 3383"/>
              <a:gd name="T103" fmla="*/ 748 h 2815"/>
              <a:gd name="T104" fmla="*/ 2132 w 3383"/>
              <a:gd name="T105" fmla="*/ 654 h 2815"/>
              <a:gd name="T106" fmla="*/ 853 w 3383"/>
              <a:gd name="T107" fmla="*/ 367 h 2815"/>
              <a:gd name="T108" fmla="*/ 979 w 3383"/>
              <a:gd name="T109" fmla="*/ 140 h 2815"/>
              <a:gd name="T110" fmla="*/ 1206 w 3383"/>
              <a:gd name="T111" fmla="*/ 12 h 2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3383" h="2815">
                <a:moveTo>
                  <a:pt x="1324" y="1651"/>
                </a:moveTo>
                <a:lnTo>
                  <a:pt x="1369" y="1651"/>
                </a:lnTo>
                <a:lnTo>
                  <a:pt x="1394" y="1654"/>
                </a:lnTo>
                <a:lnTo>
                  <a:pt x="1417" y="1662"/>
                </a:lnTo>
                <a:lnTo>
                  <a:pt x="1436" y="1675"/>
                </a:lnTo>
                <a:lnTo>
                  <a:pt x="1454" y="1692"/>
                </a:lnTo>
                <a:lnTo>
                  <a:pt x="1466" y="1712"/>
                </a:lnTo>
                <a:lnTo>
                  <a:pt x="1474" y="1734"/>
                </a:lnTo>
                <a:lnTo>
                  <a:pt x="1477" y="1759"/>
                </a:lnTo>
                <a:lnTo>
                  <a:pt x="1474" y="1783"/>
                </a:lnTo>
                <a:lnTo>
                  <a:pt x="1466" y="1806"/>
                </a:lnTo>
                <a:lnTo>
                  <a:pt x="1454" y="1826"/>
                </a:lnTo>
                <a:lnTo>
                  <a:pt x="1436" y="1843"/>
                </a:lnTo>
                <a:lnTo>
                  <a:pt x="1417" y="1855"/>
                </a:lnTo>
                <a:lnTo>
                  <a:pt x="1394" y="1864"/>
                </a:lnTo>
                <a:lnTo>
                  <a:pt x="1369" y="1867"/>
                </a:lnTo>
                <a:lnTo>
                  <a:pt x="1324" y="1867"/>
                </a:lnTo>
                <a:lnTo>
                  <a:pt x="1324" y="1651"/>
                </a:lnTo>
                <a:close/>
                <a:moveTo>
                  <a:pt x="1115" y="1273"/>
                </a:moveTo>
                <a:lnTo>
                  <a:pt x="1160" y="1273"/>
                </a:lnTo>
                <a:lnTo>
                  <a:pt x="1160" y="1487"/>
                </a:lnTo>
                <a:lnTo>
                  <a:pt x="1115" y="1487"/>
                </a:lnTo>
                <a:lnTo>
                  <a:pt x="1090" y="1485"/>
                </a:lnTo>
                <a:lnTo>
                  <a:pt x="1067" y="1477"/>
                </a:lnTo>
                <a:lnTo>
                  <a:pt x="1048" y="1464"/>
                </a:lnTo>
                <a:lnTo>
                  <a:pt x="1030" y="1447"/>
                </a:lnTo>
                <a:lnTo>
                  <a:pt x="1018" y="1428"/>
                </a:lnTo>
                <a:lnTo>
                  <a:pt x="1010" y="1405"/>
                </a:lnTo>
                <a:lnTo>
                  <a:pt x="1007" y="1381"/>
                </a:lnTo>
                <a:lnTo>
                  <a:pt x="1010" y="1356"/>
                </a:lnTo>
                <a:lnTo>
                  <a:pt x="1018" y="1333"/>
                </a:lnTo>
                <a:lnTo>
                  <a:pt x="1030" y="1313"/>
                </a:lnTo>
                <a:lnTo>
                  <a:pt x="1048" y="1296"/>
                </a:lnTo>
                <a:lnTo>
                  <a:pt x="1067" y="1284"/>
                </a:lnTo>
                <a:lnTo>
                  <a:pt x="1090" y="1276"/>
                </a:lnTo>
                <a:lnTo>
                  <a:pt x="1115" y="1273"/>
                </a:lnTo>
                <a:close/>
                <a:moveTo>
                  <a:pt x="1242" y="999"/>
                </a:moveTo>
                <a:lnTo>
                  <a:pt x="1220" y="1002"/>
                </a:lnTo>
                <a:lnTo>
                  <a:pt x="1201" y="1011"/>
                </a:lnTo>
                <a:lnTo>
                  <a:pt x="1184" y="1023"/>
                </a:lnTo>
                <a:lnTo>
                  <a:pt x="1171" y="1039"/>
                </a:lnTo>
                <a:lnTo>
                  <a:pt x="1163" y="1059"/>
                </a:lnTo>
                <a:lnTo>
                  <a:pt x="1160" y="1080"/>
                </a:lnTo>
                <a:lnTo>
                  <a:pt x="1160" y="1109"/>
                </a:lnTo>
                <a:lnTo>
                  <a:pt x="1115" y="1109"/>
                </a:lnTo>
                <a:lnTo>
                  <a:pt x="1075" y="1112"/>
                </a:lnTo>
                <a:lnTo>
                  <a:pt x="1037" y="1120"/>
                </a:lnTo>
                <a:lnTo>
                  <a:pt x="1001" y="1135"/>
                </a:lnTo>
                <a:lnTo>
                  <a:pt x="968" y="1153"/>
                </a:lnTo>
                <a:lnTo>
                  <a:pt x="937" y="1176"/>
                </a:lnTo>
                <a:lnTo>
                  <a:pt x="910" y="1203"/>
                </a:lnTo>
                <a:lnTo>
                  <a:pt x="888" y="1233"/>
                </a:lnTo>
                <a:lnTo>
                  <a:pt x="869" y="1266"/>
                </a:lnTo>
                <a:lnTo>
                  <a:pt x="856" y="1302"/>
                </a:lnTo>
                <a:lnTo>
                  <a:pt x="846" y="1340"/>
                </a:lnTo>
                <a:lnTo>
                  <a:pt x="843" y="1381"/>
                </a:lnTo>
                <a:lnTo>
                  <a:pt x="846" y="1421"/>
                </a:lnTo>
                <a:lnTo>
                  <a:pt x="856" y="1459"/>
                </a:lnTo>
                <a:lnTo>
                  <a:pt x="869" y="1495"/>
                </a:lnTo>
                <a:lnTo>
                  <a:pt x="888" y="1528"/>
                </a:lnTo>
                <a:lnTo>
                  <a:pt x="910" y="1558"/>
                </a:lnTo>
                <a:lnTo>
                  <a:pt x="937" y="1585"/>
                </a:lnTo>
                <a:lnTo>
                  <a:pt x="968" y="1608"/>
                </a:lnTo>
                <a:lnTo>
                  <a:pt x="1001" y="1626"/>
                </a:lnTo>
                <a:lnTo>
                  <a:pt x="1037" y="1640"/>
                </a:lnTo>
                <a:lnTo>
                  <a:pt x="1075" y="1649"/>
                </a:lnTo>
                <a:lnTo>
                  <a:pt x="1115" y="1651"/>
                </a:lnTo>
                <a:lnTo>
                  <a:pt x="1160" y="1651"/>
                </a:lnTo>
                <a:lnTo>
                  <a:pt x="1160" y="1867"/>
                </a:lnTo>
                <a:lnTo>
                  <a:pt x="926" y="1867"/>
                </a:lnTo>
                <a:lnTo>
                  <a:pt x="904" y="1870"/>
                </a:lnTo>
                <a:lnTo>
                  <a:pt x="884" y="1878"/>
                </a:lnTo>
                <a:lnTo>
                  <a:pt x="868" y="1890"/>
                </a:lnTo>
                <a:lnTo>
                  <a:pt x="855" y="1907"/>
                </a:lnTo>
                <a:lnTo>
                  <a:pt x="846" y="1926"/>
                </a:lnTo>
                <a:lnTo>
                  <a:pt x="843" y="1948"/>
                </a:lnTo>
                <a:lnTo>
                  <a:pt x="846" y="1970"/>
                </a:lnTo>
                <a:lnTo>
                  <a:pt x="855" y="1989"/>
                </a:lnTo>
                <a:lnTo>
                  <a:pt x="868" y="2007"/>
                </a:lnTo>
                <a:lnTo>
                  <a:pt x="884" y="2019"/>
                </a:lnTo>
                <a:lnTo>
                  <a:pt x="904" y="2027"/>
                </a:lnTo>
                <a:lnTo>
                  <a:pt x="926" y="2030"/>
                </a:lnTo>
                <a:lnTo>
                  <a:pt x="1160" y="2030"/>
                </a:lnTo>
                <a:lnTo>
                  <a:pt x="1160" y="2078"/>
                </a:lnTo>
                <a:lnTo>
                  <a:pt x="1163" y="2100"/>
                </a:lnTo>
                <a:lnTo>
                  <a:pt x="1171" y="2120"/>
                </a:lnTo>
                <a:lnTo>
                  <a:pt x="1184" y="2137"/>
                </a:lnTo>
                <a:lnTo>
                  <a:pt x="1201" y="2149"/>
                </a:lnTo>
                <a:lnTo>
                  <a:pt x="1220" y="2158"/>
                </a:lnTo>
                <a:lnTo>
                  <a:pt x="1242" y="2161"/>
                </a:lnTo>
                <a:lnTo>
                  <a:pt x="1264" y="2158"/>
                </a:lnTo>
                <a:lnTo>
                  <a:pt x="1283" y="2149"/>
                </a:lnTo>
                <a:lnTo>
                  <a:pt x="1300" y="2137"/>
                </a:lnTo>
                <a:lnTo>
                  <a:pt x="1313" y="2120"/>
                </a:lnTo>
                <a:lnTo>
                  <a:pt x="1321" y="2100"/>
                </a:lnTo>
                <a:lnTo>
                  <a:pt x="1324" y="2078"/>
                </a:lnTo>
                <a:lnTo>
                  <a:pt x="1324" y="2030"/>
                </a:lnTo>
                <a:lnTo>
                  <a:pt x="1369" y="2030"/>
                </a:lnTo>
                <a:lnTo>
                  <a:pt x="1409" y="2027"/>
                </a:lnTo>
                <a:lnTo>
                  <a:pt x="1447" y="2019"/>
                </a:lnTo>
                <a:lnTo>
                  <a:pt x="1483" y="2004"/>
                </a:lnTo>
                <a:lnTo>
                  <a:pt x="1516" y="1986"/>
                </a:lnTo>
                <a:lnTo>
                  <a:pt x="1547" y="1963"/>
                </a:lnTo>
                <a:lnTo>
                  <a:pt x="1574" y="1937"/>
                </a:lnTo>
                <a:lnTo>
                  <a:pt x="1596" y="1907"/>
                </a:lnTo>
                <a:lnTo>
                  <a:pt x="1615" y="1873"/>
                </a:lnTo>
                <a:lnTo>
                  <a:pt x="1628" y="1837"/>
                </a:lnTo>
                <a:lnTo>
                  <a:pt x="1637" y="1799"/>
                </a:lnTo>
                <a:lnTo>
                  <a:pt x="1641" y="1759"/>
                </a:lnTo>
                <a:lnTo>
                  <a:pt x="1637" y="1719"/>
                </a:lnTo>
                <a:lnTo>
                  <a:pt x="1628" y="1681"/>
                </a:lnTo>
                <a:lnTo>
                  <a:pt x="1615" y="1645"/>
                </a:lnTo>
                <a:lnTo>
                  <a:pt x="1596" y="1612"/>
                </a:lnTo>
                <a:lnTo>
                  <a:pt x="1574" y="1581"/>
                </a:lnTo>
                <a:lnTo>
                  <a:pt x="1547" y="1554"/>
                </a:lnTo>
                <a:lnTo>
                  <a:pt x="1516" y="1532"/>
                </a:lnTo>
                <a:lnTo>
                  <a:pt x="1483" y="1513"/>
                </a:lnTo>
                <a:lnTo>
                  <a:pt x="1447" y="1500"/>
                </a:lnTo>
                <a:lnTo>
                  <a:pt x="1409" y="1491"/>
                </a:lnTo>
                <a:lnTo>
                  <a:pt x="1369" y="1487"/>
                </a:lnTo>
                <a:lnTo>
                  <a:pt x="1324" y="1487"/>
                </a:lnTo>
                <a:lnTo>
                  <a:pt x="1324" y="1273"/>
                </a:lnTo>
                <a:lnTo>
                  <a:pt x="1558" y="1273"/>
                </a:lnTo>
                <a:lnTo>
                  <a:pt x="1580" y="1270"/>
                </a:lnTo>
                <a:lnTo>
                  <a:pt x="1599" y="1261"/>
                </a:lnTo>
                <a:lnTo>
                  <a:pt x="1616" y="1249"/>
                </a:lnTo>
                <a:lnTo>
                  <a:pt x="1629" y="1233"/>
                </a:lnTo>
                <a:lnTo>
                  <a:pt x="1637" y="1213"/>
                </a:lnTo>
                <a:lnTo>
                  <a:pt x="1641" y="1191"/>
                </a:lnTo>
                <a:lnTo>
                  <a:pt x="1637" y="1169"/>
                </a:lnTo>
                <a:lnTo>
                  <a:pt x="1629" y="1149"/>
                </a:lnTo>
                <a:lnTo>
                  <a:pt x="1616" y="1133"/>
                </a:lnTo>
                <a:lnTo>
                  <a:pt x="1599" y="1120"/>
                </a:lnTo>
                <a:lnTo>
                  <a:pt x="1580" y="1112"/>
                </a:lnTo>
                <a:lnTo>
                  <a:pt x="1558" y="1109"/>
                </a:lnTo>
                <a:lnTo>
                  <a:pt x="1324" y="1109"/>
                </a:lnTo>
                <a:lnTo>
                  <a:pt x="1324" y="1080"/>
                </a:lnTo>
                <a:lnTo>
                  <a:pt x="1321" y="1059"/>
                </a:lnTo>
                <a:lnTo>
                  <a:pt x="1313" y="1039"/>
                </a:lnTo>
                <a:lnTo>
                  <a:pt x="1300" y="1023"/>
                </a:lnTo>
                <a:lnTo>
                  <a:pt x="1283" y="1011"/>
                </a:lnTo>
                <a:lnTo>
                  <a:pt x="1264" y="1002"/>
                </a:lnTo>
                <a:lnTo>
                  <a:pt x="1242" y="999"/>
                </a:lnTo>
                <a:close/>
                <a:moveTo>
                  <a:pt x="411" y="814"/>
                </a:moveTo>
                <a:lnTo>
                  <a:pt x="2073" y="814"/>
                </a:lnTo>
                <a:lnTo>
                  <a:pt x="2124" y="817"/>
                </a:lnTo>
                <a:lnTo>
                  <a:pt x="2175" y="827"/>
                </a:lnTo>
                <a:lnTo>
                  <a:pt x="2222" y="842"/>
                </a:lnTo>
                <a:lnTo>
                  <a:pt x="2266" y="862"/>
                </a:lnTo>
                <a:lnTo>
                  <a:pt x="2308" y="887"/>
                </a:lnTo>
                <a:lnTo>
                  <a:pt x="2346" y="918"/>
                </a:lnTo>
                <a:lnTo>
                  <a:pt x="2380" y="952"/>
                </a:lnTo>
                <a:lnTo>
                  <a:pt x="2410" y="990"/>
                </a:lnTo>
                <a:lnTo>
                  <a:pt x="2436" y="1032"/>
                </a:lnTo>
                <a:lnTo>
                  <a:pt x="2456" y="1076"/>
                </a:lnTo>
                <a:lnTo>
                  <a:pt x="2472" y="1124"/>
                </a:lnTo>
                <a:lnTo>
                  <a:pt x="2481" y="1173"/>
                </a:lnTo>
                <a:lnTo>
                  <a:pt x="2484" y="1225"/>
                </a:lnTo>
                <a:lnTo>
                  <a:pt x="2484" y="1938"/>
                </a:lnTo>
                <a:lnTo>
                  <a:pt x="2482" y="1984"/>
                </a:lnTo>
                <a:lnTo>
                  <a:pt x="2474" y="2028"/>
                </a:lnTo>
                <a:lnTo>
                  <a:pt x="2461" y="2071"/>
                </a:lnTo>
                <a:lnTo>
                  <a:pt x="2445" y="2112"/>
                </a:lnTo>
                <a:lnTo>
                  <a:pt x="2424" y="2150"/>
                </a:lnTo>
                <a:lnTo>
                  <a:pt x="2414" y="2167"/>
                </a:lnTo>
                <a:lnTo>
                  <a:pt x="2390" y="2199"/>
                </a:lnTo>
                <a:lnTo>
                  <a:pt x="2364" y="2229"/>
                </a:lnTo>
                <a:lnTo>
                  <a:pt x="2334" y="2254"/>
                </a:lnTo>
                <a:lnTo>
                  <a:pt x="2303" y="2278"/>
                </a:lnTo>
                <a:lnTo>
                  <a:pt x="2277" y="2294"/>
                </a:lnTo>
                <a:lnTo>
                  <a:pt x="2251" y="2308"/>
                </a:lnTo>
                <a:lnTo>
                  <a:pt x="2210" y="2325"/>
                </a:lnTo>
                <a:lnTo>
                  <a:pt x="2165" y="2337"/>
                </a:lnTo>
                <a:lnTo>
                  <a:pt x="2120" y="2346"/>
                </a:lnTo>
                <a:lnTo>
                  <a:pt x="2073" y="2349"/>
                </a:lnTo>
                <a:lnTo>
                  <a:pt x="1951" y="2349"/>
                </a:lnTo>
                <a:lnTo>
                  <a:pt x="1415" y="2815"/>
                </a:lnTo>
                <a:lnTo>
                  <a:pt x="1413" y="2349"/>
                </a:lnTo>
                <a:lnTo>
                  <a:pt x="411" y="2349"/>
                </a:lnTo>
                <a:lnTo>
                  <a:pt x="389" y="2348"/>
                </a:lnTo>
                <a:lnTo>
                  <a:pt x="348" y="2344"/>
                </a:lnTo>
                <a:lnTo>
                  <a:pt x="328" y="2341"/>
                </a:lnTo>
                <a:lnTo>
                  <a:pt x="289" y="2330"/>
                </a:lnTo>
                <a:lnTo>
                  <a:pt x="269" y="2323"/>
                </a:lnTo>
                <a:lnTo>
                  <a:pt x="238" y="2311"/>
                </a:lnTo>
                <a:lnTo>
                  <a:pt x="210" y="2295"/>
                </a:lnTo>
                <a:lnTo>
                  <a:pt x="181" y="2278"/>
                </a:lnTo>
                <a:lnTo>
                  <a:pt x="165" y="2267"/>
                </a:lnTo>
                <a:lnTo>
                  <a:pt x="129" y="2237"/>
                </a:lnTo>
                <a:lnTo>
                  <a:pt x="97" y="2203"/>
                </a:lnTo>
                <a:lnTo>
                  <a:pt x="69" y="2165"/>
                </a:lnTo>
                <a:lnTo>
                  <a:pt x="45" y="2125"/>
                </a:lnTo>
                <a:lnTo>
                  <a:pt x="26" y="2082"/>
                </a:lnTo>
                <a:lnTo>
                  <a:pt x="11" y="2035"/>
                </a:lnTo>
                <a:lnTo>
                  <a:pt x="3" y="1987"/>
                </a:lnTo>
                <a:lnTo>
                  <a:pt x="0" y="1938"/>
                </a:lnTo>
                <a:lnTo>
                  <a:pt x="0" y="1225"/>
                </a:lnTo>
                <a:lnTo>
                  <a:pt x="2" y="1183"/>
                </a:lnTo>
                <a:lnTo>
                  <a:pt x="8" y="1142"/>
                </a:lnTo>
                <a:lnTo>
                  <a:pt x="18" y="1103"/>
                </a:lnTo>
                <a:lnTo>
                  <a:pt x="18" y="1102"/>
                </a:lnTo>
                <a:lnTo>
                  <a:pt x="32" y="1065"/>
                </a:lnTo>
                <a:lnTo>
                  <a:pt x="49" y="1030"/>
                </a:lnTo>
                <a:lnTo>
                  <a:pt x="52" y="1025"/>
                </a:lnTo>
                <a:lnTo>
                  <a:pt x="64" y="1005"/>
                </a:lnTo>
                <a:lnTo>
                  <a:pt x="78" y="984"/>
                </a:lnTo>
                <a:lnTo>
                  <a:pt x="104" y="952"/>
                </a:lnTo>
                <a:lnTo>
                  <a:pt x="134" y="922"/>
                </a:lnTo>
                <a:lnTo>
                  <a:pt x="165" y="895"/>
                </a:lnTo>
                <a:lnTo>
                  <a:pt x="191" y="878"/>
                </a:lnTo>
                <a:lnTo>
                  <a:pt x="229" y="856"/>
                </a:lnTo>
                <a:lnTo>
                  <a:pt x="269" y="839"/>
                </a:lnTo>
                <a:lnTo>
                  <a:pt x="289" y="833"/>
                </a:lnTo>
                <a:lnTo>
                  <a:pt x="328" y="822"/>
                </a:lnTo>
                <a:lnTo>
                  <a:pt x="348" y="818"/>
                </a:lnTo>
                <a:lnTo>
                  <a:pt x="389" y="814"/>
                </a:lnTo>
                <a:lnTo>
                  <a:pt x="411" y="814"/>
                </a:lnTo>
                <a:close/>
                <a:moveTo>
                  <a:pt x="1315" y="0"/>
                </a:moveTo>
                <a:lnTo>
                  <a:pt x="2907" y="0"/>
                </a:lnTo>
                <a:lnTo>
                  <a:pt x="2963" y="3"/>
                </a:lnTo>
                <a:lnTo>
                  <a:pt x="3016" y="12"/>
                </a:lnTo>
                <a:lnTo>
                  <a:pt x="3067" y="28"/>
                </a:lnTo>
                <a:lnTo>
                  <a:pt x="3117" y="48"/>
                </a:lnTo>
                <a:lnTo>
                  <a:pt x="3162" y="74"/>
                </a:lnTo>
                <a:lnTo>
                  <a:pt x="3205" y="105"/>
                </a:lnTo>
                <a:lnTo>
                  <a:pt x="3243" y="140"/>
                </a:lnTo>
                <a:lnTo>
                  <a:pt x="3278" y="179"/>
                </a:lnTo>
                <a:lnTo>
                  <a:pt x="3309" y="221"/>
                </a:lnTo>
                <a:lnTo>
                  <a:pt x="3335" y="267"/>
                </a:lnTo>
                <a:lnTo>
                  <a:pt x="3355" y="316"/>
                </a:lnTo>
                <a:lnTo>
                  <a:pt x="3370" y="367"/>
                </a:lnTo>
                <a:lnTo>
                  <a:pt x="3380" y="421"/>
                </a:lnTo>
                <a:lnTo>
                  <a:pt x="3383" y="476"/>
                </a:lnTo>
                <a:lnTo>
                  <a:pt x="3383" y="1159"/>
                </a:lnTo>
                <a:lnTo>
                  <a:pt x="3380" y="1214"/>
                </a:lnTo>
                <a:lnTo>
                  <a:pt x="3370" y="1267"/>
                </a:lnTo>
                <a:lnTo>
                  <a:pt x="3355" y="1319"/>
                </a:lnTo>
                <a:lnTo>
                  <a:pt x="3335" y="1367"/>
                </a:lnTo>
                <a:lnTo>
                  <a:pt x="3309" y="1413"/>
                </a:lnTo>
                <a:lnTo>
                  <a:pt x="3278" y="1456"/>
                </a:lnTo>
                <a:lnTo>
                  <a:pt x="3243" y="1495"/>
                </a:lnTo>
                <a:lnTo>
                  <a:pt x="3205" y="1530"/>
                </a:lnTo>
                <a:lnTo>
                  <a:pt x="3162" y="1559"/>
                </a:lnTo>
                <a:lnTo>
                  <a:pt x="3117" y="1585"/>
                </a:lnTo>
                <a:lnTo>
                  <a:pt x="3067" y="1607"/>
                </a:lnTo>
                <a:lnTo>
                  <a:pt x="3016" y="1621"/>
                </a:lnTo>
                <a:lnTo>
                  <a:pt x="2963" y="1630"/>
                </a:lnTo>
                <a:lnTo>
                  <a:pt x="2907" y="1634"/>
                </a:lnTo>
                <a:lnTo>
                  <a:pt x="2647" y="1634"/>
                </a:lnTo>
                <a:lnTo>
                  <a:pt x="2647" y="1225"/>
                </a:lnTo>
                <a:lnTo>
                  <a:pt x="2644" y="1167"/>
                </a:lnTo>
                <a:lnTo>
                  <a:pt x="2636" y="1109"/>
                </a:lnTo>
                <a:lnTo>
                  <a:pt x="2622" y="1055"/>
                </a:lnTo>
                <a:lnTo>
                  <a:pt x="2602" y="1001"/>
                </a:lnTo>
                <a:lnTo>
                  <a:pt x="2577" y="951"/>
                </a:lnTo>
                <a:lnTo>
                  <a:pt x="2549" y="904"/>
                </a:lnTo>
                <a:lnTo>
                  <a:pt x="2516" y="859"/>
                </a:lnTo>
                <a:lnTo>
                  <a:pt x="2479" y="819"/>
                </a:lnTo>
                <a:lnTo>
                  <a:pt x="2438" y="781"/>
                </a:lnTo>
                <a:lnTo>
                  <a:pt x="2394" y="748"/>
                </a:lnTo>
                <a:lnTo>
                  <a:pt x="2346" y="720"/>
                </a:lnTo>
                <a:lnTo>
                  <a:pt x="2297" y="696"/>
                </a:lnTo>
                <a:lnTo>
                  <a:pt x="2244" y="676"/>
                </a:lnTo>
                <a:lnTo>
                  <a:pt x="2189" y="662"/>
                </a:lnTo>
                <a:lnTo>
                  <a:pt x="2132" y="654"/>
                </a:lnTo>
                <a:lnTo>
                  <a:pt x="2073" y="651"/>
                </a:lnTo>
                <a:lnTo>
                  <a:pt x="839" y="651"/>
                </a:lnTo>
                <a:lnTo>
                  <a:pt x="839" y="476"/>
                </a:lnTo>
                <a:lnTo>
                  <a:pt x="843" y="421"/>
                </a:lnTo>
                <a:lnTo>
                  <a:pt x="853" y="367"/>
                </a:lnTo>
                <a:lnTo>
                  <a:pt x="867" y="316"/>
                </a:lnTo>
                <a:lnTo>
                  <a:pt x="889" y="267"/>
                </a:lnTo>
                <a:lnTo>
                  <a:pt x="914" y="221"/>
                </a:lnTo>
                <a:lnTo>
                  <a:pt x="944" y="179"/>
                </a:lnTo>
                <a:lnTo>
                  <a:pt x="979" y="140"/>
                </a:lnTo>
                <a:lnTo>
                  <a:pt x="1018" y="105"/>
                </a:lnTo>
                <a:lnTo>
                  <a:pt x="1060" y="74"/>
                </a:lnTo>
                <a:lnTo>
                  <a:pt x="1106" y="48"/>
                </a:lnTo>
                <a:lnTo>
                  <a:pt x="1155" y="28"/>
                </a:lnTo>
                <a:lnTo>
                  <a:pt x="1206" y="12"/>
                </a:lnTo>
                <a:lnTo>
                  <a:pt x="1259" y="3"/>
                </a:lnTo>
                <a:lnTo>
                  <a:pt x="1315" y="0"/>
                </a:lnTo>
                <a:close/>
              </a:path>
            </a:pathLst>
          </a:custGeom>
          <a:solidFill>
            <a:schemeClr val="tx2"/>
          </a:solidFill>
          <a:ln w="0">
            <a:noFill/>
            <a:prstDash val="solid"/>
            <a:round/>
          </a:ln>
        </p:spPr>
        <p:txBody>
          <a:bodyPr vert="horz" wrap="square" lIns="91440" tIns="45720" rIns="91440" bIns="45720" numCol="1" anchor="t" anchorCtr="0" compatLnSpc="1"/>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9" name="Freeform 66"/>
          <p:cNvSpPr>
            <a:spLocks noEditPoints="1"/>
          </p:cNvSpPr>
          <p:nvPr/>
        </p:nvSpPr>
        <p:spPr bwMode="auto">
          <a:xfrm>
            <a:off x="7806126" y="3243979"/>
            <a:ext cx="284777" cy="283753"/>
          </a:xfrm>
          <a:custGeom>
            <a:avLst/>
            <a:gdLst>
              <a:gd name="T0" fmla="*/ 3130 w 3331"/>
              <a:gd name="T1" fmla="*/ 1290 h 3328"/>
              <a:gd name="T2" fmla="*/ 3082 w 3331"/>
              <a:gd name="T3" fmla="*/ 1039 h 3328"/>
              <a:gd name="T4" fmla="*/ 2984 w 3331"/>
              <a:gd name="T5" fmla="*/ 809 h 3328"/>
              <a:gd name="T6" fmla="*/ 2841 w 3331"/>
              <a:gd name="T7" fmla="*/ 606 h 3328"/>
              <a:gd name="T8" fmla="*/ 2661 w 3331"/>
              <a:gd name="T9" fmla="*/ 438 h 3328"/>
              <a:gd name="T10" fmla="*/ 2449 w 3331"/>
              <a:gd name="T11" fmla="*/ 310 h 3328"/>
              <a:gd name="T12" fmla="*/ 2210 w 3331"/>
              <a:gd name="T13" fmla="*/ 227 h 3328"/>
              <a:gd name="T14" fmla="*/ 1571 w 3331"/>
              <a:gd name="T15" fmla="*/ 185 h 3328"/>
              <a:gd name="T16" fmla="*/ 1632 w 3331"/>
              <a:gd name="T17" fmla="*/ 207 h 3328"/>
              <a:gd name="T18" fmla="*/ 1666 w 3331"/>
              <a:gd name="T19" fmla="*/ 261 h 3328"/>
              <a:gd name="T20" fmla="*/ 1672 w 3331"/>
              <a:gd name="T21" fmla="*/ 1578 h 3328"/>
              <a:gd name="T22" fmla="*/ 1708 w 3331"/>
              <a:gd name="T23" fmla="*/ 1635 h 3328"/>
              <a:gd name="T24" fmla="*/ 1773 w 3331"/>
              <a:gd name="T25" fmla="*/ 1659 h 3328"/>
              <a:gd name="T26" fmla="*/ 3087 w 3331"/>
              <a:gd name="T27" fmla="*/ 1669 h 3328"/>
              <a:gd name="T28" fmla="*/ 3132 w 3331"/>
              <a:gd name="T29" fmla="*/ 1714 h 3328"/>
              <a:gd name="T30" fmla="*/ 3139 w 3331"/>
              <a:gd name="T31" fmla="*/ 1846 h 3328"/>
              <a:gd name="T32" fmla="*/ 3103 w 3331"/>
              <a:gd name="T33" fmla="*/ 2109 h 3328"/>
              <a:gd name="T34" fmla="*/ 3023 w 3331"/>
              <a:gd name="T35" fmla="*/ 2358 h 3328"/>
              <a:gd name="T36" fmla="*/ 2903 w 3331"/>
              <a:gd name="T37" fmla="*/ 2590 h 3328"/>
              <a:gd name="T38" fmla="*/ 2743 w 3331"/>
              <a:gd name="T39" fmla="*/ 2802 h 3328"/>
              <a:gd name="T40" fmla="*/ 2549 w 3331"/>
              <a:gd name="T41" fmla="*/ 2986 h 3328"/>
              <a:gd name="T42" fmla="*/ 2330 w 3331"/>
              <a:gd name="T43" fmla="*/ 3133 h 3328"/>
              <a:gd name="T44" fmla="*/ 2091 w 3331"/>
              <a:gd name="T45" fmla="*/ 3240 h 3328"/>
              <a:gd name="T46" fmla="*/ 1837 w 3331"/>
              <a:gd name="T47" fmla="*/ 3305 h 3328"/>
              <a:gd name="T48" fmla="*/ 1571 w 3331"/>
              <a:gd name="T49" fmla="*/ 3328 h 3328"/>
              <a:gd name="T50" fmla="*/ 1440 w 3331"/>
              <a:gd name="T51" fmla="*/ 3322 h 3328"/>
              <a:gd name="T52" fmla="*/ 1169 w 3331"/>
              <a:gd name="T53" fmla="*/ 3276 h 3328"/>
              <a:gd name="T54" fmla="*/ 912 w 3331"/>
              <a:gd name="T55" fmla="*/ 3182 h 3328"/>
              <a:gd name="T56" fmla="*/ 674 w 3331"/>
              <a:gd name="T57" fmla="*/ 3046 h 3328"/>
              <a:gd name="T58" fmla="*/ 460 w 3331"/>
              <a:gd name="T59" fmla="*/ 2866 h 3328"/>
              <a:gd name="T60" fmla="*/ 281 w 3331"/>
              <a:gd name="T61" fmla="*/ 2653 h 3328"/>
              <a:gd name="T62" fmla="*/ 145 w 3331"/>
              <a:gd name="T63" fmla="*/ 2415 h 3328"/>
              <a:gd name="T64" fmla="*/ 51 w 3331"/>
              <a:gd name="T65" fmla="*/ 2158 h 3328"/>
              <a:gd name="T66" fmla="*/ 4 w 3331"/>
              <a:gd name="T67" fmla="*/ 1887 h 3328"/>
              <a:gd name="T68" fmla="*/ 5 w 3331"/>
              <a:gd name="T69" fmla="*/ 1613 h 3328"/>
              <a:gd name="T70" fmla="*/ 52 w 3331"/>
              <a:gd name="T71" fmla="*/ 1349 h 3328"/>
              <a:gd name="T72" fmla="*/ 142 w 3331"/>
              <a:gd name="T73" fmla="*/ 1100 h 3328"/>
              <a:gd name="T74" fmla="*/ 274 w 3331"/>
              <a:gd name="T75" fmla="*/ 868 h 3328"/>
              <a:gd name="T76" fmla="*/ 446 w 3331"/>
              <a:gd name="T77" fmla="*/ 659 h 3328"/>
              <a:gd name="T78" fmla="*/ 651 w 3331"/>
              <a:gd name="T79" fmla="*/ 482 h 3328"/>
              <a:gd name="T80" fmla="*/ 880 w 3331"/>
              <a:gd name="T81" fmla="*/ 344 h 3328"/>
              <a:gd name="T82" fmla="*/ 1128 w 3331"/>
              <a:gd name="T83" fmla="*/ 249 h 3328"/>
              <a:gd name="T84" fmla="*/ 1389 w 3331"/>
              <a:gd name="T85" fmla="*/ 196 h 3328"/>
              <a:gd name="T86" fmla="*/ 1943 w 3331"/>
              <a:gd name="T87" fmla="*/ 0 h 3328"/>
              <a:gd name="T88" fmla="*/ 2222 w 3331"/>
              <a:gd name="T89" fmla="*/ 29 h 3328"/>
              <a:gd name="T90" fmla="*/ 2482 w 3331"/>
              <a:gd name="T91" fmla="*/ 109 h 3328"/>
              <a:gd name="T92" fmla="*/ 2718 w 3331"/>
              <a:gd name="T93" fmla="*/ 237 h 3328"/>
              <a:gd name="T94" fmla="*/ 2923 w 3331"/>
              <a:gd name="T95" fmla="*/ 407 h 3328"/>
              <a:gd name="T96" fmla="*/ 3094 w 3331"/>
              <a:gd name="T97" fmla="*/ 613 h 3328"/>
              <a:gd name="T98" fmla="*/ 3222 w 3331"/>
              <a:gd name="T99" fmla="*/ 848 h 3328"/>
              <a:gd name="T100" fmla="*/ 3302 w 3331"/>
              <a:gd name="T101" fmla="*/ 1109 h 3328"/>
              <a:gd name="T102" fmla="*/ 3331 w 3331"/>
              <a:gd name="T103" fmla="*/ 1388 h 3328"/>
              <a:gd name="T104" fmla="*/ 3310 w 3331"/>
              <a:gd name="T105" fmla="*/ 1449 h 3328"/>
              <a:gd name="T106" fmla="*/ 3256 w 3331"/>
              <a:gd name="T107" fmla="*/ 1484 h 3328"/>
              <a:gd name="T108" fmla="*/ 1920 w 3331"/>
              <a:gd name="T109" fmla="*/ 1484 h 3328"/>
              <a:gd name="T110" fmla="*/ 1866 w 3331"/>
              <a:gd name="T111" fmla="*/ 1449 h 3328"/>
              <a:gd name="T112" fmla="*/ 1844 w 3331"/>
              <a:gd name="T113" fmla="*/ 1388 h 3328"/>
              <a:gd name="T114" fmla="*/ 1854 w 3331"/>
              <a:gd name="T115" fmla="*/ 55 h 3328"/>
              <a:gd name="T116" fmla="*/ 1899 w 3331"/>
              <a:gd name="T117" fmla="*/ 10 h 3328"/>
              <a:gd name="T118" fmla="*/ 1943 w 3331"/>
              <a:gd name="T119" fmla="*/ 0 h 3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31" h="3328">
                <a:moveTo>
                  <a:pt x="2040" y="201"/>
                </a:moveTo>
                <a:lnTo>
                  <a:pt x="2040" y="1290"/>
                </a:lnTo>
                <a:lnTo>
                  <a:pt x="3130" y="1290"/>
                </a:lnTo>
                <a:lnTo>
                  <a:pt x="3120" y="1204"/>
                </a:lnTo>
                <a:lnTo>
                  <a:pt x="3104" y="1120"/>
                </a:lnTo>
                <a:lnTo>
                  <a:pt x="3082" y="1039"/>
                </a:lnTo>
                <a:lnTo>
                  <a:pt x="3055" y="959"/>
                </a:lnTo>
                <a:lnTo>
                  <a:pt x="3021" y="882"/>
                </a:lnTo>
                <a:lnTo>
                  <a:pt x="2984" y="809"/>
                </a:lnTo>
                <a:lnTo>
                  <a:pt x="2941" y="737"/>
                </a:lnTo>
                <a:lnTo>
                  <a:pt x="2893" y="670"/>
                </a:lnTo>
                <a:lnTo>
                  <a:pt x="2841" y="606"/>
                </a:lnTo>
                <a:lnTo>
                  <a:pt x="2785" y="546"/>
                </a:lnTo>
                <a:lnTo>
                  <a:pt x="2725" y="490"/>
                </a:lnTo>
                <a:lnTo>
                  <a:pt x="2661" y="438"/>
                </a:lnTo>
                <a:lnTo>
                  <a:pt x="2593" y="390"/>
                </a:lnTo>
                <a:lnTo>
                  <a:pt x="2522" y="347"/>
                </a:lnTo>
                <a:lnTo>
                  <a:pt x="2449" y="310"/>
                </a:lnTo>
                <a:lnTo>
                  <a:pt x="2371" y="276"/>
                </a:lnTo>
                <a:lnTo>
                  <a:pt x="2292" y="249"/>
                </a:lnTo>
                <a:lnTo>
                  <a:pt x="2210" y="227"/>
                </a:lnTo>
                <a:lnTo>
                  <a:pt x="2127" y="211"/>
                </a:lnTo>
                <a:lnTo>
                  <a:pt x="2040" y="201"/>
                </a:lnTo>
                <a:close/>
                <a:moveTo>
                  <a:pt x="1571" y="185"/>
                </a:moveTo>
                <a:lnTo>
                  <a:pt x="1593" y="189"/>
                </a:lnTo>
                <a:lnTo>
                  <a:pt x="1614" y="196"/>
                </a:lnTo>
                <a:lnTo>
                  <a:pt x="1632" y="207"/>
                </a:lnTo>
                <a:lnTo>
                  <a:pt x="1647" y="222"/>
                </a:lnTo>
                <a:lnTo>
                  <a:pt x="1658" y="240"/>
                </a:lnTo>
                <a:lnTo>
                  <a:pt x="1666" y="261"/>
                </a:lnTo>
                <a:lnTo>
                  <a:pt x="1669" y="284"/>
                </a:lnTo>
                <a:lnTo>
                  <a:pt x="1669" y="1555"/>
                </a:lnTo>
                <a:lnTo>
                  <a:pt x="1672" y="1578"/>
                </a:lnTo>
                <a:lnTo>
                  <a:pt x="1680" y="1600"/>
                </a:lnTo>
                <a:lnTo>
                  <a:pt x="1692" y="1619"/>
                </a:lnTo>
                <a:lnTo>
                  <a:pt x="1708" y="1635"/>
                </a:lnTo>
                <a:lnTo>
                  <a:pt x="1728" y="1648"/>
                </a:lnTo>
                <a:lnTo>
                  <a:pt x="1749" y="1656"/>
                </a:lnTo>
                <a:lnTo>
                  <a:pt x="1773" y="1659"/>
                </a:lnTo>
                <a:lnTo>
                  <a:pt x="3044" y="1659"/>
                </a:lnTo>
                <a:lnTo>
                  <a:pt x="3067" y="1661"/>
                </a:lnTo>
                <a:lnTo>
                  <a:pt x="3087" y="1669"/>
                </a:lnTo>
                <a:lnTo>
                  <a:pt x="3106" y="1680"/>
                </a:lnTo>
                <a:lnTo>
                  <a:pt x="3121" y="1695"/>
                </a:lnTo>
                <a:lnTo>
                  <a:pt x="3132" y="1714"/>
                </a:lnTo>
                <a:lnTo>
                  <a:pt x="3139" y="1734"/>
                </a:lnTo>
                <a:lnTo>
                  <a:pt x="3142" y="1757"/>
                </a:lnTo>
                <a:lnTo>
                  <a:pt x="3139" y="1846"/>
                </a:lnTo>
                <a:lnTo>
                  <a:pt x="3132" y="1935"/>
                </a:lnTo>
                <a:lnTo>
                  <a:pt x="3120" y="2022"/>
                </a:lnTo>
                <a:lnTo>
                  <a:pt x="3103" y="2109"/>
                </a:lnTo>
                <a:lnTo>
                  <a:pt x="3081" y="2193"/>
                </a:lnTo>
                <a:lnTo>
                  <a:pt x="3055" y="2277"/>
                </a:lnTo>
                <a:lnTo>
                  <a:pt x="3023" y="2358"/>
                </a:lnTo>
                <a:lnTo>
                  <a:pt x="2988" y="2438"/>
                </a:lnTo>
                <a:lnTo>
                  <a:pt x="2948" y="2515"/>
                </a:lnTo>
                <a:lnTo>
                  <a:pt x="2903" y="2590"/>
                </a:lnTo>
                <a:lnTo>
                  <a:pt x="2854" y="2664"/>
                </a:lnTo>
                <a:lnTo>
                  <a:pt x="2801" y="2734"/>
                </a:lnTo>
                <a:lnTo>
                  <a:pt x="2743" y="2802"/>
                </a:lnTo>
                <a:lnTo>
                  <a:pt x="2682" y="2867"/>
                </a:lnTo>
                <a:lnTo>
                  <a:pt x="2617" y="2928"/>
                </a:lnTo>
                <a:lnTo>
                  <a:pt x="2549" y="2986"/>
                </a:lnTo>
                <a:lnTo>
                  <a:pt x="2478" y="3039"/>
                </a:lnTo>
                <a:lnTo>
                  <a:pt x="2405" y="3088"/>
                </a:lnTo>
                <a:lnTo>
                  <a:pt x="2330" y="3133"/>
                </a:lnTo>
                <a:lnTo>
                  <a:pt x="2252" y="3173"/>
                </a:lnTo>
                <a:lnTo>
                  <a:pt x="2173" y="3208"/>
                </a:lnTo>
                <a:lnTo>
                  <a:pt x="2091" y="3240"/>
                </a:lnTo>
                <a:lnTo>
                  <a:pt x="2008" y="3266"/>
                </a:lnTo>
                <a:lnTo>
                  <a:pt x="1922" y="3288"/>
                </a:lnTo>
                <a:lnTo>
                  <a:pt x="1837" y="3305"/>
                </a:lnTo>
                <a:lnTo>
                  <a:pt x="1749" y="3317"/>
                </a:lnTo>
                <a:lnTo>
                  <a:pt x="1660" y="3325"/>
                </a:lnTo>
                <a:lnTo>
                  <a:pt x="1571" y="3328"/>
                </a:lnTo>
                <a:lnTo>
                  <a:pt x="1571" y="3328"/>
                </a:lnTo>
                <a:lnTo>
                  <a:pt x="1533" y="3328"/>
                </a:lnTo>
                <a:lnTo>
                  <a:pt x="1440" y="3322"/>
                </a:lnTo>
                <a:lnTo>
                  <a:pt x="1349" y="3312"/>
                </a:lnTo>
                <a:lnTo>
                  <a:pt x="1258" y="3296"/>
                </a:lnTo>
                <a:lnTo>
                  <a:pt x="1169" y="3276"/>
                </a:lnTo>
                <a:lnTo>
                  <a:pt x="1082" y="3249"/>
                </a:lnTo>
                <a:lnTo>
                  <a:pt x="995" y="3219"/>
                </a:lnTo>
                <a:lnTo>
                  <a:pt x="912" y="3182"/>
                </a:lnTo>
                <a:lnTo>
                  <a:pt x="830" y="3141"/>
                </a:lnTo>
                <a:lnTo>
                  <a:pt x="751" y="3095"/>
                </a:lnTo>
                <a:lnTo>
                  <a:pt x="674" y="3046"/>
                </a:lnTo>
                <a:lnTo>
                  <a:pt x="600" y="2990"/>
                </a:lnTo>
                <a:lnTo>
                  <a:pt x="529" y="2930"/>
                </a:lnTo>
                <a:lnTo>
                  <a:pt x="460" y="2866"/>
                </a:lnTo>
                <a:lnTo>
                  <a:pt x="396" y="2798"/>
                </a:lnTo>
                <a:lnTo>
                  <a:pt x="337" y="2727"/>
                </a:lnTo>
                <a:lnTo>
                  <a:pt x="281" y="2653"/>
                </a:lnTo>
                <a:lnTo>
                  <a:pt x="231" y="2576"/>
                </a:lnTo>
                <a:lnTo>
                  <a:pt x="185" y="2497"/>
                </a:lnTo>
                <a:lnTo>
                  <a:pt x="145" y="2415"/>
                </a:lnTo>
                <a:lnTo>
                  <a:pt x="108" y="2332"/>
                </a:lnTo>
                <a:lnTo>
                  <a:pt x="77" y="2245"/>
                </a:lnTo>
                <a:lnTo>
                  <a:pt x="51" y="2158"/>
                </a:lnTo>
                <a:lnTo>
                  <a:pt x="31" y="2069"/>
                </a:lnTo>
                <a:lnTo>
                  <a:pt x="14" y="1978"/>
                </a:lnTo>
                <a:lnTo>
                  <a:pt x="4" y="1887"/>
                </a:lnTo>
                <a:lnTo>
                  <a:pt x="0" y="1794"/>
                </a:lnTo>
                <a:lnTo>
                  <a:pt x="0" y="1704"/>
                </a:lnTo>
                <a:lnTo>
                  <a:pt x="5" y="1613"/>
                </a:lnTo>
                <a:lnTo>
                  <a:pt x="16" y="1524"/>
                </a:lnTo>
                <a:lnTo>
                  <a:pt x="32" y="1436"/>
                </a:lnTo>
                <a:lnTo>
                  <a:pt x="52" y="1349"/>
                </a:lnTo>
                <a:lnTo>
                  <a:pt x="77" y="1265"/>
                </a:lnTo>
                <a:lnTo>
                  <a:pt x="107" y="1181"/>
                </a:lnTo>
                <a:lnTo>
                  <a:pt x="142" y="1100"/>
                </a:lnTo>
                <a:lnTo>
                  <a:pt x="181" y="1020"/>
                </a:lnTo>
                <a:lnTo>
                  <a:pt x="225" y="943"/>
                </a:lnTo>
                <a:lnTo>
                  <a:pt x="274" y="868"/>
                </a:lnTo>
                <a:lnTo>
                  <a:pt x="327" y="795"/>
                </a:lnTo>
                <a:lnTo>
                  <a:pt x="384" y="726"/>
                </a:lnTo>
                <a:lnTo>
                  <a:pt x="446" y="659"/>
                </a:lnTo>
                <a:lnTo>
                  <a:pt x="511" y="596"/>
                </a:lnTo>
                <a:lnTo>
                  <a:pt x="580" y="537"/>
                </a:lnTo>
                <a:lnTo>
                  <a:pt x="651" y="482"/>
                </a:lnTo>
                <a:lnTo>
                  <a:pt x="725" y="432"/>
                </a:lnTo>
                <a:lnTo>
                  <a:pt x="801" y="386"/>
                </a:lnTo>
                <a:lnTo>
                  <a:pt x="880" y="344"/>
                </a:lnTo>
                <a:lnTo>
                  <a:pt x="961" y="308"/>
                </a:lnTo>
                <a:lnTo>
                  <a:pt x="1043" y="276"/>
                </a:lnTo>
                <a:lnTo>
                  <a:pt x="1128" y="249"/>
                </a:lnTo>
                <a:lnTo>
                  <a:pt x="1213" y="226"/>
                </a:lnTo>
                <a:lnTo>
                  <a:pt x="1301" y="209"/>
                </a:lnTo>
                <a:lnTo>
                  <a:pt x="1389" y="196"/>
                </a:lnTo>
                <a:lnTo>
                  <a:pt x="1480" y="189"/>
                </a:lnTo>
                <a:lnTo>
                  <a:pt x="1571" y="185"/>
                </a:lnTo>
                <a:close/>
                <a:moveTo>
                  <a:pt x="1943" y="0"/>
                </a:moveTo>
                <a:lnTo>
                  <a:pt x="2037" y="3"/>
                </a:lnTo>
                <a:lnTo>
                  <a:pt x="2130" y="13"/>
                </a:lnTo>
                <a:lnTo>
                  <a:pt x="2222" y="29"/>
                </a:lnTo>
                <a:lnTo>
                  <a:pt x="2311" y="50"/>
                </a:lnTo>
                <a:lnTo>
                  <a:pt x="2398" y="77"/>
                </a:lnTo>
                <a:lnTo>
                  <a:pt x="2482" y="109"/>
                </a:lnTo>
                <a:lnTo>
                  <a:pt x="2564" y="147"/>
                </a:lnTo>
                <a:lnTo>
                  <a:pt x="2642" y="190"/>
                </a:lnTo>
                <a:lnTo>
                  <a:pt x="2718" y="237"/>
                </a:lnTo>
                <a:lnTo>
                  <a:pt x="2790" y="289"/>
                </a:lnTo>
                <a:lnTo>
                  <a:pt x="2858" y="346"/>
                </a:lnTo>
                <a:lnTo>
                  <a:pt x="2923" y="407"/>
                </a:lnTo>
                <a:lnTo>
                  <a:pt x="2985" y="472"/>
                </a:lnTo>
                <a:lnTo>
                  <a:pt x="3041" y="541"/>
                </a:lnTo>
                <a:lnTo>
                  <a:pt x="3094" y="613"/>
                </a:lnTo>
                <a:lnTo>
                  <a:pt x="3140" y="688"/>
                </a:lnTo>
                <a:lnTo>
                  <a:pt x="3183" y="767"/>
                </a:lnTo>
                <a:lnTo>
                  <a:pt x="3222" y="848"/>
                </a:lnTo>
                <a:lnTo>
                  <a:pt x="3253" y="933"/>
                </a:lnTo>
                <a:lnTo>
                  <a:pt x="3281" y="1019"/>
                </a:lnTo>
                <a:lnTo>
                  <a:pt x="3302" y="1109"/>
                </a:lnTo>
                <a:lnTo>
                  <a:pt x="3318" y="1200"/>
                </a:lnTo>
                <a:lnTo>
                  <a:pt x="3328" y="1293"/>
                </a:lnTo>
                <a:lnTo>
                  <a:pt x="3331" y="1388"/>
                </a:lnTo>
                <a:lnTo>
                  <a:pt x="3328" y="1410"/>
                </a:lnTo>
                <a:lnTo>
                  <a:pt x="3321" y="1431"/>
                </a:lnTo>
                <a:lnTo>
                  <a:pt x="3310" y="1449"/>
                </a:lnTo>
                <a:lnTo>
                  <a:pt x="3294" y="1464"/>
                </a:lnTo>
                <a:lnTo>
                  <a:pt x="3276" y="1477"/>
                </a:lnTo>
                <a:lnTo>
                  <a:pt x="3256" y="1484"/>
                </a:lnTo>
                <a:lnTo>
                  <a:pt x="3232" y="1486"/>
                </a:lnTo>
                <a:lnTo>
                  <a:pt x="1943" y="1486"/>
                </a:lnTo>
                <a:lnTo>
                  <a:pt x="1920" y="1484"/>
                </a:lnTo>
                <a:lnTo>
                  <a:pt x="1899" y="1477"/>
                </a:lnTo>
                <a:lnTo>
                  <a:pt x="1881" y="1464"/>
                </a:lnTo>
                <a:lnTo>
                  <a:pt x="1866" y="1449"/>
                </a:lnTo>
                <a:lnTo>
                  <a:pt x="1854" y="1431"/>
                </a:lnTo>
                <a:lnTo>
                  <a:pt x="1847" y="1410"/>
                </a:lnTo>
                <a:lnTo>
                  <a:pt x="1844" y="1388"/>
                </a:lnTo>
                <a:lnTo>
                  <a:pt x="1844" y="98"/>
                </a:lnTo>
                <a:lnTo>
                  <a:pt x="1847" y="75"/>
                </a:lnTo>
                <a:lnTo>
                  <a:pt x="1854" y="55"/>
                </a:lnTo>
                <a:lnTo>
                  <a:pt x="1866" y="37"/>
                </a:lnTo>
                <a:lnTo>
                  <a:pt x="1881" y="22"/>
                </a:lnTo>
                <a:lnTo>
                  <a:pt x="1899" y="10"/>
                </a:lnTo>
                <a:lnTo>
                  <a:pt x="1920" y="3"/>
                </a:lnTo>
                <a:lnTo>
                  <a:pt x="1943" y="0"/>
                </a:lnTo>
                <a:lnTo>
                  <a:pt x="1943" y="0"/>
                </a:lnTo>
                <a:close/>
              </a:path>
            </a:pathLst>
          </a:custGeom>
          <a:solidFill>
            <a:schemeClr val="tx2"/>
          </a:solidFill>
          <a:ln w="0">
            <a:noFill/>
            <a:prstDash val="solid"/>
            <a:round/>
          </a:ln>
        </p:spPr>
        <p:txBody>
          <a:bodyPr vert="horz" wrap="square" lIns="91440" tIns="45720" rIns="91440" bIns="45720" numCol="1" anchor="t" anchorCtr="0" compatLnSpc="1"/>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10" name="文本框 9"/>
          <p:cNvSpPr txBox="1"/>
          <p:nvPr/>
        </p:nvSpPr>
        <p:spPr>
          <a:xfrm>
            <a:off x="8117914" y="1803882"/>
            <a:ext cx="1189562" cy="307777"/>
          </a:xfrm>
          <a:prstGeom prst="rect">
            <a:avLst/>
          </a:prstGeom>
          <a:noFill/>
        </p:spPr>
        <p:txBody>
          <a:bodyPr wrap="square" rtlCol="0">
            <a:spAutoFit/>
          </a:bodyPr>
          <a:lstStyle/>
          <a:p>
            <a:pPr algn="dist"/>
            <a:r>
              <a:rPr kumimoji="1" lang="zh-CN" altLang="en-US" sz="1400" dirty="0">
                <a:solidFill>
                  <a:schemeClr val="tx2"/>
                </a:solidFill>
                <a:latin typeface="+mn-ea"/>
                <a:cs typeface="+mn-ea"/>
                <a:sym typeface="+mn-lt"/>
              </a:rPr>
              <a:t>请输入标题</a:t>
            </a:r>
            <a:endParaRPr kumimoji="1" lang="zh-CN" altLang="en-US" sz="1400" dirty="0">
              <a:solidFill>
                <a:schemeClr val="tx2"/>
              </a:solidFill>
              <a:latin typeface="+mn-ea"/>
              <a:cs typeface="+mn-ea"/>
              <a:sym typeface="+mn-lt"/>
            </a:endParaRPr>
          </a:p>
        </p:txBody>
      </p:sp>
      <p:sp>
        <p:nvSpPr>
          <p:cNvPr id="11" name="文本框 10"/>
          <p:cNvSpPr txBox="1"/>
          <p:nvPr/>
        </p:nvSpPr>
        <p:spPr>
          <a:xfrm>
            <a:off x="8117914" y="3219955"/>
            <a:ext cx="1189562" cy="307777"/>
          </a:xfrm>
          <a:prstGeom prst="rect">
            <a:avLst/>
          </a:prstGeom>
          <a:noFill/>
        </p:spPr>
        <p:txBody>
          <a:bodyPr wrap="square" rtlCol="0">
            <a:spAutoFit/>
          </a:bodyPr>
          <a:lstStyle/>
          <a:p>
            <a:pPr algn="dist"/>
            <a:r>
              <a:rPr kumimoji="1" lang="zh-CN" altLang="en-US" sz="1400" dirty="0">
                <a:solidFill>
                  <a:schemeClr val="tx2"/>
                </a:solidFill>
                <a:latin typeface="+mn-ea"/>
                <a:cs typeface="+mn-ea"/>
                <a:sym typeface="+mn-lt"/>
              </a:rPr>
              <a:t>请输入标题</a:t>
            </a:r>
            <a:endParaRPr kumimoji="1" lang="zh-CN" altLang="en-US" sz="1400" dirty="0">
              <a:solidFill>
                <a:schemeClr val="tx2"/>
              </a:solidFill>
              <a:latin typeface="+mn-ea"/>
              <a:cs typeface="+mn-ea"/>
              <a:sym typeface="+mn-lt"/>
            </a:endParaRPr>
          </a:p>
        </p:txBody>
      </p:sp>
      <p:sp>
        <p:nvSpPr>
          <p:cNvPr id="12" name="矩形 11"/>
          <p:cNvSpPr/>
          <p:nvPr/>
        </p:nvSpPr>
        <p:spPr>
          <a:xfrm>
            <a:off x="7611069" y="4459743"/>
            <a:ext cx="2254620" cy="1160045"/>
          </a:xfrm>
          <a:prstGeom prst="rect">
            <a:avLst/>
          </a:prstGeom>
          <a:solidFill>
            <a:schemeClr val="bg1"/>
          </a:solidFill>
          <a:ln>
            <a:noFill/>
          </a:ln>
          <a:effectLst>
            <a:outerShdw blurRad="76200" dist="38100" dir="2700000" algn="tl" rotWithShape="0">
              <a:prstClr val="black">
                <a:alpha val="2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3" name="文本框 12"/>
          <p:cNvSpPr txBox="1"/>
          <p:nvPr/>
        </p:nvSpPr>
        <p:spPr>
          <a:xfrm>
            <a:off x="7668051" y="4985531"/>
            <a:ext cx="2139763" cy="497765"/>
          </a:xfrm>
          <a:prstGeom prst="rect">
            <a:avLst/>
          </a:prstGeom>
          <a:noFill/>
        </p:spPr>
        <p:txBody>
          <a:bodyPr wrap="square" rtlCol="0">
            <a:spAutoFit/>
          </a:bodyPr>
          <a:lstStyle/>
          <a:p>
            <a:pPr>
              <a:lnSpc>
                <a:spcPct val="130000"/>
              </a:lnSpc>
            </a:pPr>
            <a:r>
              <a:rPr kumimoji="1" lang="zh-CN" altLang="en-US" sz="1100" dirty="0">
                <a:solidFill>
                  <a:schemeClr val="bg1">
                    <a:lumMod val="50000"/>
                  </a:schemeClr>
                </a:solidFill>
                <a:latin typeface="+mn-ea"/>
                <a:cs typeface="+mn-ea"/>
                <a:sym typeface="+mn-lt"/>
              </a:rPr>
              <a:t>感谢您使用我们的</a:t>
            </a:r>
            <a:r>
              <a:rPr kumimoji="1" lang="en-US" altLang="zh-CN" sz="1100" dirty="0">
                <a:solidFill>
                  <a:schemeClr val="bg1">
                    <a:lumMod val="50000"/>
                  </a:schemeClr>
                </a:solidFill>
                <a:latin typeface="+mn-ea"/>
                <a:cs typeface="+mn-ea"/>
                <a:sym typeface="+mn-lt"/>
              </a:rPr>
              <a:t>PPT</a:t>
            </a:r>
            <a:r>
              <a:rPr kumimoji="1" lang="zh-CN" altLang="en-US" sz="1100" dirty="0">
                <a:solidFill>
                  <a:schemeClr val="bg1">
                    <a:lumMod val="50000"/>
                  </a:schemeClr>
                </a:solidFill>
                <a:latin typeface="+mn-ea"/>
                <a:cs typeface="+mn-ea"/>
                <a:sym typeface="+mn-lt"/>
              </a:rPr>
              <a:t>模板，请在此输入您需要的文字内容。</a:t>
            </a:r>
            <a:endParaRPr kumimoji="1" lang="zh-CN" altLang="en-US" sz="1100" dirty="0">
              <a:solidFill>
                <a:schemeClr val="bg1">
                  <a:lumMod val="50000"/>
                </a:schemeClr>
              </a:solidFill>
              <a:latin typeface="+mn-ea"/>
              <a:cs typeface="+mn-ea"/>
              <a:sym typeface="+mn-lt"/>
            </a:endParaRPr>
          </a:p>
        </p:txBody>
      </p:sp>
      <p:sp>
        <p:nvSpPr>
          <p:cNvPr id="14" name="Freeform 66"/>
          <p:cNvSpPr>
            <a:spLocks noEditPoints="1"/>
          </p:cNvSpPr>
          <p:nvPr/>
        </p:nvSpPr>
        <p:spPr bwMode="auto">
          <a:xfrm>
            <a:off x="7806126" y="4660052"/>
            <a:ext cx="284777" cy="283753"/>
          </a:xfrm>
          <a:custGeom>
            <a:avLst/>
            <a:gdLst>
              <a:gd name="T0" fmla="*/ 3130 w 3331"/>
              <a:gd name="T1" fmla="*/ 1290 h 3328"/>
              <a:gd name="T2" fmla="*/ 3082 w 3331"/>
              <a:gd name="T3" fmla="*/ 1039 h 3328"/>
              <a:gd name="T4" fmla="*/ 2984 w 3331"/>
              <a:gd name="T5" fmla="*/ 809 h 3328"/>
              <a:gd name="T6" fmla="*/ 2841 w 3331"/>
              <a:gd name="T7" fmla="*/ 606 h 3328"/>
              <a:gd name="T8" fmla="*/ 2661 w 3331"/>
              <a:gd name="T9" fmla="*/ 438 h 3328"/>
              <a:gd name="T10" fmla="*/ 2449 w 3331"/>
              <a:gd name="T11" fmla="*/ 310 h 3328"/>
              <a:gd name="T12" fmla="*/ 2210 w 3331"/>
              <a:gd name="T13" fmla="*/ 227 h 3328"/>
              <a:gd name="T14" fmla="*/ 1571 w 3331"/>
              <a:gd name="T15" fmla="*/ 185 h 3328"/>
              <a:gd name="T16" fmla="*/ 1632 w 3331"/>
              <a:gd name="T17" fmla="*/ 207 h 3328"/>
              <a:gd name="T18" fmla="*/ 1666 w 3331"/>
              <a:gd name="T19" fmla="*/ 261 h 3328"/>
              <a:gd name="T20" fmla="*/ 1672 w 3331"/>
              <a:gd name="T21" fmla="*/ 1578 h 3328"/>
              <a:gd name="T22" fmla="*/ 1708 w 3331"/>
              <a:gd name="T23" fmla="*/ 1635 h 3328"/>
              <a:gd name="T24" fmla="*/ 1773 w 3331"/>
              <a:gd name="T25" fmla="*/ 1659 h 3328"/>
              <a:gd name="T26" fmla="*/ 3087 w 3331"/>
              <a:gd name="T27" fmla="*/ 1669 h 3328"/>
              <a:gd name="T28" fmla="*/ 3132 w 3331"/>
              <a:gd name="T29" fmla="*/ 1714 h 3328"/>
              <a:gd name="T30" fmla="*/ 3139 w 3331"/>
              <a:gd name="T31" fmla="*/ 1846 h 3328"/>
              <a:gd name="T32" fmla="*/ 3103 w 3331"/>
              <a:gd name="T33" fmla="*/ 2109 h 3328"/>
              <a:gd name="T34" fmla="*/ 3023 w 3331"/>
              <a:gd name="T35" fmla="*/ 2358 h 3328"/>
              <a:gd name="T36" fmla="*/ 2903 w 3331"/>
              <a:gd name="T37" fmla="*/ 2590 h 3328"/>
              <a:gd name="T38" fmla="*/ 2743 w 3331"/>
              <a:gd name="T39" fmla="*/ 2802 h 3328"/>
              <a:gd name="T40" fmla="*/ 2549 w 3331"/>
              <a:gd name="T41" fmla="*/ 2986 h 3328"/>
              <a:gd name="T42" fmla="*/ 2330 w 3331"/>
              <a:gd name="T43" fmla="*/ 3133 h 3328"/>
              <a:gd name="T44" fmla="*/ 2091 w 3331"/>
              <a:gd name="T45" fmla="*/ 3240 h 3328"/>
              <a:gd name="T46" fmla="*/ 1837 w 3331"/>
              <a:gd name="T47" fmla="*/ 3305 h 3328"/>
              <a:gd name="T48" fmla="*/ 1571 w 3331"/>
              <a:gd name="T49" fmla="*/ 3328 h 3328"/>
              <a:gd name="T50" fmla="*/ 1440 w 3331"/>
              <a:gd name="T51" fmla="*/ 3322 h 3328"/>
              <a:gd name="T52" fmla="*/ 1169 w 3331"/>
              <a:gd name="T53" fmla="*/ 3276 h 3328"/>
              <a:gd name="T54" fmla="*/ 912 w 3331"/>
              <a:gd name="T55" fmla="*/ 3182 h 3328"/>
              <a:gd name="T56" fmla="*/ 674 w 3331"/>
              <a:gd name="T57" fmla="*/ 3046 h 3328"/>
              <a:gd name="T58" fmla="*/ 460 w 3331"/>
              <a:gd name="T59" fmla="*/ 2866 h 3328"/>
              <a:gd name="T60" fmla="*/ 281 w 3331"/>
              <a:gd name="T61" fmla="*/ 2653 h 3328"/>
              <a:gd name="T62" fmla="*/ 145 w 3331"/>
              <a:gd name="T63" fmla="*/ 2415 h 3328"/>
              <a:gd name="T64" fmla="*/ 51 w 3331"/>
              <a:gd name="T65" fmla="*/ 2158 h 3328"/>
              <a:gd name="T66" fmla="*/ 4 w 3331"/>
              <a:gd name="T67" fmla="*/ 1887 h 3328"/>
              <a:gd name="T68" fmla="*/ 5 w 3331"/>
              <a:gd name="T69" fmla="*/ 1613 h 3328"/>
              <a:gd name="T70" fmla="*/ 52 w 3331"/>
              <a:gd name="T71" fmla="*/ 1349 h 3328"/>
              <a:gd name="T72" fmla="*/ 142 w 3331"/>
              <a:gd name="T73" fmla="*/ 1100 h 3328"/>
              <a:gd name="T74" fmla="*/ 274 w 3331"/>
              <a:gd name="T75" fmla="*/ 868 h 3328"/>
              <a:gd name="T76" fmla="*/ 446 w 3331"/>
              <a:gd name="T77" fmla="*/ 659 h 3328"/>
              <a:gd name="T78" fmla="*/ 651 w 3331"/>
              <a:gd name="T79" fmla="*/ 482 h 3328"/>
              <a:gd name="T80" fmla="*/ 880 w 3331"/>
              <a:gd name="T81" fmla="*/ 344 h 3328"/>
              <a:gd name="T82" fmla="*/ 1128 w 3331"/>
              <a:gd name="T83" fmla="*/ 249 h 3328"/>
              <a:gd name="T84" fmla="*/ 1389 w 3331"/>
              <a:gd name="T85" fmla="*/ 196 h 3328"/>
              <a:gd name="T86" fmla="*/ 1943 w 3331"/>
              <a:gd name="T87" fmla="*/ 0 h 3328"/>
              <a:gd name="T88" fmla="*/ 2222 w 3331"/>
              <a:gd name="T89" fmla="*/ 29 h 3328"/>
              <a:gd name="T90" fmla="*/ 2482 w 3331"/>
              <a:gd name="T91" fmla="*/ 109 h 3328"/>
              <a:gd name="T92" fmla="*/ 2718 w 3331"/>
              <a:gd name="T93" fmla="*/ 237 h 3328"/>
              <a:gd name="T94" fmla="*/ 2923 w 3331"/>
              <a:gd name="T95" fmla="*/ 407 h 3328"/>
              <a:gd name="T96" fmla="*/ 3094 w 3331"/>
              <a:gd name="T97" fmla="*/ 613 h 3328"/>
              <a:gd name="T98" fmla="*/ 3222 w 3331"/>
              <a:gd name="T99" fmla="*/ 848 h 3328"/>
              <a:gd name="T100" fmla="*/ 3302 w 3331"/>
              <a:gd name="T101" fmla="*/ 1109 h 3328"/>
              <a:gd name="T102" fmla="*/ 3331 w 3331"/>
              <a:gd name="T103" fmla="*/ 1388 h 3328"/>
              <a:gd name="T104" fmla="*/ 3310 w 3331"/>
              <a:gd name="T105" fmla="*/ 1449 h 3328"/>
              <a:gd name="T106" fmla="*/ 3256 w 3331"/>
              <a:gd name="T107" fmla="*/ 1484 h 3328"/>
              <a:gd name="T108" fmla="*/ 1920 w 3331"/>
              <a:gd name="T109" fmla="*/ 1484 h 3328"/>
              <a:gd name="T110" fmla="*/ 1866 w 3331"/>
              <a:gd name="T111" fmla="*/ 1449 h 3328"/>
              <a:gd name="T112" fmla="*/ 1844 w 3331"/>
              <a:gd name="T113" fmla="*/ 1388 h 3328"/>
              <a:gd name="T114" fmla="*/ 1854 w 3331"/>
              <a:gd name="T115" fmla="*/ 55 h 3328"/>
              <a:gd name="T116" fmla="*/ 1899 w 3331"/>
              <a:gd name="T117" fmla="*/ 10 h 3328"/>
              <a:gd name="T118" fmla="*/ 1943 w 3331"/>
              <a:gd name="T119" fmla="*/ 0 h 33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3331" h="3328">
                <a:moveTo>
                  <a:pt x="2040" y="201"/>
                </a:moveTo>
                <a:lnTo>
                  <a:pt x="2040" y="1290"/>
                </a:lnTo>
                <a:lnTo>
                  <a:pt x="3130" y="1290"/>
                </a:lnTo>
                <a:lnTo>
                  <a:pt x="3120" y="1204"/>
                </a:lnTo>
                <a:lnTo>
                  <a:pt x="3104" y="1120"/>
                </a:lnTo>
                <a:lnTo>
                  <a:pt x="3082" y="1039"/>
                </a:lnTo>
                <a:lnTo>
                  <a:pt x="3055" y="959"/>
                </a:lnTo>
                <a:lnTo>
                  <a:pt x="3021" y="882"/>
                </a:lnTo>
                <a:lnTo>
                  <a:pt x="2984" y="809"/>
                </a:lnTo>
                <a:lnTo>
                  <a:pt x="2941" y="737"/>
                </a:lnTo>
                <a:lnTo>
                  <a:pt x="2893" y="670"/>
                </a:lnTo>
                <a:lnTo>
                  <a:pt x="2841" y="606"/>
                </a:lnTo>
                <a:lnTo>
                  <a:pt x="2785" y="546"/>
                </a:lnTo>
                <a:lnTo>
                  <a:pt x="2725" y="490"/>
                </a:lnTo>
                <a:lnTo>
                  <a:pt x="2661" y="438"/>
                </a:lnTo>
                <a:lnTo>
                  <a:pt x="2593" y="390"/>
                </a:lnTo>
                <a:lnTo>
                  <a:pt x="2522" y="347"/>
                </a:lnTo>
                <a:lnTo>
                  <a:pt x="2449" y="310"/>
                </a:lnTo>
                <a:lnTo>
                  <a:pt x="2371" y="276"/>
                </a:lnTo>
                <a:lnTo>
                  <a:pt x="2292" y="249"/>
                </a:lnTo>
                <a:lnTo>
                  <a:pt x="2210" y="227"/>
                </a:lnTo>
                <a:lnTo>
                  <a:pt x="2127" y="211"/>
                </a:lnTo>
                <a:lnTo>
                  <a:pt x="2040" y="201"/>
                </a:lnTo>
                <a:close/>
                <a:moveTo>
                  <a:pt x="1571" y="185"/>
                </a:moveTo>
                <a:lnTo>
                  <a:pt x="1593" y="189"/>
                </a:lnTo>
                <a:lnTo>
                  <a:pt x="1614" y="196"/>
                </a:lnTo>
                <a:lnTo>
                  <a:pt x="1632" y="207"/>
                </a:lnTo>
                <a:lnTo>
                  <a:pt x="1647" y="222"/>
                </a:lnTo>
                <a:lnTo>
                  <a:pt x="1658" y="240"/>
                </a:lnTo>
                <a:lnTo>
                  <a:pt x="1666" y="261"/>
                </a:lnTo>
                <a:lnTo>
                  <a:pt x="1669" y="284"/>
                </a:lnTo>
                <a:lnTo>
                  <a:pt x="1669" y="1555"/>
                </a:lnTo>
                <a:lnTo>
                  <a:pt x="1672" y="1578"/>
                </a:lnTo>
                <a:lnTo>
                  <a:pt x="1680" y="1600"/>
                </a:lnTo>
                <a:lnTo>
                  <a:pt x="1692" y="1619"/>
                </a:lnTo>
                <a:lnTo>
                  <a:pt x="1708" y="1635"/>
                </a:lnTo>
                <a:lnTo>
                  <a:pt x="1728" y="1648"/>
                </a:lnTo>
                <a:lnTo>
                  <a:pt x="1749" y="1656"/>
                </a:lnTo>
                <a:lnTo>
                  <a:pt x="1773" y="1659"/>
                </a:lnTo>
                <a:lnTo>
                  <a:pt x="3044" y="1659"/>
                </a:lnTo>
                <a:lnTo>
                  <a:pt x="3067" y="1661"/>
                </a:lnTo>
                <a:lnTo>
                  <a:pt x="3087" y="1669"/>
                </a:lnTo>
                <a:lnTo>
                  <a:pt x="3106" y="1680"/>
                </a:lnTo>
                <a:lnTo>
                  <a:pt x="3121" y="1695"/>
                </a:lnTo>
                <a:lnTo>
                  <a:pt x="3132" y="1714"/>
                </a:lnTo>
                <a:lnTo>
                  <a:pt x="3139" y="1734"/>
                </a:lnTo>
                <a:lnTo>
                  <a:pt x="3142" y="1757"/>
                </a:lnTo>
                <a:lnTo>
                  <a:pt x="3139" y="1846"/>
                </a:lnTo>
                <a:lnTo>
                  <a:pt x="3132" y="1935"/>
                </a:lnTo>
                <a:lnTo>
                  <a:pt x="3120" y="2022"/>
                </a:lnTo>
                <a:lnTo>
                  <a:pt x="3103" y="2109"/>
                </a:lnTo>
                <a:lnTo>
                  <a:pt x="3081" y="2193"/>
                </a:lnTo>
                <a:lnTo>
                  <a:pt x="3055" y="2277"/>
                </a:lnTo>
                <a:lnTo>
                  <a:pt x="3023" y="2358"/>
                </a:lnTo>
                <a:lnTo>
                  <a:pt x="2988" y="2438"/>
                </a:lnTo>
                <a:lnTo>
                  <a:pt x="2948" y="2515"/>
                </a:lnTo>
                <a:lnTo>
                  <a:pt x="2903" y="2590"/>
                </a:lnTo>
                <a:lnTo>
                  <a:pt x="2854" y="2664"/>
                </a:lnTo>
                <a:lnTo>
                  <a:pt x="2801" y="2734"/>
                </a:lnTo>
                <a:lnTo>
                  <a:pt x="2743" y="2802"/>
                </a:lnTo>
                <a:lnTo>
                  <a:pt x="2682" y="2867"/>
                </a:lnTo>
                <a:lnTo>
                  <a:pt x="2617" y="2928"/>
                </a:lnTo>
                <a:lnTo>
                  <a:pt x="2549" y="2986"/>
                </a:lnTo>
                <a:lnTo>
                  <a:pt x="2478" y="3039"/>
                </a:lnTo>
                <a:lnTo>
                  <a:pt x="2405" y="3088"/>
                </a:lnTo>
                <a:lnTo>
                  <a:pt x="2330" y="3133"/>
                </a:lnTo>
                <a:lnTo>
                  <a:pt x="2252" y="3173"/>
                </a:lnTo>
                <a:lnTo>
                  <a:pt x="2173" y="3208"/>
                </a:lnTo>
                <a:lnTo>
                  <a:pt x="2091" y="3240"/>
                </a:lnTo>
                <a:lnTo>
                  <a:pt x="2008" y="3266"/>
                </a:lnTo>
                <a:lnTo>
                  <a:pt x="1922" y="3288"/>
                </a:lnTo>
                <a:lnTo>
                  <a:pt x="1837" y="3305"/>
                </a:lnTo>
                <a:lnTo>
                  <a:pt x="1749" y="3317"/>
                </a:lnTo>
                <a:lnTo>
                  <a:pt x="1660" y="3325"/>
                </a:lnTo>
                <a:lnTo>
                  <a:pt x="1571" y="3328"/>
                </a:lnTo>
                <a:lnTo>
                  <a:pt x="1571" y="3328"/>
                </a:lnTo>
                <a:lnTo>
                  <a:pt x="1533" y="3328"/>
                </a:lnTo>
                <a:lnTo>
                  <a:pt x="1440" y="3322"/>
                </a:lnTo>
                <a:lnTo>
                  <a:pt x="1349" y="3312"/>
                </a:lnTo>
                <a:lnTo>
                  <a:pt x="1258" y="3296"/>
                </a:lnTo>
                <a:lnTo>
                  <a:pt x="1169" y="3276"/>
                </a:lnTo>
                <a:lnTo>
                  <a:pt x="1082" y="3249"/>
                </a:lnTo>
                <a:lnTo>
                  <a:pt x="995" y="3219"/>
                </a:lnTo>
                <a:lnTo>
                  <a:pt x="912" y="3182"/>
                </a:lnTo>
                <a:lnTo>
                  <a:pt x="830" y="3141"/>
                </a:lnTo>
                <a:lnTo>
                  <a:pt x="751" y="3095"/>
                </a:lnTo>
                <a:lnTo>
                  <a:pt x="674" y="3046"/>
                </a:lnTo>
                <a:lnTo>
                  <a:pt x="600" y="2990"/>
                </a:lnTo>
                <a:lnTo>
                  <a:pt x="529" y="2930"/>
                </a:lnTo>
                <a:lnTo>
                  <a:pt x="460" y="2866"/>
                </a:lnTo>
                <a:lnTo>
                  <a:pt x="396" y="2798"/>
                </a:lnTo>
                <a:lnTo>
                  <a:pt x="337" y="2727"/>
                </a:lnTo>
                <a:lnTo>
                  <a:pt x="281" y="2653"/>
                </a:lnTo>
                <a:lnTo>
                  <a:pt x="231" y="2576"/>
                </a:lnTo>
                <a:lnTo>
                  <a:pt x="185" y="2497"/>
                </a:lnTo>
                <a:lnTo>
                  <a:pt x="145" y="2415"/>
                </a:lnTo>
                <a:lnTo>
                  <a:pt x="108" y="2332"/>
                </a:lnTo>
                <a:lnTo>
                  <a:pt x="77" y="2245"/>
                </a:lnTo>
                <a:lnTo>
                  <a:pt x="51" y="2158"/>
                </a:lnTo>
                <a:lnTo>
                  <a:pt x="31" y="2069"/>
                </a:lnTo>
                <a:lnTo>
                  <a:pt x="14" y="1978"/>
                </a:lnTo>
                <a:lnTo>
                  <a:pt x="4" y="1887"/>
                </a:lnTo>
                <a:lnTo>
                  <a:pt x="0" y="1794"/>
                </a:lnTo>
                <a:lnTo>
                  <a:pt x="0" y="1704"/>
                </a:lnTo>
                <a:lnTo>
                  <a:pt x="5" y="1613"/>
                </a:lnTo>
                <a:lnTo>
                  <a:pt x="16" y="1524"/>
                </a:lnTo>
                <a:lnTo>
                  <a:pt x="32" y="1436"/>
                </a:lnTo>
                <a:lnTo>
                  <a:pt x="52" y="1349"/>
                </a:lnTo>
                <a:lnTo>
                  <a:pt x="77" y="1265"/>
                </a:lnTo>
                <a:lnTo>
                  <a:pt x="107" y="1181"/>
                </a:lnTo>
                <a:lnTo>
                  <a:pt x="142" y="1100"/>
                </a:lnTo>
                <a:lnTo>
                  <a:pt x="181" y="1020"/>
                </a:lnTo>
                <a:lnTo>
                  <a:pt x="225" y="943"/>
                </a:lnTo>
                <a:lnTo>
                  <a:pt x="274" y="868"/>
                </a:lnTo>
                <a:lnTo>
                  <a:pt x="327" y="795"/>
                </a:lnTo>
                <a:lnTo>
                  <a:pt x="384" y="726"/>
                </a:lnTo>
                <a:lnTo>
                  <a:pt x="446" y="659"/>
                </a:lnTo>
                <a:lnTo>
                  <a:pt x="511" y="596"/>
                </a:lnTo>
                <a:lnTo>
                  <a:pt x="580" y="537"/>
                </a:lnTo>
                <a:lnTo>
                  <a:pt x="651" y="482"/>
                </a:lnTo>
                <a:lnTo>
                  <a:pt x="725" y="432"/>
                </a:lnTo>
                <a:lnTo>
                  <a:pt x="801" y="386"/>
                </a:lnTo>
                <a:lnTo>
                  <a:pt x="880" y="344"/>
                </a:lnTo>
                <a:lnTo>
                  <a:pt x="961" y="308"/>
                </a:lnTo>
                <a:lnTo>
                  <a:pt x="1043" y="276"/>
                </a:lnTo>
                <a:lnTo>
                  <a:pt x="1128" y="249"/>
                </a:lnTo>
                <a:lnTo>
                  <a:pt x="1213" y="226"/>
                </a:lnTo>
                <a:lnTo>
                  <a:pt x="1301" y="209"/>
                </a:lnTo>
                <a:lnTo>
                  <a:pt x="1389" y="196"/>
                </a:lnTo>
                <a:lnTo>
                  <a:pt x="1480" y="189"/>
                </a:lnTo>
                <a:lnTo>
                  <a:pt x="1571" y="185"/>
                </a:lnTo>
                <a:close/>
                <a:moveTo>
                  <a:pt x="1943" y="0"/>
                </a:moveTo>
                <a:lnTo>
                  <a:pt x="2037" y="3"/>
                </a:lnTo>
                <a:lnTo>
                  <a:pt x="2130" y="13"/>
                </a:lnTo>
                <a:lnTo>
                  <a:pt x="2222" y="29"/>
                </a:lnTo>
                <a:lnTo>
                  <a:pt x="2311" y="50"/>
                </a:lnTo>
                <a:lnTo>
                  <a:pt x="2398" y="77"/>
                </a:lnTo>
                <a:lnTo>
                  <a:pt x="2482" y="109"/>
                </a:lnTo>
                <a:lnTo>
                  <a:pt x="2564" y="147"/>
                </a:lnTo>
                <a:lnTo>
                  <a:pt x="2642" y="190"/>
                </a:lnTo>
                <a:lnTo>
                  <a:pt x="2718" y="237"/>
                </a:lnTo>
                <a:lnTo>
                  <a:pt x="2790" y="289"/>
                </a:lnTo>
                <a:lnTo>
                  <a:pt x="2858" y="346"/>
                </a:lnTo>
                <a:lnTo>
                  <a:pt x="2923" y="407"/>
                </a:lnTo>
                <a:lnTo>
                  <a:pt x="2985" y="472"/>
                </a:lnTo>
                <a:lnTo>
                  <a:pt x="3041" y="541"/>
                </a:lnTo>
                <a:lnTo>
                  <a:pt x="3094" y="613"/>
                </a:lnTo>
                <a:lnTo>
                  <a:pt x="3140" y="688"/>
                </a:lnTo>
                <a:lnTo>
                  <a:pt x="3183" y="767"/>
                </a:lnTo>
                <a:lnTo>
                  <a:pt x="3222" y="848"/>
                </a:lnTo>
                <a:lnTo>
                  <a:pt x="3253" y="933"/>
                </a:lnTo>
                <a:lnTo>
                  <a:pt x="3281" y="1019"/>
                </a:lnTo>
                <a:lnTo>
                  <a:pt x="3302" y="1109"/>
                </a:lnTo>
                <a:lnTo>
                  <a:pt x="3318" y="1200"/>
                </a:lnTo>
                <a:lnTo>
                  <a:pt x="3328" y="1293"/>
                </a:lnTo>
                <a:lnTo>
                  <a:pt x="3331" y="1388"/>
                </a:lnTo>
                <a:lnTo>
                  <a:pt x="3328" y="1410"/>
                </a:lnTo>
                <a:lnTo>
                  <a:pt x="3321" y="1431"/>
                </a:lnTo>
                <a:lnTo>
                  <a:pt x="3310" y="1449"/>
                </a:lnTo>
                <a:lnTo>
                  <a:pt x="3294" y="1464"/>
                </a:lnTo>
                <a:lnTo>
                  <a:pt x="3276" y="1477"/>
                </a:lnTo>
                <a:lnTo>
                  <a:pt x="3256" y="1484"/>
                </a:lnTo>
                <a:lnTo>
                  <a:pt x="3232" y="1486"/>
                </a:lnTo>
                <a:lnTo>
                  <a:pt x="1943" y="1486"/>
                </a:lnTo>
                <a:lnTo>
                  <a:pt x="1920" y="1484"/>
                </a:lnTo>
                <a:lnTo>
                  <a:pt x="1899" y="1477"/>
                </a:lnTo>
                <a:lnTo>
                  <a:pt x="1881" y="1464"/>
                </a:lnTo>
                <a:lnTo>
                  <a:pt x="1866" y="1449"/>
                </a:lnTo>
                <a:lnTo>
                  <a:pt x="1854" y="1431"/>
                </a:lnTo>
                <a:lnTo>
                  <a:pt x="1847" y="1410"/>
                </a:lnTo>
                <a:lnTo>
                  <a:pt x="1844" y="1388"/>
                </a:lnTo>
                <a:lnTo>
                  <a:pt x="1844" y="98"/>
                </a:lnTo>
                <a:lnTo>
                  <a:pt x="1847" y="75"/>
                </a:lnTo>
                <a:lnTo>
                  <a:pt x="1854" y="55"/>
                </a:lnTo>
                <a:lnTo>
                  <a:pt x="1866" y="37"/>
                </a:lnTo>
                <a:lnTo>
                  <a:pt x="1881" y="22"/>
                </a:lnTo>
                <a:lnTo>
                  <a:pt x="1899" y="10"/>
                </a:lnTo>
                <a:lnTo>
                  <a:pt x="1920" y="3"/>
                </a:lnTo>
                <a:lnTo>
                  <a:pt x="1943" y="0"/>
                </a:lnTo>
                <a:lnTo>
                  <a:pt x="1943" y="0"/>
                </a:lnTo>
                <a:close/>
              </a:path>
            </a:pathLst>
          </a:custGeom>
          <a:solidFill>
            <a:schemeClr val="tx2"/>
          </a:solidFill>
          <a:ln w="0">
            <a:noFill/>
            <a:prstDash val="solid"/>
            <a:round/>
          </a:ln>
        </p:spPr>
        <p:txBody>
          <a:bodyPr vert="horz" wrap="square" lIns="91440" tIns="45720" rIns="91440" bIns="45720" numCol="1" anchor="t" anchorCtr="0" compatLnSpc="1"/>
          <a:lstStyle/>
          <a:p>
            <a:endParaRPr lang="en-US">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15" name="文本框 14"/>
          <p:cNvSpPr txBox="1"/>
          <p:nvPr/>
        </p:nvSpPr>
        <p:spPr>
          <a:xfrm>
            <a:off x="8117914" y="4636028"/>
            <a:ext cx="1189562" cy="307777"/>
          </a:xfrm>
          <a:prstGeom prst="rect">
            <a:avLst/>
          </a:prstGeom>
          <a:noFill/>
        </p:spPr>
        <p:txBody>
          <a:bodyPr wrap="square" rtlCol="0">
            <a:spAutoFit/>
          </a:bodyPr>
          <a:lstStyle/>
          <a:p>
            <a:pPr algn="dist"/>
            <a:r>
              <a:rPr kumimoji="1" lang="zh-CN" altLang="en-US" sz="1400" dirty="0">
                <a:solidFill>
                  <a:schemeClr val="tx2"/>
                </a:solidFill>
                <a:latin typeface="+mn-ea"/>
                <a:cs typeface="+mn-ea"/>
                <a:sym typeface="+mn-lt"/>
              </a:rPr>
              <a:t>请输入标题</a:t>
            </a:r>
            <a:endParaRPr kumimoji="1" lang="zh-CN" altLang="en-US" sz="1400" dirty="0">
              <a:solidFill>
                <a:schemeClr val="tx2"/>
              </a:solidFill>
              <a:latin typeface="+mn-ea"/>
              <a:cs typeface="+mn-ea"/>
              <a:sym typeface="+mn-lt"/>
            </a:endParaRPr>
          </a:p>
        </p:txBody>
      </p:sp>
      <p:sp>
        <p:nvSpPr>
          <p:cNvPr id="16" name="자유형: 도형 29"/>
          <p:cNvSpPr/>
          <p:nvPr/>
        </p:nvSpPr>
        <p:spPr>
          <a:xfrm>
            <a:off x="1285605" y="4715528"/>
            <a:ext cx="158781" cy="84683"/>
          </a:xfrm>
          <a:custGeom>
            <a:avLst/>
            <a:gdLst>
              <a:gd name="connsiteX0" fmla="*/ 107442 w 142875"/>
              <a:gd name="connsiteY0" fmla="*/ 7144 h 76200"/>
              <a:gd name="connsiteX1" fmla="*/ 40577 w 142875"/>
              <a:gd name="connsiteY1" fmla="*/ 7144 h 76200"/>
              <a:gd name="connsiteX2" fmla="*/ 7144 w 142875"/>
              <a:gd name="connsiteY2" fmla="*/ 40577 h 76200"/>
              <a:gd name="connsiteX3" fmla="*/ 40577 w 142875"/>
              <a:gd name="connsiteY3" fmla="*/ 74009 h 76200"/>
              <a:gd name="connsiteX4" fmla="*/ 107442 w 142875"/>
              <a:gd name="connsiteY4" fmla="*/ 74009 h 76200"/>
              <a:gd name="connsiteX5" fmla="*/ 140875 w 142875"/>
              <a:gd name="connsiteY5" fmla="*/ 40577 h 76200"/>
              <a:gd name="connsiteX6" fmla="*/ 107442 w 142875"/>
              <a:gd name="connsiteY6" fmla="*/ 7144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2875" h="76200">
                <a:moveTo>
                  <a:pt x="107442" y="7144"/>
                </a:moveTo>
                <a:lnTo>
                  <a:pt x="40577" y="7144"/>
                </a:lnTo>
                <a:cubicBezTo>
                  <a:pt x="22098" y="7144"/>
                  <a:pt x="7144" y="22098"/>
                  <a:pt x="7144" y="40577"/>
                </a:cubicBezTo>
                <a:cubicBezTo>
                  <a:pt x="7144" y="59055"/>
                  <a:pt x="22098" y="74009"/>
                  <a:pt x="40577" y="74009"/>
                </a:cubicBezTo>
                <a:lnTo>
                  <a:pt x="107442" y="74009"/>
                </a:lnTo>
                <a:cubicBezTo>
                  <a:pt x="125921" y="74009"/>
                  <a:pt x="140875" y="59055"/>
                  <a:pt x="140875" y="40577"/>
                </a:cubicBezTo>
                <a:cubicBezTo>
                  <a:pt x="140875" y="22098"/>
                  <a:pt x="125825" y="7144"/>
                  <a:pt x="107442" y="7144"/>
                </a:cubicBezTo>
                <a:close/>
              </a:path>
            </a:pathLst>
          </a:custGeom>
          <a:solidFill>
            <a:schemeClr val="tx2"/>
          </a:solidFill>
          <a:ln w="9525" cap="flat">
            <a:noFill/>
            <a:prstDash val="solid"/>
            <a:miter/>
          </a:ln>
        </p:spPr>
        <p:txBody>
          <a:bodyPr rtlCol="0" anchor="ctr"/>
          <a:lstStyle/>
          <a:p>
            <a:endParaRPr lang="ko-KR" altLang="en-US">
              <a:solidFill>
                <a:schemeClr val="tx1">
                  <a:lumMod val="50000"/>
                  <a:lumOff val="50000"/>
                </a:schemeClr>
              </a:solidFill>
            </a:endParaRPr>
          </a:p>
        </p:txBody>
      </p:sp>
      <p:sp>
        <p:nvSpPr>
          <p:cNvPr id="17" name="자유형: 도형 30"/>
          <p:cNvSpPr/>
          <p:nvPr/>
        </p:nvSpPr>
        <p:spPr>
          <a:xfrm>
            <a:off x="1198911" y="4740297"/>
            <a:ext cx="328147" cy="412830"/>
          </a:xfrm>
          <a:custGeom>
            <a:avLst/>
            <a:gdLst>
              <a:gd name="connsiteX0" fmla="*/ 263462 w 295275"/>
              <a:gd name="connsiteY0" fmla="*/ 7144 h 371475"/>
              <a:gd name="connsiteX1" fmla="*/ 240030 w 295275"/>
              <a:gd name="connsiteY1" fmla="*/ 7144 h 371475"/>
              <a:gd name="connsiteX2" fmla="*/ 241173 w 295275"/>
              <a:gd name="connsiteY2" fmla="*/ 18288 h 371475"/>
              <a:gd name="connsiteX3" fmla="*/ 185452 w 295275"/>
              <a:gd name="connsiteY3" fmla="*/ 74009 h 371475"/>
              <a:gd name="connsiteX4" fmla="*/ 118586 w 295275"/>
              <a:gd name="connsiteY4" fmla="*/ 74009 h 371475"/>
              <a:gd name="connsiteX5" fmla="*/ 62865 w 295275"/>
              <a:gd name="connsiteY5" fmla="*/ 18288 h 371475"/>
              <a:gd name="connsiteX6" fmla="*/ 64008 w 295275"/>
              <a:gd name="connsiteY6" fmla="*/ 7144 h 371475"/>
              <a:gd name="connsiteX7" fmla="*/ 40577 w 295275"/>
              <a:gd name="connsiteY7" fmla="*/ 7144 h 371475"/>
              <a:gd name="connsiteX8" fmla="*/ 7144 w 295275"/>
              <a:gd name="connsiteY8" fmla="*/ 40577 h 371475"/>
              <a:gd name="connsiteX9" fmla="*/ 7144 w 295275"/>
              <a:gd name="connsiteY9" fmla="*/ 331851 h 371475"/>
              <a:gd name="connsiteX10" fmla="*/ 40577 w 295275"/>
              <a:gd name="connsiteY10" fmla="*/ 365284 h 371475"/>
              <a:gd name="connsiteX11" fmla="*/ 263462 w 295275"/>
              <a:gd name="connsiteY11" fmla="*/ 365284 h 371475"/>
              <a:gd name="connsiteX12" fmla="*/ 296894 w 295275"/>
              <a:gd name="connsiteY12" fmla="*/ 331851 h 371475"/>
              <a:gd name="connsiteX13" fmla="*/ 296894 w 295275"/>
              <a:gd name="connsiteY13" fmla="*/ 40577 h 371475"/>
              <a:gd name="connsiteX14" fmla="*/ 263462 w 295275"/>
              <a:gd name="connsiteY14" fmla="*/ 7144 h 371475"/>
              <a:gd name="connsiteX15" fmla="*/ 115253 w 295275"/>
              <a:gd name="connsiteY15" fmla="*/ 295085 h 371475"/>
              <a:gd name="connsiteX16" fmla="*/ 81820 w 295275"/>
              <a:gd name="connsiteY16" fmla="*/ 328517 h 371475"/>
              <a:gd name="connsiteX17" fmla="*/ 66104 w 295275"/>
              <a:gd name="connsiteY17" fmla="*/ 328517 h 371475"/>
              <a:gd name="connsiteX18" fmla="*/ 54959 w 295275"/>
              <a:gd name="connsiteY18" fmla="*/ 317373 h 371475"/>
              <a:gd name="connsiteX19" fmla="*/ 54959 w 295275"/>
              <a:gd name="connsiteY19" fmla="*/ 301657 h 371475"/>
              <a:gd name="connsiteX20" fmla="*/ 70676 w 295275"/>
              <a:gd name="connsiteY20" fmla="*/ 301657 h 371475"/>
              <a:gd name="connsiteX21" fmla="*/ 73914 w 295275"/>
              <a:gd name="connsiteY21" fmla="*/ 304895 h 371475"/>
              <a:gd name="connsiteX22" fmla="*/ 99441 w 295275"/>
              <a:gd name="connsiteY22" fmla="*/ 279368 h 371475"/>
              <a:gd name="connsiteX23" fmla="*/ 115157 w 295275"/>
              <a:gd name="connsiteY23" fmla="*/ 279368 h 371475"/>
              <a:gd name="connsiteX24" fmla="*/ 115253 w 295275"/>
              <a:gd name="connsiteY24" fmla="*/ 295085 h 371475"/>
              <a:gd name="connsiteX25" fmla="*/ 115253 w 295275"/>
              <a:gd name="connsiteY25" fmla="*/ 205264 h 371475"/>
              <a:gd name="connsiteX26" fmla="*/ 81820 w 295275"/>
              <a:gd name="connsiteY26" fmla="*/ 238697 h 371475"/>
              <a:gd name="connsiteX27" fmla="*/ 66104 w 295275"/>
              <a:gd name="connsiteY27" fmla="*/ 238697 h 371475"/>
              <a:gd name="connsiteX28" fmla="*/ 54959 w 295275"/>
              <a:gd name="connsiteY28" fmla="*/ 227552 h 371475"/>
              <a:gd name="connsiteX29" fmla="*/ 54959 w 295275"/>
              <a:gd name="connsiteY29" fmla="*/ 211836 h 371475"/>
              <a:gd name="connsiteX30" fmla="*/ 70676 w 295275"/>
              <a:gd name="connsiteY30" fmla="*/ 211836 h 371475"/>
              <a:gd name="connsiteX31" fmla="*/ 73914 w 295275"/>
              <a:gd name="connsiteY31" fmla="*/ 215075 h 371475"/>
              <a:gd name="connsiteX32" fmla="*/ 99441 w 295275"/>
              <a:gd name="connsiteY32" fmla="*/ 189548 h 371475"/>
              <a:gd name="connsiteX33" fmla="*/ 115157 w 295275"/>
              <a:gd name="connsiteY33" fmla="*/ 189548 h 371475"/>
              <a:gd name="connsiteX34" fmla="*/ 115253 w 295275"/>
              <a:gd name="connsiteY34" fmla="*/ 205264 h 371475"/>
              <a:gd name="connsiteX35" fmla="*/ 115253 w 295275"/>
              <a:gd name="connsiteY35" fmla="*/ 115348 h 371475"/>
              <a:gd name="connsiteX36" fmla="*/ 81820 w 295275"/>
              <a:gd name="connsiteY36" fmla="*/ 148781 h 371475"/>
              <a:gd name="connsiteX37" fmla="*/ 73914 w 295275"/>
              <a:gd name="connsiteY37" fmla="*/ 152019 h 371475"/>
              <a:gd name="connsiteX38" fmla="*/ 66008 w 295275"/>
              <a:gd name="connsiteY38" fmla="*/ 148781 h 371475"/>
              <a:gd name="connsiteX39" fmla="*/ 54864 w 295275"/>
              <a:gd name="connsiteY39" fmla="*/ 137636 h 371475"/>
              <a:gd name="connsiteX40" fmla="*/ 54864 w 295275"/>
              <a:gd name="connsiteY40" fmla="*/ 121920 h 371475"/>
              <a:gd name="connsiteX41" fmla="*/ 70580 w 295275"/>
              <a:gd name="connsiteY41" fmla="*/ 121920 h 371475"/>
              <a:gd name="connsiteX42" fmla="*/ 73819 w 295275"/>
              <a:gd name="connsiteY42" fmla="*/ 125159 h 371475"/>
              <a:gd name="connsiteX43" fmla="*/ 99346 w 295275"/>
              <a:gd name="connsiteY43" fmla="*/ 99632 h 371475"/>
              <a:gd name="connsiteX44" fmla="*/ 115062 w 295275"/>
              <a:gd name="connsiteY44" fmla="*/ 99632 h 371475"/>
              <a:gd name="connsiteX45" fmla="*/ 115253 w 295275"/>
              <a:gd name="connsiteY45" fmla="*/ 115348 h 371475"/>
              <a:gd name="connsiteX46" fmla="*/ 241173 w 295275"/>
              <a:gd name="connsiteY46" fmla="*/ 320707 h 371475"/>
              <a:gd name="connsiteX47" fmla="*/ 152019 w 295275"/>
              <a:gd name="connsiteY47" fmla="*/ 320707 h 371475"/>
              <a:gd name="connsiteX48" fmla="*/ 140875 w 295275"/>
              <a:gd name="connsiteY48" fmla="*/ 309563 h 371475"/>
              <a:gd name="connsiteX49" fmla="*/ 152019 w 295275"/>
              <a:gd name="connsiteY49" fmla="*/ 298418 h 371475"/>
              <a:gd name="connsiteX50" fmla="*/ 241173 w 295275"/>
              <a:gd name="connsiteY50" fmla="*/ 298418 h 371475"/>
              <a:gd name="connsiteX51" fmla="*/ 252317 w 295275"/>
              <a:gd name="connsiteY51" fmla="*/ 309563 h 371475"/>
              <a:gd name="connsiteX52" fmla="*/ 241173 w 295275"/>
              <a:gd name="connsiteY52" fmla="*/ 320707 h 371475"/>
              <a:gd name="connsiteX53" fmla="*/ 241173 w 295275"/>
              <a:gd name="connsiteY53" fmla="*/ 230791 h 371475"/>
              <a:gd name="connsiteX54" fmla="*/ 152019 w 295275"/>
              <a:gd name="connsiteY54" fmla="*/ 230791 h 371475"/>
              <a:gd name="connsiteX55" fmla="*/ 140875 w 295275"/>
              <a:gd name="connsiteY55" fmla="*/ 219647 h 371475"/>
              <a:gd name="connsiteX56" fmla="*/ 152019 w 295275"/>
              <a:gd name="connsiteY56" fmla="*/ 208502 h 371475"/>
              <a:gd name="connsiteX57" fmla="*/ 241173 w 295275"/>
              <a:gd name="connsiteY57" fmla="*/ 208502 h 371475"/>
              <a:gd name="connsiteX58" fmla="*/ 252317 w 295275"/>
              <a:gd name="connsiteY58" fmla="*/ 219647 h 371475"/>
              <a:gd name="connsiteX59" fmla="*/ 241173 w 295275"/>
              <a:gd name="connsiteY59" fmla="*/ 230791 h 371475"/>
              <a:gd name="connsiteX60" fmla="*/ 241173 w 295275"/>
              <a:gd name="connsiteY60" fmla="*/ 140875 h 371475"/>
              <a:gd name="connsiteX61" fmla="*/ 152019 w 295275"/>
              <a:gd name="connsiteY61" fmla="*/ 140875 h 371475"/>
              <a:gd name="connsiteX62" fmla="*/ 140875 w 295275"/>
              <a:gd name="connsiteY62" fmla="*/ 129731 h 371475"/>
              <a:gd name="connsiteX63" fmla="*/ 152019 w 295275"/>
              <a:gd name="connsiteY63" fmla="*/ 118586 h 371475"/>
              <a:gd name="connsiteX64" fmla="*/ 241173 w 295275"/>
              <a:gd name="connsiteY64" fmla="*/ 118586 h 371475"/>
              <a:gd name="connsiteX65" fmla="*/ 252317 w 295275"/>
              <a:gd name="connsiteY65" fmla="*/ 129731 h 371475"/>
              <a:gd name="connsiteX66" fmla="*/ 241173 w 295275"/>
              <a:gd name="connsiteY66" fmla="*/ 140875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295275" h="371475">
                <a:moveTo>
                  <a:pt x="263462" y="7144"/>
                </a:moveTo>
                <a:lnTo>
                  <a:pt x="240030" y="7144"/>
                </a:lnTo>
                <a:cubicBezTo>
                  <a:pt x="240792" y="10763"/>
                  <a:pt x="241173" y="14478"/>
                  <a:pt x="241173" y="18288"/>
                </a:cubicBezTo>
                <a:cubicBezTo>
                  <a:pt x="241173" y="49054"/>
                  <a:pt x="216218" y="74009"/>
                  <a:pt x="185452" y="74009"/>
                </a:cubicBezTo>
                <a:lnTo>
                  <a:pt x="118586" y="74009"/>
                </a:lnTo>
                <a:cubicBezTo>
                  <a:pt x="87821" y="74009"/>
                  <a:pt x="62865" y="49054"/>
                  <a:pt x="62865" y="18288"/>
                </a:cubicBezTo>
                <a:cubicBezTo>
                  <a:pt x="62865" y="14478"/>
                  <a:pt x="63246" y="10763"/>
                  <a:pt x="64008" y="7144"/>
                </a:cubicBezTo>
                <a:lnTo>
                  <a:pt x="40577" y="7144"/>
                </a:lnTo>
                <a:cubicBezTo>
                  <a:pt x="22098" y="7144"/>
                  <a:pt x="7144" y="22098"/>
                  <a:pt x="7144" y="40577"/>
                </a:cubicBezTo>
                <a:lnTo>
                  <a:pt x="7144" y="331851"/>
                </a:lnTo>
                <a:cubicBezTo>
                  <a:pt x="7144" y="350330"/>
                  <a:pt x="22098" y="365284"/>
                  <a:pt x="40577" y="365284"/>
                </a:cubicBezTo>
                <a:lnTo>
                  <a:pt x="263462" y="365284"/>
                </a:lnTo>
                <a:cubicBezTo>
                  <a:pt x="281940" y="365284"/>
                  <a:pt x="296894" y="350330"/>
                  <a:pt x="296894" y="331851"/>
                </a:cubicBezTo>
                <a:lnTo>
                  <a:pt x="296894" y="40577"/>
                </a:lnTo>
                <a:cubicBezTo>
                  <a:pt x="296894" y="22098"/>
                  <a:pt x="281845" y="7144"/>
                  <a:pt x="263462" y="7144"/>
                </a:cubicBezTo>
                <a:close/>
                <a:moveTo>
                  <a:pt x="115253" y="295085"/>
                </a:moveTo>
                <a:lnTo>
                  <a:pt x="81820" y="328517"/>
                </a:lnTo>
                <a:cubicBezTo>
                  <a:pt x="77438" y="332899"/>
                  <a:pt x="70390" y="332899"/>
                  <a:pt x="66104" y="328517"/>
                </a:cubicBezTo>
                <a:lnTo>
                  <a:pt x="54959" y="317373"/>
                </a:lnTo>
                <a:cubicBezTo>
                  <a:pt x="50578" y="312992"/>
                  <a:pt x="50578" y="305943"/>
                  <a:pt x="54959" y="301657"/>
                </a:cubicBezTo>
                <a:cubicBezTo>
                  <a:pt x="59341" y="297275"/>
                  <a:pt x="66389" y="297275"/>
                  <a:pt x="70676" y="301657"/>
                </a:cubicBezTo>
                <a:lnTo>
                  <a:pt x="73914" y="304895"/>
                </a:lnTo>
                <a:lnTo>
                  <a:pt x="99441" y="279368"/>
                </a:lnTo>
                <a:cubicBezTo>
                  <a:pt x="103822" y="274987"/>
                  <a:pt x="110871" y="274987"/>
                  <a:pt x="115157" y="279368"/>
                </a:cubicBezTo>
                <a:cubicBezTo>
                  <a:pt x="119634" y="283750"/>
                  <a:pt x="119634" y="290798"/>
                  <a:pt x="115253" y="295085"/>
                </a:cubicBezTo>
                <a:close/>
                <a:moveTo>
                  <a:pt x="115253" y="205264"/>
                </a:moveTo>
                <a:lnTo>
                  <a:pt x="81820" y="238697"/>
                </a:lnTo>
                <a:cubicBezTo>
                  <a:pt x="77438" y="243078"/>
                  <a:pt x="70390" y="243078"/>
                  <a:pt x="66104" y="238697"/>
                </a:cubicBezTo>
                <a:lnTo>
                  <a:pt x="54959" y="227552"/>
                </a:lnTo>
                <a:cubicBezTo>
                  <a:pt x="50578" y="223171"/>
                  <a:pt x="50578" y="216122"/>
                  <a:pt x="54959" y="211836"/>
                </a:cubicBezTo>
                <a:cubicBezTo>
                  <a:pt x="59341" y="207455"/>
                  <a:pt x="66389" y="207455"/>
                  <a:pt x="70676" y="211836"/>
                </a:cubicBezTo>
                <a:lnTo>
                  <a:pt x="73914" y="215075"/>
                </a:lnTo>
                <a:lnTo>
                  <a:pt x="99441" y="189548"/>
                </a:lnTo>
                <a:cubicBezTo>
                  <a:pt x="103822" y="185166"/>
                  <a:pt x="110871" y="185166"/>
                  <a:pt x="115157" y="189548"/>
                </a:cubicBezTo>
                <a:cubicBezTo>
                  <a:pt x="119634" y="193834"/>
                  <a:pt x="119634" y="200882"/>
                  <a:pt x="115253" y="205264"/>
                </a:cubicBezTo>
                <a:close/>
                <a:moveTo>
                  <a:pt x="115253" y="115348"/>
                </a:moveTo>
                <a:lnTo>
                  <a:pt x="81820" y="148781"/>
                </a:lnTo>
                <a:cubicBezTo>
                  <a:pt x="79629" y="150971"/>
                  <a:pt x="76771" y="152019"/>
                  <a:pt x="73914" y="152019"/>
                </a:cubicBezTo>
                <a:cubicBezTo>
                  <a:pt x="71056" y="152019"/>
                  <a:pt x="68199" y="150971"/>
                  <a:pt x="66008" y="148781"/>
                </a:cubicBezTo>
                <a:lnTo>
                  <a:pt x="54864" y="137636"/>
                </a:lnTo>
                <a:cubicBezTo>
                  <a:pt x="50483" y="133255"/>
                  <a:pt x="50483" y="126206"/>
                  <a:pt x="54864" y="121920"/>
                </a:cubicBezTo>
                <a:cubicBezTo>
                  <a:pt x="59246" y="117539"/>
                  <a:pt x="66294" y="117539"/>
                  <a:pt x="70580" y="121920"/>
                </a:cubicBezTo>
                <a:lnTo>
                  <a:pt x="73819" y="125159"/>
                </a:lnTo>
                <a:lnTo>
                  <a:pt x="99346" y="99632"/>
                </a:lnTo>
                <a:cubicBezTo>
                  <a:pt x="103727" y="95250"/>
                  <a:pt x="110776" y="95250"/>
                  <a:pt x="115062" y="99632"/>
                </a:cubicBezTo>
                <a:cubicBezTo>
                  <a:pt x="119634" y="103918"/>
                  <a:pt x="119634" y="110966"/>
                  <a:pt x="115253" y="115348"/>
                </a:cubicBezTo>
                <a:close/>
                <a:moveTo>
                  <a:pt x="241173" y="320707"/>
                </a:moveTo>
                <a:lnTo>
                  <a:pt x="152019" y="320707"/>
                </a:lnTo>
                <a:cubicBezTo>
                  <a:pt x="145828" y="320707"/>
                  <a:pt x="140875" y="315754"/>
                  <a:pt x="140875" y="309563"/>
                </a:cubicBezTo>
                <a:cubicBezTo>
                  <a:pt x="140875" y="303371"/>
                  <a:pt x="145828" y="298418"/>
                  <a:pt x="152019" y="298418"/>
                </a:cubicBezTo>
                <a:lnTo>
                  <a:pt x="241173" y="298418"/>
                </a:lnTo>
                <a:cubicBezTo>
                  <a:pt x="247364" y="298418"/>
                  <a:pt x="252317" y="303371"/>
                  <a:pt x="252317" y="309563"/>
                </a:cubicBezTo>
                <a:cubicBezTo>
                  <a:pt x="252317" y="315754"/>
                  <a:pt x="247269" y="320707"/>
                  <a:pt x="241173" y="320707"/>
                </a:cubicBezTo>
                <a:close/>
                <a:moveTo>
                  <a:pt x="241173" y="230791"/>
                </a:moveTo>
                <a:lnTo>
                  <a:pt x="152019" y="230791"/>
                </a:lnTo>
                <a:cubicBezTo>
                  <a:pt x="145828" y="230791"/>
                  <a:pt x="140875" y="225838"/>
                  <a:pt x="140875" y="219647"/>
                </a:cubicBezTo>
                <a:cubicBezTo>
                  <a:pt x="140875" y="213455"/>
                  <a:pt x="145828" y="208502"/>
                  <a:pt x="152019" y="208502"/>
                </a:cubicBezTo>
                <a:lnTo>
                  <a:pt x="241173" y="208502"/>
                </a:lnTo>
                <a:cubicBezTo>
                  <a:pt x="247364" y="208502"/>
                  <a:pt x="252317" y="213455"/>
                  <a:pt x="252317" y="219647"/>
                </a:cubicBezTo>
                <a:cubicBezTo>
                  <a:pt x="252317" y="225838"/>
                  <a:pt x="247269" y="230791"/>
                  <a:pt x="241173" y="230791"/>
                </a:cubicBezTo>
                <a:close/>
                <a:moveTo>
                  <a:pt x="241173" y="140875"/>
                </a:moveTo>
                <a:lnTo>
                  <a:pt x="152019" y="140875"/>
                </a:lnTo>
                <a:cubicBezTo>
                  <a:pt x="145828" y="140875"/>
                  <a:pt x="140875" y="135922"/>
                  <a:pt x="140875" y="129731"/>
                </a:cubicBezTo>
                <a:cubicBezTo>
                  <a:pt x="140875" y="123539"/>
                  <a:pt x="145828" y="118586"/>
                  <a:pt x="152019" y="118586"/>
                </a:cubicBezTo>
                <a:lnTo>
                  <a:pt x="241173" y="118586"/>
                </a:lnTo>
                <a:cubicBezTo>
                  <a:pt x="247364" y="118586"/>
                  <a:pt x="252317" y="123539"/>
                  <a:pt x="252317" y="129731"/>
                </a:cubicBezTo>
                <a:cubicBezTo>
                  <a:pt x="252317" y="135922"/>
                  <a:pt x="247269" y="140875"/>
                  <a:pt x="241173" y="140875"/>
                </a:cubicBezTo>
                <a:close/>
              </a:path>
            </a:pathLst>
          </a:custGeom>
          <a:solidFill>
            <a:schemeClr val="tx2"/>
          </a:solidFill>
          <a:ln w="9525" cap="flat">
            <a:noFill/>
            <a:prstDash val="solid"/>
            <a:miter/>
          </a:ln>
        </p:spPr>
        <p:txBody>
          <a:bodyPr rtlCol="0" anchor="ctr"/>
          <a:lstStyle/>
          <a:p>
            <a:endParaRPr lang="ko-KR" altLang="en-US">
              <a:solidFill>
                <a:schemeClr val="tx1">
                  <a:lumMod val="50000"/>
                  <a:lumOff val="50000"/>
                </a:schemeClr>
              </a:solidFill>
            </a:endParaRPr>
          </a:p>
        </p:txBody>
      </p:sp>
      <p:sp>
        <p:nvSpPr>
          <p:cNvPr id="18" name="文本框 17"/>
          <p:cNvSpPr txBox="1"/>
          <p:nvPr/>
        </p:nvSpPr>
        <p:spPr>
          <a:xfrm>
            <a:off x="1665738" y="4642322"/>
            <a:ext cx="1384065" cy="338554"/>
          </a:xfrm>
          <a:prstGeom prst="rect">
            <a:avLst/>
          </a:prstGeom>
          <a:noFill/>
        </p:spPr>
        <p:txBody>
          <a:bodyPr wrap="square" rtlCol="0">
            <a:spAutoFit/>
          </a:bodyPr>
          <a:lstStyle/>
          <a:p>
            <a:pPr algn="dist"/>
            <a:r>
              <a:rPr kumimoji="1" lang="zh-CN" altLang="en-US" sz="1600" dirty="0">
                <a:solidFill>
                  <a:schemeClr val="tx2"/>
                </a:solidFill>
              </a:rPr>
              <a:t>输入标题</a:t>
            </a:r>
            <a:endParaRPr kumimoji="1" lang="zh-CN" altLang="en-US" sz="1600" dirty="0">
              <a:solidFill>
                <a:schemeClr val="tx2"/>
              </a:solidFill>
            </a:endParaRPr>
          </a:p>
        </p:txBody>
      </p:sp>
      <p:sp>
        <p:nvSpPr>
          <p:cNvPr id="19" name="文本框 18"/>
          <p:cNvSpPr txBox="1"/>
          <p:nvPr/>
        </p:nvSpPr>
        <p:spPr>
          <a:xfrm>
            <a:off x="1665738" y="4943805"/>
            <a:ext cx="2006561" cy="451021"/>
          </a:xfrm>
          <a:prstGeom prst="rect">
            <a:avLst/>
          </a:prstGeom>
          <a:noFill/>
        </p:spPr>
        <p:txBody>
          <a:bodyPr wrap="square" rtlCol="0">
            <a:spAutoFit/>
          </a:bodyPr>
          <a:lstStyle/>
          <a:p>
            <a:pPr>
              <a:lnSpc>
                <a:spcPct val="120000"/>
              </a:lnSpc>
            </a:pPr>
            <a:r>
              <a:rPr kumimoji="1" lang="zh-CN" altLang="en-US" sz="1050" dirty="0">
                <a:solidFill>
                  <a:schemeClr val="tx1">
                    <a:lumMod val="50000"/>
                    <a:lumOff val="50000"/>
                  </a:schemeClr>
                </a:solidFill>
                <a:latin typeface="+mn-ea"/>
                <a:cs typeface="+mn-ea"/>
                <a:sym typeface="+mn-lt"/>
              </a:rPr>
              <a:t>感谢您使用我们的</a:t>
            </a:r>
            <a:r>
              <a:rPr kumimoji="1" lang="en-US" altLang="zh-CN" sz="1050" dirty="0">
                <a:solidFill>
                  <a:schemeClr val="tx1">
                    <a:lumMod val="50000"/>
                    <a:lumOff val="50000"/>
                  </a:schemeClr>
                </a:solidFill>
                <a:latin typeface="+mn-ea"/>
                <a:cs typeface="+mn-ea"/>
                <a:sym typeface="+mn-lt"/>
              </a:rPr>
              <a:t>PPT</a:t>
            </a:r>
            <a:r>
              <a:rPr kumimoji="1" lang="zh-CN" altLang="en-US" sz="1050" dirty="0">
                <a:solidFill>
                  <a:schemeClr val="tx1">
                    <a:lumMod val="50000"/>
                    <a:lumOff val="50000"/>
                  </a:schemeClr>
                </a:solidFill>
                <a:latin typeface="+mn-ea"/>
                <a:cs typeface="+mn-ea"/>
                <a:sym typeface="+mn-lt"/>
              </a:rPr>
              <a:t>模板，请在此输入您需要的文字内容</a:t>
            </a:r>
            <a:endParaRPr kumimoji="1" lang="zh-CN" altLang="en-US" sz="1050" dirty="0">
              <a:solidFill>
                <a:schemeClr val="tx1">
                  <a:lumMod val="50000"/>
                  <a:lumOff val="50000"/>
                </a:schemeClr>
              </a:solidFill>
              <a:latin typeface="+mn-ea"/>
              <a:cs typeface="+mn-ea"/>
              <a:sym typeface="+mn-lt"/>
            </a:endParaRPr>
          </a:p>
        </p:txBody>
      </p:sp>
      <p:sp>
        <p:nvSpPr>
          <p:cNvPr id="20" name="文本框 19"/>
          <p:cNvSpPr txBox="1"/>
          <p:nvPr/>
        </p:nvSpPr>
        <p:spPr>
          <a:xfrm>
            <a:off x="4588723" y="4642322"/>
            <a:ext cx="1384065" cy="338554"/>
          </a:xfrm>
          <a:prstGeom prst="rect">
            <a:avLst/>
          </a:prstGeom>
          <a:noFill/>
        </p:spPr>
        <p:txBody>
          <a:bodyPr wrap="square" rtlCol="0">
            <a:spAutoFit/>
          </a:bodyPr>
          <a:lstStyle/>
          <a:p>
            <a:pPr algn="dist"/>
            <a:r>
              <a:rPr kumimoji="1" lang="zh-CN" altLang="en-US" sz="1600" dirty="0">
                <a:solidFill>
                  <a:schemeClr val="tx2"/>
                </a:solidFill>
              </a:rPr>
              <a:t>输入标题</a:t>
            </a:r>
            <a:endParaRPr kumimoji="1" lang="zh-CN" altLang="en-US" sz="1600" dirty="0">
              <a:solidFill>
                <a:schemeClr val="tx2"/>
              </a:solidFill>
            </a:endParaRPr>
          </a:p>
        </p:txBody>
      </p:sp>
      <p:sp>
        <p:nvSpPr>
          <p:cNvPr id="21" name="文本框 20"/>
          <p:cNvSpPr txBox="1"/>
          <p:nvPr/>
        </p:nvSpPr>
        <p:spPr>
          <a:xfrm>
            <a:off x="4588723" y="4943805"/>
            <a:ext cx="2006561" cy="451021"/>
          </a:xfrm>
          <a:prstGeom prst="rect">
            <a:avLst/>
          </a:prstGeom>
          <a:noFill/>
        </p:spPr>
        <p:txBody>
          <a:bodyPr wrap="square" rtlCol="0">
            <a:spAutoFit/>
          </a:bodyPr>
          <a:lstStyle/>
          <a:p>
            <a:pPr>
              <a:lnSpc>
                <a:spcPct val="120000"/>
              </a:lnSpc>
            </a:pPr>
            <a:r>
              <a:rPr kumimoji="1" lang="zh-CN" altLang="en-US" sz="1050" dirty="0">
                <a:solidFill>
                  <a:schemeClr val="tx1">
                    <a:lumMod val="50000"/>
                    <a:lumOff val="50000"/>
                  </a:schemeClr>
                </a:solidFill>
                <a:latin typeface="+mn-ea"/>
                <a:cs typeface="+mn-ea"/>
                <a:sym typeface="+mn-lt"/>
              </a:rPr>
              <a:t>感谢您使用我们的</a:t>
            </a:r>
            <a:r>
              <a:rPr kumimoji="1" lang="en-US" altLang="zh-CN" sz="1050" dirty="0">
                <a:solidFill>
                  <a:schemeClr val="tx1">
                    <a:lumMod val="50000"/>
                    <a:lumOff val="50000"/>
                  </a:schemeClr>
                </a:solidFill>
                <a:latin typeface="+mn-ea"/>
                <a:cs typeface="+mn-ea"/>
                <a:sym typeface="+mn-lt"/>
              </a:rPr>
              <a:t>PPT</a:t>
            </a:r>
            <a:r>
              <a:rPr kumimoji="1" lang="zh-CN" altLang="en-US" sz="1050" dirty="0">
                <a:solidFill>
                  <a:schemeClr val="tx1">
                    <a:lumMod val="50000"/>
                    <a:lumOff val="50000"/>
                  </a:schemeClr>
                </a:solidFill>
                <a:latin typeface="+mn-ea"/>
                <a:cs typeface="+mn-ea"/>
                <a:sym typeface="+mn-lt"/>
              </a:rPr>
              <a:t>模板，请在此输入您需要的文字内容。</a:t>
            </a:r>
            <a:endParaRPr kumimoji="1" lang="zh-CN" altLang="en-US" sz="1050" dirty="0">
              <a:solidFill>
                <a:schemeClr val="tx1">
                  <a:lumMod val="50000"/>
                  <a:lumOff val="50000"/>
                </a:schemeClr>
              </a:solidFill>
              <a:latin typeface="+mn-ea"/>
              <a:cs typeface="+mn-ea"/>
              <a:sym typeface="+mn-lt"/>
            </a:endParaRPr>
          </a:p>
        </p:txBody>
      </p:sp>
      <p:sp>
        <p:nvSpPr>
          <p:cNvPr id="22" name="자유형: 도형 34"/>
          <p:cNvSpPr/>
          <p:nvPr/>
        </p:nvSpPr>
        <p:spPr>
          <a:xfrm>
            <a:off x="4111014" y="4782200"/>
            <a:ext cx="242013" cy="187009"/>
          </a:xfrm>
          <a:custGeom>
            <a:avLst/>
            <a:gdLst>
              <a:gd name="connsiteX0" fmla="*/ 26568 w 209550"/>
              <a:gd name="connsiteY0" fmla="*/ 159925 h 161925"/>
              <a:gd name="connsiteX1" fmla="*/ 85528 w 209550"/>
              <a:gd name="connsiteY1" fmla="*/ 100965 h 161925"/>
              <a:gd name="connsiteX2" fmla="*/ 102292 w 209550"/>
              <a:gd name="connsiteY2" fmla="*/ 117729 h 161925"/>
              <a:gd name="connsiteX3" fmla="*/ 113437 w 209550"/>
              <a:gd name="connsiteY3" fmla="*/ 117729 h 161925"/>
              <a:gd name="connsiteX4" fmla="*/ 185922 w 209550"/>
              <a:gd name="connsiteY4" fmla="*/ 45244 h 161925"/>
              <a:gd name="connsiteX5" fmla="*/ 185922 w 209550"/>
              <a:gd name="connsiteY5" fmla="*/ 64770 h 161925"/>
              <a:gd name="connsiteX6" fmla="*/ 189065 w 209550"/>
              <a:gd name="connsiteY6" fmla="*/ 71152 h 161925"/>
              <a:gd name="connsiteX7" fmla="*/ 208210 w 209550"/>
              <a:gd name="connsiteY7" fmla="*/ 62865 h 161925"/>
              <a:gd name="connsiteX8" fmla="*/ 208210 w 209550"/>
              <a:gd name="connsiteY8" fmla="*/ 18288 h 161925"/>
              <a:gd name="connsiteX9" fmla="*/ 197066 w 209550"/>
              <a:gd name="connsiteY9" fmla="*/ 7144 h 161925"/>
              <a:gd name="connsiteX10" fmla="*/ 150584 w 209550"/>
              <a:gd name="connsiteY10" fmla="*/ 7144 h 161925"/>
              <a:gd name="connsiteX11" fmla="*/ 144202 w 209550"/>
              <a:gd name="connsiteY11" fmla="*/ 10287 h 161925"/>
              <a:gd name="connsiteX12" fmla="*/ 152489 w 209550"/>
              <a:gd name="connsiteY12" fmla="*/ 29432 h 161925"/>
              <a:gd name="connsiteX13" fmla="*/ 170205 w 209550"/>
              <a:gd name="connsiteY13" fmla="*/ 29432 h 161925"/>
              <a:gd name="connsiteX14" fmla="*/ 107912 w 209550"/>
              <a:gd name="connsiteY14" fmla="*/ 91726 h 161925"/>
              <a:gd name="connsiteX15" fmla="*/ 91148 w 209550"/>
              <a:gd name="connsiteY15" fmla="*/ 74962 h 161925"/>
              <a:gd name="connsiteX16" fmla="*/ 80004 w 209550"/>
              <a:gd name="connsiteY16" fmla="*/ 74962 h 161925"/>
              <a:gd name="connsiteX17" fmla="*/ 9519 w 209550"/>
              <a:gd name="connsiteY17" fmla="*/ 145447 h 161925"/>
              <a:gd name="connsiteX18" fmla="*/ 7233 w 209550"/>
              <a:gd name="connsiteY18" fmla="*/ 152209 h 161925"/>
              <a:gd name="connsiteX19" fmla="*/ 26568 w 209550"/>
              <a:gd name="connsiteY19" fmla="*/ 159925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09550" h="161925">
                <a:moveTo>
                  <a:pt x="26568" y="159925"/>
                </a:moveTo>
                <a:lnTo>
                  <a:pt x="85528" y="100965"/>
                </a:lnTo>
                <a:lnTo>
                  <a:pt x="102292" y="117729"/>
                </a:lnTo>
                <a:cubicBezTo>
                  <a:pt x="105340" y="120777"/>
                  <a:pt x="110388" y="120777"/>
                  <a:pt x="113437" y="117729"/>
                </a:cubicBezTo>
                <a:lnTo>
                  <a:pt x="185922" y="45244"/>
                </a:lnTo>
                <a:lnTo>
                  <a:pt x="185922" y="64770"/>
                </a:lnTo>
                <a:cubicBezTo>
                  <a:pt x="185922" y="67246"/>
                  <a:pt x="187065" y="69723"/>
                  <a:pt x="189065" y="71152"/>
                </a:cubicBezTo>
                <a:cubicBezTo>
                  <a:pt x="198209" y="77915"/>
                  <a:pt x="208210" y="71533"/>
                  <a:pt x="208210" y="62865"/>
                </a:cubicBezTo>
                <a:lnTo>
                  <a:pt x="208210" y="18288"/>
                </a:lnTo>
                <a:cubicBezTo>
                  <a:pt x="208210" y="12097"/>
                  <a:pt x="203162" y="7144"/>
                  <a:pt x="197066" y="7144"/>
                </a:cubicBezTo>
                <a:lnTo>
                  <a:pt x="150584" y="7144"/>
                </a:lnTo>
                <a:cubicBezTo>
                  <a:pt x="148107" y="7144"/>
                  <a:pt x="145631" y="8287"/>
                  <a:pt x="144202" y="10287"/>
                </a:cubicBezTo>
                <a:cubicBezTo>
                  <a:pt x="137439" y="19431"/>
                  <a:pt x="143821" y="29432"/>
                  <a:pt x="152489" y="29432"/>
                </a:cubicBezTo>
                <a:lnTo>
                  <a:pt x="170205" y="29432"/>
                </a:lnTo>
                <a:lnTo>
                  <a:pt x="107912" y="91726"/>
                </a:lnTo>
                <a:lnTo>
                  <a:pt x="91148" y="74962"/>
                </a:lnTo>
                <a:cubicBezTo>
                  <a:pt x="88100" y="71914"/>
                  <a:pt x="83052" y="71914"/>
                  <a:pt x="80004" y="74962"/>
                </a:cubicBezTo>
                <a:lnTo>
                  <a:pt x="9519" y="145447"/>
                </a:lnTo>
                <a:cubicBezTo>
                  <a:pt x="7709" y="147256"/>
                  <a:pt x="6852" y="149733"/>
                  <a:pt x="7233" y="152209"/>
                </a:cubicBezTo>
                <a:cubicBezTo>
                  <a:pt x="8852" y="163544"/>
                  <a:pt x="20377" y="166116"/>
                  <a:pt x="26568" y="159925"/>
                </a:cubicBezTo>
                <a:close/>
              </a:path>
            </a:pathLst>
          </a:custGeom>
          <a:solidFill>
            <a:schemeClr val="tx2"/>
          </a:solidFill>
          <a:ln w="9525" cap="flat">
            <a:noFill/>
            <a:prstDash val="solid"/>
            <a:miter/>
          </a:ln>
        </p:spPr>
        <p:txBody>
          <a:bodyPr rtlCol="0" anchor="ctr"/>
          <a:lstStyle/>
          <a:p>
            <a:endParaRPr lang="ko-KR" altLang="en-US">
              <a:solidFill>
                <a:schemeClr val="tx1">
                  <a:lumMod val="50000"/>
                  <a:lumOff val="50000"/>
                </a:schemeClr>
              </a:solidFill>
            </a:endParaRPr>
          </a:p>
        </p:txBody>
      </p:sp>
      <p:sp>
        <p:nvSpPr>
          <p:cNvPr id="23" name="자유형: 도형 35"/>
          <p:cNvSpPr/>
          <p:nvPr/>
        </p:nvSpPr>
        <p:spPr>
          <a:xfrm>
            <a:off x="4111446" y="5013871"/>
            <a:ext cx="110006" cy="121006"/>
          </a:xfrm>
          <a:custGeom>
            <a:avLst/>
            <a:gdLst>
              <a:gd name="connsiteX0" fmla="*/ 18288 w 95250"/>
              <a:gd name="connsiteY0" fmla="*/ 97822 h 104775"/>
              <a:gd name="connsiteX1" fmla="*/ 85154 w 95250"/>
              <a:gd name="connsiteY1" fmla="*/ 97822 h 104775"/>
              <a:gd name="connsiteX2" fmla="*/ 96298 w 95250"/>
              <a:gd name="connsiteY2" fmla="*/ 86677 h 104775"/>
              <a:gd name="connsiteX3" fmla="*/ 96298 w 95250"/>
              <a:gd name="connsiteY3" fmla="*/ 18288 h 104775"/>
              <a:gd name="connsiteX4" fmla="*/ 85154 w 95250"/>
              <a:gd name="connsiteY4" fmla="*/ 7144 h 104775"/>
              <a:gd name="connsiteX5" fmla="*/ 18288 w 95250"/>
              <a:gd name="connsiteY5" fmla="*/ 7144 h 104775"/>
              <a:gd name="connsiteX6" fmla="*/ 7144 w 95250"/>
              <a:gd name="connsiteY6" fmla="*/ 18288 h 104775"/>
              <a:gd name="connsiteX7" fmla="*/ 7144 w 95250"/>
              <a:gd name="connsiteY7" fmla="*/ 86677 h 104775"/>
              <a:gd name="connsiteX8" fmla="*/ 18288 w 95250"/>
              <a:gd name="connsiteY8" fmla="*/ 97822 h 104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0" h="104775">
                <a:moveTo>
                  <a:pt x="18288" y="97822"/>
                </a:moveTo>
                <a:lnTo>
                  <a:pt x="85154" y="97822"/>
                </a:lnTo>
                <a:cubicBezTo>
                  <a:pt x="91345" y="97822"/>
                  <a:pt x="96298" y="92869"/>
                  <a:pt x="96298" y="86677"/>
                </a:cubicBezTo>
                <a:lnTo>
                  <a:pt x="96298" y="18288"/>
                </a:lnTo>
                <a:cubicBezTo>
                  <a:pt x="96298" y="12097"/>
                  <a:pt x="91345" y="7144"/>
                  <a:pt x="85154" y="7144"/>
                </a:cubicBezTo>
                <a:lnTo>
                  <a:pt x="18288" y="7144"/>
                </a:lnTo>
                <a:cubicBezTo>
                  <a:pt x="12097" y="7144"/>
                  <a:pt x="7144" y="12097"/>
                  <a:pt x="7144" y="18288"/>
                </a:cubicBezTo>
                <a:lnTo>
                  <a:pt x="7144" y="86677"/>
                </a:lnTo>
                <a:cubicBezTo>
                  <a:pt x="7144" y="92773"/>
                  <a:pt x="12097" y="97822"/>
                  <a:pt x="18288" y="97822"/>
                </a:cubicBezTo>
                <a:close/>
              </a:path>
            </a:pathLst>
          </a:custGeom>
          <a:solidFill>
            <a:schemeClr val="tx2"/>
          </a:solidFill>
          <a:ln w="9525" cap="flat">
            <a:noFill/>
            <a:prstDash val="solid"/>
            <a:miter/>
          </a:ln>
        </p:spPr>
        <p:txBody>
          <a:bodyPr rtlCol="0" anchor="ctr"/>
          <a:lstStyle/>
          <a:p>
            <a:endParaRPr lang="ko-KR" altLang="en-US">
              <a:solidFill>
                <a:schemeClr val="tx1">
                  <a:lumMod val="50000"/>
                  <a:lumOff val="50000"/>
                </a:schemeClr>
              </a:solidFill>
            </a:endParaRPr>
          </a:p>
        </p:txBody>
      </p:sp>
      <p:sp>
        <p:nvSpPr>
          <p:cNvPr id="24" name="자유형: 도형 36"/>
          <p:cNvSpPr/>
          <p:nvPr/>
        </p:nvSpPr>
        <p:spPr>
          <a:xfrm>
            <a:off x="4240153" y="4936647"/>
            <a:ext cx="110006" cy="198009"/>
          </a:xfrm>
          <a:custGeom>
            <a:avLst/>
            <a:gdLst>
              <a:gd name="connsiteX0" fmla="*/ 85153 w 95250"/>
              <a:gd name="connsiteY0" fmla="*/ 7144 h 171450"/>
              <a:gd name="connsiteX1" fmla="*/ 18288 w 95250"/>
              <a:gd name="connsiteY1" fmla="*/ 7144 h 171450"/>
              <a:gd name="connsiteX2" fmla="*/ 7144 w 95250"/>
              <a:gd name="connsiteY2" fmla="*/ 18288 h 171450"/>
              <a:gd name="connsiteX3" fmla="*/ 7144 w 95250"/>
              <a:gd name="connsiteY3" fmla="*/ 153543 h 171450"/>
              <a:gd name="connsiteX4" fmla="*/ 18288 w 95250"/>
              <a:gd name="connsiteY4" fmla="*/ 164687 h 171450"/>
              <a:gd name="connsiteX5" fmla="*/ 85153 w 95250"/>
              <a:gd name="connsiteY5" fmla="*/ 164687 h 171450"/>
              <a:gd name="connsiteX6" fmla="*/ 96298 w 95250"/>
              <a:gd name="connsiteY6" fmla="*/ 153543 h 171450"/>
              <a:gd name="connsiteX7" fmla="*/ 96298 w 95250"/>
              <a:gd name="connsiteY7" fmla="*/ 18288 h 171450"/>
              <a:gd name="connsiteX8" fmla="*/ 85153 w 95250"/>
              <a:gd name="connsiteY8" fmla="*/ 7144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95250" h="171450">
                <a:moveTo>
                  <a:pt x="85153" y="7144"/>
                </a:moveTo>
                <a:lnTo>
                  <a:pt x="18288" y="7144"/>
                </a:lnTo>
                <a:cubicBezTo>
                  <a:pt x="12097" y="7144"/>
                  <a:pt x="7144" y="12097"/>
                  <a:pt x="7144" y="18288"/>
                </a:cubicBezTo>
                <a:lnTo>
                  <a:pt x="7144" y="153543"/>
                </a:lnTo>
                <a:cubicBezTo>
                  <a:pt x="7144" y="159734"/>
                  <a:pt x="12097" y="164687"/>
                  <a:pt x="18288" y="164687"/>
                </a:cubicBezTo>
                <a:lnTo>
                  <a:pt x="85153" y="164687"/>
                </a:lnTo>
                <a:cubicBezTo>
                  <a:pt x="91345" y="164687"/>
                  <a:pt x="96298" y="159734"/>
                  <a:pt x="96298" y="153543"/>
                </a:cubicBezTo>
                <a:lnTo>
                  <a:pt x="96298" y="18288"/>
                </a:lnTo>
                <a:cubicBezTo>
                  <a:pt x="96298" y="12192"/>
                  <a:pt x="91345" y="7144"/>
                  <a:pt x="85153" y="7144"/>
                </a:cubicBezTo>
                <a:close/>
              </a:path>
            </a:pathLst>
          </a:custGeom>
          <a:solidFill>
            <a:schemeClr val="tx2"/>
          </a:solidFill>
          <a:ln w="9525" cap="flat">
            <a:noFill/>
            <a:prstDash val="solid"/>
            <a:miter/>
          </a:ln>
        </p:spPr>
        <p:txBody>
          <a:bodyPr rtlCol="0" anchor="ctr"/>
          <a:lstStyle/>
          <a:p>
            <a:endParaRPr lang="ko-KR" altLang="en-US">
              <a:solidFill>
                <a:schemeClr val="tx1">
                  <a:lumMod val="50000"/>
                  <a:lumOff val="50000"/>
                </a:schemeClr>
              </a:solidFill>
            </a:endParaRPr>
          </a:p>
        </p:txBody>
      </p:sp>
      <p:sp>
        <p:nvSpPr>
          <p:cNvPr id="25" name="자유형: 도형 37"/>
          <p:cNvSpPr/>
          <p:nvPr/>
        </p:nvSpPr>
        <p:spPr>
          <a:xfrm>
            <a:off x="4343115" y="4782640"/>
            <a:ext cx="165008" cy="352016"/>
          </a:xfrm>
          <a:custGeom>
            <a:avLst/>
            <a:gdLst>
              <a:gd name="connsiteX0" fmla="*/ 18291 w 142875"/>
              <a:gd name="connsiteY0" fmla="*/ 118205 h 304800"/>
              <a:gd name="connsiteX1" fmla="*/ 29435 w 142875"/>
              <a:gd name="connsiteY1" fmla="*/ 118205 h 304800"/>
              <a:gd name="connsiteX2" fmla="*/ 29435 w 142875"/>
              <a:gd name="connsiteY2" fmla="*/ 286893 h 304800"/>
              <a:gd name="connsiteX3" fmla="*/ 40580 w 142875"/>
              <a:gd name="connsiteY3" fmla="*/ 298037 h 304800"/>
              <a:gd name="connsiteX4" fmla="*/ 108207 w 142875"/>
              <a:gd name="connsiteY4" fmla="*/ 298037 h 304800"/>
              <a:gd name="connsiteX5" fmla="*/ 119352 w 142875"/>
              <a:gd name="connsiteY5" fmla="*/ 286893 h 304800"/>
              <a:gd name="connsiteX6" fmla="*/ 119352 w 142875"/>
              <a:gd name="connsiteY6" fmla="*/ 118205 h 304800"/>
              <a:gd name="connsiteX7" fmla="*/ 130496 w 142875"/>
              <a:gd name="connsiteY7" fmla="*/ 118205 h 304800"/>
              <a:gd name="connsiteX8" fmla="*/ 140211 w 142875"/>
              <a:gd name="connsiteY8" fmla="*/ 112490 h 304800"/>
              <a:gd name="connsiteX9" fmla="*/ 139926 w 142875"/>
              <a:gd name="connsiteY9" fmla="*/ 101156 h 304800"/>
              <a:gd name="connsiteX10" fmla="*/ 83442 w 142875"/>
              <a:gd name="connsiteY10" fmla="*/ 12002 h 304800"/>
              <a:gd name="connsiteX11" fmla="*/ 64583 w 142875"/>
              <a:gd name="connsiteY11" fmla="*/ 12002 h 304800"/>
              <a:gd name="connsiteX12" fmla="*/ 8861 w 142875"/>
              <a:gd name="connsiteY12" fmla="*/ 101156 h 304800"/>
              <a:gd name="connsiteX13" fmla="*/ 8576 w 142875"/>
              <a:gd name="connsiteY13" fmla="*/ 112490 h 304800"/>
              <a:gd name="connsiteX14" fmla="*/ 18291 w 142875"/>
              <a:gd name="connsiteY14" fmla="*/ 118205 h 304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42875" h="304800">
                <a:moveTo>
                  <a:pt x="18291" y="118205"/>
                </a:moveTo>
                <a:lnTo>
                  <a:pt x="29435" y="118205"/>
                </a:lnTo>
                <a:lnTo>
                  <a:pt x="29435" y="286893"/>
                </a:lnTo>
                <a:cubicBezTo>
                  <a:pt x="29435" y="293084"/>
                  <a:pt x="34388" y="298037"/>
                  <a:pt x="40580" y="298037"/>
                </a:cubicBezTo>
                <a:lnTo>
                  <a:pt x="108207" y="298037"/>
                </a:lnTo>
                <a:cubicBezTo>
                  <a:pt x="114398" y="298037"/>
                  <a:pt x="119352" y="293084"/>
                  <a:pt x="119352" y="286893"/>
                </a:cubicBezTo>
                <a:lnTo>
                  <a:pt x="119352" y="118205"/>
                </a:lnTo>
                <a:lnTo>
                  <a:pt x="130496" y="118205"/>
                </a:lnTo>
                <a:cubicBezTo>
                  <a:pt x="134591" y="118205"/>
                  <a:pt x="138306" y="116014"/>
                  <a:pt x="140211" y="112490"/>
                </a:cubicBezTo>
                <a:cubicBezTo>
                  <a:pt x="142212" y="108966"/>
                  <a:pt x="142021" y="104585"/>
                  <a:pt x="139926" y="101156"/>
                </a:cubicBezTo>
                <a:lnTo>
                  <a:pt x="83442" y="12002"/>
                </a:lnTo>
                <a:cubicBezTo>
                  <a:pt x="79346" y="5524"/>
                  <a:pt x="68583" y="5524"/>
                  <a:pt x="64583" y="12002"/>
                </a:cubicBezTo>
                <a:lnTo>
                  <a:pt x="8861" y="101156"/>
                </a:lnTo>
                <a:cubicBezTo>
                  <a:pt x="6671" y="104585"/>
                  <a:pt x="6575" y="108966"/>
                  <a:pt x="8576" y="112490"/>
                </a:cubicBezTo>
                <a:cubicBezTo>
                  <a:pt x="10481" y="116014"/>
                  <a:pt x="14291" y="118205"/>
                  <a:pt x="18291" y="118205"/>
                </a:cubicBezTo>
                <a:close/>
              </a:path>
            </a:pathLst>
          </a:custGeom>
          <a:solidFill>
            <a:schemeClr val="tx2"/>
          </a:solidFill>
          <a:ln w="9525" cap="flat">
            <a:noFill/>
            <a:prstDash val="solid"/>
            <a:miter/>
          </a:ln>
        </p:spPr>
        <p:txBody>
          <a:bodyPr rtlCol="0" anchor="ctr"/>
          <a:lstStyle/>
          <a:p>
            <a:endParaRPr lang="ko-KR" altLang="en-US">
              <a:solidFill>
                <a:schemeClr val="tx1">
                  <a:lumMod val="50000"/>
                  <a:lumOff val="50000"/>
                </a:schemeClr>
              </a:solidFill>
            </a:endParaRPr>
          </a:p>
        </p:txBody>
      </p:sp>
      <p:sp>
        <p:nvSpPr>
          <p:cNvPr id="26" name="자유형: 도형 38"/>
          <p:cNvSpPr/>
          <p:nvPr/>
        </p:nvSpPr>
        <p:spPr>
          <a:xfrm>
            <a:off x="4059083" y="4730742"/>
            <a:ext cx="451024" cy="451021"/>
          </a:xfrm>
          <a:custGeom>
            <a:avLst/>
            <a:gdLst>
              <a:gd name="connsiteX0" fmla="*/ 376142 w 390525"/>
              <a:gd name="connsiteY0" fmla="*/ 365262 h 390525"/>
              <a:gd name="connsiteX1" fmla="*/ 29432 w 390525"/>
              <a:gd name="connsiteY1" fmla="*/ 365262 h 390525"/>
              <a:gd name="connsiteX2" fmla="*/ 29432 w 390525"/>
              <a:gd name="connsiteY2" fmla="*/ 18552 h 390525"/>
              <a:gd name="connsiteX3" fmla="*/ 19526 w 390525"/>
              <a:gd name="connsiteY3" fmla="*/ 7218 h 390525"/>
              <a:gd name="connsiteX4" fmla="*/ 7144 w 390525"/>
              <a:gd name="connsiteY4" fmla="*/ 18267 h 390525"/>
              <a:gd name="connsiteX5" fmla="*/ 7144 w 390525"/>
              <a:gd name="connsiteY5" fmla="*/ 376407 h 390525"/>
              <a:gd name="connsiteX6" fmla="*/ 18288 w 390525"/>
              <a:gd name="connsiteY6" fmla="*/ 387551 h 390525"/>
              <a:gd name="connsiteX7" fmla="*/ 376428 w 390525"/>
              <a:gd name="connsiteY7" fmla="*/ 387551 h 390525"/>
              <a:gd name="connsiteX8" fmla="*/ 387477 w 390525"/>
              <a:gd name="connsiteY8" fmla="*/ 375168 h 390525"/>
              <a:gd name="connsiteX9" fmla="*/ 376142 w 390525"/>
              <a:gd name="connsiteY9" fmla="*/ 365262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90525" h="390525">
                <a:moveTo>
                  <a:pt x="376142" y="365262"/>
                </a:moveTo>
                <a:lnTo>
                  <a:pt x="29432" y="365262"/>
                </a:lnTo>
                <a:lnTo>
                  <a:pt x="29432" y="18552"/>
                </a:lnTo>
                <a:cubicBezTo>
                  <a:pt x="29432" y="12837"/>
                  <a:pt x="25241" y="7789"/>
                  <a:pt x="19526" y="7218"/>
                </a:cubicBezTo>
                <a:cubicBezTo>
                  <a:pt x="12764" y="6456"/>
                  <a:pt x="7144" y="11694"/>
                  <a:pt x="7144" y="18267"/>
                </a:cubicBezTo>
                <a:lnTo>
                  <a:pt x="7144" y="376407"/>
                </a:lnTo>
                <a:cubicBezTo>
                  <a:pt x="7144" y="382598"/>
                  <a:pt x="12097" y="387551"/>
                  <a:pt x="18288" y="387551"/>
                </a:cubicBezTo>
                <a:lnTo>
                  <a:pt x="376428" y="387551"/>
                </a:lnTo>
                <a:cubicBezTo>
                  <a:pt x="383000" y="387551"/>
                  <a:pt x="388239" y="381836"/>
                  <a:pt x="387477" y="375168"/>
                </a:cubicBezTo>
                <a:cubicBezTo>
                  <a:pt x="386906" y="369453"/>
                  <a:pt x="381857" y="365262"/>
                  <a:pt x="376142" y="365262"/>
                </a:cubicBezTo>
                <a:close/>
              </a:path>
            </a:pathLst>
          </a:custGeom>
          <a:solidFill>
            <a:schemeClr val="tx2"/>
          </a:solidFill>
          <a:ln w="9525" cap="flat">
            <a:noFill/>
            <a:prstDash val="solid"/>
            <a:miter/>
          </a:ln>
        </p:spPr>
        <p:txBody>
          <a:bodyPr rtlCol="0" anchor="ctr"/>
          <a:lstStyle/>
          <a:p>
            <a:endParaRPr lang="ko-KR" altLang="en-US">
              <a:solidFill>
                <a:schemeClr val="tx1">
                  <a:lumMod val="50000"/>
                  <a:lumOff val="50000"/>
                </a:schemeClr>
              </a:solidFill>
            </a:endParaRPr>
          </a:p>
        </p:txBody>
      </p:sp>
      <p:sp>
        <p:nvSpPr>
          <p:cNvPr id="27" name="文本框 26"/>
          <p:cNvSpPr txBox="1"/>
          <p:nvPr/>
        </p:nvSpPr>
        <p:spPr>
          <a:xfrm>
            <a:off x="1198911" y="2026451"/>
            <a:ext cx="2813591" cy="523220"/>
          </a:xfrm>
          <a:prstGeom prst="rect">
            <a:avLst/>
          </a:prstGeom>
          <a:noFill/>
        </p:spPr>
        <p:txBody>
          <a:bodyPr wrap="none" rtlCol="0">
            <a:spAutoFit/>
          </a:bodyPr>
          <a:lstStyle/>
          <a:p>
            <a:r>
              <a:rPr kumimoji="1" lang="en-US" altLang="zh-CN" sz="2800" dirty="0">
                <a:solidFill>
                  <a:schemeClr val="tx2"/>
                </a:solidFill>
                <a:latin typeface="+mj-ea"/>
                <a:ea typeface="+mj-ea"/>
              </a:rPr>
              <a:t>WORK</a:t>
            </a:r>
            <a:r>
              <a:rPr kumimoji="1" lang="zh-CN" altLang="en-US" sz="2800" dirty="0">
                <a:solidFill>
                  <a:schemeClr val="tx2"/>
                </a:solidFill>
                <a:latin typeface="+mj-ea"/>
                <a:ea typeface="+mj-ea"/>
              </a:rPr>
              <a:t> </a:t>
            </a:r>
            <a:r>
              <a:rPr kumimoji="1" lang="en-US" altLang="zh-CN" sz="2800" dirty="0">
                <a:solidFill>
                  <a:schemeClr val="tx2"/>
                </a:solidFill>
                <a:latin typeface="+mj-ea"/>
                <a:ea typeface="+mj-ea"/>
              </a:rPr>
              <a:t>REPORT</a:t>
            </a:r>
            <a:endParaRPr kumimoji="1" lang="zh-CN" altLang="en-US" sz="2800" dirty="0">
              <a:solidFill>
                <a:schemeClr val="tx2"/>
              </a:solidFill>
              <a:latin typeface="+mj-ea"/>
              <a:ea typeface="+mj-ea"/>
            </a:endParaRPr>
          </a:p>
        </p:txBody>
      </p:sp>
      <p:sp>
        <p:nvSpPr>
          <p:cNvPr id="28" name="文本框 27"/>
          <p:cNvSpPr txBox="1"/>
          <p:nvPr/>
        </p:nvSpPr>
        <p:spPr>
          <a:xfrm>
            <a:off x="1198911" y="2902587"/>
            <a:ext cx="5040577" cy="876266"/>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p:cTn id="7" dur="500" fill="hold"/>
                                        <p:tgtEl>
                                          <p:spTgt spid="8"/>
                                        </p:tgtEl>
                                        <p:attrNameLst>
                                          <p:attrName>ppt_w</p:attrName>
                                        </p:attrNameLst>
                                      </p:cBhvr>
                                      <p:tavLst>
                                        <p:tav tm="0">
                                          <p:val>
                                            <p:fltVal val="0"/>
                                          </p:val>
                                        </p:tav>
                                        <p:tav tm="100000">
                                          <p:val>
                                            <p:strVal val="#ppt_w"/>
                                          </p:val>
                                        </p:tav>
                                      </p:tavLst>
                                    </p:anim>
                                    <p:anim calcmode="lin" valueType="num">
                                      <p:cBhvr>
                                        <p:cTn id="8" dur="500" fill="hold"/>
                                        <p:tgtEl>
                                          <p:spTgt spid="8"/>
                                        </p:tgtEl>
                                        <p:attrNameLst>
                                          <p:attrName>ppt_h</p:attrName>
                                        </p:attrNameLst>
                                      </p:cBhvr>
                                      <p:tavLst>
                                        <p:tav tm="0">
                                          <p:val>
                                            <p:fltVal val="0"/>
                                          </p:val>
                                        </p:tav>
                                        <p:tav tm="100000">
                                          <p:val>
                                            <p:strVal val="#ppt_h"/>
                                          </p:val>
                                        </p:tav>
                                      </p:tavLst>
                                    </p:anim>
                                    <p:animEffect transition="in" filter="fade">
                                      <p:cBhvr>
                                        <p:cTn id="9" dur="500"/>
                                        <p:tgtEl>
                                          <p:spTgt spid="8"/>
                                        </p:tgtEl>
                                      </p:cBhvr>
                                    </p:animEffect>
                                  </p:childTnLst>
                                </p:cTn>
                              </p:par>
                              <p:par>
                                <p:cTn id="10" presetID="53" presetClass="entr" presetSubtype="16" fill="hold" grpId="0" nodeType="withEffect">
                                  <p:stCondLst>
                                    <p:cond delay="0"/>
                                  </p:stCondLst>
                                  <p:childTnLst>
                                    <p:set>
                                      <p:cBhvr>
                                        <p:cTn id="11" dur="1" fill="hold">
                                          <p:stCondLst>
                                            <p:cond delay="0"/>
                                          </p:stCondLst>
                                        </p:cTn>
                                        <p:tgtEl>
                                          <p:spTgt spid="9"/>
                                        </p:tgtEl>
                                        <p:attrNameLst>
                                          <p:attrName>style.visibility</p:attrName>
                                        </p:attrNameLst>
                                      </p:cBhvr>
                                      <p:to>
                                        <p:strVal val="visible"/>
                                      </p:to>
                                    </p:set>
                                    <p:anim calcmode="lin" valueType="num">
                                      <p:cBhvr>
                                        <p:cTn id="12" dur="500" fill="hold"/>
                                        <p:tgtEl>
                                          <p:spTgt spid="9"/>
                                        </p:tgtEl>
                                        <p:attrNameLst>
                                          <p:attrName>ppt_w</p:attrName>
                                        </p:attrNameLst>
                                      </p:cBhvr>
                                      <p:tavLst>
                                        <p:tav tm="0">
                                          <p:val>
                                            <p:fltVal val="0"/>
                                          </p:val>
                                        </p:tav>
                                        <p:tav tm="100000">
                                          <p:val>
                                            <p:strVal val="#ppt_w"/>
                                          </p:val>
                                        </p:tav>
                                      </p:tavLst>
                                    </p:anim>
                                    <p:anim calcmode="lin" valueType="num">
                                      <p:cBhvr>
                                        <p:cTn id="13" dur="500" fill="hold"/>
                                        <p:tgtEl>
                                          <p:spTgt spid="9"/>
                                        </p:tgtEl>
                                        <p:attrNameLst>
                                          <p:attrName>ppt_h</p:attrName>
                                        </p:attrNameLst>
                                      </p:cBhvr>
                                      <p:tavLst>
                                        <p:tav tm="0">
                                          <p:val>
                                            <p:fltVal val="0"/>
                                          </p:val>
                                        </p:tav>
                                        <p:tav tm="100000">
                                          <p:val>
                                            <p:strVal val="#ppt_h"/>
                                          </p:val>
                                        </p:tav>
                                      </p:tavLst>
                                    </p:anim>
                                    <p:animEffect transition="in" filter="fade">
                                      <p:cBhvr>
                                        <p:cTn id="14" dur="500"/>
                                        <p:tgtEl>
                                          <p:spTgt spid="9"/>
                                        </p:tgtEl>
                                      </p:cBhvr>
                                    </p:animEffect>
                                  </p:childTnLst>
                                </p:cTn>
                              </p:par>
                              <p:par>
                                <p:cTn id="15" presetID="53" presetClass="entr" presetSubtype="16" fill="hold" grpId="0" nodeType="with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childTnLst>
                          </p:cTn>
                        </p:par>
                      </p:childTnLst>
                    </p:cTn>
                  </p:par>
                  <p:par>
                    <p:cTn id="20" fill="hold">
                      <p:stCondLst>
                        <p:cond delay="indefinite"/>
                      </p:stCondLst>
                      <p:childTnLst>
                        <p:par>
                          <p:cTn id="21" fill="hold">
                            <p:stCondLst>
                              <p:cond delay="0"/>
                            </p:stCondLst>
                            <p:childTnLst>
                              <p:par>
                                <p:cTn id="22" presetID="9" presetClass="entr" presetSubtype="0" fill="hold" grpId="0" nodeType="click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dissolve">
                                      <p:cBhvr>
                                        <p:cTn id="24" dur="500"/>
                                        <p:tgtEl>
                                          <p:spTgt spid="16"/>
                                        </p:tgtEl>
                                      </p:cBhvr>
                                    </p:animEffect>
                                  </p:childTnLst>
                                </p:cTn>
                              </p:par>
                              <p:par>
                                <p:cTn id="25" presetID="9"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dissolve">
                                      <p:cBhvr>
                                        <p:cTn id="27" dur="500"/>
                                        <p:tgtEl>
                                          <p:spTgt spid="17"/>
                                        </p:tgtEl>
                                      </p:cBhvr>
                                    </p:animEffect>
                                  </p:childTnLst>
                                </p:cTn>
                              </p:par>
                              <p:par>
                                <p:cTn id="28" presetID="9"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dissolve">
                                      <p:cBhvr>
                                        <p:cTn id="30" dur="500"/>
                                        <p:tgtEl>
                                          <p:spTgt spid="18"/>
                                        </p:tgtEl>
                                      </p:cBhvr>
                                    </p:animEffect>
                                  </p:childTnLst>
                                </p:cTn>
                              </p:par>
                              <p:par>
                                <p:cTn id="31" presetID="9" presetClass="entr" presetSubtype="0" fill="hold" grpId="0" nodeType="withEffect">
                                  <p:stCondLst>
                                    <p:cond delay="0"/>
                                  </p:stCondLst>
                                  <p:childTnLst>
                                    <p:set>
                                      <p:cBhvr>
                                        <p:cTn id="32" dur="1" fill="hold">
                                          <p:stCondLst>
                                            <p:cond delay="0"/>
                                          </p:stCondLst>
                                        </p:cTn>
                                        <p:tgtEl>
                                          <p:spTgt spid="19"/>
                                        </p:tgtEl>
                                        <p:attrNameLst>
                                          <p:attrName>style.visibility</p:attrName>
                                        </p:attrNameLst>
                                      </p:cBhvr>
                                      <p:to>
                                        <p:strVal val="visible"/>
                                      </p:to>
                                    </p:set>
                                    <p:animEffect transition="in" filter="dissolve">
                                      <p:cBhvr>
                                        <p:cTn id="33" dur="500"/>
                                        <p:tgtEl>
                                          <p:spTgt spid="19"/>
                                        </p:tgtEl>
                                      </p:cBhvr>
                                    </p:animEffect>
                                  </p:childTnLst>
                                </p:cTn>
                              </p:par>
                              <p:par>
                                <p:cTn id="34" presetID="9" presetClass="entr" presetSubtype="0" fill="hold" grpId="0" nodeType="withEffect">
                                  <p:stCondLst>
                                    <p:cond delay="0"/>
                                  </p:stCondLst>
                                  <p:childTnLst>
                                    <p:set>
                                      <p:cBhvr>
                                        <p:cTn id="35" dur="1" fill="hold">
                                          <p:stCondLst>
                                            <p:cond delay="0"/>
                                          </p:stCondLst>
                                        </p:cTn>
                                        <p:tgtEl>
                                          <p:spTgt spid="20"/>
                                        </p:tgtEl>
                                        <p:attrNameLst>
                                          <p:attrName>style.visibility</p:attrName>
                                        </p:attrNameLst>
                                      </p:cBhvr>
                                      <p:to>
                                        <p:strVal val="visible"/>
                                      </p:to>
                                    </p:set>
                                    <p:animEffect transition="in" filter="dissolve">
                                      <p:cBhvr>
                                        <p:cTn id="36" dur="500"/>
                                        <p:tgtEl>
                                          <p:spTgt spid="20"/>
                                        </p:tgtEl>
                                      </p:cBhvr>
                                    </p:animEffect>
                                  </p:childTnLst>
                                </p:cTn>
                              </p:par>
                              <p:par>
                                <p:cTn id="37" presetID="9" presetClass="entr" presetSubtype="0" fill="hold" grpId="0" nodeType="withEffect">
                                  <p:stCondLst>
                                    <p:cond delay="0"/>
                                  </p:stCondLst>
                                  <p:childTnLst>
                                    <p:set>
                                      <p:cBhvr>
                                        <p:cTn id="38" dur="1" fill="hold">
                                          <p:stCondLst>
                                            <p:cond delay="0"/>
                                          </p:stCondLst>
                                        </p:cTn>
                                        <p:tgtEl>
                                          <p:spTgt spid="21"/>
                                        </p:tgtEl>
                                        <p:attrNameLst>
                                          <p:attrName>style.visibility</p:attrName>
                                        </p:attrNameLst>
                                      </p:cBhvr>
                                      <p:to>
                                        <p:strVal val="visible"/>
                                      </p:to>
                                    </p:set>
                                    <p:animEffect transition="in" filter="dissolve">
                                      <p:cBhvr>
                                        <p:cTn id="39" dur="500"/>
                                        <p:tgtEl>
                                          <p:spTgt spid="21"/>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dissolve">
                                      <p:cBhvr>
                                        <p:cTn id="42" dur="500"/>
                                        <p:tgtEl>
                                          <p:spTgt spid="22"/>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23"/>
                                        </p:tgtEl>
                                        <p:attrNameLst>
                                          <p:attrName>style.visibility</p:attrName>
                                        </p:attrNameLst>
                                      </p:cBhvr>
                                      <p:to>
                                        <p:strVal val="visible"/>
                                      </p:to>
                                    </p:set>
                                    <p:animEffect transition="in" filter="dissolve">
                                      <p:cBhvr>
                                        <p:cTn id="45" dur="500"/>
                                        <p:tgtEl>
                                          <p:spTgt spid="23"/>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24"/>
                                        </p:tgtEl>
                                        <p:attrNameLst>
                                          <p:attrName>style.visibility</p:attrName>
                                        </p:attrNameLst>
                                      </p:cBhvr>
                                      <p:to>
                                        <p:strVal val="visible"/>
                                      </p:to>
                                    </p:set>
                                    <p:animEffect transition="in" filter="dissolve">
                                      <p:cBhvr>
                                        <p:cTn id="48" dur="500"/>
                                        <p:tgtEl>
                                          <p:spTgt spid="24"/>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25"/>
                                        </p:tgtEl>
                                        <p:attrNameLst>
                                          <p:attrName>style.visibility</p:attrName>
                                        </p:attrNameLst>
                                      </p:cBhvr>
                                      <p:to>
                                        <p:strVal val="visible"/>
                                      </p:to>
                                    </p:set>
                                    <p:animEffect transition="in" filter="dissolve">
                                      <p:cBhvr>
                                        <p:cTn id="51" dur="500"/>
                                        <p:tgtEl>
                                          <p:spTgt spid="25"/>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26"/>
                                        </p:tgtEl>
                                        <p:attrNameLst>
                                          <p:attrName>style.visibility</p:attrName>
                                        </p:attrNameLst>
                                      </p:cBhvr>
                                      <p:to>
                                        <p:strVal val="visible"/>
                                      </p:to>
                                    </p:set>
                                    <p:animEffect transition="in" filter="dissolve">
                                      <p:cBhvr>
                                        <p:cTn id="54" dur="500"/>
                                        <p:tgtEl>
                                          <p:spTgt spid="26"/>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dissolve">
                                      <p:cBhvr>
                                        <p:cTn id="57" dur="500"/>
                                        <p:tgtEl>
                                          <p:spTgt spid="27"/>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28"/>
                                        </p:tgtEl>
                                        <p:attrNameLst>
                                          <p:attrName>style.visibility</p:attrName>
                                        </p:attrNameLst>
                                      </p:cBhvr>
                                      <p:to>
                                        <p:strVal val="visible"/>
                                      </p:to>
                                    </p:set>
                                    <p:animEffect transition="in" filter="dissolve">
                                      <p:cBhvr>
                                        <p:cTn id="60"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4" grpId="0" animBg="1"/>
      <p:bldP spid="16" grpId="0" animBg="1"/>
      <p:bldP spid="17" grpId="0" animBg="1"/>
      <p:bldP spid="18" grpId="0"/>
      <p:bldP spid="19" grpId="0"/>
      <p:bldP spid="20" grpId="0"/>
      <p:bldP spid="21" grpId="0"/>
      <p:bldP spid="22" grpId="0" animBg="1"/>
      <p:bldP spid="23" grpId="0" animBg="1"/>
      <p:bldP spid="24" grpId="0" animBg="1"/>
      <p:bldP spid="25" grpId="0" animBg="1"/>
      <p:bldP spid="26" grpId="0" animBg="1"/>
      <p:bldP spid="27" grpId="0"/>
      <p:bldP spid="28"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消费者分析报告</a:t>
            </a:r>
            <a:endParaRPr kumimoji="1" lang="zh-CN" altLang="en-US" sz="2400">
              <a:solidFill>
                <a:schemeClr val="tx2"/>
              </a:solidFill>
              <a:latin typeface="+mn-ea"/>
            </a:endParaRPr>
          </a:p>
        </p:txBody>
      </p:sp>
      <p:sp>
        <p:nvSpPr>
          <p:cNvPr id="3" name="圆角矩形 2"/>
          <p:cNvSpPr/>
          <p:nvPr/>
        </p:nvSpPr>
        <p:spPr>
          <a:xfrm rot="10800000">
            <a:off x="1635661" y="1992512"/>
            <a:ext cx="2286000" cy="71269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4" name="椭圆 3"/>
          <p:cNvSpPr/>
          <p:nvPr/>
        </p:nvSpPr>
        <p:spPr>
          <a:xfrm>
            <a:off x="4288638" y="1970661"/>
            <a:ext cx="756399" cy="75639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5" name="그룹 259"/>
          <p:cNvGrpSpPr/>
          <p:nvPr/>
        </p:nvGrpSpPr>
        <p:grpSpPr>
          <a:xfrm>
            <a:off x="4470717" y="2155541"/>
            <a:ext cx="392240" cy="386638"/>
            <a:chOff x="5451265" y="5564677"/>
            <a:chExt cx="392240" cy="386638"/>
          </a:xfrm>
          <a:solidFill>
            <a:schemeClr val="bg1"/>
          </a:solidFill>
        </p:grpSpPr>
        <p:sp>
          <p:nvSpPr>
            <p:cNvPr id="6" name="자유형: 도형 260"/>
            <p:cNvSpPr/>
            <p:nvPr/>
          </p:nvSpPr>
          <p:spPr>
            <a:xfrm>
              <a:off x="5563503" y="5855779"/>
              <a:ext cx="161925" cy="57150"/>
            </a:xfrm>
            <a:custGeom>
              <a:avLst/>
              <a:gdLst>
                <a:gd name="connsiteX0" fmla="*/ 162537 w 161925"/>
                <a:gd name="connsiteY0" fmla="*/ 44100 h 57150"/>
                <a:gd name="connsiteX1" fmla="*/ 151964 w 161925"/>
                <a:gd name="connsiteY1" fmla="*/ 29432 h 57150"/>
                <a:gd name="connsiteX2" fmla="*/ 140820 w 161925"/>
                <a:gd name="connsiteY2" fmla="*/ 29432 h 57150"/>
                <a:gd name="connsiteX3" fmla="*/ 140820 w 161925"/>
                <a:gd name="connsiteY3" fmla="*/ 7144 h 57150"/>
                <a:gd name="connsiteX4" fmla="*/ 29377 w 161925"/>
                <a:gd name="connsiteY4" fmla="*/ 7144 h 57150"/>
                <a:gd name="connsiteX5" fmla="*/ 29377 w 161925"/>
                <a:gd name="connsiteY5" fmla="*/ 29432 h 57150"/>
                <a:gd name="connsiteX6" fmla="*/ 18233 w 161925"/>
                <a:gd name="connsiteY6" fmla="*/ 29432 h 57150"/>
                <a:gd name="connsiteX7" fmla="*/ 7660 w 161925"/>
                <a:gd name="connsiteY7" fmla="*/ 37052 h 57150"/>
                <a:gd name="connsiteX8" fmla="*/ 18233 w 161925"/>
                <a:gd name="connsiteY8" fmla="*/ 51721 h 57150"/>
                <a:gd name="connsiteX9" fmla="*/ 151964 w 161925"/>
                <a:gd name="connsiteY9" fmla="*/ 51721 h 57150"/>
                <a:gd name="connsiteX10" fmla="*/ 162537 w 161925"/>
                <a:gd name="connsiteY10" fmla="*/ 44100 h 571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1925" h="57150">
                  <a:moveTo>
                    <a:pt x="162537" y="44100"/>
                  </a:moveTo>
                  <a:cubicBezTo>
                    <a:pt x="164823" y="36480"/>
                    <a:pt x="159203" y="29432"/>
                    <a:pt x="151964" y="29432"/>
                  </a:cubicBezTo>
                  <a:lnTo>
                    <a:pt x="140820" y="29432"/>
                  </a:lnTo>
                  <a:lnTo>
                    <a:pt x="140820" y="7144"/>
                  </a:lnTo>
                  <a:lnTo>
                    <a:pt x="29377" y="7144"/>
                  </a:lnTo>
                  <a:lnTo>
                    <a:pt x="29377" y="29432"/>
                  </a:lnTo>
                  <a:lnTo>
                    <a:pt x="18233" y="29432"/>
                  </a:lnTo>
                  <a:cubicBezTo>
                    <a:pt x="13471" y="29432"/>
                    <a:pt x="9089" y="32480"/>
                    <a:pt x="7660" y="37052"/>
                  </a:cubicBezTo>
                  <a:cubicBezTo>
                    <a:pt x="5374" y="44672"/>
                    <a:pt x="10994" y="51721"/>
                    <a:pt x="18233" y="51721"/>
                  </a:cubicBezTo>
                  <a:lnTo>
                    <a:pt x="151964" y="51721"/>
                  </a:lnTo>
                  <a:cubicBezTo>
                    <a:pt x="156822" y="51815"/>
                    <a:pt x="161204" y="48768"/>
                    <a:pt x="162537" y="44100"/>
                  </a:cubicBezTo>
                  <a:close/>
                </a:path>
              </a:pathLst>
            </a:custGeom>
            <a:grpFill/>
            <a:ln w="9525" cap="flat">
              <a:noFill/>
              <a:prstDash val="solid"/>
              <a:miter/>
            </a:ln>
          </p:spPr>
          <p:txBody>
            <a:bodyPr rtlCol="0" anchor="ctr"/>
            <a:lstStyle/>
            <a:p>
              <a:endParaRPr lang="ko-KR" altLang="en-US"/>
            </a:p>
          </p:txBody>
        </p:sp>
        <p:sp>
          <p:nvSpPr>
            <p:cNvPr id="7" name="자유형: 도형 261"/>
            <p:cNvSpPr/>
            <p:nvPr/>
          </p:nvSpPr>
          <p:spPr>
            <a:xfrm>
              <a:off x="5780987" y="5608307"/>
              <a:ext cx="57150" cy="38100"/>
            </a:xfrm>
            <a:custGeom>
              <a:avLst/>
              <a:gdLst>
                <a:gd name="connsiteX0" fmla="*/ 7537 w 57150"/>
                <a:gd name="connsiteY0" fmla="*/ 26968 h 38100"/>
                <a:gd name="connsiteX1" fmla="*/ 21158 w 57150"/>
                <a:gd name="connsiteY1" fmla="*/ 34874 h 38100"/>
                <a:gd name="connsiteX2" fmla="*/ 43447 w 57150"/>
                <a:gd name="connsiteY2" fmla="*/ 29064 h 38100"/>
                <a:gd name="connsiteX3" fmla="*/ 51352 w 57150"/>
                <a:gd name="connsiteY3" fmla="*/ 15443 h 38100"/>
                <a:gd name="connsiteX4" fmla="*/ 37732 w 57150"/>
                <a:gd name="connsiteY4" fmla="*/ 7537 h 38100"/>
                <a:gd name="connsiteX5" fmla="*/ 15443 w 57150"/>
                <a:gd name="connsiteY5" fmla="*/ 13348 h 38100"/>
                <a:gd name="connsiteX6" fmla="*/ 7537 w 57150"/>
                <a:gd name="connsiteY6" fmla="*/ 26968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7537" y="26968"/>
                  </a:moveTo>
                  <a:cubicBezTo>
                    <a:pt x="9157" y="32969"/>
                    <a:pt x="15252" y="36398"/>
                    <a:pt x="21158" y="34874"/>
                  </a:cubicBezTo>
                  <a:lnTo>
                    <a:pt x="43447" y="29064"/>
                  </a:lnTo>
                  <a:cubicBezTo>
                    <a:pt x="49352" y="27444"/>
                    <a:pt x="52876" y="21348"/>
                    <a:pt x="51352" y="15443"/>
                  </a:cubicBezTo>
                  <a:cubicBezTo>
                    <a:pt x="49733" y="9442"/>
                    <a:pt x="43637" y="5918"/>
                    <a:pt x="37732" y="7537"/>
                  </a:cubicBezTo>
                  <a:lnTo>
                    <a:pt x="15443" y="13348"/>
                  </a:lnTo>
                  <a:cubicBezTo>
                    <a:pt x="9442" y="14967"/>
                    <a:pt x="5918" y="21063"/>
                    <a:pt x="7537" y="26968"/>
                  </a:cubicBezTo>
                  <a:close/>
                </a:path>
              </a:pathLst>
            </a:custGeom>
            <a:grpFill/>
            <a:ln w="9525" cap="flat">
              <a:noFill/>
              <a:prstDash val="solid"/>
              <a:miter/>
            </a:ln>
          </p:spPr>
          <p:txBody>
            <a:bodyPr rtlCol="0" anchor="ctr"/>
            <a:lstStyle/>
            <a:p>
              <a:endParaRPr lang="ko-KR" altLang="en-US"/>
            </a:p>
          </p:txBody>
        </p:sp>
        <p:sp>
          <p:nvSpPr>
            <p:cNvPr id="8" name="자유형: 도형 262"/>
            <p:cNvSpPr/>
            <p:nvPr/>
          </p:nvSpPr>
          <p:spPr>
            <a:xfrm>
              <a:off x="5457271" y="5739466"/>
              <a:ext cx="57150" cy="38100"/>
            </a:xfrm>
            <a:custGeom>
              <a:avLst/>
              <a:gdLst>
                <a:gd name="connsiteX0" fmla="*/ 37693 w 57150"/>
                <a:gd name="connsiteY0" fmla="*/ 7537 h 38100"/>
                <a:gd name="connsiteX1" fmla="*/ 15404 w 57150"/>
                <a:gd name="connsiteY1" fmla="*/ 13348 h 38100"/>
                <a:gd name="connsiteX2" fmla="*/ 7498 w 57150"/>
                <a:gd name="connsiteY2" fmla="*/ 26968 h 38100"/>
                <a:gd name="connsiteX3" fmla="*/ 21119 w 57150"/>
                <a:gd name="connsiteY3" fmla="*/ 34874 h 38100"/>
                <a:gd name="connsiteX4" fmla="*/ 43408 w 57150"/>
                <a:gd name="connsiteY4" fmla="*/ 29064 h 38100"/>
                <a:gd name="connsiteX5" fmla="*/ 51314 w 57150"/>
                <a:gd name="connsiteY5" fmla="*/ 15443 h 38100"/>
                <a:gd name="connsiteX6" fmla="*/ 37693 w 57150"/>
                <a:gd name="connsiteY6" fmla="*/ 7537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37693" y="7537"/>
                  </a:moveTo>
                  <a:lnTo>
                    <a:pt x="15404" y="13348"/>
                  </a:lnTo>
                  <a:cubicBezTo>
                    <a:pt x="9499" y="14967"/>
                    <a:pt x="5975" y="21063"/>
                    <a:pt x="7498" y="26968"/>
                  </a:cubicBezTo>
                  <a:cubicBezTo>
                    <a:pt x="9118" y="32969"/>
                    <a:pt x="15214" y="36398"/>
                    <a:pt x="21119" y="34874"/>
                  </a:cubicBezTo>
                  <a:lnTo>
                    <a:pt x="43408" y="29064"/>
                  </a:lnTo>
                  <a:cubicBezTo>
                    <a:pt x="49313" y="27445"/>
                    <a:pt x="52838" y="21348"/>
                    <a:pt x="51314" y="15443"/>
                  </a:cubicBezTo>
                  <a:cubicBezTo>
                    <a:pt x="49790" y="9442"/>
                    <a:pt x="43694" y="5918"/>
                    <a:pt x="37693" y="7537"/>
                  </a:cubicBezTo>
                  <a:close/>
                </a:path>
              </a:pathLst>
            </a:custGeom>
            <a:grpFill/>
            <a:ln w="9525" cap="flat">
              <a:noFill/>
              <a:prstDash val="solid"/>
              <a:miter/>
            </a:ln>
          </p:spPr>
          <p:txBody>
            <a:bodyPr rtlCol="0" anchor="ctr"/>
            <a:lstStyle/>
            <a:p>
              <a:endParaRPr lang="ko-KR" altLang="en-US"/>
            </a:p>
          </p:txBody>
        </p:sp>
        <p:sp>
          <p:nvSpPr>
            <p:cNvPr id="9" name="자유형: 도형 263"/>
            <p:cNvSpPr/>
            <p:nvPr/>
          </p:nvSpPr>
          <p:spPr>
            <a:xfrm>
              <a:off x="5780987" y="5739466"/>
              <a:ext cx="57150" cy="38100"/>
            </a:xfrm>
            <a:custGeom>
              <a:avLst/>
              <a:gdLst>
                <a:gd name="connsiteX0" fmla="*/ 15443 w 57150"/>
                <a:gd name="connsiteY0" fmla="*/ 29064 h 38100"/>
                <a:gd name="connsiteX1" fmla="*/ 37732 w 57150"/>
                <a:gd name="connsiteY1" fmla="*/ 34874 h 38100"/>
                <a:gd name="connsiteX2" fmla="*/ 51352 w 57150"/>
                <a:gd name="connsiteY2" fmla="*/ 26968 h 38100"/>
                <a:gd name="connsiteX3" fmla="*/ 43447 w 57150"/>
                <a:gd name="connsiteY3" fmla="*/ 13348 h 38100"/>
                <a:gd name="connsiteX4" fmla="*/ 21158 w 57150"/>
                <a:gd name="connsiteY4" fmla="*/ 7537 h 38100"/>
                <a:gd name="connsiteX5" fmla="*/ 7537 w 57150"/>
                <a:gd name="connsiteY5" fmla="*/ 15443 h 38100"/>
                <a:gd name="connsiteX6" fmla="*/ 15443 w 57150"/>
                <a:gd name="connsiteY6" fmla="*/ 2906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15443" y="29064"/>
                  </a:moveTo>
                  <a:lnTo>
                    <a:pt x="37732" y="34874"/>
                  </a:lnTo>
                  <a:cubicBezTo>
                    <a:pt x="43637" y="36493"/>
                    <a:pt x="49828" y="32969"/>
                    <a:pt x="51352" y="26968"/>
                  </a:cubicBezTo>
                  <a:cubicBezTo>
                    <a:pt x="52972" y="21063"/>
                    <a:pt x="49447" y="14872"/>
                    <a:pt x="43447" y="13348"/>
                  </a:cubicBezTo>
                  <a:lnTo>
                    <a:pt x="21158" y="7537"/>
                  </a:lnTo>
                  <a:cubicBezTo>
                    <a:pt x="15252" y="5918"/>
                    <a:pt x="9061" y="9442"/>
                    <a:pt x="7537" y="15443"/>
                  </a:cubicBezTo>
                  <a:cubicBezTo>
                    <a:pt x="5918" y="21348"/>
                    <a:pt x="9442" y="27445"/>
                    <a:pt x="15443" y="29064"/>
                  </a:cubicBezTo>
                  <a:close/>
                </a:path>
              </a:pathLst>
            </a:custGeom>
            <a:grpFill/>
            <a:ln w="9525" cap="flat">
              <a:noFill/>
              <a:prstDash val="solid"/>
              <a:miter/>
            </a:ln>
          </p:spPr>
          <p:txBody>
            <a:bodyPr rtlCol="0" anchor="ctr"/>
            <a:lstStyle/>
            <a:p>
              <a:endParaRPr lang="ko-KR" altLang="en-US"/>
            </a:p>
          </p:txBody>
        </p:sp>
        <p:sp>
          <p:nvSpPr>
            <p:cNvPr id="10" name="자유형: 도형 264"/>
            <p:cNvSpPr/>
            <p:nvPr/>
          </p:nvSpPr>
          <p:spPr>
            <a:xfrm>
              <a:off x="5457327" y="5608307"/>
              <a:ext cx="57150" cy="38100"/>
            </a:xfrm>
            <a:custGeom>
              <a:avLst/>
              <a:gdLst>
                <a:gd name="connsiteX0" fmla="*/ 15443 w 57150"/>
                <a:gd name="connsiteY0" fmla="*/ 29064 h 38100"/>
                <a:gd name="connsiteX1" fmla="*/ 37731 w 57150"/>
                <a:gd name="connsiteY1" fmla="*/ 34874 h 38100"/>
                <a:gd name="connsiteX2" fmla="*/ 51352 w 57150"/>
                <a:gd name="connsiteY2" fmla="*/ 26968 h 38100"/>
                <a:gd name="connsiteX3" fmla="*/ 43447 w 57150"/>
                <a:gd name="connsiteY3" fmla="*/ 13348 h 38100"/>
                <a:gd name="connsiteX4" fmla="*/ 21158 w 57150"/>
                <a:gd name="connsiteY4" fmla="*/ 7537 h 38100"/>
                <a:gd name="connsiteX5" fmla="*/ 7537 w 57150"/>
                <a:gd name="connsiteY5" fmla="*/ 15443 h 38100"/>
                <a:gd name="connsiteX6" fmla="*/ 15443 w 57150"/>
                <a:gd name="connsiteY6" fmla="*/ 29064 h 38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38100">
                  <a:moveTo>
                    <a:pt x="15443" y="29064"/>
                  </a:moveTo>
                  <a:lnTo>
                    <a:pt x="37731" y="34874"/>
                  </a:lnTo>
                  <a:cubicBezTo>
                    <a:pt x="43637" y="36493"/>
                    <a:pt x="49828" y="32969"/>
                    <a:pt x="51352" y="26968"/>
                  </a:cubicBezTo>
                  <a:cubicBezTo>
                    <a:pt x="52972" y="21063"/>
                    <a:pt x="49447" y="14871"/>
                    <a:pt x="43447" y="13348"/>
                  </a:cubicBezTo>
                  <a:lnTo>
                    <a:pt x="21158" y="7537"/>
                  </a:lnTo>
                  <a:cubicBezTo>
                    <a:pt x="15252" y="5918"/>
                    <a:pt x="9061" y="9442"/>
                    <a:pt x="7537" y="15443"/>
                  </a:cubicBezTo>
                  <a:cubicBezTo>
                    <a:pt x="5918" y="21348"/>
                    <a:pt x="9442" y="27540"/>
                    <a:pt x="15443" y="29064"/>
                  </a:cubicBezTo>
                  <a:close/>
                </a:path>
              </a:pathLst>
            </a:custGeom>
            <a:grpFill/>
            <a:ln w="9525" cap="flat">
              <a:noFill/>
              <a:prstDash val="solid"/>
              <a:miter/>
            </a:ln>
          </p:spPr>
          <p:txBody>
            <a:bodyPr rtlCol="0" anchor="ctr"/>
            <a:lstStyle/>
            <a:p>
              <a:endParaRPr lang="ko-KR" altLang="en-US"/>
            </a:p>
          </p:txBody>
        </p:sp>
        <p:sp>
          <p:nvSpPr>
            <p:cNvPr id="11" name="자유형: 도형 265"/>
            <p:cNvSpPr/>
            <p:nvPr/>
          </p:nvSpPr>
          <p:spPr>
            <a:xfrm>
              <a:off x="5786355" y="5676804"/>
              <a:ext cx="57150" cy="28575"/>
            </a:xfrm>
            <a:custGeom>
              <a:avLst/>
              <a:gdLst>
                <a:gd name="connsiteX0" fmla="*/ 41317 w 57150"/>
                <a:gd name="connsiteY0" fmla="*/ 7144 h 28575"/>
                <a:gd name="connsiteX1" fmla="*/ 18552 w 57150"/>
                <a:gd name="connsiteY1" fmla="*/ 7144 h 28575"/>
                <a:gd name="connsiteX2" fmla="*/ 7218 w 57150"/>
                <a:gd name="connsiteY2" fmla="*/ 17050 h 28575"/>
                <a:gd name="connsiteX3" fmla="*/ 18266 w 57150"/>
                <a:gd name="connsiteY3" fmla="*/ 29432 h 28575"/>
                <a:gd name="connsiteX4" fmla="*/ 41031 w 57150"/>
                <a:gd name="connsiteY4" fmla="*/ 29432 h 28575"/>
                <a:gd name="connsiteX5" fmla="*/ 52366 w 57150"/>
                <a:gd name="connsiteY5" fmla="*/ 19526 h 28575"/>
                <a:gd name="connsiteX6" fmla="*/ 41317 w 57150"/>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28575">
                  <a:moveTo>
                    <a:pt x="41317" y="7144"/>
                  </a:moveTo>
                  <a:lnTo>
                    <a:pt x="18552" y="7144"/>
                  </a:lnTo>
                  <a:cubicBezTo>
                    <a:pt x="12837" y="7144"/>
                    <a:pt x="7789" y="11335"/>
                    <a:pt x="7218" y="17050"/>
                  </a:cubicBezTo>
                  <a:cubicBezTo>
                    <a:pt x="6455" y="23813"/>
                    <a:pt x="11694" y="29432"/>
                    <a:pt x="18266" y="29432"/>
                  </a:cubicBezTo>
                  <a:lnTo>
                    <a:pt x="41031" y="29432"/>
                  </a:lnTo>
                  <a:cubicBezTo>
                    <a:pt x="46747" y="29432"/>
                    <a:pt x="51795" y="25241"/>
                    <a:pt x="52366" y="19526"/>
                  </a:cubicBezTo>
                  <a:cubicBezTo>
                    <a:pt x="53128" y="12763"/>
                    <a:pt x="47890" y="7144"/>
                    <a:pt x="41317" y="7144"/>
                  </a:cubicBezTo>
                  <a:close/>
                </a:path>
              </a:pathLst>
            </a:custGeom>
            <a:grpFill/>
            <a:ln w="9525" cap="flat">
              <a:noFill/>
              <a:prstDash val="solid"/>
              <a:miter/>
            </a:ln>
          </p:spPr>
          <p:txBody>
            <a:bodyPr rtlCol="0" anchor="ctr"/>
            <a:lstStyle/>
            <a:p>
              <a:endParaRPr lang="ko-KR" altLang="en-US"/>
            </a:p>
          </p:txBody>
        </p:sp>
        <p:sp>
          <p:nvSpPr>
            <p:cNvPr id="12" name="자유형: 도형 266"/>
            <p:cNvSpPr/>
            <p:nvPr/>
          </p:nvSpPr>
          <p:spPr>
            <a:xfrm>
              <a:off x="5451265" y="5676804"/>
              <a:ext cx="57150" cy="28575"/>
            </a:xfrm>
            <a:custGeom>
              <a:avLst/>
              <a:gdLst>
                <a:gd name="connsiteX0" fmla="*/ 18266 w 57150"/>
                <a:gd name="connsiteY0" fmla="*/ 29432 h 28575"/>
                <a:gd name="connsiteX1" fmla="*/ 41031 w 57150"/>
                <a:gd name="connsiteY1" fmla="*/ 29432 h 28575"/>
                <a:gd name="connsiteX2" fmla="*/ 52366 w 57150"/>
                <a:gd name="connsiteY2" fmla="*/ 19526 h 28575"/>
                <a:gd name="connsiteX3" fmla="*/ 41317 w 57150"/>
                <a:gd name="connsiteY3" fmla="*/ 7144 h 28575"/>
                <a:gd name="connsiteX4" fmla="*/ 18552 w 57150"/>
                <a:gd name="connsiteY4" fmla="*/ 7144 h 28575"/>
                <a:gd name="connsiteX5" fmla="*/ 7218 w 57150"/>
                <a:gd name="connsiteY5" fmla="*/ 17050 h 28575"/>
                <a:gd name="connsiteX6" fmla="*/ 18266 w 57150"/>
                <a:gd name="connsiteY6" fmla="*/ 29432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28575">
                  <a:moveTo>
                    <a:pt x="18266" y="29432"/>
                  </a:moveTo>
                  <a:lnTo>
                    <a:pt x="41031" y="29432"/>
                  </a:lnTo>
                  <a:cubicBezTo>
                    <a:pt x="46746" y="29432"/>
                    <a:pt x="51795" y="25241"/>
                    <a:pt x="52366" y="19526"/>
                  </a:cubicBezTo>
                  <a:cubicBezTo>
                    <a:pt x="53128" y="12763"/>
                    <a:pt x="47889" y="7144"/>
                    <a:pt x="41317" y="7144"/>
                  </a:cubicBezTo>
                  <a:lnTo>
                    <a:pt x="18552" y="7144"/>
                  </a:lnTo>
                  <a:cubicBezTo>
                    <a:pt x="12837" y="7144"/>
                    <a:pt x="7789" y="11335"/>
                    <a:pt x="7218" y="17050"/>
                  </a:cubicBezTo>
                  <a:cubicBezTo>
                    <a:pt x="6455" y="23717"/>
                    <a:pt x="11694" y="29432"/>
                    <a:pt x="18266" y="29432"/>
                  </a:cubicBezTo>
                  <a:close/>
                </a:path>
              </a:pathLst>
            </a:custGeom>
            <a:grpFill/>
            <a:ln w="9525" cap="flat">
              <a:noFill/>
              <a:prstDash val="solid"/>
              <a:miter/>
            </a:ln>
          </p:spPr>
          <p:txBody>
            <a:bodyPr rtlCol="0" anchor="ctr"/>
            <a:lstStyle/>
            <a:p>
              <a:endParaRPr lang="ko-KR" altLang="en-US"/>
            </a:p>
          </p:txBody>
        </p:sp>
        <p:sp>
          <p:nvSpPr>
            <p:cNvPr id="13" name="자유형: 도형 267"/>
            <p:cNvSpPr/>
            <p:nvPr/>
          </p:nvSpPr>
          <p:spPr>
            <a:xfrm>
              <a:off x="5631647" y="5712809"/>
              <a:ext cx="28575" cy="47625"/>
            </a:xfrm>
            <a:custGeom>
              <a:avLst/>
              <a:gdLst>
                <a:gd name="connsiteX0" fmla="*/ 16954 w 28575"/>
                <a:gd name="connsiteY0" fmla="*/ 7144 h 47625"/>
                <a:gd name="connsiteX1" fmla="*/ 7144 w 28575"/>
                <a:gd name="connsiteY1" fmla="*/ 26861 h 47625"/>
                <a:gd name="connsiteX2" fmla="*/ 16954 w 28575"/>
                <a:gd name="connsiteY2" fmla="*/ 46482 h 47625"/>
                <a:gd name="connsiteX3" fmla="*/ 26765 w 28575"/>
                <a:gd name="connsiteY3" fmla="*/ 26861 h 47625"/>
              </a:gdLst>
              <a:ahLst/>
              <a:cxnLst>
                <a:cxn ang="0">
                  <a:pos x="connsiteX0" y="connsiteY0"/>
                </a:cxn>
                <a:cxn ang="0">
                  <a:pos x="connsiteX1" y="connsiteY1"/>
                </a:cxn>
                <a:cxn ang="0">
                  <a:pos x="connsiteX2" y="connsiteY2"/>
                </a:cxn>
                <a:cxn ang="0">
                  <a:pos x="connsiteX3" y="connsiteY3"/>
                </a:cxn>
              </a:cxnLst>
              <a:rect l="l" t="t" r="r" b="b"/>
              <a:pathLst>
                <a:path w="28575" h="47625">
                  <a:moveTo>
                    <a:pt x="16954" y="7144"/>
                  </a:moveTo>
                  <a:lnTo>
                    <a:pt x="7144" y="26861"/>
                  </a:lnTo>
                  <a:lnTo>
                    <a:pt x="16954" y="46482"/>
                  </a:lnTo>
                  <a:lnTo>
                    <a:pt x="26765" y="26861"/>
                  </a:lnTo>
                  <a:close/>
                </a:path>
              </a:pathLst>
            </a:custGeom>
            <a:grpFill/>
            <a:ln w="9525" cap="flat">
              <a:noFill/>
              <a:prstDash val="solid"/>
              <a:miter/>
            </a:ln>
          </p:spPr>
          <p:txBody>
            <a:bodyPr rtlCol="0" anchor="ctr"/>
            <a:lstStyle/>
            <a:p>
              <a:endParaRPr lang="ko-KR" altLang="en-US"/>
            </a:p>
          </p:txBody>
        </p:sp>
        <p:sp>
          <p:nvSpPr>
            <p:cNvPr id="14" name="자유형: 도형 268"/>
            <p:cNvSpPr/>
            <p:nvPr/>
          </p:nvSpPr>
          <p:spPr>
            <a:xfrm>
              <a:off x="5518790" y="5564677"/>
              <a:ext cx="257175" cy="276225"/>
            </a:xfrm>
            <a:custGeom>
              <a:avLst/>
              <a:gdLst>
                <a:gd name="connsiteX0" fmla="*/ 229157 w 257175"/>
                <a:gd name="connsiteY0" fmla="*/ 201662 h 276225"/>
                <a:gd name="connsiteX1" fmla="*/ 252303 w 257175"/>
                <a:gd name="connsiteY1" fmla="*/ 130415 h 276225"/>
                <a:gd name="connsiteX2" fmla="*/ 103618 w 257175"/>
                <a:gd name="connsiteY2" fmla="*/ 9829 h 276225"/>
                <a:gd name="connsiteX3" fmla="*/ 9225 w 257175"/>
                <a:gd name="connsiteY3" fmla="*/ 107650 h 276225"/>
                <a:gd name="connsiteX4" fmla="*/ 31132 w 257175"/>
                <a:gd name="connsiteY4" fmla="*/ 202805 h 276225"/>
                <a:gd name="connsiteX5" fmla="*/ 51706 w 257175"/>
                <a:gd name="connsiteY5" fmla="*/ 253002 h 276225"/>
                <a:gd name="connsiteX6" fmla="*/ 73995 w 257175"/>
                <a:gd name="connsiteY6" fmla="*/ 276053 h 276225"/>
                <a:gd name="connsiteX7" fmla="*/ 118572 w 257175"/>
                <a:gd name="connsiteY7" fmla="*/ 276053 h 276225"/>
                <a:gd name="connsiteX8" fmla="*/ 118572 w 257175"/>
                <a:gd name="connsiteY8" fmla="*/ 222236 h 276225"/>
                <a:gd name="connsiteX9" fmla="*/ 75138 w 257175"/>
                <a:gd name="connsiteY9" fmla="*/ 135464 h 276225"/>
                <a:gd name="connsiteX10" fmla="*/ 80091 w 257175"/>
                <a:gd name="connsiteY10" fmla="*/ 120509 h 276225"/>
                <a:gd name="connsiteX11" fmla="*/ 95045 w 257175"/>
                <a:gd name="connsiteY11" fmla="*/ 125462 h 276225"/>
                <a:gd name="connsiteX12" fmla="*/ 107332 w 257175"/>
                <a:gd name="connsiteY12" fmla="*/ 150132 h 276225"/>
                <a:gd name="connsiteX13" fmla="*/ 119620 w 257175"/>
                <a:gd name="connsiteY13" fmla="*/ 125462 h 276225"/>
                <a:gd name="connsiteX14" fmla="*/ 139527 w 257175"/>
                <a:gd name="connsiteY14" fmla="*/ 125462 h 276225"/>
                <a:gd name="connsiteX15" fmla="*/ 151814 w 257175"/>
                <a:gd name="connsiteY15" fmla="*/ 150132 h 276225"/>
                <a:gd name="connsiteX16" fmla="*/ 164101 w 257175"/>
                <a:gd name="connsiteY16" fmla="*/ 125462 h 276225"/>
                <a:gd name="connsiteX17" fmla="*/ 179056 w 257175"/>
                <a:gd name="connsiteY17" fmla="*/ 120509 h 276225"/>
                <a:gd name="connsiteX18" fmla="*/ 184008 w 257175"/>
                <a:gd name="connsiteY18" fmla="*/ 135464 h 276225"/>
                <a:gd name="connsiteX19" fmla="*/ 140574 w 257175"/>
                <a:gd name="connsiteY19" fmla="*/ 222236 h 276225"/>
                <a:gd name="connsiteX20" fmla="*/ 140574 w 257175"/>
                <a:gd name="connsiteY20" fmla="*/ 276053 h 276225"/>
                <a:gd name="connsiteX21" fmla="*/ 185151 w 257175"/>
                <a:gd name="connsiteY21" fmla="*/ 276053 h 276225"/>
                <a:gd name="connsiteX22" fmla="*/ 207440 w 257175"/>
                <a:gd name="connsiteY22" fmla="*/ 253002 h 276225"/>
                <a:gd name="connsiteX23" fmla="*/ 229157 w 257175"/>
                <a:gd name="connsiteY23" fmla="*/ 201662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57175" h="276225">
                  <a:moveTo>
                    <a:pt x="229157" y="201662"/>
                  </a:moveTo>
                  <a:cubicBezTo>
                    <a:pt x="244302" y="180803"/>
                    <a:pt x="252303" y="156133"/>
                    <a:pt x="252303" y="130415"/>
                  </a:cubicBezTo>
                  <a:cubicBezTo>
                    <a:pt x="252303" y="53549"/>
                    <a:pt x="182009" y="-6459"/>
                    <a:pt x="103618" y="9829"/>
                  </a:cubicBezTo>
                  <a:cubicBezTo>
                    <a:pt x="55993" y="19735"/>
                    <a:pt x="18083" y="59454"/>
                    <a:pt x="9225" y="107650"/>
                  </a:cubicBezTo>
                  <a:cubicBezTo>
                    <a:pt x="3034" y="141655"/>
                    <a:pt x="10749" y="175469"/>
                    <a:pt x="31132" y="202805"/>
                  </a:cubicBezTo>
                  <a:cubicBezTo>
                    <a:pt x="50087" y="228237"/>
                    <a:pt x="50563" y="248811"/>
                    <a:pt x="51706" y="253002"/>
                  </a:cubicBezTo>
                  <a:cubicBezTo>
                    <a:pt x="51706" y="265289"/>
                    <a:pt x="61708" y="276053"/>
                    <a:pt x="73995" y="276053"/>
                  </a:cubicBezTo>
                  <a:lnTo>
                    <a:pt x="118572" y="276053"/>
                  </a:lnTo>
                  <a:lnTo>
                    <a:pt x="118572" y="222236"/>
                  </a:lnTo>
                  <a:cubicBezTo>
                    <a:pt x="117333" y="219760"/>
                    <a:pt x="72566" y="130320"/>
                    <a:pt x="75138" y="135464"/>
                  </a:cubicBezTo>
                  <a:cubicBezTo>
                    <a:pt x="72376" y="129939"/>
                    <a:pt x="74662" y="123272"/>
                    <a:pt x="80091" y="120509"/>
                  </a:cubicBezTo>
                  <a:cubicBezTo>
                    <a:pt x="85615" y="117747"/>
                    <a:pt x="92283" y="120033"/>
                    <a:pt x="95045" y="125462"/>
                  </a:cubicBezTo>
                  <a:lnTo>
                    <a:pt x="107332" y="150132"/>
                  </a:lnTo>
                  <a:lnTo>
                    <a:pt x="119620" y="125462"/>
                  </a:lnTo>
                  <a:cubicBezTo>
                    <a:pt x="123430" y="117938"/>
                    <a:pt x="135812" y="117938"/>
                    <a:pt x="139527" y="125462"/>
                  </a:cubicBezTo>
                  <a:lnTo>
                    <a:pt x="151814" y="150132"/>
                  </a:lnTo>
                  <a:lnTo>
                    <a:pt x="164101" y="125462"/>
                  </a:lnTo>
                  <a:cubicBezTo>
                    <a:pt x="166864" y="119938"/>
                    <a:pt x="173531" y="117747"/>
                    <a:pt x="179056" y="120509"/>
                  </a:cubicBezTo>
                  <a:cubicBezTo>
                    <a:pt x="184580" y="123272"/>
                    <a:pt x="186771" y="129939"/>
                    <a:pt x="184008" y="135464"/>
                  </a:cubicBezTo>
                  <a:cubicBezTo>
                    <a:pt x="182580" y="138321"/>
                    <a:pt x="138289" y="226809"/>
                    <a:pt x="140574" y="222236"/>
                  </a:cubicBezTo>
                  <a:lnTo>
                    <a:pt x="140574" y="276053"/>
                  </a:lnTo>
                  <a:lnTo>
                    <a:pt x="185151" y="276053"/>
                  </a:lnTo>
                  <a:cubicBezTo>
                    <a:pt x="197439" y="276053"/>
                    <a:pt x="207440" y="265289"/>
                    <a:pt x="207440" y="253002"/>
                  </a:cubicBezTo>
                  <a:cubicBezTo>
                    <a:pt x="209345" y="247954"/>
                    <a:pt x="210393" y="227570"/>
                    <a:pt x="229157" y="201662"/>
                  </a:cubicBezTo>
                  <a:close/>
                </a:path>
              </a:pathLst>
            </a:custGeom>
            <a:grpFill/>
            <a:ln w="9525" cap="flat">
              <a:noFill/>
              <a:prstDash val="solid"/>
              <a:miter/>
            </a:ln>
          </p:spPr>
          <p:txBody>
            <a:bodyPr rtlCol="0" anchor="ctr"/>
            <a:lstStyle/>
            <a:p>
              <a:endParaRPr lang="ko-KR" altLang="en-US"/>
            </a:p>
          </p:txBody>
        </p:sp>
        <p:sp>
          <p:nvSpPr>
            <p:cNvPr id="15" name="자유형: 도형 269"/>
            <p:cNvSpPr/>
            <p:nvPr/>
          </p:nvSpPr>
          <p:spPr>
            <a:xfrm>
              <a:off x="5597167" y="5922740"/>
              <a:ext cx="95250" cy="28575"/>
            </a:xfrm>
            <a:custGeom>
              <a:avLst/>
              <a:gdLst>
                <a:gd name="connsiteX0" fmla="*/ 51435 w 95250"/>
                <a:gd name="connsiteY0" fmla="*/ 29433 h 28575"/>
                <a:gd name="connsiteX1" fmla="*/ 95726 w 95250"/>
                <a:gd name="connsiteY1" fmla="*/ 7144 h 28575"/>
                <a:gd name="connsiteX2" fmla="*/ 7144 w 95250"/>
                <a:gd name="connsiteY2" fmla="*/ 7144 h 28575"/>
                <a:gd name="connsiteX3" fmla="*/ 51435 w 95250"/>
                <a:gd name="connsiteY3" fmla="*/ 29433 h 28575"/>
              </a:gdLst>
              <a:ahLst/>
              <a:cxnLst>
                <a:cxn ang="0">
                  <a:pos x="connsiteX0" y="connsiteY0"/>
                </a:cxn>
                <a:cxn ang="0">
                  <a:pos x="connsiteX1" y="connsiteY1"/>
                </a:cxn>
                <a:cxn ang="0">
                  <a:pos x="connsiteX2" y="connsiteY2"/>
                </a:cxn>
                <a:cxn ang="0">
                  <a:pos x="connsiteX3" y="connsiteY3"/>
                </a:cxn>
              </a:cxnLst>
              <a:rect l="l" t="t" r="r" b="b"/>
              <a:pathLst>
                <a:path w="95250" h="28575">
                  <a:moveTo>
                    <a:pt x="51435" y="29433"/>
                  </a:moveTo>
                  <a:cubicBezTo>
                    <a:pt x="69532" y="29433"/>
                    <a:pt x="85534" y="20574"/>
                    <a:pt x="95726" y="7144"/>
                  </a:cubicBezTo>
                  <a:lnTo>
                    <a:pt x="7144" y="7144"/>
                  </a:lnTo>
                  <a:cubicBezTo>
                    <a:pt x="17335" y="20574"/>
                    <a:pt x="33242" y="29433"/>
                    <a:pt x="51435" y="29433"/>
                  </a:cubicBezTo>
                  <a:close/>
                </a:path>
              </a:pathLst>
            </a:custGeom>
            <a:grpFill/>
            <a:ln w="9525" cap="flat">
              <a:noFill/>
              <a:prstDash val="solid"/>
              <a:miter/>
            </a:ln>
          </p:spPr>
          <p:txBody>
            <a:bodyPr rtlCol="0" anchor="ctr"/>
            <a:lstStyle/>
            <a:p>
              <a:endParaRPr lang="ko-KR" altLang="en-US"/>
            </a:p>
          </p:txBody>
        </p:sp>
      </p:grpSp>
      <p:sp>
        <p:nvSpPr>
          <p:cNvPr id="16" name="矩形 15"/>
          <p:cNvSpPr/>
          <p:nvPr/>
        </p:nvSpPr>
        <p:spPr>
          <a:xfrm>
            <a:off x="1796870" y="2194972"/>
            <a:ext cx="1800493" cy="307777"/>
          </a:xfrm>
          <a:prstGeom prst="rect">
            <a:avLst/>
          </a:prstGeom>
        </p:spPr>
        <p:txBody>
          <a:bodyPr wrap="none">
            <a:spAutoFit/>
          </a:bodyPr>
          <a:lstStyle/>
          <a:p>
            <a:r>
              <a:rPr kumimoji="1" lang="zh-CN" altLang="en-US" sz="1400" dirty="0">
                <a:solidFill>
                  <a:schemeClr val="bg1"/>
                </a:solidFill>
                <a:latin typeface="+mn-ea"/>
                <a:cs typeface="+mn-ea"/>
                <a:sym typeface="+mn-lt"/>
              </a:rPr>
              <a:t>输入对应的文字内容</a:t>
            </a:r>
            <a:endParaRPr lang="zh-CN" altLang="en-US" sz="1400">
              <a:solidFill>
                <a:schemeClr val="bg1"/>
              </a:solidFill>
            </a:endParaRPr>
          </a:p>
        </p:txBody>
      </p:sp>
      <p:sp>
        <p:nvSpPr>
          <p:cNvPr id="17" name="圆角矩形 16"/>
          <p:cNvSpPr/>
          <p:nvPr/>
        </p:nvSpPr>
        <p:spPr>
          <a:xfrm rot="10800000">
            <a:off x="1635661" y="3167713"/>
            <a:ext cx="2286000" cy="71269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18" name="椭圆 17"/>
          <p:cNvSpPr/>
          <p:nvPr/>
        </p:nvSpPr>
        <p:spPr>
          <a:xfrm>
            <a:off x="4288638" y="3145862"/>
            <a:ext cx="756399" cy="75639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9" name="矩形 18"/>
          <p:cNvSpPr/>
          <p:nvPr/>
        </p:nvSpPr>
        <p:spPr>
          <a:xfrm>
            <a:off x="1796870" y="3370173"/>
            <a:ext cx="1800493" cy="307777"/>
          </a:xfrm>
          <a:prstGeom prst="rect">
            <a:avLst/>
          </a:prstGeom>
        </p:spPr>
        <p:txBody>
          <a:bodyPr wrap="none">
            <a:spAutoFit/>
          </a:bodyPr>
          <a:lstStyle/>
          <a:p>
            <a:r>
              <a:rPr kumimoji="1" lang="zh-CN" altLang="en-US" sz="1400" dirty="0">
                <a:solidFill>
                  <a:schemeClr val="bg1"/>
                </a:solidFill>
                <a:latin typeface="+mn-ea"/>
                <a:cs typeface="+mn-ea"/>
                <a:sym typeface="+mn-lt"/>
              </a:rPr>
              <a:t>输入对应的文字内容</a:t>
            </a:r>
            <a:endParaRPr lang="zh-CN" altLang="en-US" sz="1400">
              <a:solidFill>
                <a:schemeClr val="bg1"/>
              </a:solidFill>
            </a:endParaRPr>
          </a:p>
        </p:txBody>
      </p:sp>
      <p:sp>
        <p:nvSpPr>
          <p:cNvPr id="20" name="圆角矩形 19"/>
          <p:cNvSpPr/>
          <p:nvPr/>
        </p:nvSpPr>
        <p:spPr>
          <a:xfrm rot="10800000">
            <a:off x="1635661" y="4324450"/>
            <a:ext cx="2286000" cy="712697"/>
          </a:xfrm>
          <a:prstGeom prst="round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21" name="椭圆 20"/>
          <p:cNvSpPr/>
          <p:nvPr/>
        </p:nvSpPr>
        <p:spPr>
          <a:xfrm>
            <a:off x="4288638" y="4302599"/>
            <a:ext cx="756399" cy="756399"/>
          </a:xfrm>
          <a:prstGeom prst="ellips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2" name="矩形 21"/>
          <p:cNvSpPr/>
          <p:nvPr/>
        </p:nvSpPr>
        <p:spPr>
          <a:xfrm>
            <a:off x="1796870" y="4526910"/>
            <a:ext cx="1800493" cy="307777"/>
          </a:xfrm>
          <a:prstGeom prst="rect">
            <a:avLst/>
          </a:prstGeom>
        </p:spPr>
        <p:txBody>
          <a:bodyPr wrap="none">
            <a:spAutoFit/>
          </a:bodyPr>
          <a:lstStyle/>
          <a:p>
            <a:r>
              <a:rPr kumimoji="1" lang="zh-CN" altLang="en-US" sz="1400" dirty="0">
                <a:solidFill>
                  <a:schemeClr val="bg1"/>
                </a:solidFill>
                <a:latin typeface="+mn-ea"/>
                <a:cs typeface="+mn-ea"/>
                <a:sym typeface="+mn-lt"/>
              </a:rPr>
              <a:t>输入对应的文字内容</a:t>
            </a:r>
            <a:endParaRPr lang="zh-CN" altLang="en-US" sz="1400">
              <a:solidFill>
                <a:schemeClr val="bg1"/>
              </a:solidFill>
            </a:endParaRPr>
          </a:p>
        </p:txBody>
      </p:sp>
      <p:grpSp>
        <p:nvGrpSpPr>
          <p:cNvPr id="23" name="그룹 427"/>
          <p:cNvGrpSpPr/>
          <p:nvPr/>
        </p:nvGrpSpPr>
        <p:grpSpPr>
          <a:xfrm>
            <a:off x="4455836" y="3340584"/>
            <a:ext cx="390525" cy="343947"/>
            <a:chOff x="6798957" y="5589841"/>
            <a:chExt cx="390525" cy="343947"/>
          </a:xfrm>
          <a:solidFill>
            <a:schemeClr val="bg1"/>
          </a:solidFill>
        </p:grpSpPr>
        <p:sp>
          <p:nvSpPr>
            <p:cNvPr id="24" name="자유형: 도형 428"/>
            <p:cNvSpPr/>
            <p:nvPr/>
          </p:nvSpPr>
          <p:spPr>
            <a:xfrm>
              <a:off x="6798957" y="5589841"/>
              <a:ext cx="390525" cy="276225"/>
            </a:xfrm>
            <a:custGeom>
              <a:avLst/>
              <a:gdLst>
                <a:gd name="connsiteX0" fmla="*/ 130471 w 390525"/>
                <a:gd name="connsiteY0" fmla="*/ 230124 h 276225"/>
                <a:gd name="connsiteX1" fmla="*/ 331830 w 390525"/>
                <a:gd name="connsiteY1" fmla="*/ 230124 h 276225"/>
                <a:gd name="connsiteX2" fmla="*/ 342498 w 390525"/>
                <a:gd name="connsiteY2" fmla="*/ 222028 h 276225"/>
                <a:gd name="connsiteX3" fmla="*/ 387075 w 390525"/>
                <a:gd name="connsiteY3" fmla="*/ 66008 h 276225"/>
                <a:gd name="connsiteX4" fmla="*/ 385265 w 390525"/>
                <a:gd name="connsiteY4" fmla="*/ 56198 h 276225"/>
                <a:gd name="connsiteX5" fmla="*/ 376407 w 390525"/>
                <a:gd name="connsiteY5" fmla="*/ 51721 h 276225"/>
                <a:gd name="connsiteX6" fmla="*/ 104754 w 390525"/>
                <a:gd name="connsiteY6" fmla="*/ 51721 h 276225"/>
                <a:gd name="connsiteX7" fmla="*/ 96753 w 390525"/>
                <a:gd name="connsiteY7" fmla="*/ 15907 h 276225"/>
                <a:gd name="connsiteX8" fmla="*/ 85894 w 390525"/>
                <a:gd name="connsiteY8" fmla="*/ 7144 h 276225"/>
                <a:gd name="connsiteX9" fmla="*/ 18552 w 390525"/>
                <a:gd name="connsiteY9" fmla="*/ 7144 h 276225"/>
                <a:gd name="connsiteX10" fmla="*/ 7218 w 390525"/>
                <a:gd name="connsiteY10" fmla="*/ 17050 h 276225"/>
                <a:gd name="connsiteX11" fmla="*/ 18266 w 390525"/>
                <a:gd name="connsiteY11" fmla="*/ 29433 h 276225"/>
                <a:gd name="connsiteX12" fmla="*/ 76941 w 390525"/>
                <a:gd name="connsiteY12" fmla="*/ 29433 h 276225"/>
                <a:gd name="connsiteX13" fmla="*/ 117231 w 390525"/>
                <a:gd name="connsiteY13" fmla="*/ 210503 h 276225"/>
                <a:gd name="connsiteX14" fmla="*/ 97134 w 390525"/>
                <a:gd name="connsiteY14" fmla="*/ 243269 h 276225"/>
                <a:gd name="connsiteX15" fmla="*/ 131043 w 390525"/>
                <a:gd name="connsiteY15" fmla="*/ 274606 h 276225"/>
                <a:gd name="connsiteX16" fmla="*/ 331544 w 390525"/>
                <a:gd name="connsiteY16" fmla="*/ 274606 h 276225"/>
                <a:gd name="connsiteX17" fmla="*/ 342879 w 390525"/>
                <a:gd name="connsiteY17" fmla="*/ 264700 h 276225"/>
                <a:gd name="connsiteX18" fmla="*/ 331830 w 390525"/>
                <a:gd name="connsiteY18" fmla="*/ 252317 h 276225"/>
                <a:gd name="connsiteX19" fmla="*/ 130471 w 390525"/>
                <a:gd name="connsiteY19" fmla="*/ 252317 h 276225"/>
                <a:gd name="connsiteX20" fmla="*/ 119327 w 390525"/>
                <a:gd name="connsiteY20" fmla="*/ 241173 h 276225"/>
                <a:gd name="connsiteX21" fmla="*/ 130471 w 390525"/>
                <a:gd name="connsiteY21" fmla="*/ 230124 h 2762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390525" h="276225">
                  <a:moveTo>
                    <a:pt x="130471" y="230124"/>
                  </a:moveTo>
                  <a:lnTo>
                    <a:pt x="331830" y="230124"/>
                  </a:lnTo>
                  <a:cubicBezTo>
                    <a:pt x="336782" y="230124"/>
                    <a:pt x="341164" y="226790"/>
                    <a:pt x="342498" y="222028"/>
                  </a:cubicBezTo>
                  <a:lnTo>
                    <a:pt x="387075" y="66008"/>
                  </a:lnTo>
                  <a:cubicBezTo>
                    <a:pt x="388027" y="62675"/>
                    <a:pt x="387360" y="59055"/>
                    <a:pt x="385265" y="56198"/>
                  </a:cubicBezTo>
                  <a:cubicBezTo>
                    <a:pt x="383169" y="53435"/>
                    <a:pt x="379836" y="51721"/>
                    <a:pt x="376407" y="51721"/>
                  </a:cubicBezTo>
                  <a:lnTo>
                    <a:pt x="104754" y="51721"/>
                  </a:lnTo>
                  <a:lnTo>
                    <a:pt x="96753" y="15907"/>
                  </a:lnTo>
                  <a:cubicBezTo>
                    <a:pt x="95609" y="10763"/>
                    <a:pt x="91133" y="7144"/>
                    <a:pt x="85894" y="7144"/>
                  </a:cubicBezTo>
                  <a:lnTo>
                    <a:pt x="18552" y="7144"/>
                  </a:lnTo>
                  <a:cubicBezTo>
                    <a:pt x="12838" y="7144"/>
                    <a:pt x="7789" y="11335"/>
                    <a:pt x="7218" y="17050"/>
                  </a:cubicBezTo>
                  <a:cubicBezTo>
                    <a:pt x="6455" y="23813"/>
                    <a:pt x="11694" y="29433"/>
                    <a:pt x="18266" y="29433"/>
                  </a:cubicBezTo>
                  <a:lnTo>
                    <a:pt x="76941" y="29433"/>
                  </a:lnTo>
                  <a:lnTo>
                    <a:pt x="117231" y="210503"/>
                  </a:lnTo>
                  <a:cubicBezTo>
                    <a:pt x="104754" y="215932"/>
                    <a:pt x="96276" y="228600"/>
                    <a:pt x="97134" y="243269"/>
                  </a:cubicBezTo>
                  <a:cubicBezTo>
                    <a:pt x="98181" y="260985"/>
                    <a:pt x="113326" y="274606"/>
                    <a:pt x="131043" y="274606"/>
                  </a:cubicBezTo>
                  <a:lnTo>
                    <a:pt x="331544" y="274606"/>
                  </a:lnTo>
                  <a:cubicBezTo>
                    <a:pt x="337259" y="274606"/>
                    <a:pt x="342307" y="270415"/>
                    <a:pt x="342879" y="264700"/>
                  </a:cubicBezTo>
                  <a:cubicBezTo>
                    <a:pt x="343641" y="257937"/>
                    <a:pt x="338402" y="252317"/>
                    <a:pt x="331830" y="252317"/>
                  </a:cubicBezTo>
                  <a:lnTo>
                    <a:pt x="130471" y="252317"/>
                  </a:lnTo>
                  <a:cubicBezTo>
                    <a:pt x="124375" y="252317"/>
                    <a:pt x="119327" y="247365"/>
                    <a:pt x="119327" y="241173"/>
                  </a:cubicBezTo>
                  <a:cubicBezTo>
                    <a:pt x="119327" y="234982"/>
                    <a:pt x="124375" y="230124"/>
                    <a:pt x="130471" y="230124"/>
                  </a:cubicBezTo>
                  <a:close/>
                </a:path>
              </a:pathLst>
            </a:custGeom>
            <a:grpFill/>
            <a:ln w="9525" cap="flat">
              <a:noFill/>
              <a:prstDash val="solid"/>
              <a:miter/>
            </a:ln>
          </p:spPr>
          <p:txBody>
            <a:bodyPr rtlCol="0" anchor="ctr"/>
            <a:lstStyle/>
            <a:p>
              <a:endParaRPr lang="ko-KR" altLang="en-US"/>
            </a:p>
          </p:txBody>
        </p:sp>
        <p:sp>
          <p:nvSpPr>
            <p:cNvPr id="25" name="자유형: 도형 429"/>
            <p:cNvSpPr/>
            <p:nvPr/>
          </p:nvSpPr>
          <p:spPr>
            <a:xfrm>
              <a:off x="6911141" y="5857588"/>
              <a:ext cx="76200" cy="76200"/>
            </a:xfrm>
            <a:custGeom>
              <a:avLst/>
              <a:gdLst>
                <a:gd name="connsiteX0" fmla="*/ 7144 w 76200"/>
                <a:gd name="connsiteY0" fmla="*/ 40577 h 76200"/>
                <a:gd name="connsiteX1" fmla="*/ 40576 w 76200"/>
                <a:gd name="connsiteY1" fmla="*/ 74009 h 76200"/>
                <a:gd name="connsiteX2" fmla="*/ 74009 w 76200"/>
                <a:gd name="connsiteY2" fmla="*/ 40577 h 76200"/>
                <a:gd name="connsiteX3" fmla="*/ 40576 w 76200"/>
                <a:gd name="connsiteY3" fmla="*/ 7144 h 76200"/>
                <a:gd name="connsiteX4" fmla="*/ 7144 w 76200"/>
                <a:gd name="connsiteY4" fmla="*/ 40577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577"/>
                  </a:moveTo>
                  <a:cubicBezTo>
                    <a:pt x="7144" y="59055"/>
                    <a:pt x="22098" y="74009"/>
                    <a:pt x="40576" y="74009"/>
                  </a:cubicBezTo>
                  <a:cubicBezTo>
                    <a:pt x="59055" y="74009"/>
                    <a:pt x="74009" y="59055"/>
                    <a:pt x="74009" y="40577"/>
                  </a:cubicBezTo>
                  <a:cubicBezTo>
                    <a:pt x="74009" y="22098"/>
                    <a:pt x="59055" y="7144"/>
                    <a:pt x="40576" y="7144"/>
                  </a:cubicBezTo>
                  <a:cubicBezTo>
                    <a:pt x="22193" y="7144"/>
                    <a:pt x="7144" y="22098"/>
                    <a:pt x="7144" y="40577"/>
                  </a:cubicBezTo>
                  <a:close/>
                </a:path>
              </a:pathLst>
            </a:custGeom>
            <a:grpFill/>
            <a:ln w="9525" cap="flat">
              <a:noFill/>
              <a:prstDash val="solid"/>
              <a:miter/>
            </a:ln>
          </p:spPr>
          <p:txBody>
            <a:bodyPr rtlCol="0" anchor="ctr"/>
            <a:lstStyle/>
            <a:p>
              <a:endParaRPr lang="ko-KR" altLang="en-US"/>
            </a:p>
          </p:txBody>
        </p:sp>
        <p:sp>
          <p:nvSpPr>
            <p:cNvPr id="26" name="자유형: 도형 430"/>
            <p:cNvSpPr/>
            <p:nvPr/>
          </p:nvSpPr>
          <p:spPr>
            <a:xfrm>
              <a:off x="7067922" y="5857588"/>
              <a:ext cx="76200" cy="76200"/>
            </a:xfrm>
            <a:custGeom>
              <a:avLst/>
              <a:gdLst>
                <a:gd name="connsiteX0" fmla="*/ 7144 w 76200"/>
                <a:gd name="connsiteY0" fmla="*/ 40577 h 76200"/>
                <a:gd name="connsiteX1" fmla="*/ 40577 w 76200"/>
                <a:gd name="connsiteY1" fmla="*/ 74009 h 76200"/>
                <a:gd name="connsiteX2" fmla="*/ 74009 w 76200"/>
                <a:gd name="connsiteY2" fmla="*/ 40577 h 76200"/>
                <a:gd name="connsiteX3" fmla="*/ 40577 w 76200"/>
                <a:gd name="connsiteY3" fmla="*/ 7144 h 76200"/>
                <a:gd name="connsiteX4" fmla="*/ 7144 w 76200"/>
                <a:gd name="connsiteY4" fmla="*/ 40577 h 762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6200" h="76200">
                  <a:moveTo>
                    <a:pt x="7144" y="40577"/>
                  </a:moveTo>
                  <a:cubicBezTo>
                    <a:pt x="7144" y="59055"/>
                    <a:pt x="22098" y="74009"/>
                    <a:pt x="40577" y="74009"/>
                  </a:cubicBezTo>
                  <a:cubicBezTo>
                    <a:pt x="59055" y="74009"/>
                    <a:pt x="74009" y="59055"/>
                    <a:pt x="74009" y="40577"/>
                  </a:cubicBezTo>
                  <a:cubicBezTo>
                    <a:pt x="74009" y="22098"/>
                    <a:pt x="59055" y="7144"/>
                    <a:pt x="40577" y="7144"/>
                  </a:cubicBezTo>
                  <a:cubicBezTo>
                    <a:pt x="22193" y="7144"/>
                    <a:pt x="7144" y="22098"/>
                    <a:pt x="7144" y="40577"/>
                  </a:cubicBezTo>
                  <a:close/>
                </a:path>
              </a:pathLst>
            </a:custGeom>
            <a:grpFill/>
            <a:ln w="9525" cap="flat">
              <a:noFill/>
              <a:prstDash val="solid"/>
              <a:miter/>
            </a:ln>
          </p:spPr>
          <p:txBody>
            <a:bodyPr rtlCol="0" anchor="ctr"/>
            <a:lstStyle/>
            <a:p>
              <a:endParaRPr lang="ko-KR" altLang="en-US"/>
            </a:p>
          </p:txBody>
        </p:sp>
      </p:grpSp>
      <p:grpSp>
        <p:nvGrpSpPr>
          <p:cNvPr id="27" name="그룹 16"/>
          <p:cNvGrpSpPr/>
          <p:nvPr/>
        </p:nvGrpSpPr>
        <p:grpSpPr>
          <a:xfrm>
            <a:off x="4471703" y="4555287"/>
            <a:ext cx="385886" cy="266700"/>
            <a:chOff x="8144247" y="4296431"/>
            <a:chExt cx="385886" cy="266700"/>
          </a:xfrm>
          <a:solidFill>
            <a:schemeClr val="bg1"/>
          </a:solidFill>
        </p:grpSpPr>
        <p:sp>
          <p:nvSpPr>
            <p:cNvPr id="28" name="자유형: 도형 17"/>
            <p:cNvSpPr/>
            <p:nvPr/>
          </p:nvSpPr>
          <p:spPr>
            <a:xfrm>
              <a:off x="8253908" y="4296431"/>
              <a:ext cx="276225" cy="266700"/>
            </a:xfrm>
            <a:custGeom>
              <a:avLst/>
              <a:gdLst>
                <a:gd name="connsiteX0" fmla="*/ 275530 w 276225"/>
                <a:gd name="connsiteY0" fmla="*/ 128884 h 266700"/>
                <a:gd name="connsiteX1" fmla="*/ 247908 w 276225"/>
                <a:gd name="connsiteY1" fmla="*/ 111263 h 266700"/>
                <a:gd name="connsiteX2" fmla="*/ 194663 w 276225"/>
                <a:gd name="connsiteY2" fmla="*/ 107834 h 266700"/>
                <a:gd name="connsiteX3" fmla="*/ 188853 w 276225"/>
                <a:gd name="connsiteY3" fmla="*/ 107548 h 266700"/>
                <a:gd name="connsiteX4" fmla="*/ 184281 w 276225"/>
                <a:gd name="connsiteY4" fmla="*/ 102881 h 266700"/>
                <a:gd name="connsiteX5" fmla="*/ 113796 w 276225"/>
                <a:gd name="connsiteY5" fmla="*/ 15727 h 266700"/>
                <a:gd name="connsiteX6" fmla="*/ 107224 w 276225"/>
                <a:gd name="connsiteY6" fmla="*/ 8964 h 266700"/>
                <a:gd name="connsiteX7" fmla="*/ 94175 w 276225"/>
                <a:gd name="connsiteY7" fmla="*/ 7249 h 266700"/>
                <a:gd name="connsiteX8" fmla="*/ 92269 w 276225"/>
                <a:gd name="connsiteY8" fmla="*/ 7345 h 266700"/>
                <a:gd name="connsiteX9" fmla="*/ 82649 w 276225"/>
                <a:gd name="connsiteY9" fmla="*/ 9345 h 266700"/>
                <a:gd name="connsiteX10" fmla="*/ 81030 w 276225"/>
                <a:gd name="connsiteY10" fmla="*/ 24014 h 266700"/>
                <a:gd name="connsiteX11" fmla="*/ 107986 w 276225"/>
                <a:gd name="connsiteY11" fmla="*/ 107262 h 266700"/>
                <a:gd name="connsiteX12" fmla="*/ 69314 w 276225"/>
                <a:gd name="connsiteY12" fmla="*/ 107262 h 266700"/>
                <a:gd name="connsiteX13" fmla="*/ 63409 w 276225"/>
                <a:gd name="connsiteY13" fmla="*/ 106976 h 266700"/>
                <a:gd name="connsiteX14" fmla="*/ 58646 w 276225"/>
                <a:gd name="connsiteY14" fmla="*/ 102404 h 266700"/>
                <a:gd name="connsiteX15" fmla="*/ 33786 w 276225"/>
                <a:gd name="connsiteY15" fmla="*/ 73163 h 266700"/>
                <a:gd name="connsiteX16" fmla="*/ 26833 w 276225"/>
                <a:gd name="connsiteY16" fmla="*/ 66495 h 266700"/>
                <a:gd name="connsiteX17" fmla="*/ 16546 w 276225"/>
                <a:gd name="connsiteY17" fmla="*/ 65447 h 266700"/>
                <a:gd name="connsiteX18" fmla="*/ 10164 w 276225"/>
                <a:gd name="connsiteY18" fmla="*/ 67924 h 266700"/>
                <a:gd name="connsiteX19" fmla="*/ 8640 w 276225"/>
                <a:gd name="connsiteY19" fmla="*/ 82402 h 266700"/>
                <a:gd name="connsiteX20" fmla="*/ 22832 w 276225"/>
                <a:gd name="connsiteY20" fmla="*/ 136694 h 266700"/>
                <a:gd name="connsiteX21" fmla="*/ 8640 w 276225"/>
                <a:gd name="connsiteY21" fmla="*/ 190987 h 266700"/>
                <a:gd name="connsiteX22" fmla="*/ 7211 w 276225"/>
                <a:gd name="connsiteY22" fmla="*/ 200607 h 266700"/>
                <a:gd name="connsiteX23" fmla="*/ 16546 w 276225"/>
                <a:gd name="connsiteY23" fmla="*/ 207941 h 266700"/>
                <a:gd name="connsiteX24" fmla="*/ 23023 w 276225"/>
                <a:gd name="connsiteY24" fmla="*/ 208227 h 266700"/>
                <a:gd name="connsiteX25" fmla="*/ 33786 w 276225"/>
                <a:gd name="connsiteY25" fmla="*/ 200226 h 266700"/>
                <a:gd name="connsiteX26" fmla="*/ 58646 w 276225"/>
                <a:gd name="connsiteY26" fmla="*/ 170984 h 266700"/>
                <a:gd name="connsiteX27" fmla="*/ 62647 w 276225"/>
                <a:gd name="connsiteY27" fmla="*/ 166698 h 266700"/>
                <a:gd name="connsiteX28" fmla="*/ 69219 w 276225"/>
                <a:gd name="connsiteY28" fmla="*/ 166127 h 266700"/>
                <a:gd name="connsiteX29" fmla="*/ 107891 w 276225"/>
                <a:gd name="connsiteY29" fmla="*/ 166127 h 266700"/>
                <a:gd name="connsiteX30" fmla="*/ 80935 w 276225"/>
                <a:gd name="connsiteY30" fmla="*/ 249470 h 266700"/>
                <a:gd name="connsiteX31" fmla="*/ 79220 w 276225"/>
                <a:gd name="connsiteY31" fmla="*/ 259091 h 266700"/>
                <a:gd name="connsiteX32" fmla="*/ 92174 w 276225"/>
                <a:gd name="connsiteY32" fmla="*/ 266234 h 266700"/>
                <a:gd name="connsiteX33" fmla="*/ 94079 w 276225"/>
                <a:gd name="connsiteY33" fmla="*/ 266330 h 266700"/>
                <a:gd name="connsiteX34" fmla="*/ 98842 w 276225"/>
                <a:gd name="connsiteY34" fmla="*/ 266520 h 266700"/>
                <a:gd name="connsiteX35" fmla="*/ 103509 w 276225"/>
                <a:gd name="connsiteY35" fmla="*/ 266139 h 266700"/>
                <a:gd name="connsiteX36" fmla="*/ 113701 w 276225"/>
                <a:gd name="connsiteY36" fmla="*/ 257853 h 266700"/>
                <a:gd name="connsiteX37" fmla="*/ 184186 w 276225"/>
                <a:gd name="connsiteY37" fmla="*/ 170699 h 266700"/>
                <a:gd name="connsiteX38" fmla="*/ 188091 w 276225"/>
                <a:gd name="connsiteY38" fmla="*/ 166317 h 266700"/>
                <a:gd name="connsiteX39" fmla="*/ 194568 w 276225"/>
                <a:gd name="connsiteY39" fmla="*/ 165650 h 266700"/>
                <a:gd name="connsiteX40" fmla="*/ 247813 w 276225"/>
                <a:gd name="connsiteY40" fmla="*/ 162221 h 266700"/>
                <a:gd name="connsiteX41" fmla="*/ 275435 w 276225"/>
                <a:gd name="connsiteY41" fmla="*/ 144600 h 266700"/>
                <a:gd name="connsiteX42" fmla="*/ 275530 w 276225"/>
                <a:gd name="connsiteY42" fmla="*/ 128884 h 266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76225" h="266700">
                  <a:moveTo>
                    <a:pt x="275530" y="128884"/>
                  </a:moveTo>
                  <a:cubicBezTo>
                    <a:pt x="275150" y="128312"/>
                    <a:pt x="265339" y="114787"/>
                    <a:pt x="247908" y="111263"/>
                  </a:cubicBezTo>
                  <a:cubicBezTo>
                    <a:pt x="232192" y="108024"/>
                    <a:pt x="196188" y="107834"/>
                    <a:pt x="194663" y="107834"/>
                  </a:cubicBezTo>
                  <a:cubicBezTo>
                    <a:pt x="192187" y="107834"/>
                    <a:pt x="189901" y="107643"/>
                    <a:pt x="188853" y="107548"/>
                  </a:cubicBezTo>
                  <a:cubicBezTo>
                    <a:pt x="187805" y="106691"/>
                    <a:pt x="185710" y="104595"/>
                    <a:pt x="184281" y="102881"/>
                  </a:cubicBezTo>
                  <a:lnTo>
                    <a:pt x="113796" y="15727"/>
                  </a:lnTo>
                  <a:cubicBezTo>
                    <a:pt x="112272" y="13822"/>
                    <a:pt x="109129" y="10298"/>
                    <a:pt x="107224" y="8964"/>
                  </a:cubicBezTo>
                  <a:cubicBezTo>
                    <a:pt x="103890" y="6678"/>
                    <a:pt x="95222" y="7154"/>
                    <a:pt x="94175" y="7249"/>
                  </a:cubicBezTo>
                  <a:lnTo>
                    <a:pt x="92269" y="7345"/>
                  </a:lnTo>
                  <a:cubicBezTo>
                    <a:pt x="89698" y="7535"/>
                    <a:pt x="84935" y="8107"/>
                    <a:pt x="82649" y="9345"/>
                  </a:cubicBezTo>
                  <a:cubicBezTo>
                    <a:pt x="81315" y="10107"/>
                    <a:pt x="77220" y="12488"/>
                    <a:pt x="81030" y="24014"/>
                  </a:cubicBezTo>
                  <a:cubicBezTo>
                    <a:pt x="81030" y="24014"/>
                    <a:pt x="107891" y="106881"/>
                    <a:pt x="107986" y="107262"/>
                  </a:cubicBezTo>
                  <a:cubicBezTo>
                    <a:pt x="107605" y="107262"/>
                    <a:pt x="69314" y="107262"/>
                    <a:pt x="69314" y="107262"/>
                  </a:cubicBezTo>
                  <a:cubicBezTo>
                    <a:pt x="66743" y="107262"/>
                    <a:pt x="64457" y="107072"/>
                    <a:pt x="63409" y="106976"/>
                  </a:cubicBezTo>
                  <a:cubicBezTo>
                    <a:pt x="62361" y="106119"/>
                    <a:pt x="60170" y="104119"/>
                    <a:pt x="58646" y="102404"/>
                  </a:cubicBezTo>
                  <a:lnTo>
                    <a:pt x="33786" y="73163"/>
                  </a:lnTo>
                  <a:cubicBezTo>
                    <a:pt x="33596" y="72972"/>
                    <a:pt x="29500" y="68114"/>
                    <a:pt x="26833" y="66495"/>
                  </a:cubicBezTo>
                  <a:cubicBezTo>
                    <a:pt x="23309" y="64399"/>
                    <a:pt x="16546" y="65447"/>
                    <a:pt x="16546" y="65447"/>
                  </a:cubicBezTo>
                  <a:cubicBezTo>
                    <a:pt x="14640" y="65828"/>
                    <a:pt x="11878" y="66686"/>
                    <a:pt x="10164" y="67924"/>
                  </a:cubicBezTo>
                  <a:cubicBezTo>
                    <a:pt x="7116" y="70115"/>
                    <a:pt x="6544" y="74972"/>
                    <a:pt x="8640" y="82402"/>
                  </a:cubicBezTo>
                  <a:cubicBezTo>
                    <a:pt x="14260" y="102404"/>
                    <a:pt x="22166" y="132122"/>
                    <a:pt x="22832" y="136694"/>
                  </a:cubicBezTo>
                  <a:cubicBezTo>
                    <a:pt x="22261" y="141266"/>
                    <a:pt x="14260" y="170889"/>
                    <a:pt x="8640" y="190987"/>
                  </a:cubicBezTo>
                  <a:cubicBezTo>
                    <a:pt x="8164" y="192511"/>
                    <a:pt x="6830" y="197845"/>
                    <a:pt x="7211" y="200607"/>
                  </a:cubicBezTo>
                  <a:cubicBezTo>
                    <a:pt x="8069" y="206322"/>
                    <a:pt x="16165" y="207846"/>
                    <a:pt x="16546" y="207941"/>
                  </a:cubicBezTo>
                  <a:cubicBezTo>
                    <a:pt x="18546" y="208322"/>
                    <a:pt x="21308" y="208418"/>
                    <a:pt x="23023" y="208227"/>
                  </a:cubicBezTo>
                  <a:cubicBezTo>
                    <a:pt x="27214" y="207751"/>
                    <a:pt x="32738" y="201464"/>
                    <a:pt x="33786" y="200226"/>
                  </a:cubicBezTo>
                  <a:lnTo>
                    <a:pt x="58646" y="170984"/>
                  </a:lnTo>
                  <a:cubicBezTo>
                    <a:pt x="60266" y="169079"/>
                    <a:pt x="61885" y="167460"/>
                    <a:pt x="62647" y="166698"/>
                  </a:cubicBezTo>
                  <a:cubicBezTo>
                    <a:pt x="63980" y="166412"/>
                    <a:pt x="67028" y="166127"/>
                    <a:pt x="69219" y="166127"/>
                  </a:cubicBezTo>
                  <a:cubicBezTo>
                    <a:pt x="69219" y="166127"/>
                    <a:pt x="107509" y="166127"/>
                    <a:pt x="107891" y="166127"/>
                  </a:cubicBezTo>
                  <a:cubicBezTo>
                    <a:pt x="107795" y="166508"/>
                    <a:pt x="80935" y="249470"/>
                    <a:pt x="80935" y="249470"/>
                  </a:cubicBezTo>
                  <a:cubicBezTo>
                    <a:pt x="80173" y="251947"/>
                    <a:pt x="78839" y="256519"/>
                    <a:pt x="79220" y="259091"/>
                  </a:cubicBezTo>
                  <a:cubicBezTo>
                    <a:pt x="79792" y="263186"/>
                    <a:pt x="84173" y="265663"/>
                    <a:pt x="92174" y="266234"/>
                  </a:cubicBezTo>
                  <a:lnTo>
                    <a:pt x="94079" y="266330"/>
                  </a:lnTo>
                  <a:cubicBezTo>
                    <a:pt x="95318" y="266425"/>
                    <a:pt x="97127" y="266520"/>
                    <a:pt x="98842" y="266520"/>
                  </a:cubicBezTo>
                  <a:cubicBezTo>
                    <a:pt x="100556" y="266520"/>
                    <a:pt x="102366" y="266425"/>
                    <a:pt x="103509" y="266139"/>
                  </a:cubicBezTo>
                  <a:cubicBezTo>
                    <a:pt x="107509" y="265282"/>
                    <a:pt x="113034" y="258614"/>
                    <a:pt x="113701" y="257853"/>
                  </a:cubicBezTo>
                  <a:lnTo>
                    <a:pt x="184186" y="170699"/>
                  </a:lnTo>
                  <a:cubicBezTo>
                    <a:pt x="185710" y="168794"/>
                    <a:pt x="187329" y="167079"/>
                    <a:pt x="188091" y="166317"/>
                  </a:cubicBezTo>
                  <a:cubicBezTo>
                    <a:pt x="189425" y="166031"/>
                    <a:pt x="192377" y="165650"/>
                    <a:pt x="194568" y="165650"/>
                  </a:cubicBezTo>
                  <a:cubicBezTo>
                    <a:pt x="196092" y="165650"/>
                    <a:pt x="232001" y="165460"/>
                    <a:pt x="247813" y="162221"/>
                  </a:cubicBezTo>
                  <a:cubicBezTo>
                    <a:pt x="265244" y="158697"/>
                    <a:pt x="275054" y="145172"/>
                    <a:pt x="275435" y="144600"/>
                  </a:cubicBezTo>
                  <a:cubicBezTo>
                    <a:pt x="278769" y="140314"/>
                    <a:pt x="278769" y="133456"/>
                    <a:pt x="275530" y="128884"/>
                  </a:cubicBezTo>
                  <a:close/>
                </a:path>
              </a:pathLst>
            </a:custGeom>
            <a:grpFill/>
            <a:ln w="9525" cap="flat">
              <a:noFill/>
              <a:prstDash val="solid"/>
              <a:miter/>
            </a:ln>
          </p:spPr>
          <p:txBody>
            <a:bodyPr rtlCol="0" anchor="ctr"/>
            <a:lstStyle/>
            <a:p>
              <a:endParaRPr lang="ko-KR" altLang="en-US"/>
            </a:p>
          </p:txBody>
        </p:sp>
        <p:sp>
          <p:nvSpPr>
            <p:cNvPr id="29" name="자유형: 도형 18"/>
            <p:cNvSpPr/>
            <p:nvPr/>
          </p:nvSpPr>
          <p:spPr>
            <a:xfrm>
              <a:off x="8179204" y="4370832"/>
              <a:ext cx="66675" cy="28575"/>
            </a:xfrm>
            <a:custGeom>
              <a:avLst/>
              <a:gdLst>
                <a:gd name="connsiteX0" fmla="*/ 48101 w 66675"/>
                <a:gd name="connsiteY0" fmla="*/ 7144 h 28575"/>
                <a:gd name="connsiteX1" fmla="*/ 18573 w 66675"/>
                <a:gd name="connsiteY1" fmla="*/ 7144 h 28575"/>
                <a:gd name="connsiteX2" fmla="*/ 7144 w 66675"/>
                <a:gd name="connsiteY2" fmla="*/ 18669 h 28575"/>
                <a:gd name="connsiteX3" fmla="*/ 18573 w 66675"/>
                <a:gd name="connsiteY3" fmla="*/ 30194 h 28575"/>
                <a:gd name="connsiteX4" fmla="*/ 48101 w 66675"/>
                <a:gd name="connsiteY4" fmla="*/ 30194 h 28575"/>
                <a:gd name="connsiteX5" fmla="*/ 59531 w 66675"/>
                <a:gd name="connsiteY5" fmla="*/ 18669 h 28575"/>
                <a:gd name="connsiteX6" fmla="*/ 48101 w 66675"/>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75" h="28575">
                  <a:moveTo>
                    <a:pt x="48101" y="7144"/>
                  </a:moveTo>
                  <a:lnTo>
                    <a:pt x="18573" y="7144"/>
                  </a:lnTo>
                  <a:cubicBezTo>
                    <a:pt x="12287" y="7144"/>
                    <a:pt x="7144" y="12287"/>
                    <a:pt x="7144" y="18669"/>
                  </a:cubicBezTo>
                  <a:cubicBezTo>
                    <a:pt x="7144" y="25051"/>
                    <a:pt x="12287" y="30194"/>
                    <a:pt x="18573" y="30194"/>
                  </a:cubicBezTo>
                  <a:lnTo>
                    <a:pt x="48101" y="30194"/>
                  </a:lnTo>
                  <a:cubicBezTo>
                    <a:pt x="54387" y="30194"/>
                    <a:pt x="59531" y="25051"/>
                    <a:pt x="59531" y="18669"/>
                  </a:cubicBezTo>
                  <a:cubicBezTo>
                    <a:pt x="59436" y="12287"/>
                    <a:pt x="54387" y="7144"/>
                    <a:pt x="48101" y="7144"/>
                  </a:cubicBezTo>
                  <a:close/>
                </a:path>
              </a:pathLst>
            </a:custGeom>
            <a:grpFill/>
            <a:ln w="9525" cap="flat">
              <a:noFill/>
              <a:prstDash val="solid"/>
              <a:miter/>
            </a:ln>
          </p:spPr>
          <p:txBody>
            <a:bodyPr rtlCol="0" anchor="ctr"/>
            <a:lstStyle/>
            <a:p>
              <a:endParaRPr lang="ko-KR" altLang="en-US"/>
            </a:p>
          </p:txBody>
        </p:sp>
        <p:sp>
          <p:nvSpPr>
            <p:cNvPr id="30" name="자유형: 도형 19"/>
            <p:cNvSpPr/>
            <p:nvPr/>
          </p:nvSpPr>
          <p:spPr>
            <a:xfrm>
              <a:off x="8179204" y="4460748"/>
              <a:ext cx="66675" cy="28575"/>
            </a:xfrm>
            <a:custGeom>
              <a:avLst/>
              <a:gdLst>
                <a:gd name="connsiteX0" fmla="*/ 48101 w 66675"/>
                <a:gd name="connsiteY0" fmla="*/ 7144 h 28575"/>
                <a:gd name="connsiteX1" fmla="*/ 18573 w 66675"/>
                <a:gd name="connsiteY1" fmla="*/ 7144 h 28575"/>
                <a:gd name="connsiteX2" fmla="*/ 7144 w 66675"/>
                <a:gd name="connsiteY2" fmla="*/ 18669 h 28575"/>
                <a:gd name="connsiteX3" fmla="*/ 18573 w 66675"/>
                <a:gd name="connsiteY3" fmla="*/ 30194 h 28575"/>
                <a:gd name="connsiteX4" fmla="*/ 48101 w 66675"/>
                <a:gd name="connsiteY4" fmla="*/ 30194 h 28575"/>
                <a:gd name="connsiteX5" fmla="*/ 59531 w 66675"/>
                <a:gd name="connsiteY5" fmla="*/ 18669 h 28575"/>
                <a:gd name="connsiteX6" fmla="*/ 48101 w 66675"/>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6675" h="28575">
                  <a:moveTo>
                    <a:pt x="48101" y="7144"/>
                  </a:moveTo>
                  <a:lnTo>
                    <a:pt x="18573" y="7144"/>
                  </a:lnTo>
                  <a:cubicBezTo>
                    <a:pt x="12287" y="7144"/>
                    <a:pt x="7144" y="12287"/>
                    <a:pt x="7144" y="18669"/>
                  </a:cubicBezTo>
                  <a:cubicBezTo>
                    <a:pt x="7144" y="25051"/>
                    <a:pt x="12287" y="30194"/>
                    <a:pt x="18573" y="30194"/>
                  </a:cubicBezTo>
                  <a:lnTo>
                    <a:pt x="48101" y="30194"/>
                  </a:lnTo>
                  <a:cubicBezTo>
                    <a:pt x="54387" y="30194"/>
                    <a:pt x="59531" y="25051"/>
                    <a:pt x="59531" y="18669"/>
                  </a:cubicBezTo>
                  <a:cubicBezTo>
                    <a:pt x="59436" y="12287"/>
                    <a:pt x="54387" y="7144"/>
                    <a:pt x="48101" y="7144"/>
                  </a:cubicBezTo>
                  <a:close/>
                </a:path>
              </a:pathLst>
            </a:custGeom>
            <a:grpFill/>
            <a:ln w="9525" cap="flat">
              <a:noFill/>
              <a:prstDash val="solid"/>
              <a:miter/>
            </a:ln>
          </p:spPr>
          <p:txBody>
            <a:bodyPr rtlCol="0" anchor="ctr"/>
            <a:lstStyle/>
            <a:p>
              <a:endParaRPr lang="ko-KR" altLang="en-US"/>
            </a:p>
          </p:txBody>
        </p:sp>
        <p:sp>
          <p:nvSpPr>
            <p:cNvPr id="31" name="자유형: 도형 20"/>
            <p:cNvSpPr/>
            <p:nvPr/>
          </p:nvSpPr>
          <p:spPr>
            <a:xfrm>
              <a:off x="8144247" y="4416171"/>
              <a:ext cx="95250" cy="28575"/>
            </a:xfrm>
            <a:custGeom>
              <a:avLst/>
              <a:gdLst>
                <a:gd name="connsiteX0" fmla="*/ 82963 w 95250"/>
                <a:gd name="connsiteY0" fmla="*/ 7144 h 28575"/>
                <a:gd name="connsiteX1" fmla="*/ 18574 w 95250"/>
                <a:gd name="connsiteY1" fmla="*/ 7144 h 28575"/>
                <a:gd name="connsiteX2" fmla="*/ 7144 w 95250"/>
                <a:gd name="connsiteY2" fmla="*/ 18669 h 28575"/>
                <a:gd name="connsiteX3" fmla="*/ 18574 w 95250"/>
                <a:gd name="connsiteY3" fmla="*/ 30194 h 28575"/>
                <a:gd name="connsiteX4" fmla="*/ 82963 w 95250"/>
                <a:gd name="connsiteY4" fmla="*/ 30194 h 28575"/>
                <a:gd name="connsiteX5" fmla="*/ 94393 w 95250"/>
                <a:gd name="connsiteY5" fmla="*/ 18669 h 28575"/>
                <a:gd name="connsiteX6" fmla="*/ 82963 w 95250"/>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28575">
                  <a:moveTo>
                    <a:pt x="82963" y="7144"/>
                  </a:moveTo>
                  <a:lnTo>
                    <a:pt x="18574" y="7144"/>
                  </a:lnTo>
                  <a:cubicBezTo>
                    <a:pt x="12288" y="7144"/>
                    <a:pt x="7144" y="12287"/>
                    <a:pt x="7144" y="18669"/>
                  </a:cubicBezTo>
                  <a:cubicBezTo>
                    <a:pt x="7144" y="25051"/>
                    <a:pt x="12288" y="30194"/>
                    <a:pt x="18574" y="30194"/>
                  </a:cubicBezTo>
                  <a:lnTo>
                    <a:pt x="82963" y="30194"/>
                  </a:lnTo>
                  <a:cubicBezTo>
                    <a:pt x="89249" y="30194"/>
                    <a:pt x="94393" y="25051"/>
                    <a:pt x="94393" y="18669"/>
                  </a:cubicBezTo>
                  <a:cubicBezTo>
                    <a:pt x="94393" y="12287"/>
                    <a:pt x="89249" y="7144"/>
                    <a:pt x="82963" y="7144"/>
                  </a:cubicBezTo>
                  <a:close/>
                </a:path>
              </a:pathLst>
            </a:custGeom>
            <a:grpFill/>
            <a:ln w="9525" cap="flat">
              <a:noFill/>
              <a:prstDash val="solid"/>
              <a:miter/>
            </a:ln>
          </p:spPr>
          <p:txBody>
            <a:bodyPr rtlCol="0" anchor="ctr"/>
            <a:lstStyle/>
            <a:p>
              <a:endParaRPr lang="ko-KR" altLang="en-US"/>
            </a:p>
          </p:txBody>
        </p:sp>
      </p:grpSp>
      <p:sp>
        <p:nvSpPr>
          <p:cNvPr id="32" name="空心弧 31"/>
          <p:cNvSpPr/>
          <p:nvPr/>
        </p:nvSpPr>
        <p:spPr>
          <a:xfrm>
            <a:off x="6211874" y="4176705"/>
            <a:ext cx="977900" cy="977900"/>
          </a:xfrm>
          <a:prstGeom prst="blockArc">
            <a:avLst>
              <a:gd name="adj1" fmla="val 182890"/>
              <a:gd name="adj2" fmla="val 126099"/>
              <a:gd name="adj3" fmla="val 1458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3" name="空心弧 32"/>
          <p:cNvSpPr/>
          <p:nvPr/>
        </p:nvSpPr>
        <p:spPr>
          <a:xfrm>
            <a:off x="6211874" y="4176705"/>
            <a:ext cx="977900" cy="977900"/>
          </a:xfrm>
          <a:prstGeom prst="blockArc">
            <a:avLst>
              <a:gd name="adj1" fmla="val 17709558"/>
              <a:gd name="adj2" fmla="val 126099"/>
              <a:gd name="adj3" fmla="val 1458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4" name="空心弧 33"/>
          <p:cNvSpPr/>
          <p:nvPr/>
        </p:nvSpPr>
        <p:spPr>
          <a:xfrm>
            <a:off x="7900974" y="4176705"/>
            <a:ext cx="977900" cy="977900"/>
          </a:xfrm>
          <a:prstGeom prst="blockArc">
            <a:avLst>
              <a:gd name="adj1" fmla="val 182890"/>
              <a:gd name="adj2" fmla="val 126099"/>
              <a:gd name="adj3" fmla="val 1458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5" name="空心弧 34"/>
          <p:cNvSpPr/>
          <p:nvPr/>
        </p:nvSpPr>
        <p:spPr>
          <a:xfrm rot="2700000">
            <a:off x="7900974" y="4176705"/>
            <a:ext cx="977900" cy="977900"/>
          </a:xfrm>
          <a:prstGeom prst="blockArc">
            <a:avLst>
              <a:gd name="adj1" fmla="val 14712623"/>
              <a:gd name="adj2" fmla="val 126099"/>
              <a:gd name="adj3" fmla="val 1458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6" name="空心弧 35"/>
          <p:cNvSpPr/>
          <p:nvPr/>
        </p:nvSpPr>
        <p:spPr>
          <a:xfrm>
            <a:off x="9685324" y="4176705"/>
            <a:ext cx="977900" cy="977900"/>
          </a:xfrm>
          <a:prstGeom prst="blockArc">
            <a:avLst>
              <a:gd name="adj1" fmla="val 182890"/>
              <a:gd name="adj2" fmla="val 126099"/>
              <a:gd name="adj3" fmla="val 14587"/>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7" name="空心弧 36"/>
          <p:cNvSpPr/>
          <p:nvPr/>
        </p:nvSpPr>
        <p:spPr>
          <a:xfrm rot="9900000">
            <a:off x="9685324" y="4176705"/>
            <a:ext cx="977900" cy="977900"/>
          </a:xfrm>
          <a:prstGeom prst="blockArc">
            <a:avLst>
              <a:gd name="adj1" fmla="val 4883833"/>
              <a:gd name="adj2" fmla="val 126099"/>
              <a:gd name="adj3" fmla="val 14587"/>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sp>
        <p:nvSpPr>
          <p:cNvPr id="38" name="文本框 37"/>
          <p:cNvSpPr txBox="1"/>
          <p:nvPr/>
        </p:nvSpPr>
        <p:spPr>
          <a:xfrm>
            <a:off x="7202896" y="4357878"/>
            <a:ext cx="569387" cy="307777"/>
          </a:xfrm>
          <a:prstGeom prst="rect">
            <a:avLst/>
          </a:prstGeom>
          <a:noFill/>
        </p:spPr>
        <p:txBody>
          <a:bodyPr wrap="none" rtlCol="0">
            <a:spAutoFit/>
          </a:bodyPr>
          <a:lstStyle/>
          <a:p>
            <a:r>
              <a:rPr kumimoji="1" lang="en-US" altLang="zh-CN" sz="1400">
                <a:solidFill>
                  <a:schemeClr val="tx1">
                    <a:lumMod val="75000"/>
                    <a:lumOff val="25000"/>
                  </a:schemeClr>
                </a:solidFill>
                <a:latin typeface="+mj-ea"/>
                <a:ea typeface="+mj-ea"/>
              </a:rPr>
              <a:t>12%</a:t>
            </a:r>
            <a:endParaRPr kumimoji="1" lang="zh-CN" altLang="en-US" sz="1400">
              <a:solidFill>
                <a:schemeClr val="tx1">
                  <a:lumMod val="75000"/>
                  <a:lumOff val="25000"/>
                </a:schemeClr>
              </a:solidFill>
              <a:latin typeface="+mj-ea"/>
              <a:ea typeface="+mj-ea"/>
            </a:endParaRPr>
          </a:p>
        </p:txBody>
      </p:sp>
      <p:sp>
        <p:nvSpPr>
          <p:cNvPr id="39" name="文本框 38"/>
          <p:cNvSpPr txBox="1"/>
          <p:nvPr/>
        </p:nvSpPr>
        <p:spPr>
          <a:xfrm>
            <a:off x="8906600" y="4357877"/>
            <a:ext cx="569387" cy="307777"/>
          </a:xfrm>
          <a:prstGeom prst="rect">
            <a:avLst/>
          </a:prstGeom>
          <a:noFill/>
        </p:spPr>
        <p:txBody>
          <a:bodyPr wrap="none" rtlCol="0">
            <a:spAutoFit/>
          </a:bodyPr>
          <a:lstStyle/>
          <a:p>
            <a:r>
              <a:rPr kumimoji="1" lang="en-US" altLang="zh-CN" sz="1400">
                <a:solidFill>
                  <a:schemeClr val="tx1">
                    <a:lumMod val="75000"/>
                    <a:lumOff val="25000"/>
                  </a:schemeClr>
                </a:solidFill>
                <a:latin typeface="+mj-ea"/>
                <a:ea typeface="+mj-ea"/>
              </a:rPr>
              <a:t>38%</a:t>
            </a:r>
            <a:endParaRPr kumimoji="1" lang="zh-CN" altLang="en-US" sz="1400">
              <a:solidFill>
                <a:schemeClr val="tx1">
                  <a:lumMod val="75000"/>
                  <a:lumOff val="25000"/>
                </a:schemeClr>
              </a:solidFill>
              <a:latin typeface="+mj-ea"/>
              <a:ea typeface="+mj-ea"/>
            </a:endParaRPr>
          </a:p>
        </p:txBody>
      </p:sp>
      <p:sp>
        <p:nvSpPr>
          <p:cNvPr id="40" name="文本框 39"/>
          <p:cNvSpPr txBox="1"/>
          <p:nvPr/>
        </p:nvSpPr>
        <p:spPr>
          <a:xfrm>
            <a:off x="10710670" y="4357876"/>
            <a:ext cx="569387" cy="307777"/>
          </a:xfrm>
          <a:prstGeom prst="rect">
            <a:avLst/>
          </a:prstGeom>
          <a:noFill/>
        </p:spPr>
        <p:txBody>
          <a:bodyPr wrap="none" rtlCol="0">
            <a:spAutoFit/>
          </a:bodyPr>
          <a:lstStyle/>
          <a:p>
            <a:r>
              <a:rPr kumimoji="1" lang="en-US" altLang="zh-CN" sz="1400">
                <a:solidFill>
                  <a:schemeClr val="tx1">
                    <a:lumMod val="75000"/>
                    <a:lumOff val="25000"/>
                  </a:schemeClr>
                </a:solidFill>
                <a:latin typeface="+mj-ea"/>
                <a:ea typeface="+mj-ea"/>
              </a:rPr>
              <a:t>79%</a:t>
            </a:r>
            <a:endParaRPr kumimoji="1" lang="zh-CN" altLang="en-US" sz="1400">
              <a:solidFill>
                <a:schemeClr val="tx1">
                  <a:lumMod val="75000"/>
                  <a:lumOff val="25000"/>
                </a:schemeClr>
              </a:solidFill>
              <a:latin typeface="+mj-ea"/>
              <a:ea typeface="+mj-ea"/>
            </a:endParaRPr>
          </a:p>
        </p:txBody>
      </p:sp>
      <p:sp>
        <p:nvSpPr>
          <p:cNvPr id="41" name="文本框 40"/>
          <p:cNvSpPr txBox="1"/>
          <p:nvPr/>
        </p:nvSpPr>
        <p:spPr>
          <a:xfrm>
            <a:off x="6213437" y="1868629"/>
            <a:ext cx="2813591" cy="523220"/>
          </a:xfrm>
          <a:prstGeom prst="rect">
            <a:avLst/>
          </a:prstGeom>
          <a:noFill/>
        </p:spPr>
        <p:txBody>
          <a:bodyPr wrap="none" rtlCol="0">
            <a:spAutoFit/>
          </a:bodyPr>
          <a:lstStyle/>
          <a:p>
            <a:r>
              <a:rPr kumimoji="1" lang="en-US" altLang="zh-CN" sz="2800" dirty="0">
                <a:solidFill>
                  <a:schemeClr val="tx2"/>
                </a:solidFill>
                <a:latin typeface="+mj-ea"/>
                <a:ea typeface="+mj-ea"/>
              </a:rPr>
              <a:t>WORK</a:t>
            </a:r>
            <a:r>
              <a:rPr kumimoji="1" lang="zh-CN" altLang="en-US" sz="2800" dirty="0">
                <a:solidFill>
                  <a:schemeClr val="tx2"/>
                </a:solidFill>
                <a:latin typeface="+mj-ea"/>
                <a:ea typeface="+mj-ea"/>
              </a:rPr>
              <a:t> </a:t>
            </a:r>
            <a:r>
              <a:rPr kumimoji="1" lang="en-US" altLang="zh-CN" sz="2800" dirty="0">
                <a:solidFill>
                  <a:schemeClr val="tx2"/>
                </a:solidFill>
                <a:latin typeface="+mj-ea"/>
                <a:ea typeface="+mj-ea"/>
              </a:rPr>
              <a:t>REPORT</a:t>
            </a:r>
            <a:endParaRPr kumimoji="1" lang="zh-CN" altLang="en-US" sz="2800" dirty="0">
              <a:solidFill>
                <a:schemeClr val="tx2"/>
              </a:solidFill>
              <a:latin typeface="+mj-ea"/>
              <a:ea typeface="+mj-ea"/>
            </a:endParaRPr>
          </a:p>
        </p:txBody>
      </p:sp>
      <p:sp>
        <p:nvSpPr>
          <p:cNvPr id="42" name="文本框 41"/>
          <p:cNvSpPr txBox="1"/>
          <p:nvPr/>
        </p:nvSpPr>
        <p:spPr>
          <a:xfrm>
            <a:off x="6213437" y="2808265"/>
            <a:ext cx="5040577" cy="876266"/>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dissolve">
                                      <p:cBhvr>
                                        <p:cTn id="16" dur="500"/>
                                        <p:tgtEl>
                                          <p:spTgt spid="1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dissolve">
                                      <p:cBhvr>
                                        <p:cTn id="19" dur="500"/>
                                        <p:tgtEl>
                                          <p:spTgt spid="1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dissolve">
                                      <p:cBhvr>
                                        <p:cTn id="22" dur="500"/>
                                        <p:tgtEl>
                                          <p:spTgt spid="1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19"/>
                                        </p:tgtEl>
                                        <p:attrNameLst>
                                          <p:attrName>style.visibility</p:attrName>
                                        </p:attrNameLst>
                                      </p:cBhvr>
                                      <p:to>
                                        <p:strVal val="visible"/>
                                      </p:to>
                                    </p:set>
                                    <p:animEffect transition="in" filter="dissolve">
                                      <p:cBhvr>
                                        <p:cTn id="25" dur="500"/>
                                        <p:tgtEl>
                                          <p:spTgt spid="1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20"/>
                                        </p:tgtEl>
                                        <p:attrNameLst>
                                          <p:attrName>style.visibility</p:attrName>
                                        </p:attrNameLst>
                                      </p:cBhvr>
                                      <p:to>
                                        <p:strVal val="visible"/>
                                      </p:to>
                                    </p:set>
                                    <p:animEffect transition="in" filter="dissolve">
                                      <p:cBhvr>
                                        <p:cTn id="28" dur="500"/>
                                        <p:tgtEl>
                                          <p:spTgt spid="2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dissolve">
                                      <p:cBhvr>
                                        <p:cTn id="31" dur="500"/>
                                        <p:tgtEl>
                                          <p:spTgt spid="2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dissolve">
                                      <p:cBhvr>
                                        <p:cTn id="34" dur="500"/>
                                        <p:tgtEl>
                                          <p:spTgt spid="22"/>
                                        </p:tgtEl>
                                      </p:cBhvr>
                                    </p:animEffect>
                                  </p:childTnLst>
                                </p:cTn>
                              </p:par>
                              <p:par>
                                <p:cTn id="35" presetID="9" presetClass="entr" presetSubtype="0" fill="hold"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dissolve">
                                      <p:cBhvr>
                                        <p:cTn id="37" dur="500"/>
                                        <p:tgtEl>
                                          <p:spTgt spid="23"/>
                                        </p:tgtEl>
                                      </p:cBhvr>
                                    </p:animEffect>
                                  </p:childTnLst>
                                </p:cTn>
                              </p:par>
                              <p:par>
                                <p:cTn id="38" presetID="9" presetClass="entr" presetSubtype="0" fill="hold"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dissolve">
                                      <p:cBhvr>
                                        <p:cTn id="40" dur="500"/>
                                        <p:tgtEl>
                                          <p:spTgt spid="27"/>
                                        </p:tgtEl>
                                      </p:cBhvr>
                                    </p:animEffec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32"/>
                                        </p:tgtEl>
                                        <p:attrNameLst>
                                          <p:attrName>style.visibility</p:attrName>
                                        </p:attrNameLst>
                                      </p:cBhvr>
                                      <p:to>
                                        <p:strVal val="visible"/>
                                      </p:to>
                                    </p:set>
                                    <p:animEffect transition="in" filter="dissolve">
                                      <p:cBhvr>
                                        <p:cTn id="45" dur="500"/>
                                        <p:tgtEl>
                                          <p:spTgt spid="32"/>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33"/>
                                        </p:tgtEl>
                                        <p:attrNameLst>
                                          <p:attrName>style.visibility</p:attrName>
                                        </p:attrNameLst>
                                      </p:cBhvr>
                                      <p:to>
                                        <p:strVal val="visible"/>
                                      </p:to>
                                    </p:set>
                                    <p:animEffect transition="in" filter="dissolve">
                                      <p:cBhvr>
                                        <p:cTn id="48" dur="500"/>
                                        <p:tgtEl>
                                          <p:spTgt spid="33"/>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34"/>
                                        </p:tgtEl>
                                        <p:attrNameLst>
                                          <p:attrName>style.visibility</p:attrName>
                                        </p:attrNameLst>
                                      </p:cBhvr>
                                      <p:to>
                                        <p:strVal val="visible"/>
                                      </p:to>
                                    </p:set>
                                    <p:animEffect transition="in" filter="dissolve">
                                      <p:cBhvr>
                                        <p:cTn id="51" dur="500"/>
                                        <p:tgtEl>
                                          <p:spTgt spid="34"/>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35"/>
                                        </p:tgtEl>
                                        <p:attrNameLst>
                                          <p:attrName>style.visibility</p:attrName>
                                        </p:attrNameLst>
                                      </p:cBhvr>
                                      <p:to>
                                        <p:strVal val="visible"/>
                                      </p:to>
                                    </p:set>
                                    <p:animEffect transition="in" filter="dissolve">
                                      <p:cBhvr>
                                        <p:cTn id="54" dur="500"/>
                                        <p:tgtEl>
                                          <p:spTgt spid="35"/>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36"/>
                                        </p:tgtEl>
                                        <p:attrNameLst>
                                          <p:attrName>style.visibility</p:attrName>
                                        </p:attrNameLst>
                                      </p:cBhvr>
                                      <p:to>
                                        <p:strVal val="visible"/>
                                      </p:to>
                                    </p:set>
                                    <p:animEffect transition="in" filter="dissolve">
                                      <p:cBhvr>
                                        <p:cTn id="57" dur="500"/>
                                        <p:tgtEl>
                                          <p:spTgt spid="36"/>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37"/>
                                        </p:tgtEl>
                                        <p:attrNameLst>
                                          <p:attrName>style.visibility</p:attrName>
                                        </p:attrNameLst>
                                      </p:cBhvr>
                                      <p:to>
                                        <p:strVal val="visible"/>
                                      </p:to>
                                    </p:set>
                                    <p:animEffect transition="in" filter="dissolve">
                                      <p:cBhvr>
                                        <p:cTn id="60" dur="500"/>
                                        <p:tgtEl>
                                          <p:spTgt spid="37"/>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38"/>
                                        </p:tgtEl>
                                        <p:attrNameLst>
                                          <p:attrName>style.visibility</p:attrName>
                                        </p:attrNameLst>
                                      </p:cBhvr>
                                      <p:to>
                                        <p:strVal val="visible"/>
                                      </p:to>
                                    </p:set>
                                    <p:animEffect transition="in" filter="dissolve">
                                      <p:cBhvr>
                                        <p:cTn id="63" dur="500"/>
                                        <p:tgtEl>
                                          <p:spTgt spid="38"/>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39"/>
                                        </p:tgtEl>
                                        <p:attrNameLst>
                                          <p:attrName>style.visibility</p:attrName>
                                        </p:attrNameLst>
                                      </p:cBhvr>
                                      <p:to>
                                        <p:strVal val="visible"/>
                                      </p:to>
                                    </p:set>
                                    <p:animEffect transition="in" filter="dissolve">
                                      <p:cBhvr>
                                        <p:cTn id="66" dur="500"/>
                                        <p:tgtEl>
                                          <p:spTgt spid="39"/>
                                        </p:tgtEl>
                                      </p:cBhvr>
                                    </p:animEffect>
                                  </p:childTnLst>
                                </p:cTn>
                              </p:par>
                              <p:par>
                                <p:cTn id="67" presetID="9" presetClass="entr" presetSubtype="0" fill="hold" grpId="0" nodeType="withEffect">
                                  <p:stCondLst>
                                    <p:cond delay="0"/>
                                  </p:stCondLst>
                                  <p:childTnLst>
                                    <p:set>
                                      <p:cBhvr>
                                        <p:cTn id="68" dur="1" fill="hold">
                                          <p:stCondLst>
                                            <p:cond delay="0"/>
                                          </p:stCondLst>
                                        </p:cTn>
                                        <p:tgtEl>
                                          <p:spTgt spid="40"/>
                                        </p:tgtEl>
                                        <p:attrNameLst>
                                          <p:attrName>style.visibility</p:attrName>
                                        </p:attrNameLst>
                                      </p:cBhvr>
                                      <p:to>
                                        <p:strVal val="visible"/>
                                      </p:to>
                                    </p:set>
                                    <p:animEffect transition="in" filter="dissolve">
                                      <p:cBhvr>
                                        <p:cTn id="69" dur="500"/>
                                        <p:tgtEl>
                                          <p:spTgt spid="40"/>
                                        </p:tgtEl>
                                      </p:cBhvr>
                                    </p:animEffect>
                                  </p:childTnLst>
                                </p:cTn>
                              </p:par>
                              <p:par>
                                <p:cTn id="70" presetID="9" presetClass="entr" presetSubtype="0" fill="hold" grpId="0" nodeType="withEffect">
                                  <p:stCondLst>
                                    <p:cond delay="0"/>
                                  </p:stCondLst>
                                  <p:childTnLst>
                                    <p:set>
                                      <p:cBhvr>
                                        <p:cTn id="71" dur="1" fill="hold">
                                          <p:stCondLst>
                                            <p:cond delay="0"/>
                                          </p:stCondLst>
                                        </p:cTn>
                                        <p:tgtEl>
                                          <p:spTgt spid="41"/>
                                        </p:tgtEl>
                                        <p:attrNameLst>
                                          <p:attrName>style.visibility</p:attrName>
                                        </p:attrNameLst>
                                      </p:cBhvr>
                                      <p:to>
                                        <p:strVal val="visible"/>
                                      </p:to>
                                    </p:set>
                                    <p:animEffect transition="in" filter="dissolve">
                                      <p:cBhvr>
                                        <p:cTn id="72" dur="500"/>
                                        <p:tgtEl>
                                          <p:spTgt spid="41"/>
                                        </p:tgtEl>
                                      </p:cBhvr>
                                    </p:animEffect>
                                  </p:childTnLst>
                                </p:cTn>
                              </p:par>
                              <p:par>
                                <p:cTn id="73" presetID="9" presetClass="entr" presetSubtype="0" fill="hold" grpId="0" nodeType="withEffect">
                                  <p:stCondLst>
                                    <p:cond delay="0"/>
                                  </p:stCondLst>
                                  <p:childTnLst>
                                    <p:set>
                                      <p:cBhvr>
                                        <p:cTn id="74" dur="1" fill="hold">
                                          <p:stCondLst>
                                            <p:cond delay="0"/>
                                          </p:stCondLst>
                                        </p:cTn>
                                        <p:tgtEl>
                                          <p:spTgt spid="42"/>
                                        </p:tgtEl>
                                        <p:attrNameLst>
                                          <p:attrName>style.visibility</p:attrName>
                                        </p:attrNameLst>
                                      </p:cBhvr>
                                      <p:to>
                                        <p:strVal val="visible"/>
                                      </p:to>
                                    </p:set>
                                    <p:animEffect transition="in" filter="dissolve">
                                      <p:cBhvr>
                                        <p:cTn id="75" dur="500"/>
                                        <p:tgtEl>
                                          <p:spTgt spid="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16" grpId="0"/>
      <p:bldP spid="17" grpId="0" animBg="1"/>
      <p:bldP spid="18" grpId="0" animBg="1"/>
      <p:bldP spid="19" grpId="0"/>
      <p:bldP spid="20" grpId="0" animBg="1"/>
      <p:bldP spid="21" grpId="0" animBg="1"/>
      <p:bldP spid="22" grpId="0"/>
      <p:bldP spid="32" grpId="0" animBg="1"/>
      <p:bldP spid="33" grpId="0" animBg="1"/>
      <p:bldP spid="34" grpId="0" animBg="1"/>
      <p:bldP spid="35" grpId="0" animBg="1"/>
      <p:bldP spid="36" grpId="0" animBg="1"/>
      <p:bldP spid="37" grpId="0" animBg="1"/>
      <p:bldP spid="38" grpId="0"/>
      <p:bldP spid="39" grpId="0"/>
      <p:bldP spid="40" grpId="0"/>
      <p:bldP spid="41" grpId="0"/>
      <p:bldP spid="42"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5070393" y="1546228"/>
            <a:ext cx="2221054" cy="828837"/>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圆角矩形 2"/>
          <p:cNvSpPr/>
          <p:nvPr/>
        </p:nvSpPr>
        <p:spPr>
          <a:xfrm>
            <a:off x="4507730" y="1424652"/>
            <a:ext cx="243152" cy="243152"/>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4" name="圆角矩形 3"/>
          <p:cNvSpPr/>
          <p:nvPr/>
        </p:nvSpPr>
        <p:spPr>
          <a:xfrm>
            <a:off x="4750882" y="1887516"/>
            <a:ext cx="127491" cy="127491"/>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5" name="圆角矩形 4"/>
          <p:cNvSpPr/>
          <p:nvPr/>
        </p:nvSpPr>
        <p:spPr>
          <a:xfrm>
            <a:off x="7318469" y="1320858"/>
            <a:ext cx="209070" cy="209070"/>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6" name="文本框 5"/>
          <p:cNvSpPr txBox="1"/>
          <p:nvPr/>
        </p:nvSpPr>
        <p:spPr>
          <a:xfrm>
            <a:off x="5281898" y="1565553"/>
            <a:ext cx="1798045" cy="523220"/>
          </a:xfrm>
          <a:prstGeom prst="rect">
            <a:avLst/>
          </a:prstGeom>
          <a:noFill/>
        </p:spPr>
        <p:txBody>
          <a:bodyPr wrap="square" rtlCol="0">
            <a:spAutoFit/>
          </a:bodyPr>
          <a:lstStyle/>
          <a:p>
            <a:pPr algn="dist"/>
            <a:r>
              <a:rPr kumimoji="1" lang="zh-CN" altLang="en-US" sz="2800">
                <a:solidFill>
                  <a:schemeClr val="tx2"/>
                </a:solidFill>
                <a:latin typeface="+mj-ea"/>
                <a:ea typeface="+mj-ea"/>
              </a:rPr>
              <a:t>第四部分</a:t>
            </a:r>
            <a:endParaRPr kumimoji="1" lang="zh-CN" altLang="en-US" sz="2800">
              <a:solidFill>
                <a:schemeClr val="tx2"/>
              </a:solidFill>
              <a:latin typeface="+mj-ea"/>
              <a:ea typeface="+mj-ea"/>
            </a:endParaRPr>
          </a:p>
        </p:txBody>
      </p:sp>
      <p:sp>
        <p:nvSpPr>
          <p:cNvPr id="7" name="文本框 6"/>
          <p:cNvSpPr txBox="1"/>
          <p:nvPr/>
        </p:nvSpPr>
        <p:spPr>
          <a:xfrm>
            <a:off x="5293773" y="1998761"/>
            <a:ext cx="1774295" cy="338554"/>
          </a:xfrm>
          <a:prstGeom prst="rect">
            <a:avLst/>
          </a:prstGeom>
          <a:noFill/>
        </p:spPr>
        <p:txBody>
          <a:bodyPr wrap="square" rtlCol="0">
            <a:spAutoFit/>
          </a:bodyPr>
          <a:lstStyle/>
          <a:p>
            <a:pPr algn="dist"/>
            <a:r>
              <a:rPr kumimoji="1" lang="en-US" altLang="zh-CN" sz="1600">
                <a:solidFill>
                  <a:schemeClr val="bg1"/>
                </a:solidFill>
                <a:latin typeface="+mn-ea"/>
              </a:rPr>
              <a:t>PART</a:t>
            </a:r>
            <a:r>
              <a:rPr kumimoji="1" lang="zh-CN" altLang="en-US" sz="1600">
                <a:solidFill>
                  <a:schemeClr val="bg1"/>
                </a:solidFill>
                <a:latin typeface="+mn-ea"/>
              </a:rPr>
              <a:t> </a:t>
            </a:r>
            <a:r>
              <a:rPr kumimoji="1" lang="en-US" altLang="zh-CN" sz="1600">
                <a:solidFill>
                  <a:schemeClr val="bg1"/>
                </a:solidFill>
                <a:latin typeface="+mn-ea"/>
              </a:rPr>
              <a:t>04</a:t>
            </a:r>
            <a:endParaRPr kumimoji="1" lang="zh-CN" altLang="en-US" sz="1600">
              <a:solidFill>
                <a:schemeClr val="tx2"/>
              </a:solidFill>
              <a:latin typeface="+mn-ea"/>
            </a:endParaRPr>
          </a:p>
        </p:txBody>
      </p:sp>
      <p:sp>
        <p:nvSpPr>
          <p:cNvPr id="8" name="文本框 7"/>
          <p:cNvSpPr txBox="1"/>
          <p:nvPr/>
        </p:nvSpPr>
        <p:spPr>
          <a:xfrm>
            <a:off x="3126238" y="2770523"/>
            <a:ext cx="6109365" cy="1107996"/>
          </a:xfrm>
          <a:prstGeom prst="rect">
            <a:avLst/>
          </a:prstGeom>
          <a:noFill/>
        </p:spPr>
        <p:txBody>
          <a:bodyPr wrap="none" rtlCol="0">
            <a:spAutoFit/>
          </a:bodyPr>
          <a:lstStyle/>
          <a:p>
            <a:r>
              <a:rPr kumimoji="1" lang="zh-CN" altLang="en-US" sz="6600">
                <a:solidFill>
                  <a:schemeClr val="tx2"/>
                </a:solidFill>
                <a:latin typeface="+mn-ea"/>
              </a:rPr>
              <a:t>各部门沟通流程</a:t>
            </a:r>
            <a:endParaRPr kumimoji="1" lang="zh-CN" altLang="en-US" sz="6600">
              <a:solidFill>
                <a:schemeClr val="tx2"/>
              </a:solidFill>
              <a:latin typeface="+mn-ea"/>
            </a:endParaRPr>
          </a:p>
        </p:txBody>
      </p:sp>
      <p:sp>
        <p:nvSpPr>
          <p:cNvPr id="9" name="文本框 8"/>
          <p:cNvSpPr txBox="1"/>
          <p:nvPr/>
        </p:nvSpPr>
        <p:spPr>
          <a:xfrm>
            <a:off x="2944894" y="3878519"/>
            <a:ext cx="6472052" cy="557012"/>
          </a:xfrm>
          <a:prstGeom prst="rect">
            <a:avLst/>
          </a:prstGeom>
          <a:noFill/>
        </p:spPr>
        <p:txBody>
          <a:bodyPr wrap="square" rtlCol="0">
            <a:spAutoFit/>
          </a:bodyPr>
          <a:lstStyle/>
          <a:p>
            <a:pPr algn="ctr">
              <a:lnSpc>
                <a:spcPct val="150000"/>
              </a:lnSpc>
            </a:pPr>
            <a:r>
              <a:rPr lang="en-GB" altLang="zh-CN" sz="1050">
                <a:solidFill>
                  <a:schemeClr val="tx1">
                    <a:lumMod val="50000"/>
                    <a:lumOff val="50000"/>
                  </a:schemeClr>
                </a:solidFill>
                <a:latin typeface="+mn-ea"/>
              </a:rPr>
              <a:t>your content is entered here, or by copying your text, select paste in this box and choose to retain only text. your content is typed here, or by copying your text, select paste in this box.</a:t>
            </a:r>
            <a:endParaRPr lang="en-GB" altLang="zh-CN" sz="1050">
              <a:solidFill>
                <a:schemeClr val="tx1">
                  <a:lumMod val="50000"/>
                  <a:lumOff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dissolve">
                                      <p:cBhvr>
                                        <p:cTn id="7" dur="500"/>
                                        <p:tgtEl>
                                          <p:spTgt spid="8"/>
                                        </p:tgtEl>
                                      </p:cBhvr>
                                    </p:animEffect>
                                  </p:childTnLst>
                                </p:cTn>
                              </p:par>
                              <p:par>
                                <p:cTn id="8" presetID="9"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dissolv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各部门沟通流程</a:t>
            </a:r>
            <a:endParaRPr kumimoji="1" lang="zh-CN" altLang="en-US" sz="2400">
              <a:solidFill>
                <a:schemeClr val="tx2"/>
              </a:solidFill>
              <a:latin typeface="+mn-ea"/>
            </a:endParaRPr>
          </a:p>
        </p:txBody>
      </p:sp>
      <p:sp>
        <p:nvSpPr>
          <p:cNvPr id="3" name="文本框 2"/>
          <p:cNvSpPr txBox="1"/>
          <p:nvPr/>
        </p:nvSpPr>
        <p:spPr>
          <a:xfrm>
            <a:off x="6096000" y="1912318"/>
            <a:ext cx="3514104" cy="523220"/>
          </a:xfrm>
          <a:prstGeom prst="rect">
            <a:avLst/>
          </a:prstGeom>
          <a:noFill/>
        </p:spPr>
        <p:txBody>
          <a:bodyPr wrap="none" rtlCol="0">
            <a:spAutoFit/>
          </a:bodyPr>
          <a:lstStyle/>
          <a:p>
            <a:r>
              <a:rPr kumimoji="1" lang="en-US" altLang="zh-CN" sz="2800" dirty="0">
                <a:solidFill>
                  <a:schemeClr val="tx2"/>
                </a:solidFill>
                <a:latin typeface="+mj-ea"/>
                <a:ea typeface="+mj-ea"/>
              </a:rPr>
              <a:t>BUSINESS</a:t>
            </a:r>
            <a:r>
              <a:rPr kumimoji="1" lang="zh-CN" altLang="en-US" sz="2800" dirty="0">
                <a:solidFill>
                  <a:schemeClr val="tx2"/>
                </a:solidFill>
                <a:latin typeface="+mj-ea"/>
                <a:ea typeface="+mj-ea"/>
              </a:rPr>
              <a:t> </a:t>
            </a:r>
            <a:r>
              <a:rPr kumimoji="1" lang="en-US" altLang="zh-CN" sz="2800" dirty="0">
                <a:solidFill>
                  <a:schemeClr val="tx2"/>
                </a:solidFill>
                <a:latin typeface="+mj-ea"/>
                <a:ea typeface="+mj-ea"/>
              </a:rPr>
              <a:t>REPORT</a:t>
            </a:r>
            <a:endParaRPr kumimoji="1" lang="zh-CN" altLang="en-US" sz="2800" dirty="0">
              <a:solidFill>
                <a:schemeClr val="tx2"/>
              </a:solidFill>
              <a:latin typeface="+mj-ea"/>
              <a:ea typeface="+mj-ea"/>
            </a:endParaRPr>
          </a:p>
        </p:txBody>
      </p:sp>
      <p:sp>
        <p:nvSpPr>
          <p:cNvPr id="4" name="文本框 3"/>
          <p:cNvSpPr txBox="1"/>
          <p:nvPr/>
        </p:nvSpPr>
        <p:spPr>
          <a:xfrm>
            <a:off x="6109252" y="1556238"/>
            <a:ext cx="1811714" cy="369332"/>
          </a:xfrm>
          <a:prstGeom prst="rect">
            <a:avLst/>
          </a:prstGeom>
          <a:noFill/>
        </p:spPr>
        <p:txBody>
          <a:bodyPr wrap="none" rtlCol="0">
            <a:spAutoFit/>
          </a:bodyPr>
          <a:lstStyle/>
          <a:p>
            <a:r>
              <a:rPr kumimoji="1" lang="en-US" altLang="zh-CN" dirty="0">
                <a:solidFill>
                  <a:schemeClr val="bg1">
                    <a:lumMod val="75000"/>
                  </a:schemeClr>
                </a:solidFill>
                <a:latin typeface="Source Han Sans CN Regular" panose="020B0500000000000000" pitchFamily="34" charset="-128"/>
                <a:ea typeface="Source Han Sans CN Regular" panose="020B0500000000000000" pitchFamily="34" charset="-128"/>
              </a:rPr>
              <a:t>PPT</a:t>
            </a:r>
            <a:r>
              <a:rPr kumimoji="1" lang="zh-CN" altLang="en-US" dirty="0">
                <a:solidFill>
                  <a:schemeClr val="bg1">
                    <a:lumMod val="75000"/>
                  </a:schemeClr>
                </a:solidFill>
                <a:latin typeface="Source Han Sans CN Regular" panose="020B0500000000000000" pitchFamily="34" charset="-128"/>
                <a:ea typeface="Source Han Sans CN Regular" panose="020B0500000000000000" pitchFamily="34" charset="-128"/>
              </a:rPr>
              <a:t> </a:t>
            </a:r>
            <a:r>
              <a:rPr kumimoji="1" lang="en-US" altLang="zh-CN" dirty="0">
                <a:solidFill>
                  <a:schemeClr val="bg1">
                    <a:lumMod val="75000"/>
                  </a:schemeClr>
                </a:solidFill>
                <a:latin typeface="Source Han Sans CN Regular" panose="020B0500000000000000" pitchFamily="34" charset="-128"/>
                <a:ea typeface="Source Han Sans CN Regular" panose="020B0500000000000000" pitchFamily="34" charset="-128"/>
              </a:rPr>
              <a:t>TEMPLATE</a:t>
            </a:r>
            <a:endParaRPr kumimoji="1" lang="zh-CN" altLang="en-US" dirty="0">
              <a:solidFill>
                <a:schemeClr val="bg1">
                  <a:lumMod val="75000"/>
                </a:schemeClr>
              </a:solidFill>
              <a:latin typeface="Source Han Sans CN Regular" panose="020B0500000000000000" pitchFamily="34" charset="-128"/>
              <a:ea typeface="Source Han Sans CN Regular" panose="020B0500000000000000" pitchFamily="34" charset="-128"/>
            </a:endParaRPr>
          </a:p>
        </p:txBody>
      </p:sp>
      <p:sp>
        <p:nvSpPr>
          <p:cNvPr id="5" name="文本框 4"/>
          <p:cNvSpPr txBox="1"/>
          <p:nvPr/>
        </p:nvSpPr>
        <p:spPr>
          <a:xfrm>
            <a:off x="6096000" y="2574046"/>
            <a:ext cx="5279526" cy="1153264"/>
          </a:xfrm>
          <a:prstGeom prst="rect">
            <a:avLst/>
          </a:prstGeom>
          <a:noFill/>
        </p:spPr>
        <p:txBody>
          <a:bodyPr wrap="square" rtlCol="0">
            <a:spAutoFit/>
          </a:bodyPr>
          <a:lstStyle/>
          <a:p>
            <a:pPr>
              <a:lnSpc>
                <a:spcPct val="150000"/>
              </a:lnSpc>
            </a:pPr>
            <a:r>
              <a:rPr kumimoji="1" lang="zh-CN" altLang="en-US" sz="1200" dirty="0">
                <a:solidFill>
                  <a:schemeClr val="tx1">
                    <a:lumMod val="50000"/>
                    <a:lumOff val="50000"/>
                  </a:schemeClr>
                </a:solidFill>
                <a:latin typeface="+mn-ea"/>
                <a:cs typeface="+mn-ea"/>
                <a:sym typeface="+mn-lt"/>
              </a:rPr>
              <a:t>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模板，请在此输入您需要的文字内容，感谢您使用我们的</a:t>
            </a:r>
            <a:r>
              <a:rPr kumimoji="1" lang="en-US" altLang="zh-CN" sz="1200" dirty="0">
                <a:solidFill>
                  <a:schemeClr val="tx1">
                    <a:lumMod val="50000"/>
                    <a:lumOff val="50000"/>
                  </a:schemeClr>
                </a:solidFill>
                <a:latin typeface="+mn-ea"/>
                <a:cs typeface="+mn-ea"/>
                <a:sym typeface="+mn-lt"/>
              </a:rPr>
              <a:t>PPT</a:t>
            </a:r>
            <a:r>
              <a:rPr kumimoji="1" lang="zh-CN" altLang="en-US" sz="1200" dirty="0">
                <a:solidFill>
                  <a:schemeClr val="tx1">
                    <a:lumMod val="50000"/>
                    <a:lumOff val="50000"/>
                  </a:schemeClr>
                </a:solidFill>
                <a:latin typeface="+mn-ea"/>
                <a:cs typeface="+mn-ea"/>
                <a:sym typeface="+mn-lt"/>
              </a:rPr>
              <a:t>模板。</a:t>
            </a:r>
            <a:endParaRPr kumimoji="1" lang="zh-CN" altLang="en-US" sz="1200" dirty="0">
              <a:solidFill>
                <a:schemeClr val="tx1">
                  <a:lumMod val="50000"/>
                  <a:lumOff val="50000"/>
                </a:schemeClr>
              </a:solidFill>
              <a:latin typeface="+mn-ea"/>
              <a:cs typeface="+mn-ea"/>
              <a:sym typeface="+mn-lt"/>
            </a:endParaRPr>
          </a:p>
        </p:txBody>
      </p:sp>
      <p:sp>
        <p:nvSpPr>
          <p:cNvPr id="6" name="矩形 5"/>
          <p:cNvSpPr/>
          <p:nvPr/>
        </p:nvSpPr>
        <p:spPr>
          <a:xfrm>
            <a:off x="6207179" y="4436767"/>
            <a:ext cx="3392557" cy="4075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7" name="矩形 6"/>
          <p:cNvSpPr/>
          <p:nvPr/>
        </p:nvSpPr>
        <p:spPr>
          <a:xfrm>
            <a:off x="6207179" y="5226764"/>
            <a:ext cx="3392557" cy="407506"/>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8" name="矩形 7"/>
          <p:cNvSpPr/>
          <p:nvPr/>
        </p:nvSpPr>
        <p:spPr>
          <a:xfrm>
            <a:off x="6207180" y="4436767"/>
            <a:ext cx="2597426" cy="4075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9" name="矩形 8"/>
          <p:cNvSpPr/>
          <p:nvPr/>
        </p:nvSpPr>
        <p:spPr>
          <a:xfrm>
            <a:off x="6246563" y="5226764"/>
            <a:ext cx="2173729" cy="407506"/>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0" name="文本框 9"/>
          <p:cNvSpPr txBox="1"/>
          <p:nvPr/>
        </p:nvSpPr>
        <p:spPr>
          <a:xfrm>
            <a:off x="6225908" y="4499883"/>
            <a:ext cx="2345514" cy="276999"/>
          </a:xfrm>
          <a:prstGeom prst="rect">
            <a:avLst/>
          </a:prstGeom>
          <a:noFill/>
        </p:spPr>
        <p:txBody>
          <a:bodyPr wrap="none" rtlCol="0">
            <a:spAutoFit/>
          </a:bodyPr>
          <a:lstStyle/>
          <a:p>
            <a:r>
              <a:rPr kumimoji="1" lang="en-US" altLang="zh-CN" sz="1200" dirty="0">
                <a:solidFill>
                  <a:schemeClr val="bg1"/>
                </a:solidFill>
                <a:latin typeface="Source Han Sans CN Regular" panose="020B0500000000000000" pitchFamily="34" charset="-128"/>
                <a:ea typeface="Source Han Sans CN Regular" panose="020B0500000000000000" pitchFamily="34" charset="-128"/>
              </a:rPr>
              <a:t>ENTER</a:t>
            </a:r>
            <a:r>
              <a:rPr kumimoji="1" lang="zh-CN" altLang="en-US" sz="1200" dirty="0">
                <a:solidFill>
                  <a:schemeClr val="bg1"/>
                </a:solidFill>
                <a:latin typeface="Source Han Sans CN Regular" panose="020B0500000000000000" pitchFamily="34" charset="-128"/>
                <a:ea typeface="Source Han Sans CN Regular" panose="020B0500000000000000" pitchFamily="34" charset="-128"/>
              </a:rPr>
              <a:t> </a:t>
            </a:r>
            <a:r>
              <a:rPr kumimoji="1" lang="en-US" altLang="zh-CN" sz="1200" dirty="0">
                <a:solidFill>
                  <a:schemeClr val="bg1"/>
                </a:solidFill>
                <a:latin typeface="Source Han Sans CN Regular" panose="020B0500000000000000" pitchFamily="34" charset="-128"/>
                <a:ea typeface="Source Han Sans CN Regular" panose="020B0500000000000000" pitchFamily="34" charset="-128"/>
              </a:rPr>
              <a:t>THE</a:t>
            </a:r>
            <a:r>
              <a:rPr kumimoji="1" lang="zh-CN" altLang="en-US" sz="1200" dirty="0">
                <a:solidFill>
                  <a:schemeClr val="bg1"/>
                </a:solidFill>
                <a:latin typeface="Source Han Sans CN Regular" panose="020B0500000000000000" pitchFamily="34" charset="-128"/>
                <a:ea typeface="Source Han Sans CN Regular" panose="020B0500000000000000" pitchFamily="34" charset="-128"/>
              </a:rPr>
              <a:t> </a:t>
            </a:r>
            <a:r>
              <a:rPr kumimoji="1" lang="en-US" altLang="zh-CN" sz="1200" dirty="0">
                <a:solidFill>
                  <a:schemeClr val="bg1"/>
                </a:solidFill>
                <a:latin typeface="Source Han Sans CN Regular" panose="020B0500000000000000" pitchFamily="34" charset="-128"/>
                <a:ea typeface="Source Han Sans CN Regular" panose="020B0500000000000000" pitchFamily="34" charset="-128"/>
              </a:rPr>
              <a:t>TITLE</a:t>
            </a:r>
            <a:r>
              <a:rPr kumimoji="1" lang="zh-CN" altLang="en-US" sz="1200" dirty="0">
                <a:solidFill>
                  <a:schemeClr val="bg1"/>
                </a:solidFill>
                <a:latin typeface="Source Han Sans CN Regular" panose="020B0500000000000000" pitchFamily="34" charset="-128"/>
                <a:ea typeface="Source Han Sans CN Regular" panose="020B0500000000000000" pitchFamily="34" charset="-128"/>
              </a:rPr>
              <a:t>                 </a:t>
            </a:r>
            <a:r>
              <a:rPr kumimoji="1" lang="en-US" altLang="zh-CN" sz="1200" dirty="0">
                <a:solidFill>
                  <a:schemeClr val="bg1"/>
                </a:solidFill>
                <a:latin typeface="Source Han Sans CN Regular" panose="020B0500000000000000" pitchFamily="34" charset="-128"/>
                <a:ea typeface="Source Han Sans CN Regular" panose="020B0500000000000000" pitchFamily="34" charset="-128"/>
              </a:rPr>
              <a:t>88%</a:t>
            </a:r>
            <a:endParaRPr kumimoji="1" lang="zh-CN" altLang="en-US" sz="1200" dirty="0">
              <a:solidFill>
                <a:schemeClr val="bg1"/>
              </a:solidFill>
              <a:latin typeface="Source Han Sans CN Regular" panose="020B0500000000000000" pitchFamily="34" charset="-128"/>
              <a:ea typeface="Source Han Sans CN Regular" panose="020B0500000000000000" pitchFamily="34" charset="-128"/>
            </a:endParaRPr>
          </a:p>
        </p:txBody>
      </p:sp>
      <p:sp>
        <p:nvSpPr>
          <p:cNvPr id="11" name="文本框 10"/>
          <p:cNvSpPr txBox="1"/>
          <p:nvPr/>
        </p:nvSpPr>
        <p:spPr>
          <a:xfrm>
            <a:off x="6225907" y="5305269"/>
            <a:ext cx="2063385" cy="276999"/>
          </a:xfrm>
          <a:prstGeom prst="rect">
            <a:avLst/>
          </a:prstGeom>
          <a:noFill/>
        </p:spPr>
        <p:txBody>
          <a:bodyPr wrap="none" rtlCol="0">
            <a:spAutoFit/>
          </a:bodyPr>
          <a:lstStyle/>
          <a:p>
            <a:r>
              <a:rPr kumimoji="1" lang="en-US" altLang="zh-CN" sz="1200" dirty="0">
                <a:solidFill>
                  <a:schemeClr val="bg1"/>
                </a:solidFill>
                <a:latin typeface="Source Han Sans CN Regular" panose="020B0500000000000000" pitchFamily="34" charset="-128"/>
                <a:ea typeface="Source Han Sans CN Regular" panose="020B0500000000000000" pitchFamily="34" charset="-128"/>
              </a:rPr>
              <a:t>ENTER</a:t>
            </a:r>
            <a:r>
              <a:rPr kumimoji="1" lang="zh-CN" altLang="en-US" sz="1200" dirty="0">
                <a:solidFill>
                  <a:schemeClr val="bg1"/>
                </a:solidFill>
                <a:latin typeface="Source Han Sans CN Regular" panose="020B0500000000000000" pitchFamily="34" charset="-128"/>
                <a:ea typeface="Source Han Sans CN Regular" panose="020B0500000000000000" pitchFamily="34" charset="-128"/>
              </a:rPr>
              <a:t> </a:t>
            </a:r>
            <a:r>
              <a:rPr kumimoji="1" lang="en-US" altLang="zh-CN" sz="1200" dirty="0">
                <a:solidFill>
                  <a:schemeClr val="bg1"/>
                </a:solidFill>
                <a:latin typeface="Source Han Sans CN Regular" panose="020B0500000000000000" pitchFamily="34" charset="-128"/>
                <a:ea typeface="Source Han Sans CN Regular" panose="020B0500000000000000" pitchFamily="34" charset="-128"/>
              </a:rPr>
              <a:t>THE</a:t>
            </a:r>
            <a:r>
              <a:rPr kumimoji="1" lang="zh-CN" altLang="en-US" sz="1200" dirty="0">
                <a:solidFill>
                  <a:schemeClr val="bg1"/>
                </a:solidFill>
                <a:latin typeface="Source Han Sans CN Regular" panose="020B0500000000000000" pitchFamily="34" charset="-128"/>
                <a:ea typeface="Source Han Sans CN Regular" panose="020B0500000000000000" pitchFamily="34" charset="-128"/>
              </a:rPr>
              <a:t> </a:t>
            </a:r>
            <a:r>
              <a:rPr kumimoji="1" lang="en-US" altLang="zh-CN" sz="1200" dirty="0">
                <a:solidFill>
                  <a:schemeClr val="bg1"/>
                </a:solidFill>
                <a:latin typeface="Source Han Sans CN Regular" panose="020B0500000000000000" pitchFamily="34" charset="-128"/>
                <a:ea typeface="Source Han Sans CN Regular" panose="020B0500000000000000" pitchFamily="34" charset="-128"/>
              </a:rPr>
              <a:t>TITLE</a:t>
            </a:r>
            <a:r>
              <a:rPr kumimoji="1" lang="zh-CN" altLang="en-US" sz="1200" dirty="0">
                <a:solidFill>
                  <a:schemeClr val="bg1"/>
                </a:solidFill>
                <a:latin typeface="Source Han Sans CN Regular" panose="020B0500000000000000" pitchFamily="34" charset="-128"/>
                <a:ea typeface="Source Han Sans CN Regular" panose="020B0500000000000000" pitchFamily="34" charset="-128"/>
              </a:rPr>
              <a:t>         </a:t>
            </a:r>
            <a:r>
              <a:rPr kumimoji="1" lang="en-US" altLang="zh-CN" sz="1200" dirty="0">
                <a:solidFill>
                  <a:schemeClr val="bg1"/>
                </a:solidFill>
                <a:latin typeface="Source Han Sans CN Regular" panose="020B0500000000000000" pitchFamily="34" charset="-128"/>
                <a:ea typeface="Source Han Sans CN Regular" panose="020B0500000000000000" pitchFamily="34" charset="-128"/>
              </a:rPr>
              <a:t>68%</a:t>
            </a:r>
            <a:endParaRPr kumimoji="1" lang="zh-CN" altLang="en-US" sz="1200" dirty="0">
              <a:solidFill>
                <a:schemeClr val="bg1"/>
              </a:solidFill>
              <a:latin typeface="Source Han Sans CN Regular" panose="020B0500000000000000" pitchFamily="34" charset="-128"/>
              <a:ea typeface="Source Han Sans CN Regular" panose="020B0500000000000000" pitchFamily="34" charset="-128"/>
            </a:endParaRPr>
          </a:p>
        </p:txBody>
      </p:sp>
      <p:sp>
        <p:nvSpPr>
          <p:cNvPr id="12" name="Freeform 82"/>
          <p:cNvSpPr>
            <a:spLocks noEditPoints="1"/>
          </p:cNvSpPr>
          <p:nvPr/>
        </p:nvSpPr>
        <p:spPr bwMode="auto">
          <a:xfrm>
            <a:off x="6695677" y="4340061"/>
            <a:ext cx="198300" cy="198299"/>
          </a:xfrm>
          <a:custGeom>
            <a:avLst/>
            <a:gdLst>
              <a:gd name="T0" fmla="*/ 756 w 1754"/>
              <a:gd name="T1" fmla="*/ 177 h 1753"/>
              <a:gd name="T2" fmla="*/ 582 w 1754"/>
              <a:gd name="T3" fmla="*/ 232 h 1753"/>
              <a:gd name="T4" fmla="*/ 424 w 1754"/>
              <a:gd name="T5" fmla="*/ 332 h 1753"/>
              <a:gd name="T6" fmla="*/ 295 w 1754"/>
              <a:gd name="T7" fmla="*/ 471 h 1753"/>
              <a:gd name="T8" fmla="*/ 210 w 1754"/>
              <a:gd name="T9" fmla="*/ 634 h 1753"/>
              <a:gd name="T10" fmla="*/ 170 w 1754"/>
              <a:gd name="T11" fmla="*/ 815 h 1753"/>
              <a:gd name="T12" fmla="*/ 179 w 1754"/>
              <a:gd name="T13" fmla="*/ 1001 h 1753"/>
              <a:gd name="T14" fmla="*/ 233 w 1754"/>
              <a:gd name="T15" fmla="*/ 1176 h 1753"/>
              <a:gd name="T16" fmla="*/ 333 w 1754"/>
              <a:gd name="T17" fmla="*/ 1333 h 1753"/>
              <a:gd name="T18" fmla="*/ 474 w 1754"/>
              <a:gd name="T19" fmla="*/ 1460 h 1753"/>
              <a:gd name="T20" fmla="*/ 638 w 1754"/>
              <a:gd name="T21" fmla="*/ 1545 h 1753"/>
              <a:gd name="T22" fmla="*/ 817 w 1754"/>
              <a:gd name="T23" fmla="*/ 1584 h 1753"/>
              <a:gd name="T24" fmla="*/ 998 w 1754"/>
              <a:gd name="T25" fmla="*/ 1576 h 1753"/>
              <a:gd name="T26" fmla="*/ 1172 w 1754"/>
              <a:gd name="T27" fmla="*/ 1522 h 1753"/>
              <a:gd name="T28" fmla="*/ 1331 w 1754"/>
              <a:gd name="T29" fmla="*/ 1422 h 1753"/>
              <a:gd name="T30" fmla="*/ 1460 w 1754"/>
              <a:gd name="T31" fmla="*/ 1283 h 1753"/>
              <a:gd name="T32" fmla="*/ 1545 w 1754"/>
              <a:gd name="T33" fmla="*/ 1120 h 1753"/>
              <a:gd name="T34" fmla="*/ 1584 w 1754"/>
              <a:gd name="T35" fmla="*/ 939 h 1753"/>
              <a:gd name="T36" fmla="*/ 1575 w 1754"/>
              <a:gd name="T37" fmla="*/ 753 h 1753"/>
              <a:gd name="T38" fmla="*/ 1521 w 1754"/>
              <a:gd name="T39" fmla="*/ 577 h 1753"/>
              <a:gd name="T40" fmla="*/ 1421 w 1754"/>
              <a:gd name="T41" fmla="*/ 421 h 1753"/>
              <a:gd name="T42" fmla="*/ 1281 w 1754"/>
              <a:gd name="T43" fmla="*/ 293 h 1753"/>
              <a:gd name="T44" fmla="*/ 1116 w 1754"/>
              <a:gd name="T45" fmla="*/ 208 h 1753"/>
              <a:gd name="T46" fmla="*/ 937 w 1754"/>
              <a:gd name="T47" fmla="*/ 170 h 1753"/>
              <a:gd name="T48" fmla="*/ 945 w 1754"/>
              <a:gd name="T49" fmla="*/ 3 h 1753"/>
              <a:gd name="T50" fmla="*/ 1144 w 1754"/>
              <a:gd name="T51" fmla="*/ 41 h 1753"/>
              <a:gd name="T52" fmla="*/ 1331 w 1754"/>
              <a:gd name="T53" fmla="*/ 126 h 1753"/>
              <a:gd name="T54" fmla="*/ 1497 w 1754"/>
              <a:gd name="T55" fmla="*/ 257 h 1753"/>
              <a:gd name="T56" fmla="*/ 1625 w 1754"/>
              <a:gd name="T57" fmla="*/ 420 h 1753"/>
              <a:gd name="T58" fmla="*/ 1712 w 1754"/>
              <a:gd name="T59" fmla="*/ 605 h 1753"/>
              <a:gd name="T60" fmla="*/ 1751 w 1754"/>
              <a:gd name="T61" fmla="*/ 807 h 1753"/>
              <a:gd name="T62" fmla="*/ 1744 w 1754"/>
              <a:gd name="T63" fmla="*/ 1016 h 1753"/>
              <a:gd name="T64" fmla="*/ 1688 w 1754"/>
              <a:gd name="T65" fmla="*/ 1212 h 1753"/>
              <a:gd name="T66" fmla="*/ 1587 w 1754"/>
              <a:gd name="T67" fmla="*/ 1391 h 1753"/>
              <a:gd name="T68" fmla="*/ 1445 w 1754"/>
              <a:gd name="T69" fmla="*/ 1545 h 1753"/>
              <a:gd name="T70" fmla="*/ 1270 w 1754"/>
              <a:gd name="T71" fmla="*/ 1661 h 1753"/>
              <a:gd name="T72" fmla="*/ 1078 w 1754"/>
              <a:gd name="T73" fmla="*/ 1730 h 1753"/>
              <a:gd name="T74" fmla="*/ 878 w 1754"/>
              <a:gd name="T75" fmla="*/ 1753 h 1753"/>
              <a:gd name="T76" fmla="*/ 677 w 1754"/>
              <a:gd name="T77" fmla="*/ 1730 h 1753"/>
              <a:gd name="T78" fmla="*/ 484 w 1754"/>
              <a:gd name="T79" fmla="*/ 1661 h 1753"/>
              <a:gd name="T80" fmla="*/ 310 w 1754"/>
              <a:gd name="T81" fmla="*/ 1545 h 1753"/>
              <a:gd name="T82" fmla="*/ 167 w 1754"/>
              <a:gd name="T83" fmla="*/ 1391 h 1753"/>
              <a:gd name="T84" fmla="*/ 66 w 1754"/>
              <a:gd name="T85" fmla="*/ 1212 h 1753"/>
              <a:gd name="T86" fmla="*/ 11 w 1754"/>
              <a:gd name="T87" fmla="*/ 1016 h 1753"/>
              <a:gd name="T88" fmla="*/ 3 w 1754"/>
              <a:gd name="T89" fmla="*/ 807 h 1753"/>
              <a:gd name="T90" fmla="*/ 43 w 1754"/>
              <a:gd name="T91" fmla="*/ 605 h 1753"/>
              <a:gd name="T92" fmla="*/ 129 w 1754"/>
              <a:gd name="T93" fmla="*/ 420 h 1753"/>
              <a:gd name="T94" fmla="*/ 258 w 1754"/>
              <a:gd name="T95" fmla="*/ 257 h 1753"/>
              <a:gd name="T96" fmla="*/ 424 w 1754"/>
              <a:gd name="T97" fmla="*/ 126 h 1753"/>
              <a:gd name="T98" fmla="*/ 611 w 1754"/>
              <a:gd name="T99" fmla="*/ 41 h 1753"/>
              <a:gd name="T100" fmla="*/ 810 w 1754"/>
              <a:gd name="T101" fmla="*/ 3 h 17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754" h="1753">
                <a:moveTo>
                  <a:pt x="878" y="168"/>
                </a:moveTo>
                <a:lnTo>
                  <a:pt x="817" y="170"/>
                </a:lnTo>
                <a:lnTo>
                  <a:pt x="756" y="177"/>
                </a:lnTo>
                <a:lnTo>
                  <a:pt x="697" y="190"/>
                </a:lnTo>
                <a:lnTo>
                  <a:pt x="638" y="208"/>
                </a:lnTo>
                <a:lnTo>
                  <a:pt x="582" y="232"/>
                </a:lnTo>
                <a:lnTo>
                  <a:pt x="527" y="259"/>
                </a:lnTo>
                <a:lnTo>
                  <a:pt x="474" y="293"/>
                </a:lnTo>
                <a:lnTo>
                  <a:pt x="424" y="332"/>
                </a:lnTo>
                <a:lnTo>
                  <a:pt x="376" y="375"/>
                </a:lnTo>
                <a:lnTo>
                  <a:pt x="333" y="421"/>
                </a:lnTo>
                <a:lnTo>
                  <a:pt x="295" y="471"/>
                </a:lnTo>
                <a:lnTo>
                  <a:pt x="262" y="522"/>
                </a:lnTo>
                <a:lnTo>
                  <a:pt x="233" y="577"/>
                </a:lnTo>
                <a:lnTo>
                  <a:pt x="210" y="634"/>
                </a:lnTo>
                <a:lnTo>
                  <a:pt x="192" y="692"/>
                </a:lnTo>
                <a:lnTo>
                  <a:pt x="179" y="753"/>
                </a:lnTo>
                <a:lnTo>
                  <a:pt x="170" y="815"/>
                </a:lnTo>
                <a:lnTo>
                  <a:pt x="167" y="876"/>
                </a:lnTo>
                <a:lnTo>
                  <a:pt x="170" y="939"/>
                </a:lnTo>
                <a:lnTo>
                  <a:pt x="179" y="1001"/>
                </a:lnTo>
                <a:lnTo>
                  <a:pt x="192" y="1061"/>
                </a:lnTo>
                <a:lnTo>
                  <a:pt x="210" y="1120"/>
                </a:lnTo>
                <a:lnTo>
                  <a:pt x="233" y="1176"/>
                </a:lnTo>
                <a:lnTo>
                  <a:pt x="262" y="1230"/>
                </a:lnTo>
                <a:lnTo>
                  <a:pt x="295" y="1283"/>
                </a:lnTo>
                <a:lnTo>
                  <a:pt x="333" y="1333"/>
                </a:lnTo>
                <a:lnTo>
                  <a:pt x="376" y="1378"/>
                </a:lnTo>
                <a:lnTo>
                  <a:pt x="424" y="1422"/>
                </a:lnTo>
                <a:lnTo>
                  <a:pt x="474" y="1460"/>
                </a:lnTo>
                <a:lnTo>
                  <a:pt x="527" y="1494"/>
                </a:lnTo>
                <a:lnTo>
                  <a:pt x="582" y="1522"/>
                </a:lnTo>
                <a:lnTo>
                  <a:pt x="638" y="1545"/>
                </a:lnTo>
                <a:lnTo>
                  <a:pt x="697" y="1563"/>
                </a:lnTo>
                <a:lnTo>
                  <a:pt x="756" y="1576"/>
                </a:lnTo>
                <a:lnTo>
                  <a:pt x="817" y="1584"/>
                </a:lnTo>
                <a:lnTo>
                  <a:pt x="878" y="1586"/>
                </a:lnTo>
                <a:lnTo>
                  <a:pt x="937" y="1584"/>
                </a:lnTo>
                <a:lnTo>
                  <a:pt x="998" y="1576"/>
                </a:lnTo>
                <a:lnTo>
                  <a:pt x="1057" y="1563"/>
                </a:lnTo>
                <a:lnTo>
                  <a:pt x="1116" y="1545"/>
                </a:lnTo>
                <a:lnTo>
                  <a:pt x="1172" y="1522"/>
                </a:lnTo>
                <a:lnTo>
                  <a:pt x="1228" y="1494"/>
                </a:lnTo>
                <a:lnTo>
                  <a:pt x="1281" y="1460"/>
                </a:lnTo>
                <a:lnTo>
                  <a:pt x="1331" y="1422"/>
                </a:lnTo>
                <a:lnTo>
                  <a:pt x="1379" y="1378"/>
                </a:lnTo>
                <a:lnTo>
                  <a:pt x="1421" y="1333"/>
                </a:lnTo>
                <a:lnTo>
                  <a:pt x="1460" y="1283"/>
                </a:lnTo>
                <a:lnTo>
                  <a:pt x="1492" y="1230"/>
                </a:lnTo>
                <a:lnTo>
                  <a:pt x="1521" y="1176"/>
                </a:lnTo>
                <a:lnTo>
                  <a:pt x="1545" y="1120"/>
                </a:lnTo>
                <a:lnTo>
                  <a:pt x="1563" y="1061"/>
                </a:lnTo>
                <a:lnTo>
                  <a:pt x="1575" y="1001"/>
                </a:lnTo>
                <a:lnTo>
                  <a:pt x="1584" y="939"/>
                </a:lnTo>
                <a:lnTo>
                  <a:pt x="1587" y="876"/>
                </a:lnTo>
                <a:lnTo>
                  <a:pt x="1584" y="815"/>
                </a:lnTo>
                <a:lnTo>
                  <a:pt x="1575" y="753"/>
                </a:lnTo>
                <a:lnTo>
                  <a:pt x="1563" y="692"/>
                </a:lnTo>
                <a:lnTo>
                  <a:pt x="1545" y="634"/>
                </a:lnTo>
                <a:lnTo>
                  <a:pt x="1521" y="577"/>
                </a:lnTo>
                <a:lnTo>
                  <a:pt x="1492" y="522"/>
                </a:lnTo>
                <a:lnTo>
                  <a:pt x="1460" y="471"/>
                </a:lnTo>
                <a:lnTo>
                  <a:pt x="1421" y="421"/>
                </a:lnTo>
                <a:lnTo>
                  <a:pt x="1379" y="375"/>
                </a:lnTo>
                <a:lnTo>
                  <a:pt x="1331" y="332"/>
                </a:lnTo>
                <a:lnTo>
                  <a:pt x="1281" y="293"/>
                </a:lnTo>
                <a:lnTo>
                  <a:pt x="1228" y="259"/>
                </a:lnTo>
                <a:lnTo>
                  <a:pt x="1172" y="232"/>
                </a:lnTo>
                <a:lnTo>
                  <a:pt x="1116" y="208"/>
                </a:lnTo>
                <a:lnTo>
                  <a:pt x="1057" y="190"/>
                </a:lnTo>
                <a:lnTo>
                  <a:pt x="998" y="177"/>
                </a:lnTo>
                <a:lnTo>
                  <a:pt x="937" y="170"/>
                </a:lnTo>
                <a:lnTo>
                  <a:pt x="878" y="168"/>
                </a:lnTo>
                <a:close/>
                <a:moveTo>
                  <a:pt x="878" y="0"/>
                </a:moveTo>
                <a:lnTo>
                  <a:pt x="945" y="3"/>
                </a:lnTo>
                <a:lnTo>
                  <a:pt x="1012" y="11"/>
                </a:lnTo>
                <a:lnTo>
                  <a:pt x="1078" y="23"/>
                </a:lnTo>
                <a:lnTo>
                  <a:pt x="1144" y="41"/>
                </a:lnTo>
                <a:lnTo>
                  <a:pt x="1207" y="65"/>
                </a:lnTo>
                <a:lnTo>
                  <a:pt x="1270" y="92"/>
                </a:lnTo>
                <a:lnTo>
                  <a:pt x="1331" y="126"/>
                </a:lnTo>
                <a:lnTo>
                  <a:pt x="1388" y="165"/>
                </a:lnTo>
                <a:lnTo>
                  <a:pt x="1445" y="208"/>
                </a:lnTo>
                <a:lnTo>
                  <a:pt x="1497" y="257"/>
                </a:lnTo>
                <a:lnTo>
                  <a:pt x="1545" y="308"/>
                </a:lnTo>
                <a:lnTo>
                  <a:pt x="1587" y="363"/>
                </a:lnTo>
                <a:lnTo>
                  <a:pt x="1625" y="420"/>
                </a:lnTo>
                <a:lnTo>
                  <a:pt x="1659" y="480"/>
                </a:lnTo>
                <a:lnTo>
                  <a:pt x="1688" y="541"/>
                </a:lnTo>
                <a:lnTo>
                  <a:pt x="1712" y="605"/>
                </a:lnTo>
                <a:lnTo>
                  <a:pt x="1730" y="671"/>
                </a:lnTo>
                <a:lnTo>
                  <a:pt x="1744" y="738"/>
                </a:lnTo>
                <a:lnTo>
                  <a:pt x="1751" y="807"/>
                </a:lnTo>
                <a:lnTo>
                  <a:pt x="1754" y="876"/>
                </a:lnTo>
                <a:lnTo>
                  <a:pt x="1751" y="947"/>
                </a:lnTo>
                <a:lnTo>
                  <a:pt x="1744" y="1016"/>
                </a:lnTo>
                <a:lnTo>
                  <a:pt x="1730" y="1083"/>
                </a:lnTo>
                <a:lnTo>
                  <a:pt x="1712" y="1149"/>
                </a:lnTo>
                <a:lnTo>
                  <a:pt x="1688" y="1212"/>
                </a:lnTo>
                <a:lnTo>
                  <a:pt x="1659" y="1274"/>
                </a:lnTo>
                <a:lnTo>
                  <a:pt x="1625" y="1334"/>
                </a:lnTo>
                <a:lnTo>
                  <a:pt x="1587" y="1391"/>
                </a:lnTo>
                <a:lnTo>
                  <a:pt x="1545" y="1445"/>
                </a:lnTo>
                <a:lnTo>
                  <a:pt x="1497" y="1496"/>
                </a:lnTo>
                <a:lnTo>
                  <a:pt x="1445" y="1545"/>
                </a:lnTo>
                <a:lnTo>
                  <a:pt x="1388" y="1589"/>
                </a:lnTo>
                <a:lnTo>
                  <a:pt x="1331" y="1627"/>
                </a:lnTo>
                <a:lnTo>
                  <a:pt x="1270" y="1661"/>
                </a:lnTo>
                <a:lnTo>
                  <a:pt x="1207" y="1689"/>
                </a:lnTo>
                <a:lnTo>
                  <a:pt x="1144" y="1712"/>
                </a:lnTo>
                <a:lnTo>
                  <a:pt x="1078" y="1730"/>
                </a:lnTo>
                <a:lnTo>
                  <a:pt x="1012" y="1743"/>
                </a:lnTo>
                <a:lnTo>
                  <a:pt x="945" y="1751"/>
                </a:lnTo>
                <a:lnTo>
                  <a:pt x="878" y="1753"/>
                </a:lnTo>
                <a:lnTo>
                  <a:pt x="810" y="1751"/>
                </a:lnTo>
                <a:lnTo>
                  <a:pt x="743" y="1743"/>
                </a:lnTo>
                <a:lnTo>
                  <a:pt x="677" y="1730"/>
                </a:lnTo>
                <a:lnTo>
                  <a:pt x="611" y="1712"/>
                </a:lnTo>
                <a:lnTo>
                  <a:pt x="547" y="1689"/>
                </a:lnTo>
                <a:lnTo>
                  <a:pt x="484" y="1661"/>
                </a:lnTo>
                <a:lnTo>
                  <a:pt x="424" y="1627"/>
                </a:lnTo>
                <a:lnTo>
                  <a:pt x="366" y="1589"/>
                </a:lnTo>
                <a:lnTo>
                  <a:pt x="310" y="1545"/>
                </a:lnTo>
                <a:lnTo>
                  <a:pt x="258" y="1496"/>
                </a:lnTo>
                <a:lnTo>
                  <a:pt x="210" y="1445"/>
                </a:lnTo>
                <a:lnTo>
                  <a:pt x="167" y="1391"/>
                </a:lnTo>
                <a:lnTo>
                  <a:pt x="129" y="1334"/>
                </a:lnTo>
                <a:lnTo>
                  <a:pt x="95" y="1274"/>
                </a:lnTo>
                <a:lnTo>
                  <a:pt x="66" y="1212"/>
                </a:lnTo>
                <a:lnTo>
                  <a:pt x="43" y="1149"/>
                </a:lnTo>
                <a:lnTo>
                  <a:pt x="25" y="1083"/>
                </a:lnTo>
                <a:lnTo>
                  <a:pt x="11" y="1016"/>
                </a:lnTo>
                <a:lnTo>
                  <a:pt x="3" y="947"/>
                </a:lnTo>
                <a:lnTo>
                  <a:pt x="0" y="876"/>
                </a:lnTo>
                <a:lnTo>
                  <a:pt x="3" y="807"/>
                </a:lnTo>
                <a:lnTo>
                  <a:pt x="11" y="738"/>
                </a:lnTo>
                <a:lnTo>
                  <a:pt x="25" y="671"/>
                </a:lnTo>
                <a:lnTo>
                  <a:pt x="43" y="605"/>
                </a:lnTo>
                <a:lnTo>
                  <a:pt x="66" y="541"/>
                </a:lnTo>
                <a:lnTo>
                  <a:pt x="95" y="480"/>
                </a:lnTo>
                <a:lnTo>
                  <a:pt x="129" y="420"/>
                </a:lnTo>
                <a:lnTo>
                  <a:pt x="167" y="363"/>
                </a:lnTo>
                <a:lnTo>
                  <a:pt x="210" y="308"/>
                </a:lnTo>
                <a:lnTo>
                  <a:pt x="258" y="257"/>
                </a:lnTo>
                <a:lnTo>
                  <a:pt x="310" y="208"/>
                </a:lnTo>
                <a:lnTo>
                  <a:pt x="366" y="165"/>
                </a:lnTo>
                <a:lnTo>
                  <a:pt x="424" y="126"/>
                </a:lnTo>
                <a:lnTo>
                  <a:pt x="484" y="92"/>
                </a:lnTo>
                <a:lnTo>
                  <a:pt x="547" y="65"/>
                </a:lnTo>
                <a:lnTo>
                  <a:pt x="611" y="41"/>
                </a:lnTo>
                <a:lnTo>
                  <a:pt x="677" y="23"/>
                </a:lnTo>
                <a:lnTo>
                  <a:pt x="743" y="11"/>
                </a:lnTo>
                <a:lnTo>
                  <a:pt x="810" y="3"/>
                </a:lnTo>
                <a:lnTo>
                  <a:pt x="878"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sz="2000">
              <a:latin typeface="Arial" panose="020B0604020202020204" pitchFamily="34" charset="0"/>
              <a:ea typeface="思源黑体 CN Medium" panose="020B0600000000000000" pitchFamily="34" charset="-122"/>
              <a:cs typeface="+mn-ea"/>
              <a:sym typeface="Arial" panose="020B0604020202020204" pitchFamily="34" charset="0"/>
            </a:endParaRPr>
          </a:p>
        </p:txBody>
      </p:sp>
      <p:sp>
        <p:nvSpPr>
          <p:cNvPr id="13" name="Freeform 83"/>
          <p:cNvSpPr/>
          <p:nvPr/>
        </p:nvSpPr>
        <p:spPr bwMode="auto">
          <a:xfrm>
            <a:off x="6754600" y="4429579"/>
            <a:ext cx="80453" cy="19263"/>
          </a:xfrm>
          <a:custGeom>
            <a:avLst/>
            <a:gdLst>
              <a:gd name="T0" fmla="*/ 84 w 714"/>
              <a:gd name="T1" fmla="*/ 0 h 167"/>
              <a:gd name="T2" fmla="*/ 630 w 714"/>
              <a:gd name="T3" fmla="*/ 0 h 167"/>
              <a:gd name="T4" fmla="*/ 652 w 714"/>
              <a:gd name="T5" fmla="*/ 4 h 167"/>
              <a:gd name="T6" fmla="*/ 673 w 714"/>
              <a:gd name="T7" fmla="*/ 12 h 167"/>
              <a:gd name="T8" fmla="*/ 690 w 714"/>
              <a:gd name="T9" fmla="*/ 25 h 167"/>
              <a:gd name="T10" fmla="*/ 702 w 714"/>
              <a:gd name="T11" fmla="*/ 42 h 167"/>
              <a:gd name="T12" fmla="*/ 711 w 714"/>
              <a:gd name="T13" fmla="*/ 62 h 167"/>
              <a:gd name="T14" fmla="*/ 714 w 714"/>
              <a:gd name="T15" fmla="*/ 83 h 167"/>
              <a:gd name="T16" fmla="*/ 711 w 714"/>
              <a:gd name="T17" fmla="*/ 106 h 167"/>
              <a:gd name="T18" fmla="*/ 702 w 714"/>
              <a:gd name="T19" fmla="*/ 126 h 167"/>
              <a:gd name="T20" fmla="*/ 690 w 714"/>
              <a:gd name="T21" fmla="*/ 143 h 167"/>
              <a:gd name="T22" fmla="*/ 673 w 714"/>
              <a:gd name="T23" fmla="*/ 156 h 167"/>
              <a:gd name="T24" fmla="*/ 652 w 714"/>
              <a:gd name="T25" fmla="*/ 164 h 167"/>
              <a:gd name="T26" fmla="*/ 630 w 714"/>
              <a:gd name="T27" fmla="*/ 167 h 167"/>
              <a:gd name="T28" fmla="*/ 84 w 714"/>
              <a:gd name="T29" fmla="*/ 167 h 167"/>
              <a:gd name="T30" fmla="*/ 62 w 714"/>
              <a:gd name="T31" fmla="*/ 164 h 167"/>
              <a:gd name="T32" fmla="*/ 42 w 714"/>
              <a:gd name="T33" fmla="*/ 156 h 167"/>
              <a:gd name="T34" fmla="*/ 25 w 714"/>
              <a:gd name="T35" fmla="*/ 143 h 167"/>
              <a:gd name="T36" fmla="*/ 12 w 714"/>
              <a:gd name="T37" fmla="*/ 126 h 167"/>
              <a:gd name="T38" fmla="*/ 4 w 714"/>
              <a:gd name="T39" fmla="*/ 106 h 167"/>
              <a:gd name="T40" fmla="*/ 0 w 714"/>
              <a:gd name="T41" fmla="*/ 83 h 167"/>
              <a:gd name="T42" fmla="*/ 4 w 714"/>
              <a:gd name="T43" fmla="*/ 62 h 167"/>
              <a:gd name="T44" fmla="*/ 12 w 714"/>
              <a:gd name="T45" fmla="*/ 42 h 167"/>
              <a:gd name="T46" fmla="*/ 25 w 714"/>
              <a:gd name="T47" fmla="*/ 25 h 167"/>
              <a:gd name="T48" fmla="*/ 42 w 714"/>
              <a:gd name="T49" fmla="*/ 12 h 167"/>
              <a:gd name="T50" fmla="*/ 62 w 714"/>
              <a:gd name="T51" fmla="*/ 4 h 167"/>
              <a:gd name="T52" fmla="*/ 84 w 714"/>
              <a:gd name="T53" fmla="*/ 0 h 1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714" h="167">
                <a:moveTo>
                  <a:pt x="84" y="0"/>
                </a:moveTo>
                <a:lnTo>
                  <a:pt x="630" y="0"/>
                </a:lnTo>
                <a:lnTo>
                  <a:pt x="652" y="4"/>
                </a:lnTo>
                <a:lnTo>
                  <a:pt x="673" y="12"/>
                </a:lnTo>
                <a:lnTo>
                  <a:pt x="690" y="25"/>
                </a:lnTo>
                <a:lnTo>
                  <a:pt x="702" y="42"/>
                </a:lnTo>
                <a:lnTo>
                  <a:pt x="711" y="62"/>
                </a:lnTo>
                <a:lnTo>
                  <a:pt x="714" y="83"/>
                </a:lnTo>
                <a:lnTo>
                  <a:pt x="711" y="106"/>
                </a:lnTo>
                <a:lnTo>
                  <a:pt x="702" y="126"/>
                </a:lnTo>
                <a:lnTo>
                  <a:pt x="690" y="143"/>
                </a:lnTo>
                <a:lnTo>
                  <a:pt x="673" y="156"/>
                </a:lnTo>
                <a:lnTo>
                  <a:pt x="652" y="164"/>
                </a:lnTo>
                <a:lnTo>
                  <a:pt x="630" y="167"/>
                </a:lnTo>
                <a:lnTo>
                  <a:pt x="84" y="167"/>
                </a:lnTo>
                <a:lnTo>
                  <a:pt x="62" y="164"/>
                </a:lnTo>
                <a:lnTo>
                  <a:pt x="42" y="156"/>
                </a:lnTo>
                <a:lnTo>
                  <a:pt x="25" y="143"/>
                </a:lnTo>
                <a:lnTo>
                  <a:pt x="12" y="126"/>
                </a:lnTo>
                <a:lnTo>
                  <a:pt x="4" y="106"/>
                </a:lnTo>
                <a:lnTo>
                  <a:pt x="0" y="83"/>
                </a:lnTo>
                <a:lnTo>
                  <a:pt x="4" y="62"/>
                </a:lnTo>
                <a:lnTo>
                  <a:pt x="12" y="42"/>
                </a:lnTo>
                <a:lnTo>
                  <a:pt x="25" y="25"/>
                </a:lnTo>
                <a:lnTo>
                  <a:pt x="42" y="12"/>
                </a:lnTo>
                <a:lnTo>
                  <a:pt x="62" y="4"/>
                </a:lnTo>
                <a:lnTo>
                  <a:pt x="84" y="0"/>
                </a:lnTo>
                <a:close/>
              </a:path>
            </a:pathLst>
          </a:custGeom>
          <a:solidFill>
            <a:schemeClr val="bg1"/>
          </a:solidFill>
          <a:ln w="0">
            <a:noFill/>
            <a:prstDash val="solid"/>
            <a:round/>
          </a:ln>
        </p:spPr>
        <p:txBody>
          <a:bodyPr vert="horz" wrap="square" lIns="91440" tIns="45720" rIns="91440" bIns="45720" numCol="1" anchor="t" anchorCtr="0" compatLnSpc="1"/>
          <a:lstStyle/>
          <a:p>
            <a:endParaRPr lang="en-US" sz="2000">
              <a:latin typeface="Arial" panose="020B0604020202020204" pitchFamily="34" charset="0"/>
              <a:ea typeface="思源黑体 CN Medium" panose="020B0600000000000000" pitchFamily="34" charset="-122"/>
              <a:cs typeface="+mn-ea"/>
              <a:sym typeface="Arial" panose="020B0604020202020204" pitchFamily="34" charset="0"/>
            </a:endParaRPr>
          </a:p>
        </p:txBody>
      </p:sp>
      <p:pic>
        <p:nvPicPr>
          <p:cNvPr id="14" name="Picture 2" descr="C:\Users\Administrator\Desktop\ppt展示模板-8.png"/>
          <p:cNvPicPr>
            <a:picLocks noChangeAspect="1" noChangeArrowheads="1"/>
          </p:cNvPicPr>
          <p:nvPr/>
        </p:nvPicPr>
        <p:blipFill>
          <a:blip r:embed="rId1"/>
          <a:srcRect/>
          <a:stretch>
            <a:fillRect/>
          </a:stretch>
        </p:blipFill>
        <p:spPr bwMode="auto">
          <a:xfrm>
            <a:off x="922657" y="2223000"/>
            <a:ext cx="5059808" cy="3044254"/>
          </a:xfrm>
          <a:prstGeom prst="rect">
            <a:avLst/>
          </a:prstGeom>
          <a:noFill/>
          <a:extLst>
            <a:ext uri="{909E8E84-426E-40DD-AFC4-6F175D3DCCD1}">
              <a14:hiddenFill xmlns:a14="http://schemas.microsoft.com/office/drawing/2010/main">
                <a:solidFill>
                  <a:srgbClr val="FFFFFF"/>
                </a:solidFill>
              </a14:hiddenFill>
            </a:ext>
          </a:extLst>
        </p:spPr>
      </p:pic>
      <p:sp>
        <p:nvSpPr>
          <p:cNvPr id="15" name="矩形 14"/>
          <p:cNvSpPr/>
          <p:nvPr/>
        </p:nvSpPr>
        <p:spPr>
          <a:xfrm>
            <a:off x="1615651" y="2599140"/>
            <a:ext cx="3665189" cy="2112881"/>
          </a:xfrm>
          <a:prstGeom prst="rect">
            <a:avLst/>
          </a:prstGeom>
          <a:blipFill>
            <a:blip r:embed="rId2" cstate="screen"/>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sz="1800">
              <a:latin typeface="Arial" panose="020B0604020202020204" pitchFamily="34" charset="0"/>
              <a:ea typeface="思源黑体 CN Regular" panose="020B0500000000000000" pitchFamily="34" charset="-122"/>
              <a:cs typeface="+mn-ea"/>
              <a:sym typeface="Arial" panose="020B0604020202020204" pitchFamily="34" charset="0"/>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9"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par>
                                <p:cTn id="35" presetID="9" presetClass="entr" presetSubtype="0" fill="hold" grpId="0" nodeType="withEffect">
                                  <p:stCondLst>
                                    <p:cond delay="0"/>
                                  </p:stCondLst>
                                  <p:childTnLst>
                                    <p:set>
                                      <p:cBhvr>
                                        <p:cTn id="36" dur="1" fill="hold">
                                          <p:stCondLst>
                                            <p:cond delay="0"/>
                                          </p:stCondLst>
                                        </p:cTn>
                                        <p:tgtEl>
                                          <p:spTgt spid="13"/>
                                        </p:tgtEl>
                                        <p:attrNameLst>
                                          <p:attrName>style.visibility</p:attrName>
                                        </p:attrNameLst>
                                      </p:cBhvr>
                                      <p:to>
                                        <p:strVal val="visible"/>
                                      </p:to>
                                    </p:set>
                                    <p:animEffect transition="in" filter="dissolve">
                                      <p:cBhvr>
                                        <p:cTn id="37" dur="500"/>
                                        <p:tgtEl>
                                          <p:spTgt spid="13"/>
                                        </p:tgtEl>
                                      </p:cBhvr>
                                    </p:animEffect>
                                  </p:childTnLst>
                                </p:cTn>
                              </p:par>
                              <p:par>
                                <p:cTn id="38" presetID="9" presetClass="entr" presetSubtype="0" fill="hold" nodeType="withEffect">
                                  <p:stCondLst>
                                    <p:cond delay="0"/>
                                  </p:stCondLst>
                                  <p:childTnLst>
                                    <p:set>
                                      <p:cBhvr>
                                        <p:cTn id="39" dur="1" fill="hold">
                                          <p:stCondLst>
                                            <p:cond delay="0"/>
                                          </p:stCondLst>
                                        </p:cTn>
                                        <p:tgtEl>
                                          <p:spTgt spid="14"/>
                                        </p:tgtEl>
                                        <p:attrNameLst>
                                          <p:attrName>style.visibility</p:attrName>
                                        </p:attrNameLst>
                                      </p:cBhvr>
                                      <p:to>
                                        <p:strVal val="visible"/>
                                      </p:to>
                                    </p:set>
                                    <p:animEffect transition="in" filter="dissolve">
                                      <p:cBhvr>
                                        <p:cTn id="40" dur="500"/>
                                        <p:tgtEl>
                                          <p:spTgt spid="14"/>
                                        </p:tgtEl>
                                      </p:cBhvr>
                                    </p:animEffect>
                                  </p:childTnLst>
                                </p:cTn>
                              </p:par>
                              <p:par>
                                <p:cTn id="41" presetID="9" presetClass="entr" presetSubtype="0" fill="hold" grpId="0" nodeType="withEffect">
                                  <p:stCondLst>
                                    <p:cond delay="0"/>
                                  </p:stCondLst>
                                  <p:childTnLst>
                                    <p:set>
                                      <p:cBhvr>
                                        <p:cTn id="42" dur="1" fill="hold">
                                          <p:stCondLst>
                                            <p:cond delay="0"/>
                                          </p:stCondLst>
                                        </p:cTn>
                                        <p:tgtEl>
                                          <p:spTgt spid="15"/>
                                        </p:tgtEl>
                                        <p:attrNameLst>
                                          <p:attrName>style.visibility</p:attrName>
                                        </p:attrNameLst>
                                      </p:cBhvr>
                                      <p:to>
                                        <p:strVal val="visible"/>
                                      </p:to>
                                    </p:set>
                                    <p:animEffect transition="in" filter="dissolve">
                                      <p:cBhvr>
                                        <p:cTn id="43"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5" grpId="0"/>
      <p:bldP spid="6" grpId="0" animBg="1"/>
      <p:bldP spid="7" grpId="0" animBg="1"/>
      <p:bldP spid="8" grpId="0" animBg="1"/>
      <p:bldP spid="9" grpId="0" animBg="1"/>
      <p:bldP spid="10" grpId="0"/>
      <p:bldP spid="11" grpId="0"/>
      <p:bldP spid="12" grpId="0" animBg="1"/>
      <p:bldP spid="13" grpId="0" animBg="1"/>
      <p:bldP spid="15"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各部门沟通流程</a:t>
            </a:r>
            <a:endParaRPr kumimoji="1" lang="zh-CN" altLang="en-US" sz="2400">
              <a:solidFill>
                <a:schemeClr val="tx2"/>
              </a:solidFill>
              <a:latin typeface="+mn-ea"/>
            </a:endParaRPr>
          </a:p>
        </p:txBody>
      </p:sp>
      <p:sp>
        <p:nvSpPr>
          <p:cNvPr id="3" name="圆角矩形 2"/>
          <p:cNvSpPr/>
          <p:nvPr/>
        </p:nvSpPr>
        <p:spPr>
          <a:xfrm>
            <a:off x="1552372" y="2153241"/>
            <a:ext cx="2465797" cy="1148779"/>
          </a:xfrm>
          <a:prstGeom prst="roundRect">
            <a:avLst>
              <a:gd name="adj" fmla="val 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4" name="圆角矩形 3"/>
          <p:cNvSpPr/>
          <p:nvPr/>
        </p:nvSpPr>
        <p:spPr>
          <a:xfrm>
            <a:off x="1305056" y="1674430"/>
            <a:ext cx="2960431" cy="4031654"/>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5" name="文本框 4"/>
          <p:cNvSpPr txBox="1"/>
          <p:nvPr/>
        </p:nvSpPr>
        <p:spPr>
          <a:xfrm>
            <a:off x="1772157" y="2342730"/>
            <a:ext cx="2005677" cy="584775"/>
          </a:xfrm>
          <a:prstGeom prst="rect">
            <a:avLst/>
          </a:prstGeom>
          <a:noFill/>
        </p:spPr>
        <p:txBody>
          <a:bodyPr wrap="none" rtlCol="0">
            <a:spAutoFit/>
          </a:bodyPr>
          <a:lstStyle/>
          <a:p>
            <a:r>
              <a:rPr kumimoji="1" lang="en-US" altLang="zh-CN" sz="3200" dirty="0">
                <a:solidFill>
                  <a:schemeClr val="bg1"/>
                </a:solidFill>
                <a:latin typeface="+mn-ea"/>
              </a:rPr>
              <a:t>2,7800.18</a:t>
            </a:r>
            <a:endParaRPr kumimoji="1" lang="zh-CN" altLang="en-US" sz="3200" dirty="0">
              <a:solidFill>
                <a:schemeClr val="bg1"/>
              </a:solidFill>
              <a:latin typeface="+mn-ea"/>
            </a:endParaRPr>
          </a:p>
        </p:txBody>
      </p:sp>
      <p:sp>
        <p:nvSpPr>
          <p:cNvPr id="6" name="文本框 5"/>
          <p:cNvSpPr txBox="1"/>
          <p:nvPr/>
        </p:nvSpPr>
        <p:spPr>
          <a:xfrm>
            <a:off x="1761883" y="2896683"/>
            <a:ext cx="1321364" cy="246221"/>
          </a:xfrm>
          <a:prstGeom prst="rect">
            <a:avLst/>
          </a:prstGeom>
          <a:noFill/>
        </p:spPr>
        <p:txBody>
          <a:bodyPr wrap="square" rtlCol="0">
            <a:spAutoFit/>
          </a:bodyPr>
          <a:lstStyle/>
          <a:p>
            <a:pPr algn="dist"/>
            <a:r>
              <a:rPr kumimoji="1" lang="en-US" altLang="zh-CN" sz="1000" dirty="0">
                <a:solidFill>
                  <a:schemeClr val="bg1"/>
                </a:solidFill>
                <a:latin typeface="+mn-ea"/>
              </a:rPr>
              <a:t>Input Date Here</a:t>
            </a:r>
            <a:endParaRPr kumimoji="1" lang="en-US" altLang="zh-CN" sz="1000" dirty="0">
              <a:solidFill>
                <a:schemeClr val="bg1"/>
              </a:solidFill>
              <a:latin typeface="+mn-ea"/>
            </a:endParaRPr>
          </a:p>
        </p:txBody>
      </p:sp>
      <p:sp>
        <p:nvSpPr>
          <p:cNvPr id="7" name="文本框 6"/>
          <p:cNvSpPr txBox="1"/>
          <p:nvPr/>
        </p:nvSpPr>
        <p:spPr>
          <a:xfrm>
            <a:off x="1490728" y="3724719"/>
            <a:ext cx="748923" cy="261610"/>
          </a:xfrm>
          <a:prstGeom prst="rect">
            <a:avLst/>
          </a:prstGeom>
          <a:noFill/>
        </p:spPr>
        <p:txBody>
          <a:bodyPr wrap="none" rtlCol="0">
            <a:spAutoFit/>
          </a:bodyPr>
          <a:lstStyle/>
          <a:p>
            <a:r>
              <a:rPr kumimoji="1" lang="zh-CN" altLang="en-US" sz="1100" dirty="0">
                <a:solidFill>
                  <a:schemeClr val="tx1">
                    <a:lumMod val="75000"/>
                    <a:lumOff val="25000"/>
                  </a:schemeClr>
                </a:solidFill>
                <a:latin typeface="+mn-ea"/>
              </a:rPr>
              <a:t>项目名称</a:t>
            </a:r>
            <a:endParaRPr kumimoji="1" lang="zh-CN" altLang="en-US" sz="1100" dirty="0">
              <a:solidFill>
                <a:schemeClr val="tx1">
                  <a:lumMod val="75000"/>
                  <a:lumOff val="25000"/>
                </a:schemeClr>
              </a:solidFill>
              <a:latin typeface="+mn-ea"/>
            </a:endParaRPr>
          </a:p>
        </p:txBody>
      </p:sp>
      <p:sp>
        <p:nvSpPr>
          <p:cNvPr id="8" name="文本框 7"/>
          <p:cNvSpPr txBox="1"/>
          <p:nvPr/>
        </p:nvSpPr>
        <p:spPr>
          <a:xfrm>
            <a:off x="2679591" y="3724719"/>
            <a:ext cx="466794" cy="261610"/>
          </a:xfrm>
          <a:prstGeom prst="rect">
            <a:avLst/>
          </a:prstGeom>
          <a:noFill/>
        </p:spPr>
        <p:txBody>
          <a:bodyPr wrap="none" rtlCol="0">
            <a:spAutoFit/>
          </a:bodyPr>
          <a:lstStyle/>
          <a:p>
            <a:r>
              <a:rPr kumimoji="1" lang="zh-CN" altLang="en-US" sz="1100" dirty="0">
                <a:solidFill>
                  <a:schemeClr val="tx1">
                    <a:lumMod val="75000"/>
                    <a:lumOff val="25000"/>
                  </a:schemeClr>
                </a:solidFill>
                <a:latin typeface="+mn-ea"/>
              </a:rPr>
              <a:t>数量</a:t>
            </a:r>
            <a:endParaRPr kumimoji="1" lang="zh-CN" altLang="en-US" sz="1100" dirty="0">
              <a:solidFill>
                <a:schemeClr val="tx1">
                  <a:lumMod val="75000"/>
                  <a:lumOff val="25000"/>
                </a:schemeClr>
              </a:solidFill>
              <a:latin typeface="+mn-ea"/>
            </a:endParaRPr>
          </a:p>
        </p:txBody>
      </p:sp>
      <p:sp>
        <p:nvSpPr>
          <p:cNvPr id="9" name="文本框 8"/>
          <p:cNvSpPr txBox="1"/>
          <p:nvPr/>
        </p:nvSpPr>
        <p:spPr>
          <a:xfrm>
            <a:off x="3473659" y="3724719"/>
            <a:ext cx="466794" cy="261610"/>
          </a:xfrm>
          <a:prstGeom prst="rect">
            <a:avLst/>
          </a:prstGeom>
          <a:noFill/>
        </p:spPr>
        <p:txBody>
          <a:bodyPr wrap="none" rtlCol="0">
            <a:spAutoFit/>
          </a:bodyPr>
          <a:lstStyle/>
          <a:p>
            <a:r>
              <a:rPr kumimoji="1" lang="zh-CN" altLang="en-US" sz="1100" dirty="0">
                <a:solidFill>
                  <a:schemeClr val="tx1">
                    <a:lumMod val="75000"/>
                    <a:lumOff val="25000"/>
                  </a:schemeClr>
                </a:solidFill>
                <a:latin typeface="+mn-ea"/>
              </a:rPr>
              <a:t>类型</a:t>
            </a:r>
            <a:endParaRPr kumimoji="1" lang="zh-CN" altLang="en-US" sz="1100" dirty="0">
              <a:solidFill>
                <a:schemeClr val="tx1">
                  <a:lumMod val="75000"/>
                  <a:lumOff val="25000"/>
                </a:schemeClr>
              </a:solidFill>
              <a:latin typeface="+mn-ea"/>
            </a:endParaRPr>
          </a:p>
        </p:txBody>
      </p:sp>
      <p:sp>
        <p:nvSpPr>
          <p:cNvPr id="10" name="文本框 9"/>
          <p:cNvSpPr txBox="1"/>
          <p:nvPr/>
        </p:nvSpPr>
        <p:spPr>
          <a:xfrm>
            <a:off x="1471215" y="4060155"/>
            <a:ext cx="902811" cy="1264962"/>
          </a:xfrm>
          <a:prstGeom prst="rect">
            <a:avLst/>
          </a:prstGeom>
          <a:noFill/>
        </p:spPr>
        <p:txBody>
          <a:bodyPr wrap="none" rtlCol="0">
            <a:spAutoFit/>
          </a:bodyPr>
          <a:lstStyle/>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zh-CN" altLang="en-US"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zh-CN" altLang="en-US"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zh-CN" altLang="en-US" sz="1000" dirty="0">
              <a:solidFill>
                <a:schemeClr val="tx1">
                  <a:lumMod val="50000"/>
                  <a:lumOff val="50000"/>
                </a:schemeClr>
              </a:solidFill>
              <a:latin typeface="+mn-ea"/>
            </a:endParaRPr>
          </a:p>
        </p:txBody>
      </p:sp>
      <p:sp>
        <p:nvSpPr>
          <p:cNvPr id="11" name="文本框 10"/>
          <p:cNvSpPr txBox="1"/>
          <p:nvPr/>
        </p:nvSpPr>
        <p:spPr>
          <a:xfrm>
            <a:off x="2741209" y="4060155"/>
            <a:ext cx="325730" cy="1264962"/>
          </a:xfrm>
          <a:prstGeom prst="rect">
            <a:avLst/>
          </a:prstGeom>
          <a:noFill/>
        </p:spPr>
        <p:txBody>
          <a:bodyPr wrap="none" rtlCol="0">
            <a:spAutoFit/>
          </a:bodyPr>
          <a:lstStyle/>
          <a:p>
            <a:pPr>
              <a:lnSpc>
                <a:spcPct val="200000"/>
              </a:lnSpc>
            </a:pPr>
            <a:r>
              <a:rPr kumimoji="1" lang="en-US" altLang="zh-CN" sz="1000" dirty="0">
                <a:solidFill>
                  <a:schemeClr val="tx1">
                    <a:lumMod val="50000"/>
                    <a:lumOff val="50000"/>
                  </a:schemeClr>
                </a:solidFill>
                <a:latin typeface="+mn-ea"/>
              </a:rPr>
              <a:t>27</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36</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15</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22</a:t>
            </a:r>
            <a:endParaRPr kumimoji="1" lang="zh-CN" altLang="en-US" sz="1000" dirty="0">
              <a:solidFill>
                <a:schemeClr val="tx1">
                  <a:lumMod val="50000"/>
                  <a:lumOff val="50000"/>
                </a:schemeClr>
              </a:solidFill>
              <a:latin typeface="+mn-ea"/>
            </a:endParaRPr>
          </a:p>
        </p:txBody>
      </p:sp>
      <p:sp>
        <p:nvSpPr>
          <p:cNvPr id="12" name="文本框 11"/>
          <p:cNvSpPr txBox="1"/>
          <p:nvPr/>
        </p:nvSpPr>
        <p:spPr>
          <a:xfrm>
            <a:off x="3434122" y="4060155"/>
            <a:ext cx="595035" cy="1264962"/>
          </a:xfrm>
          <a:prstGeom prst="rect">
            <a:avLst/>
          </a:prstGeom>
          <a:noFill/>
        </p:spPr>
        <p:txBody>
          <a:bodyPr wrap="none" rtlCol="0">
            <a:spAutoFit/>
          </a:bodyPr>
          <a:lstStyle/>
          <a:p>
            <a:pPr>
              <a:lnSpc>
                <a:spcPct val="200000"/>
              </a:lnSpc>
            </a:pPr>
            <a:r>
              <a:rPr kumimoji="1" lang="en-US" altLang="zh-CN" sz="1000" dirty="0">
                <a:solidFill>
                  <a:schemeClr val="tx1">
                    <a:lumMod val="50000"/>
                    <a:lumOff val="50000"/>
                  </a:schemeClr>
                </a:solidFill>
                <a:latin typeface="+mn-ea"/>
              </a:rPr>
              <a:t>Type-1</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Type-2</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Type-3</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Type-4</a:t>
            </a:r>
            <a:endParaRPr kumimoji="1" lang="zh-CN" altLang="en-US" sz="1000" dirty="0">
              <a:solidFill>
                <a:schemeClr val="tx1">
                  <a:lumMod val="50000"/>
                  <a:lumOff val="50000"/>
                </a:schemeClr>
              </a:solidFill>
              <a:latin typeface="+mn-ea"/>
            </a:endParaRPr>
          </a:p>
        </p:txBody>
      </p:sp>
      <p:sp>
        <p:nvSpPr>
          <p:cNvPr id="13" name="圆角矩形 12"/>
          <p:cNvSpPr/>
          <p:nvPr/>
        </p:nvSpPr>
        <p:spPr>
          <a:xfrm>
            <a:off x="5029463" y="2153241"/>
            <a:ext cx="2465797" cy="1148779"/>
          </a:xfrm>
          <a:prstGeom prst="roundRect">
            <a:avLst>
              <a:gd name="adj" fmla="val 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14" name="圆角矩形 13"/>
          <p:cNvSpPr/>
          <p:nvPr/>
        </p:nvSpPr>
        <p:spPr>
          <a:xfrm>
            <a:off x="4782147" y="1674430"/>
            <a:ext cx="2960431" cy="4031654"/>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15" name="文本框 14"/>
          <p:cNvSpPr txBox="1"/>
          <p:nvPr/>
        </p:nvSpPr>
        <p:spPr>
          <a:xfrm>
            <a:off x="5249248" y="2342730"/>
            <a:ext cx="2005677" cy="584775"/>
          </a:xfrm>
          <a:prstGeom prst="rect">
            <a:avLst/>
          </a:prstGeom>
          <a:noFill/>
        </p:spPr>
        <p:txBody>
          <a:bodyPr wrap="none" rtlCol="0">
            <a:spAutoFit/>
          </a:bodyPr>
          <a:lstStyle/>
          <a:p>
            <a:r>
              <a:rPr kumimoji="1" lang="en-US" altLang="zh-CN" sz="3200" dirty="0">
                <a:solidFill>
                  <a:schemeClr val="bg1"/>
                </a:solidFill>
                <a:latin typeface="+mn-ea"/>
              </a:rPr>
              <a:t>2,7800.18</a:t>
            </a:r>
            <a:endParaRPr kumimoji="1" lang="zh-CN" altLang="en-US" sz="3200" dirty="0">
              <a:solidFill>
                <a:schemeClr val="bg1"/>
              </a:solidFill>
              <a:latin typeface="+mn-ea"/>
            </a:endParaRPr>
          </a:p>
        </p:txBody>
      </p:sp>
      <p:sp>
        <p:nvSpPr>
          <p:cNvPr id="16" name="文本框 15"/>
          <p:cNvSpPr txBox="1"/>
          <p:nvPr/>
        </p:nvSpPr>
        <p:spPr>
          <a:xfrm>
            <a:off x="5238974" y="2896683"/>
            <a:ext cx="1321364" cy="246221"/>
          </a:xfrm>
          <a:prstGeom prst="rect">
            <a:avLst/>
          </a:prstGeom>
          <a:noFill/>
        </p:spPr>
        <p:txBody>
          <a:bodyPr wrap="square" rtlCol="0">
            <a:spAutoFit/>
          </a:bodyPr>
          <a:lstStyle/>
          <a:p>
            <a:pPr algn="dist"/>
            <a:r>
              <a:rPr kumimoji="1" lang="en-US" altLang="zh-CN" sz="1000" dirty="0">
                <a:solidFill>
                  <a:schemeClr val="bg1"/>
                </a:solidFill>
                <a:latin typeface="+mn-ea"/>
              </a:rPr>
              <a:t>Input Date Here</a:t>
            </a:r>
            <a:endParaRPr kumimoji="1" lang="en-US" altLang="zh-CN" sz="1000" dirty="0">
              <a:solidFill>
                <a:schemeClr val="bg1"/>
              </a:solidFill>
              <a:latin typeface="+mn-ea"/>
            </a:endParaRPr>
          </a:p>
        </p:txBody>
      </p:sp>
      <p:sp>
        <p:nvSpPr>
          <p:cNvPr id="17" name="文本框 16"/>
          <p:cNvSpPr txBox="1"/>
          <p:nvPr/>
        </p:nvSpPr>
        <p:spPr>
          <a:xfrm>
            <a:off x="4967819" y="3724719"/>
            <a:ext cx="748923" cy="261610"/>
          </a:xfrm>
          <a:prstGeom prst="rect">
            <a:avLst/>
          </a:prstGeom>
          <a:noFill/>
        </p:spPr>
        <p:txBody>
          <a:bodyPr wrap="none" rtlCol="0">
            <a:spAutoFit/>
          </a:bodyPr>
          <a:lstStyle/>
          <a:p>
            <a:r>
              <a:rPr kumimoji="1" lang="zh-CN" altLang="en-US" sz="1100" dirty="0">
                <a:solidFill>
                  <a:schemeClr val="tx1">
                    <a:lumMod val="75000"/>
                    <a:lumOff val="25000"/>
                  </a:schemeClr>
                </a:solidFill>
                <a:latin typeface="+mn-ea"/>
              </a:rPr>
              <a:t>项目名称</a:t>
            </a:r>
            <a:endParaRPr kumimoji="1" lang="zh-CN" altLang="en-US" sz="1100" dirty="0">
              <a:solidFill>
                <a:schemeClr val="tx1">
                  <a:lumMod val="75000"/>
                  <a:lumOff val="25000"/>
                </a:schemeClr>
              </a:solidFill>
              <a:latin typeface="+mn-ea"/>
            </a:endParaRPr>
          </a:p>
        </p:txBody>
      </p:sp>
      <p:sp>
        <p:nvSpPr>
          <p:cNvPr id="18" name="文本框 17"/>
          <p:cNvSpPr txBox="1"/>
          <p:nvPr/>
        </p:nvSpPr>
        <p:spPr>
          <a:xfrm>
            <a:off x="6156682" y="3724719"/>
            <a:ext cx="466794" cy="261610"/>
          </a:xfrm>
          <a:prstGeom prst="rect">
            <a:avLst/>
          </a:prstGeom>
          <a:noFill/>
        </p:spPr>
        <p:txBody>
          <a:bodyPr wrap="none" rtlCol="0">
            <a:spAutoFit/>
          </a:bodyPr>
          <a:lstStyle/>
          <a:p>
            <a:r>
              <a:rPr kumimoji="1" lang="zh-CN" altLang="en-US" sz="1100" dirty="0">
                <a:solidFill>
                  <a:schemeClr val="tx1">
                    <a:lumMod val="75000"/>
                    <a:lumOff val="25000"/>
                  </a:schemeClr>
                </a:solidFill>
                <a:latin typeface="+mn-ea"/>
              </a:rPr>
              <a:t>数量</a:t>
            </a:r>
            <a:endParaRPr kumimoji="1" lang="zh-CN" altLang="en-US" sz="1100" dirty="0">
              <a:solidFill>
                <a:schemeClr val="tx1">
                  <a:lumMod val="75000"/>
                  <a:lumOff val="25000"/>
                </a:schemeClr>
              </a:solidFill>
              <a:latin typeface="+mn-ea"/>
            </a:endParaRPr>
          </a:p>
        </p:txBody>
      </p:sp>
      <p:sp>
        <p:nvSpPr>
          <p:cNvPr id="19" name="文本框 18"/>
          <p:cNvSpPr txBox="1"/>
          <p:nvPr/>
        </p:nvSpPr>
        <p:spPr>
          <a:xfrm>
            <a:off x="6950750" y="3724719"/>
            <a:ext cx="466794" cy="261610"/>
          </a:xfrm>
          <a:prstGeom prst="rect">
            <a:avLst/>
          </a:prstGeom>
          <a:noFill/>
        </p:spPr>
        <p:txBody>
          <a:bodyPr wrap="none" rtlCol="0">
            <a:spAutoFit/>
          </a:bodyPr>
          <a:lstStyle/>
          <a:p>
            <a:r>
              <a:rPr kumimoji="1" lang="zh-CN" altLang="en-US" sz="1100" dirty="0">
                <a:solidFill>
                  <a:schemeClr val="tx1">
                    <a:lumMod val="75000"/>
                    <a:lumOff val="25000"/>
                  </a:schemeClr>
                </a:solidFill>
                <a:latin typeface="+mn-ea"/>
              </a:rPr>
              <a:t>类型</a:t>
            </a:r>
            <a:endParaRPr kumimoji="1" lang="zh-CN" altLang="en-US" sz="1100" dirty="0">
              <a:solidFill>
                <a:schemeClr val="tx1">
                  <a:lumMod val="75000"/>
                  <a:lumOff val="25000"/>
                </a:schemeClr>
              </a:solidFill>
              <a:latin typeface="+mn-ea"/>
            </a:endParaRPr>
          </a:p>
        </p:txBody>
      </p:sp>
      <p:sp>
        <p:nvSpPr>
          <p:cNvPr id="20" name="文本框 19"/>
          <p:cNvSpPr txBox="1"/>
          <p:nvPr/>
        </p:nvSpPr>
        <p:spPr>
          <a:xfrm>
            <a:off x="4948306" y="4060155"/>
            <a:ext cx="902811" cy="1264962"/>
          </a:xfrm>
          <a:prstGeom prst="rect">
            <a:avLst/>
          </a:prstGeom>
          <a:noFill/>
        </p:spPr>
        <p:txBody>
          <a:bodyPr wrap="none" rtlCol="0">
            <a:spAutoFit/>
          </a:bodyPr>
          <a:lstStyle/>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zh-CN" altLang="en-US"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zh-CN" altLang="en-US"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zh-CN" altLang="en-US" sz="1000" dirty="0">
              <a:solidFill>
                <a:schemeClr val="tx1">
                  <a:lumMod val="50000"/>
                  <a:lumOff val="50000"/>
                </a:schemeClr>
              </a:solidFill>
              <a:latin typeface="+mn-ea"/>
            </a:endParaRPr>
          </a:p>
        </p:txBody>
      </p:sp>
      <p:sp>
        <p:nvSpPr>
          <p:cNvPr id="21" name="文本框 20"/>
          <p:cNvSpPr txBox="1"/>
          <p:nvPr/>
        </p:nvSpPr>
        <p:spPr>
          <a:xfrm>
            <a:off x="6218300" y="4060155"/>
            <a:ext cx="325730" cy="1264962"/>
          </a:xfrm>
          <a:prstGeom prst="rect">
            <a:avLst/>
          </a:prstGeom>
          <a:noFill/>
        </p:spPr>
        <p:txBody>
          <a:bodyPr wrap="none" rtlCol="0">
            <a:spAutoFit/>
          </a:bodyPr>
          <a:lstStyle/>
          <a:p>
            <a:pPr>
              <a:lnSpc>
                <a:spcPct val="200000"/>
              </a:lnSpc>
            </a:pPr>
            <a:r>
              <a:rPr kumimoji="1" lang="en-US" altLang="zh-CN" sz="1000" dirty="0">
                <a:solidFill>
                  <a:schemeClr val="tx1">
                    <a:lumMod val="50000"/>
                    <a:lumOff val="50000"/>
                  </a:schemeClr>
                </a:solidFill>
                <a:latin typeface="+mn-ea"/>
              </a:rPr>
              <a:t>27</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36</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15</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22</a:t>
            </a:r>
            <a:endParaRPr kumimoji="1" lang="zh-CN" altLang="en-US" sz="1000" dirty="0">
              <a:solidFill>
                <a:schemeClr val="tx1">
                  <a:lumMod val="50000"/>
                  <a:lumOff val="50000"/>
                </a:schemeClr>
              </a:solidFill>
              <a:latin typeface="+mn-ea"/>
            </a:endParaRPr>
          </a:p>
        </p:txBody>
      </p:sp>
      <p:sp>
        <p:nvSpPr>
          <p:cNvPr id="22" name="文本框 21"/>
          <p:cNvSpPr txBox="1"/>
          <p:nvPr/>
        </p:nvSpPr>
        <p:spPr>
          <a:xfrm>
            <a:off x="6911213" y="4060155"/>
            <a:ext cx="595035" cy="1264962"/>
          </a:xfrm>
          <a:prstGeom prst="rect">
            <a:avLst/>
          </a:prstGeom>
          <a:noFill/>
        </p:spPr>
        <p:txBody>
          <a:bodyPr wrap="none" rtlCol="0">
            <a:spAutoFit/>
          </a:bodyPr>
          <a:lstStyle/>
          <a:p>
            <a:pPr>
              <a:lnSpc>
                <a:spcPct val="200000"/>
              </a:lnSpc>
            </a:pPr>
            <a:r>
              <a:rPr kumimoji="1" lang="en-US" altLang="zh-CN" sz="1000" dirty="0">
                <a:solidFill>
                  <a:schemeClr val="tx1">
                    <a:lumMod val="50000"/>
                    <a:lumOff val="50000"/>
                  </a:schemeClr>
                </a:solidFill>
                <a:latin typeface="+mn-ea"/>
              </a:rPr>
              <a:t>Type-1</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Type-2</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Type-3</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Type-4</a:t>
            </a:r>
            <a:endParaRPr kumimoji="1" lang="zh-CN" altLang="en-US" sz="1000" dirty="0">
              <a:solidFill>
                <a:schemeClr val="tx1">
                  <a:lumMod val="50000"/>
                  <a:lumOff val="50000"/>
                </a:schemeClr>
              </a:solidFill>
              <a:latin typeface="+mn-ea"/>
            </a:endParaRPr>
          </a:p>
        </p:txBody>
      </p:sp>
      <p:sp>
        <p:nvSpPr>
          <p:cNvPr id="23" name="圆角矩形 22"/>
          <p:cNvSpPr/>
          <p:nvPr/>
        </p:nvSpPr>
        <p:spPr>
          <a:xfrm>
            <a:off x="8483211" y="2153241"/>
            <a:ext cx="2465797" cy="1148779"/>
          </a:xfrm>
          <a:prstGeom prst="roundRect">
            <a:avLst>
              <a:gd name="adj" fmla="val 0"/>
            </a:avLst>
          </a:prstGeom>
          <a:solidFill>
            <a:schemeClr val="tx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24" name="圆角矩形 23"/>
          <p:cNvSpPr/>
          <p:nvPr/>
        </p:nvSpPr>
        <p:spPr>
          <a:xfrm>
            <a:off x="8235895" y="1674430"/>
            <a:ext cx="2960431" cy="4031654"/>
          </a:xfrm>
          <a:prstGeom prst="roundRect">
            <a:avLst>
              <a:gd name="adj" fmla="val 0"/>
            </a:avLst>
          </a:prstGeom>
          <a:noFill/>
          <a:ln>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latin typeface="+mn-ea"/>
            </a:endParaRPr>
          </a:p>
        </p:txBody>
      </p:sp>
      <p:sp>
        <p:nvSpPr>
          <p:cNvPr id="25" name="文本框 24"/>
          <p:cNvSpPr txBox="1"/>
          <p:nvPr/>
        </p:nvSpPr>
        <p:spPr>
          <a:xfrm>
            <a:off x="8702996" y="2342730"/>
            <a:ext cx="2005677" cy="584775"/>
          </a:xfrm>
          <a:prstGeom prst="rect">
            <a:avLst/>
          </a:prstGeom>
          <a:noFill/>
        </p:spPr>
        <p:txBody>
          <a:bodyPr wrap="none" rtlCol="0">
            <a:spAutoFit/>
          </a:bodyPr>
          <a:lstStyle/>
          <a:p>
            <a:r>
              <a:rPr kumimoji="1" lang="en-US" altLang="zh-CN" sz="3200" dirty="0">
                <a:solidFill>
                  <a:schemeClr val="bg1"/>
                </a:solidFill>
                <a:latin typeface="+mn-ea"/>
              </a:rPr>
              <a:t>2,7800.18</a:t>
            </a:r>
            <a:endParaRPr kumimoji="1" lang="zh-CN" altLang="en-US" sz="3200" dirty="0">
              <a:solidFill>
                <a:schemeClr val="bg1"/>
              </a:solidFill>
              <a:latin typeface="+mn-ea"/>
            </a:endParaRPr>
          </a:p>
        </p:txBody>
      </p:sp>
      <p:sp>
        <p:nvSpPr>
          <p:cNvPr id="26" name="文本框 25"/>
          <p:cNvSpPr txBox="1"/>
          <p:nvPr/>
        </p:nvSpPr>
        <p:spPr>
          <a:xfrm>
            <a:off x="8692722" y="2896683"/>
            <a:ext cx="1321364" cy="246221"/>
          </a:xfrm>
          <a:prstGeom prst="rect">
            <a:avLst/>
          </a:prstGeom>
          <a:noFill/>
        </p:spPr>
        <p:txBody>
          <a:bodyPr wrap="square" rtlCol="0">
            <a:spAutoFit/>
          </a:bodyPr>
          <a:lstStyle/>
          <a:p>
            <a:pPr algn="dist"/>
            <a:r>
              <a:rPr kumimoji="1" lang="en-US" altLang="zh-CN" sz="1000" dirty="0">
                <a:solidFill>
                  <a:schemeClr val="bg1"/>
                </a:solidFill>
                <a:latin typeface="+mn-ea"/>
              </a:rPr>
              <a:t>Input Date Here</a:t>
            </a:r>
            <a:endParaRPr kumimoji="1" lang="en-US" altLang="zh-CN" sz="1000" dirty="0">
              <a:solidFill>
                <a:schemeClr val="bg1"/>
              </a:solidFill>
              <a:latin typeface="+mn-ea"/>
            </a:endParaRPr>
          </a:p>
        </p:txBody>
      </p:sp>
      <p:sp>
        <p:nvSpPr>
          <p:cNvPr id="27" name="文本框 26"/>
          <p:cNvSpPr txBox="1"/>
          <p:nvPr/>
        </p:nvSpPr>
        <p:spPr>
          <a:xfrm>
            <a:off x="8421567" y="3724719"/>
            <a:ext cx="748923" cy="261610"/>
          </a:xfrm>
          <a:prstGeom prst="rect">
            <a:avLst/>
          </a:prstGeom>
          <a:noFill/>
        </p:spPr>
        <p:txBody>
          <a:bodyPr wrap="none" rtlCol="0">
            <a:spAutoFit/>
          </a:bodyPr>
          <a:lstStyle/>
          <a:p>
            <a:r>
              <a:rPr kumimoji="1" lang="zh-CN" altLang="en-US" sz="1100" dirty="0">
                <a:solidFill>
                  <a:schemeClr val="tx1">
                    <a:lumMod val="75000"/>
                    <a:lumOff val="25000"/>
                  </a:schemeClr>
                </a:solidFill>
                <a:latin typeface="+mn-ea"/>
              </a:rPr>
              <a:t>项目名称</a:t>
            </a:r>
            <a:endParaRPr kumimoji="1" lang="zh-CN" altLang="en-US" sz="1100" dirty="0">
              <a:solidFill>
                <a:schemeClr val="tx1">
                  <a:lumMod val="75000"/>
                  <a:lumOff val="25000"/>
                </a:schemeClr>
              </a:solidFill>
              <a:latin typeface="+mn-ea"/>
            </a:endParaRPr>
          </a:p>
        </p:txBody>
      </p:sp>
      <p:sp>
        <p:nvSpPr>
          <p:cNvPr id="28" name="文本框 27"/>
          <p:cNvSpPr txBox="1"/>
          <p:nvPr/>
        </p:nvSpPr>
        <p:spPr>
          <a:xfrm>
            <a:off x="9610430" y="3724719"/>
            <a:ext cx="466794" cy="261610"/>
          </a:xfrm>
          <a:prstGeom prst="rect">
            <a:avLst/>
          </a:prstGeom>
          <a:noFill/>
        </p:spPr>
        <p:txBody>
          <a:bodyPr wrap="none" rtlCol="0">
            <a:spAutoFit/>
          </a:bodyPr>
          <a:lstStyle/>
          <a:p>
            <a:r>
              <a:rPr kumimoji="1" lang="zh-CN" altLang="en-US" sz="1100" dirty="0">
                <a:solidFill>
                  <a:schemeClr val="tx1">
                    <a:lumMod val="75000"/>
                    <a:lumOff val="25000"/>
                  </a:schemeClr>
                </a:solidFill>
                <a:latin typeface="+mn-ea"/>
              </a:rPr>
              <a:t>数量</a:t>
            </a:r>
            <a:endParaRPr kumimoji="1" lang="zh-CN" altLang="en-US" sz="1100" dirty="0">
              <a:solidFill>
                <a:schemeClr val="tx1">
                  <a:lumMod val="75000"/>
                  <a:lumOff val="25000"/>
                </a:schemeClr>
              </a:solidFill>
              <a:latin typeface="+mn-ea"/>
            </a:endParaRPr>
          </a:p>
        </p:txBody>
      </p:sp>
      <p:sp>
        <p:nvSpPr>
          <p:cNvPr id="29" name="文本框 28"/>
          <p:cNvSpPr txBox="1"/>
          <p:nvPr/>
        </p:nvSpPr>
        <p:spPr>
          <a:xfrm>
            <a:off x="10404498" y="3724719"/>
            <a:ext cx="466794" cy="261610"/>
          </a:xfrm>
          <a:prstGeom prst="rect">
            <a:avLst/>
          </a:prstGeom>
          <a:noFill/>
        </p:spPr>
        <p:txBody>
          <a:bodyPr wrap="none" rtlCol="0">
            <a:spAutoFit/>
          </a:bodyPr>
          <a:lstStyle/>
          <a:p>
            <a:r>
              <a:rPr kumimoji="1" lang="zh-CN" altLang="en-US" sz="1100" dirty="0">
                <a:solidFill>
                  <a:schemeClr val="tx1">
                    <a:lumMod val="75000"/>
                    <a:lumOff val="25000"/>
                  </a:schemeClr>
                </a:solidFill>
                <a:latin typeface="+mn-ea"/>
              </a:rPr>
              <a:t>类型</a:t>
            </a:r>
            <a:endParaRPr kumimoji="1" lang="zh-CN" altLang="en-US" sz="1100" dirty="0">
              <a:solidFill>
                <a:schemeClr val="tx1">
                  <a:lumMod val="75000"/>
                  <a:lumOff val="25000"/>
                </a:schemeClr>
              </a:solidFill>
              <a:latin typeface="+mn-ea"/>
            </a:endParaRPr>
          </a:p>
        </p:txBody>
      </p:sp>
      <p:sp>
        <p:nvSpPr>
          <p:cNvPr id="30" name="文本框 29"/>
          <p:cNvSpPr txBox="1"/>
          <p:nvPr/>
        </p:nvSpPr>
        <p:spPr>
          <a:xfrm>
            <a:off x="8402054" y="4060155"/>
            <a:ext cx="902811" cy="1264962"/>
          </a:xfrm>
          <a:prstGeom prst="rect">
            <a:avLst/>
          </a:prstGeom>
          <a:noFill/>
        </p:spPr>
        <p:txBody>
          <a:bodyPr wrap="none" rtlCol="0">
            <a:spAutoFit/>
          </a:bodyPr>
          <a:lstStyle/>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zh-CN" altLang="en-US"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zh-CN" altLang="en-US"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BP</a:t>
            </a:r>
            <a:r>
              <a:rPr kumimoji="1" lang="zh-CN" altLang="en-US" sz="1000" dirty="0">
                <a:solidFill>
                  <a:schemeClr val="tx1">
                    <a:lumMod val="50000"/>
                    <a:lumOff val="50000"/>
                  </a:schemeClr>
                </a:solidFill>
                <a:latin typeface="+mn-ea"/>
              </a:rPr>
              <a:t>  </a:t>
            </a:r>
            <a:r>
              <a:rPr kumimoji="1" lang="en-US" altLang="zh-CN" sz="1000" dirty="0">
                <a:solidFill>
                  <a:schemeClr val="tx1">
                    <a:lumMod val="50000"/>
                    <a:lumOff val="50000"/>
                  </a:schemeClr>
                </a:solidFill>
                <a:latin typeface="+mn-ea"/>
              </a:rPr>
              <a:t>NAME_1</a:t>
            </a:r>
            <a:endParaRPr kumimoji="1" lang="zh-CN" altLang="en-US" sz="1000" dirty="0">
              <a:solidFill>
                <a:schemeClr val="tx1">
                  <a:lumMod val="50000"/>
                  <a:lumOff val="50000"/>
                </a:schemeClr>
              </a:solidFill>
              <a:latin typeface="+mn-ea"/>
            </a:endParaRPr>
          </a:p>
        </p:txBody>
      </p:sp>
      <p:sp>
        <p:nvSpPr>
          <p:cNvPr id="31" name="文本框 30"/>
          <p:cNvSpPr txBox="1"/>
          <p:nvPr/>
        </p:nvSpPr>
        <p:spPr>
          <a:xfrm>
            <a:off x="9672048" y="4060155"/>
            <a:ext cx="325730" cy="1264962"/>
          </a:xfrm>
          <a:prstGeom prst="rect">
            <a:avLst/>
          </a:prstGeom>
          <a:noFill/>
        </p:spPr>
        <p:txBody>
          <a:bodyPr wrap="none" rtlCol="0">
            <a:spAutoFit/>
          </a:bodyPr>
          <a:lstStyle/>
          <a:p>
            <a:pPr>
              <a:lnSpc>
                <a:spcPct val="200000"/>
              </a:lnSpc>
            </a:pPr>
            <a:r>
              <a:rPr kumimoji="1" lang="en-US" altLang="zh-CN" sz="1000" dirty="0">
                <a:solidFill>
                  <a:schemeClr val="tx1">
                    <a:lumMod val="50000"/>
                    <a:lumOff val="50000"/>
                  </a:schemeClr>
                </a:solidFill>
                <a:latin typeface="+mn-ea"/>
              </a:rPr>
              <a:t>27</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36</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15</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22</a:t>
            </a:r>
            <a:endParaRPr kumimoji="1" lang="zh-CN" altLang="en-US" sz="1000" dirty="0">
              <a:solidFill>
                <a:schemeClr val="tx1">
                  <a:lumMod val="50000"/>
                  <a:lumOff val="50000"/>
                </a:schemeClr>
              </a:solidFill>
              <a:latin typeface="+mn-ea"/>
            </a:endParaRPr>
          </a:p>
        </p:txBody>
      </p:sp>
      <p:sp>
        <p:nvSpPr>
          <p:cNvPr id="32" name="文本框 31"/>
          <p:cNvSpPr txBox="1"/>
          <p:nvPr/>
        </p:nvSpPr>
        <p:spPr>
          <a:xfrm>
            <a:off x="10364961" y="4060155"/>
            <a:ext cx="595035" cy="1264962"/>
          </a:xfrm>
          <a:prstGeom prst="rect">
            <a:avLst/>
          </a:prstGeom>
          <a:noFill/>
        </p:spPr>
        <p:txBody>
          <a:bodyPr wrap="none" rtlCol="0">
            <a:spAutoFit/>
          </a:bodyPr>
          <a:lstStyle/>
          <a:p>
            <a:pPr>
              <a:lnSpc>
                <a:spcPct val="200000"/>
              </a:lnSpc>
            </a:pPr>
            <a:r>
              <a:rPr kumimoji="1" lang="en-US" altLang="zh-CN" sz="1000" dirty="0">
                <a:solidFill>
                  <a:schemeClr val="tx1">
                    <a:lumMod val="50000"/>
                    <a:lumOff val="50000"/>
                  </a:schemeClr>
                </a:solidFill>
                <a:latin typeface="+mn-ea"/>
              </a:rPr>
              <a:t>Type-1</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Type-2</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Type-3</a:t>
            </a:r>
            <a:endParaRPr kumimoji="1" lang="en-US" altLang="zh-CN" sz="1000" dirty="0">
              <a:solidFill>
                <a:schemeClr val="tx1">
                  <a:lumMod val="50000"/>
                  <a:lumOff val="50000"/>
                </a:schemeClr>
              </a:solidFill>
              <a:latin typeface="+mn-ea"/>
            </a:endParaRPr>
          </a:p>
          <a:p>
            <a:pPr>
              <a:lnSpc>
                <a:spcPct val="200000"/>
              </a:lnSpc>
            </a:pPr>
            <a:r>
              <a:rPr kumimoji="1" lang="en-US" altLang="zh-CN" sz="1000" dirty="0">
                <a:solidFill>
                  <a:schemeClr val="tx1">
                    <a:lumMod val="50000"/>
                    <a:lumOff val="50000"/>
                  </a:schemeClr>
                </a:solidFill>
                <a:latin typeface="+mn-ea"/>
              </a:rPr>
              <a:t>Type-4</a:t>
            </a:r>
            <a:endParaRPr kumimoji="1" lang="zh-CN" altLang="en-US" sz="1000" dirty="0">
              <a:solidFill>
                <a:schemeClr val="tx1">
                  <a:lumMod val="50000"/>
                  <a:lumOff val="50000"/>
                </a:schemeClr>
              </a:solidFill>
              <a:latin typeface="+mn-ea"/>
            </a:endParaRPr>
          </a:p>
        </p:txBody>
      </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dissolve">
                                      <p:cBhvr>
                                        <p:cTn id="7" dur="500"/>
                                        <p:tgtEl>
                                          <p:spTgt spid="3"/>
                                        </p:tgtEl>
                                      </p:cBhvr>
                                    </p:animEffect>
                                  </p:childTnLst>
                                </p:cTn>
                              </p:par>
                              <p:par>
                                <p:cTn id="8" presetID="9" presetClass="entr" presetSubtype="0" fill="hold" grpId="0" nodeType="with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dissolve">
                                      <p:cBhvr>
                                        <p:cTn id="10" dur="500"/>
                                        <p:tgtEl>
                                          <p:spTgt spid="4"/>
                                        </p:tgtEl>
                                      </p:cBhvr>
                                    </p:animEffect>
                                  </p:childTnLst>
                                </p:cTn>
                              </p:par>
                              <p:par>
                                <p:cTn id="11" presetID="9" presetClass="entr" presetSubtype="0" fill="hold" grpId="0" nodeType="with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dissolve">
                                      <p:cBhvr>
                                        <p:cTn id="13" dur="500"/>
                                        <p:tgtEl>
                                          <p:spTgt spid="5"/>
                                        </p:tgtEl>
                                      </p:cBhvr>
                                    </p:animEffect>
                                  </p:childTnLst>
                                </p:cTn>
                              </p:par>
                              <p:par>
                                <p:cTn id="14" presetID="9" presetClass="entr" presetSubtype="0" fill="hold" grpId="0" nodeType="withEffect">
                                  <p:stCondLst>
                                    <p:cond delay="0"/>
                                  </p:stCondLst>
                                  <p:childTnLst>
                                    <p:set>
                                      <p:cBhvr>
                                        <p:cTn id="15" dur="1" fill="hold">
                                          <p:stCondLst>
                                            <p:cond delay="0"/>
                                          </p:stCondLst>
                                        </p:cTn>
                                        <p:tgtEl>
                                          <p:spTgt spid="6"/>
                                        </p:tgtEl>
                                        <p:attrNameLst>
                                          <p:attrName>style.visibility</p:attrName>
                                        </p:attrNameLst>
                                      </p:cBhvr>
                                      <p:to>
                                        <p:strVal val="visible"/>
                                      </p:to>
                                    </p:set>
                                    <p:animEffect transition="in" filter="dissolve">
                                      <p:cBhvr>
                                        <p:cTn id="16" dur="500"/>
                                        <p:tgtEl>
                                          <p:spTgt spid="6"/>
                                        </p:tgtEl>
                                      </p:cBhvr>
                                    </p:animEffect>
                                  </p:childTnLst>
                                </p:cTn>
                              </p:par>
                              <p:par>
                                <p:cTn id="17" presetID="9" presetClass="entr" presetSubtype="0"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Effect transition="in" filter="dissolve">
                                      <p:cBhvr>
                                        <p:cTn id="19" dur="500"/>
                                        <p:tgtEl>
                                          <p:spTgt spid="7"/>
                                        </p:tgtEl>
                                      </p:cBhvr>
                                    </p:animEffect>
                                  </p:childTnLst>
                                </p:cTn>
                              </p:par>
                              <p:par>
                                <p:cTn id="20" presetID="9" presetClass="entr" presetSubtype="0" fill="hold" grpId="0" nodeType="with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dissolve">
                                      <p:cBhvr>
                                        <p:cTn id="22" dur="500"/>
                                        <p:tgtEl>
                                          <p:spTgt spid="8"/>
                                        </p:tgtEl>
                                      </p:cBhvr>
                                    </p:animEffect>
                                  </p:childTnLst>
                                </p:cTn>
                              </p:par>
                              <p:par>
                                <p:cTn id="23" presetID="9" presetClass="entr" presetSubtype="0" fill="hold" grpId="0" nodeType="with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dissolve">
                                      <p:cBhvr>
                                        <p:cTn id="25" dur="500"/>
                                        <p:tgtEl>
                                          <p:spTgt spid="9"/>
                                        </p:tgtEl>
                                      </p:cBhvr>
                                    </p:animEffect>
                                  </p:childTnLst>
                                </p:cTn>
                              </p:par>
                              <p:par>
                                <p:cTn id="26" presetID="9" presetClass="entr" presetSubtype="0" fill="hold" grpId="0" nodeType="withEffect">
                                  <p:stCondLst>
                                    <p:cond delay="0"/>
                                  </p:stCondLst>
                                  <p:childTnLst>
                                    <p:set>
                                      <p:cBhvr>
                                        <p:cTn id="27" dur="1" fill="hold">
                                          <p:stCondLst>
                                            <p:cond delay="0"/>
                                          </p:stCondLst>
                                        </p:cTn>
                                        <p:tgtEl>
                                          <p:spTgt spid="10"/>
                                        </p:tgtEl>
                                        <p:attrNameLst>
                                          <p:attrName>style.visibility</p:attrName>
                                        </p:attrNameLst>
                                      </p:cBhvr>
                                      <p:to>
                                        <p:strVal val="visible"/>
                                      </p:to>
                                    </p:set>
                                    <p:animEffect transition="in" filter="dissolve">
                                      <p:cBhvr>
                                        <p:cTn id="28" dur="500"/>
                                        <p:tgtEl>
                                          <p:spTgt spid="10"/>
                                        </p:tgtEl>
                                      </p:cBhvr>
                                    </p:animEffect>
                                  </p:childTnLst>
                                </p:cTn>
                              </p:par>
                              <p:par>
                                <p:cTn id="29" presetID="9" presetClass="entr" presetSubtype="0" fill="hold" grpId="0" nodeType="with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dissolve">
                                      <p:cBhvr>
                                        <p:cTn id="31" dur="500"/>
                                        <p:tgtEl>
                                          <p:spTgt spid="11"/>
                                        </p:tgtEl>
                                      </p:cBhvr>
                                    </p:animEffect>
                                  </p:childTnLst>
                                </p:cTn>
                              </p:par>
                              <p:par>
                                <p:cTn id="32" presetID="9" presetClass="entr" presetSubtype="0" fill="hold" grpId="0" nodeType="withEffect">
                                  <p:stCondLst>
                                    <p:cond delay="0"/>
                                  </p:stCondLst>
                                  <p:childTnLst>
                                    <p:set>
                                      <p:cBhvr>
                                        <p:cTn id="33" dur="1" fill="hold">
                                          <p:stCondLst>
                                            <p:cond delay="0"/>
                                          </p:stCondLst>
                                        </p:cTn>
                                        <p:tgtEl>
                                          <p:spTgt spid="12"/>
                                        </p:tgtEl>
                                        <p:attrNameLst>
                                          <p:attrName>style.visibility</p:attrName>
                                        </p:attrNameLst>
                                      </p:cBhvr>
                                      <p:to>
                                        <p:strVal val="visible"/>
                                      </p:to>
                                    </p:set>
                                    <p:animEffect transition="in" filter="dissolve">
                                      <p:cBhvr>
                                        <p:cTn id="34" dur="500"/>
                                        <p:tgtEl>
                                          <p:spTgt spid="12"/>
                                        </p:tgtEl>
                                      </p:cBhvr>
                                    </p:animEffect>
                                  </p:childTnLst>
                                </p:cTn>
                              </p:par>
                            </p:childTnLst>
                          </p:cTn>
                        </p:par>
                      </p:childTnLst>
                    </p:cTn>
                  </p:par>
                  <p:par>
                    <p:cTn id="35" fill="hold">
                      <p:stCondLst>
                        <p:cond delay="indefinite"/>
                      </p:stCondLst>
                      <p:childTnLst>
                        <p:par>
                          <p:cTn id="36" fill="hold">
                            <p:stCondLst>
                              <p:cond delay="0"/>
                            </p:stCondLst>
                            <p:childTnLst>
                              <p:par>
                                <p:cTn id="37" presetID="9" presetClass="entr" presetSubtype="0"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dissolve">
                                      <p:cBhvr>
                                        <p:cTn id="39" dur="500"/>
                                        <p:tgtEl>
                                          <p:spTgt spid="13"/>
                                        </p:tgtEl>
                                      </p:cBhvr>
                                    </p:animEffect>
                                  </p:childTnLst>
                                </p:cTn>
                              </p:par>
                              <p:par>
                                <p:cTn id="40" presetID="9" presetClass="entr" presetSubtype="0" fill="hold" grpId="0" nodeType="withEffect">
                                  <p:stCondLst>
                                    <p:cond delay="0"/>
                                  </p:stCondLst>
                                  <p:childTnLst>
                                    <p:set>
                                      <p:cBhvr>
                                        <p:cTn id="41" dur="1" fill="hold">
                                          <p:stCondLst>
                                            <p:cond delay="0"/>
                                          </p:stCondLst>
                                        </p:cTn>
                                        <p:tgtEl>
                                          <p:spTgt spid="14"/>
                                        </p:tgtEl>
                                        <p:attrNameLst>
                                          <p:attrName>style.visibility</p:attrName>
                                        </p:attrNameLst>
                                      </p:cBhvr>
                                      <p:to>
                                        <p:strVal val="visible"/>
                                      </p:to>
                                    </p:set>
                                    <p:animEffect transition="in" filter="dissolve">
                                      <p:cBhvr>
                                        <p:cTn id="42" dur="500"/>
                                        <p:tgtEl>
                                          <p:spTgt spid="14"/>
                                        </p:tgtEl>
                                      </p:cBhvr>
                                    </p:animEffect>
                                  </p:childTnLst>
                                </p:cTn>
                              </p:par>
                              <p:par>
                                <p:cTn id="43" presetID="9" presetClass="entr" presetSubtype="0" fill="hold" grpId="0" nodeType="withEffect">
                                  <p:stCondLst>
                                    <p:cond delay="0"/>
                                  </p:stCondLst>
                                  <p:childTnLst>
                                    <p:set>
                                      <p:cBhvr>
                                        <p:cTn id="44" dur="1" fill="hold">
                                          <p:stCondLst>
                                            <p:cond delay="0"/>
                                          </p:stCondLst>
                                        </p:cTn>
                                        <p:tgtEl>
                                          <p:spTgt spid="15"/>
                                        </p:tgtEl>
                                        <p:attrNameLst>
                                          <p:attrName>style.visibility</p:attrName>
                                        </p:attrNameLst>
                                      </p:cBhvr>
                                      <p:to>
                                        <p:strVal val="visible"/>
                                      </p:to>
                                    </p:set>
                                    <p:animEffect transition="in" filter="dissolve">
                                      <p:cBhvr>
                                        <p:cTn id="45" dur="500"/>
                                        <p:tgtEl>
                                          <p:spTgt spid="15"/>
                                        </p:tgtEl>
                                      </p:cBhvr>
                                    </p:animEffect>
                                  </p:childTnLst>
                                </p:cTn>
                              </p:par>
                              <p:par>
                                <p:cTn id="46" presetID="9" presetClass="entr" presetSubtype="0" fill="hold" grpId="0" nodeType="withEffect">
                                  <p:stCondLst>
                                    <p:cond delay="0"/>
                                  </p:stCondLst>
                                  <p:childTnLst>
                                    <p:set>
                                      <p:cBhvr>
                                        <p:cTn id="47" dur="1" fill="hold">
                                          <p:stCondLst>
                                            <p:cond delay="0"/>
                                          </p:stCondLst>
                                        </p:cTn>
                                        <p:tgtEl>
                                          <p:spTgt spid="16"/>
                                        </p:tgtEl>
                                        <p:attrNameLst>
                                          <p:attrName>style.visibility</p:attrName>
                                        </p:attrNameLst>
                                      </p:cBhvr>
                                      <p:to>
                                        <p:strVal val="visible"/>
                                      </p:to>
                                    </p:set>
                                    <p:animEffect transition="in" filter="dissolve">
                                      <p:cBhvr>
                                        <p:cTn id="48" dur="500"/>
                                        <p:tgtEl>
                                          <p:spTgt spid="16"/>
                                        </p:tgtEl>
                                      </p:cBhvr>
                                    </p:animEffect>
                                  </p:childTnLst>
                                </p:cTn>
                              </p:par>
                              <p:par>
                                <p:cTn id="49" presetID="9" presetClass="entr" presetSubtype="0" fill="hold" grpId="0" nodeType="withEffect">
                                  <p:stCondLst>
                                    <p:cond delay="0"/>
                                  </p:stCondLst>
                                  <p:childTnLst>
                                    <p:set>
                                      <p:cBhvr>
                                        <p:cTn id="50" dur="1" fill="hold">
                                          <p:stCondLst>
                                            <p:cond delay="0"/>
                                          </p:stCondLst>
                                        </p:cTn>
                                        <p:tgtEl>
                                          <p:spTgt spid="17"/>
                                        </p:tgtEl>
                                        <p:attrNameLst>
                                          <p:attrName>style.visibility</p:attrName>
                                        </p:attrNameLst>
                                      </p:cBhvr>
                                      <p:to>
                                        <p:strVal val="visible"/>
                                      </p:to>
                                    </p:set>
                                    <p:animEffect transition="in" filter="dissolve">
                                      <p:cBhvr>
                                        <p:cTn id="51" dur="500"/>
                                        <p:tgtEl>
                                          <p:spTgt spid="17"/>
                                        </p:tgtEl>
                                      </p:cBhvr>
                                    </p:animEffect>
                                  </p:childTnLst>
                                </p:cTn>
                              </p:par>
                              <p:par>
                                <p:cTn id="52" presetID="9" presetClass="entr" presetSubtype="0" fill="hold" grpId="0" nodeType="withEffect">
                                  <p:stCondLst>
                                    <p:cond delay="0"/>
                                  </p:stCondLst>
                                  <p:childTnLst>
                                    <p:set>
                                      <p:cBhvr>
                                        <p:cTn id="53" dur="1" fill="hold">
                                          <p:stCondLst>
                                            <p:cond delay="0"/>
                                          </p:stCondLst>
                                        </p:cTn>
                                        <p:tgtEl>
                                          <p:spTgt spid="18"/>
                                        </p:tgtEl>
                                        <p:attrNameLst>
                                          <p:attrName>style.visibility</p:attrName>
                                        </p:attrNameLst>
                                      </p:cBhvr>
                                      <p:to>
                                        <p:strVal val="visible"/>
                                      </p:to>
                                    </p:set>
                                    <p:animEffect transition="in" filter="dissolve">
                                      <p:cBhvr>
                                        <p:cTn id="54" dur="500"/>
                                        <p:tgtEl>
                                          <p:spTgt spid="18"/>
                                        </p:tgtEl>
                                      </p:cBhvr>
                                    </p:animEffect>
                                  </p:childTnLst>
                                </p:cTn>
                              </p:par>
                              <p:par>
                                <p:cTn id="55" presetID="9" presetClass="entr" presetSubtype="0" fill="hold" grpId="0" nodeType="withEffect">
                                  <p:stCondLst>
                                    <p:cond delay="0"/>
                                  </p:stCondLst>
                                  <p:childTnLst>
                                    <p:set>
                                      <p:cBhvr>
                                        <p:cTn id="56" dur="1" fill="hold">
                                          <p:stCondLst>
                                            <p:cond delay="0"/>
                                          </p:stCondLst>
                                        </p:cTn>
                                        <p:tgtEl>
                                          <p:spTgt spid="19"/>
                                        </p:tgtEl>
                                        <p:attrNameLst>
                                          <p:attrName>style.visibility</p:attrName>
                                        </p:attrNameLst>
                                      </p:cBhvr>
                                      <p:to>
                                        <p:strVal val="visible"/>
                                      </p:to>
                                    </p:set>
                                    <p:animEffect transition="in" filter="dissolve">
                                      <p:cBhvr>
                                        <p:cTn id="57" dur="500"/>
                                        <p:tgtEl>
                                          <p:spTgt spid="19"/>
                                        </p:tgtEl>
                                      </p:cBhvr>
                                    </p:animEffect>
                                  </p:childTnLst>
                                </p:cTn>
                              </p:par>
                              <p:par>
                                <p:cTn id="58" presetID="9" presetClass="entr" presetSubtype="0" fill="hold" grpId="0" nodeType="withEffect">
                                  <p:stCondLst>
                                    <p:cond delay="0"/>
                                  </p:stCondLst>
                                  <p:childTnLst>
                                    <p:set>
                                      <p:cBhvr>
                                        <p:cTn id="59" dur="1" fill="hold">
                                          <p:stCondLst>
                                            <p:cond delay="0"/>
                                          </p:stCondLst>
                                        </p:cTn>
                                        <p:tgtEl>
                                          <p:spTgt spid="20"/>
                                        </p:tgtEl>
                                        <p:attrNameLst>
                                          <p:attrName>style.visibility</p:attrName>
                                        </p:attrNameLst>
                                      </p:cBhvr>
                                      <p:to>
                                        <p:strVal val="visible"/>
                                      </p:to>
                                    </p:set>
                                    <p:animEffect transition="in" filter="dissolve">
                                      <p:cBhvr>
                                        <p:cTn id="60" dur="500"/>
                                        <p:tgtEl>
                                          <p:spTgt spid="20"/>
                                        </p:tgtEl>
                                      </p:cBhvr>
                                    </p:animEffect>
                                  </p:childTnLst>
                                </p:cTn>
                              </p:par>
                              <p:par>
                                <p:cTn id="61" presetID="9" presetClass="entr" presetSubtype="0" fill="hold" grpId="0" nodeType="with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dissolve">
                                      <p:cBhvr>
                                        <p:cTn id="63" dur="500"/>
                                        <p:tgtEl>
                                          <p:spTgt spid="21"/>
                                        </p:tgtEl>
                                      </p:cBhvr>
                                    </p:animEffect>
                                  </p:childTnLst>
                                </p:cTn>
                              </p:par>
                              <p:par>
                                <p:cTn id="64" presetID="9" presetClass="entr" presetSubtype="0" fill="hold" grpId="0" nodeType="withEffect">
                                  <p:stCondLst>
                                    <p:cond delay="0"/>
                                  </p:stCondLst>
                                  <p:childTnLst>
                                    <p:set>
                                      <p:cBhvr>
                                        <p:cTn id="65" dur="1" fill="hold">
                                          <p:stCondLst>
                                            <p:cond delay="0"/>
                                          </p:stCondLst>
                                        </p:cTn>
                                        <p:tgtEl>
                                          <p:spTgt spid="22"/>
                                        </p:tgtEl>
                                        <p:attrNameLst>
                                          <p:attrName>style.visibility</p:attrName>
                                        </p:attrNameLst>
                                      </p:cBhvr>
                                      <p:to>
                                        <p:strVal val="visible"/>
                                      </p:to>
                                    </p:set>
                                    <p:animEffect transition="in" filter="dissolve">
                                      <p:cBhvr>
                                        <p:cTn id="66" dur="500"/>
                                        <p:tgtEl>
                                          <p:spTgt spid="22"/>
                                        </p:tgtEl>
                                      </p:cBhvr>
                                    </p:animEffect>
                                  </p:childTnLst>
                                </p:cTn>
                              </p:par>
                            </p:childTnLst>
                          </p:cTn>
                        </p:par>
                      </p:childTnLst>
                    </p:cTn>
                  </p:par>
                  <p:par>
                    <p:cTn id="67" fill="hold">
                      <p:stCondLst>
                        <p:cond delay="indefinite"/>
                      </p:stCondLst>
                      <p:childTnLst>
                        <p:par>
                          <p:cTn id="68" fill="hold">
                            <p:stCondLst>
                              <p:cond delay="0"/>
                            </p:stCondLst>
                            <p:childTnLst>
                              <p:par>
                                <p:cTn id="69" presetID="9" presetClass="entr" presetSubtype="0" fill="hold" grpId="0" nodeType="clickEffect">
                                  <p:stCondLst>
                                    <p:cond delay="0"/>
                                  </p:stCondLst>
                                  <p:childTnLst>
                                    <p:set>
                                      <p:cBhvr>
                                        <p:cTn id="70" dur="1" fill="hold">
                                          <p:stCondLst>
                                            <p:cond delay="0"/>
                                          </p:stCondLst>
                                        </p:cTn>
                                        <p:tgtEl>
                                          <p:spTgt spid="23"/>
                                        </p:tgtEl>
                                        <p:attrNameLst>
                                          <p:attrName>style.visibility</p:attrName>
                                        </p:attrNameLst>
                                      </p:cBhvr>
                                      <p:to>
                                        <p:strVal val="visible"/>
                                      </p:to>
                                    </p:set>
                                    <p:animEffect transition="in" filter="dissolve">
                                      <p:cBhvr>
                                        <p:cTn id="71" dur="500"/>
                                        <p:tgtEl>
                                          <p:spTgt spid="23"/>
                                        </p:tgtEl>
                                      </p:cBhvr>
                                    </p:animEffect>
                                  </p:childTnLst>
                                </p:cTn>
                              </p:par>
                              <p:par>
                                <p:cTn id="72" presetID="9" presetClass="entr" presetSubtype="0" fill="hold" grpId="0" nodeType="withEffect">
                                  <p:stCondLst>
                                    <p:cond delay="0"/>
                                  </p:stCondLst>
                                  <p:childTnLst>
                                    <p:set>
                                      <p:cBhvr>
                                        <p:cTn id="73" dur="1" fill="hold">
                                          <p:stCondLst>
                                            <p:cond delay="0"/>
                                          </p:stCondLst>
                                        </p:cTn>
                                        <p:tgtEl>
                                          <p:spTgt spid="24"/>
                                        </p:tgtEl>
                                        <p:attrNameLst>
                                          <p:attrName>style.visibility</p:attrName>
                                        </p:attrNameLst>
                                      </p:cBhvr>
                                      <p:to>
                                        <p:strVal val="visible"/>
                                      </p:to>
                                    </p:set>
                                    <p:animEffect transition="in" filter="dissolve">
                                      <p:cBhvr>
                                        <p:cTn id="74" dur="500"/>
                                        <p:tgtEl>
                                          <p:spTgt spid="24"/>
                                        </p:tgtEl>
                                      </p:cBhvr>
                                    </p:animEffect>
                                  </p:childTnLst>
                                </p:cTn>
                              </p:par>
                              <p:par>
                                <p:cTn id="75" presetID="9" presetClass="entr" presetSubtype="0" fill="hold" grpId="0" nodeType="withEffect">
                                  <p:stCondLst>
                                    <p:cond delay="0"/>
                                  </p:stCondLst>
                                  <p:childTnLst>
                                    <p:set>
                                      <p:cBhvr>
                                        <p:cTn id="76" dur="1" fill="hold">
                                          <p:stCondLst>
                                            <p:cond delay="0"/>
                                          </p:stCondLst>
                                        </p:cTn>
                                        <p:tgtEl>
                                          <p:spTgt spid="25"/>
                                        </p:tgtEl>
                                        <p:attrNameLst>
                                          <p:attrName>style.visibility</p:attrName>
                                        </p:attrNameLst>
                                      </p:cBhvr>
                                      <p:to>
                                        <p:strVal val="visible"/>
                                      </p:to>
                                    </p:set>
                                    <p:animEffect transition="in" filter="dissolve">
                                      <p:cBhvr>
                                        <p:cTn id="77" dur="500"/>
                                        <p:tgtEl>
                                          <p:spTgt spid="25"/>
                                        </p:tgtEl>
                                      </p:cBhvr>
                                    </p:animEffect>
                                  </p:childTnLst>
                                </p:cTn>
                              </p:par>
                              <p:par>
                                <p:cTn id="78" presetID="9" presetClass="entr" presetSubtype="0" fill="hold" grpId="0" nodeType="withEffect">
                                  <p:stCondLst>
                                    <p:cond delay="0"/>
                                  </p:stCondLst>
                                  <p:childTnLst>
                                    <p:set>
                                      <p:cBhvr>
                                        <p:cTn id="79" dur="1" fill="hold">
                                          <p:stCondLst>
                                            <p:cond delay="0"/>
                                          </p:stCondLst>
                                        </p:cTn>
                                        <p:tgtEl>
                                          <p:spTgt spid="26"/>
                                        </p:tgtEl>
                                        <p:attrNameLst>
                                          <p:attrName>style.visibility</p:attrName>
                                        </p:attrNameLst>
                                      </p:cBhvr>
                                      <p:to>
                                        <p:strVal val="visible"/>
                                      </p:to>
                                    </p:set>
                                    <p:animEffect transition="in" filter="dissolve">
                                      <p:cBhvr>
                                        <p:cTn id="80" dur="500"/>
                                        <p:tgtEl>
                                          <p:spTgt spid="26"/>
                                        </p:tgtEl>
                                      </p:cBhvr>
                                    </p:animEffect>
                                  </p:childTnLst>
                                </p:cTn>
                              </p:par>
                              <p:par>
                                <p:cTn id="81" presetID="9" presetClass="entr" presetSubtype="0" fill="hold" grpId="0" nodeType="withEffect">
                                  <p:stCondLst>
                                    <p:cond delay="0"/>
                                  </p:stCondLst>
                                  <p:childTnLst>
                                    <p:set>
                                      <p:cBhvr>
                                        <p:cTn id="82" dur="1" fill="hold">
                                          <p:stCondLst>
                                            <p:cond delay="0"/>
                                          </p:stCondLst>
                                        </p:cTn>
                                        <p:tgtEl>
                                          <p:spTgt spid="27"/>
                                        </p:tgtEl>
                                        <p:attrNameLst>
                                          <p:attrName>style.visibility</p:attrName>
                                        </p:attrNameLst>
                                      </p:cBhvr>
                                      <p:to>
                                        <p:strVal val="visible"/>
                                      </p:to>
                                    </p:set>
                                    <p:animEffect transition="in" filter="dissolve">
                                      <p:cBhvr>
                                        <p:cTn id="83" dur="500"/>
                                        <p:tgtEl>
                                          <p:spTgt spid="27"/>
                                        </p:tgtEl>
                                      </p:cBhvr>
                                    </p:animEffect>
                                  </p:childTnLst>
                                </p:cTn>
                              </p:par>
                              <p:par>
                                <p:cTn id="84" presetID="9" presetClass="entr" presetSubtype="0" fill="hold" grpId="0" nodeType="withEffect">
                                  <p:stCondLst>
                                    <p:cond delay="0"/>
                                  </p:stCondLst>
                                  <p:childTnLst>
                                    <p:set>
                                      <p:cBhvr>
                                        <p:cTn id="85" dur="1" fill="hold">
                                          <p:stCondLst>
                                            <p:cond delay="0"/>
                                          </p:stCondLst>
                                        </p:cTn>
                                        <p:tgtEl>
                                          <p:spTgt spid="28"/>
                                        </p:tgtEl>
                                        <p:attrNameLst>
                                          <p:attrName>style.visibility</p:attrName>
                                        </p:attrNameLst>
                                      </p:cBhvr>
                                      <p:to>
                                        <p:strVal val="visible"/>
                                      </p:to>
                                    </p:set>
                                    <p:animEffect transition="in" filter="dissolve">
                                      <p:cBhvr>
                                        <p:cTn id="86" dur="500"/>
                                        <p:tgtEl>
                                          <p:spTgt spid="28"/>
                                        </p:tgtEl>
                                      </p:cBhvr>
                                    </p:animEffect>
                                  </p:childTnLst>
                                </p:cTn>
                              </p:par>
                              <p:par>
                                <p:cTn id="87" presetID="9" presetClass="entr" presetSubtype="0" fill="hold" grpId="0" nodeType="withEffect">
                                  <p:stCondLst>
                                    <p:cond delay="0"/>
                                  </p:stCondLst>
                                  <p:childTnLst>
                                    <p:set>
                                      <p:cBhvr>
                                        <p:cTn id="88" dur="1" fill="hold">
                                          <p:stCondLst>
                                            <p:cond delay="0"/>
                                          </p:stCondLst>
                                        </p:cTn>
                                        <p:tgtEl>
                                          <p:spTgt spid="29"/>
                                        </p:tgtEl>
                                        <p:attrNameLst>
                                          <p:attrName>style.visibility</p:attrName>
                                        </p:attrNameLst>
                                      </p:cBhvr>
                                      <p:to>
                                        <p:strVal val="visible"/>
                                      </p:to>
                                    </p:set>
                                    <p:animEffect transition="in" filter="dissolve">
                                      <p:cBhvr>
                                        <p:cTn id="89" dur="500"/>
                                        <p:tgtEl>
                                          <p:spTgt spid="29"/>
                                        </p:tgtEl>
                                      </p:cBhvr>
                                    </p:animEffect>
                                  </p:childTnLst>
                                </p:cTn>
                              </p:par>
                              <p:par>
                                <p:cTn id="90" presetID="9" presetClass="entr" presetSubtype="0" fill="hold" grpId="0" nodeType="withEffect">
                                  <p:stCondLst>
                                    <p:cond delay="0"/>
                                  </p:stCondLst>
                                  <p:childTnLst>
                                    <p:set>
                                      <p:cBhvr>
                                        <p:cTn id="91" dur="1" fill="hold">
                                          <p:stCondLst>
                                            <p:cond delay="0"/>
                                          </p:stCondLst>
                                        </p:cTn>
                                        <p:tgtEl>
                                          <p:spTgt spid="30"/>
                                        </p:tgtEl>
                                        <p:attrNameLst>
                                          <p:attrName>style.visibility</p:attrName>
                                        </p:attrNameLst>
                                      </p:cBhvr>
                                      <p:to>
                                        <p:strVal val="visible"/>
                                      </p:to>
                                    </p:set>
                                    <p:animEffect transition="in" filter="dissolve">
                                      <p:cBhvr>
                                        <p:cTn id="92" dur="500"/>
                                        <p:tgtEl>
                                          <p:spTgt spid="30"/>
                                        </p:tgtEl>
                                      </p:cBhvr>
                                    </p:animEffect>
                                  </p:childTnLst>
                                </p:cTn>
                              </p:par>
                              <p:par>
                                <p:cTn id="93" presetID="9" presetClass="entr" presetSubtype="0" fill="hold" grpId="0" nodeType="withEffect">
                                  <p:stCondLst>
                                    <p:cond delay="0"/>
                                  </p:stCondLst>
                                  <p:childTnLst>
                                    <p:set>
                                      <p:cBhvr>
                                        <p:cTn id="94" dur="1" fill="hold">
                                          <p:stCondLst>
                                            <p:cond delay="0"/>
                                          </p:stCondLst>
                                        </p:cTn>
                                        <p:tgtEl>
                                          <p:spTgt spid="31"/>
                                        </p:tgtEl>
                                        <p:attrNameLst>
                                          <p:attrName>style.visibility</p:attrName>
                                        </p:attrNameLst>
                                      </p:cBhvr>
                                      <p:to>
                                        <p:strVal val="visible"/>
                                      </p:to>
                                    </p:set>
                                    <p:animEffect transition="in" filter="dissolve">
                                      <p:cBhvr>
                                        <p:cTn id="95" dur="500"/>
                                        <p:tgtEl>
                                          <p:spTgt spid="31"/>
                                        </p:tgtEl>
                                      </p:cBhvr>
                                    </p:animEffect>
                                  </p:childTnLst>
                                </p:cTn>
                              </p:par>
                              <p:par>
                                <p:cTn id="96" presetID="9" presetClass="entr" presetSubtype="0" fill="hold" grpId="0" nodeType="withEffect">
                                  <p:stCondLst>
                                    <p:cond delay="0"/>
                                  </p:stCondLst>
                                  <p:childTnLst>
                                    <p:set>
                                      <p:cBhvr>
                                        <p:cTn id="97" dur="1" fill="hold">
                                          <p:stCondLst>
                                            <p:cond delay="0"/>
                                          </p:stCondLst>
                                        </p:cTn>
                                        <p:tgtEl>
                                          <p:spTgt spid="32"/>
                                        </p:tgtEl>
                                        <p:attrNameLst>
                                          <p:attrName>style.visibility</p:attrName>
                                        </p:attrNameLst>
                                      </p:cBhvr>
                                      <p:to>
                                        <p:strVal val="visible"/>
                                      </p:to>
                                    </p:set>
                                    <p:animEffect transition="in" filter="dissolve">
                                      <p:cBhvr>
                                        <p:cTn id="98"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p:bldP spid="6" grpId="0"/>
      <p:bldP spid="7" grpId="0"/>
      <p:bldP spid="8" grpId="0"/>
      <p:bldP spid="9" grpId="0"/>
      <p:bldP spid="10" grpId="0"/>
      <p:bldP spid="11" grpId="0"/>
      <p:bldP spid="12" grpId="0"/>
      <p:bldP spid="13" grpId="0" animBg="1"/>
      <p:bldP spid="14" grpId="0" animBg="1"/>
      <p:bldP spid="15" grpId="0"/>
      <p:bldP spid="16" grpId="0"/>
      <p:bldP spid="17" grpId="0"/>
      <p:bldP spid="18" grpId="0"/>
      <p:bldP spid="19" grpId="0"/>
      <p:bldP spid="20" grpId="0"/>
      <p:bldP spid="21" grpId="0"/>
      <p:bldP spid="22" grpId="0"/>
      <p:bldP spid="23" grpId="0" animBg="1"/>
      <p:bldP spid="24" grpId="0" animBg="1"/>
      <p:bldP spid="25" grpId="0"/>
      <p:bldP spid="26" grpId="0"/>
      <p:bldP spid="27" grpId="0"/>
      <p:bldP spid="28" grpId="0"/>
      <p:bldP spid="29" grpId="0"/>
      <p:bldP spid="30" grpId="0"/>
      <p:bldP spid="31" grpId="0"/>
      <p:bldP spid="32"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p:cNvSpPr txBox="1"/>
          <p:nvPr/>
        </p:nvSpPr>
        <p:spPr>
          <a:xfrm>
            <a:off x="1151904" y="237507"/>
            <a:ext cx="2339102" cy="461665"/>
          </a:xfrm>
          <a:prstGeom prst="rect">
            <a:avLst/>
          </a:prstGeom>
          <a:noFill/>
        </p:spPr>
        <p:txBody>
          <a:bodyPr wrap="none" rtlCol="0">
            <a:spAutoFit/>
          </a:bodyPr>
          <a:lstStyle/>
          <a:p>
            <a:r>
              <a:rPr kumimoji="1" lang="zh-CN" altLang="en-US" sz="2400">
                <a:solidFill>
                  <a:schemeClr val="tx2"/>
                </a:solidFill>
                <a:latin typeface="+mn-ea"/>
              </a:rPr>
              <a:t>各部门沟通流程</a:t>
            </a:r>
            <a:endParaRPr kumimoji="1" lang="zh-CN" altLang="en-US" sz="2400">
              <a:solidFill>
                <a:schemeClr val="tx2"/>
              </a:solidFill>
              <a:latin typeface="+mn-ea"/>
            </a:endParaRPr>
          </a:p>
        </p:txBody>
      </p:sp>
      <p:sp>
        <p:nvSpPr>
          <p:cNvPr id="3" name="矩形 2"/>
          <p:cNvSpPr/>
          <p:nvPr/>
        </p:nvSpPr>
        <p:spPr>
          <a:xfrm>
            <a:off x="2328735" y="1387134"/>
            <a:ext cx="736600" cy="736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grpSp>
        <p:nvGrpSpPr>
          <p:cNvPr id="4" name="그룹 205"/>
          <p:cNvGrpSpPr/>
          <p:nvPr/>
        </p:nvGrpSpPr>
        <p:grpSpPr>
          <a:xfrm>
            <a:off x="2505011" y="1606320"/>
            <a:ext cx="384048" cy="298228"/>
            <a:chOff x="4112600" y="931068"/>
            <a:chExt cx="384048" cy="298228"/>
          </a:xfrm>
          <a:solidFill>
            <a:schemeClr val="bg1"/>
          </a:solidFill>
        </p:grpSpPr>
        <p:sp>
          <p:nvSpPr>
            <p:cNvPr id="5" name="자유형: 도형 206"/>
            <p:cNvSpPr/>
            <p:nvPr/>
          </p:nvSpPr>
          <p:spPr>
            <a:xfrm>
              <a:off x="4201373" y="931068"/>
              <a:ext cx="295275" cy="76200"/>
            </a:xfrm>
            <a:custGeom>
              <a:avLst/>
              <a:gdLst>
                <a:gd name="connsiteX0" fmla="*/ 264033 w 295275"/>
                <a:gd name="connsiteY0" fmla="*/ 7144 h 76200"/>
                <a:gd name="connsiteX1" fmla="*/ 40481 w 295275"/>
                <a:gd name="connsiteY1" fmla="*/ 7144 h 76200"/>
                <a:gd name="connsiteX2" fmla="*/ 7144 w 295275"/>
                <a:gd name="connsiteY2" fmla="*/ 40481 h 76200"/>
                <a:gd name="connsiteX3" fmla="*/ 40481 w 295275"/>
                <a:gd name="connsiteY3" fmla="*/ 73819 h 76200"/>
                <a:gd name="connsiteX4" fmla="*/ 264033 w 295275"/>
                <a:gd name="connsiteY4" fmla="*/ 73819 h 76200"/>
                <a:gd name="connsiteX5" fmla="*/ 297371 w 295275"/>
                <a:gd name="connsiteY5" fmla="*/ 40481 h 76200"/>
                <a:gd name="connsiteX6" fmla="*/ 264033 w 295275"/>
                <a:gd name="connsiteY6" fmla="*/ 7144 h 76200"/>
                <a:gd name="connsiteX7" fmla="*/ 264033 w 295275"/>
                <a:gd name="connsiteY7" fmla="*/ 51530 h 76200"/>
                <a:gd name="connsiteX8" fmla="*/ 40481 w 295275"/>
                <a:gd name="connsiteY8" fmla="*/ 51530 h 76200"/>
                <a:gd name="connsiteX9" fmla="*/ 29337 w 295275"/>
                <a:gd name="connsiteY9" fmla="*/ 40386 h 76200"/>
                <a:gd name="connsiteX10" fmla="*/ 40481 w 295275"/>
                <a:gd name="connsiteY10" fmla="*/ 29242 h 76200"/>
                <a:gd name="connsiteX11" fmla="*/ 264033 w 295275"/>
                <a:gd name="connsiteY11" fmla="*/ 29242 h 76200"/>
                <a:gd name="connsiteX12" fmla="*/ 275177 w 295275"/>
                <a:gd name="connsiteY12" fmla="*/ 40386 h 76200"/>
                <a:gd name="connsiteX13" fmla="*/ 264033 w 295275"/>
                <a:gd name="connsiteY13" fmla="*/ 515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275" h="76200">
                  <a:moveTo>
                    <a:pt x="264033" y="7144"/>
                  </a:moveTo>
                  <a:lnTo>
                    <a:pt x="40481" y="7144"/>
                  </a:lnTo>
                  <a:cubicBezTo>
                    <a:pt x="22098" y="7144"/>
                    <a:pt x="7144" y="22098"/>
                    <a:pt x="7144" y="40481"/>
                  </a:cubicBezTo>
                  <a:cubicBezTo>
                    <a:pt x="7144" y="58865"/>
                    <a:pt x="22098" y="73819"/>
                    <a:pt x="40481" y="73819"/>
                  </a:cubicBezTo>
                  <a:lnTo>
                    <a:pt x="264033" y="73819"/>
                  </a:lnTo>
                  <a:cubicBezTo>
                    <a:pt x="282416" y="73819"/>
                    <a:pt x="297371" y="58865"/>
                    <a:pt x="297371" y="40481"/>
                  </a:cubicBezTo>
                  <a:cubicBezTo>
                    <a:pt x="297371" y="22098"/>
                    <a:pt x="282416" y="7144"/>
                    <a:pt x="264033" y="7144"/>
                  </a:cubicBezTo>
                  <a:close/>
                  <a:moveTo>
                    <a:pt x="264033" y="51530"/>
                  </a:moveTo>
                  <a:lnTo>
                    <a:pt x="40481" y="51530"/>
                  </a:lnTo>
                  <a:cubicBezTo>
                    <a:pt x="34385" y="51530"/>
                    <a:pt x="29337" y="46577"/>
                    <a:pt x="29337" y="40386"/>
                  </a:cubicBezTo>
                  <a:cubicBezTo>
                    <a:pt x="29337" y="34195"/>
                    <a:pt x="34290" y="29242"/>
                    <a:pt x="40481" y="29242"/>
                  </a:cubicBezTo>
                  <a:lnTo>
                    <a:pt x="264033" y="29242"/>
                  </a:lnTo>
                  <a:cubicBezTo>
                    <a:pt x="270129" y="29242"/>
                    <a:pt x="275177" y="34195"/>
                    <a:pt x="275177" y="40386"/>
                  </a:cubicBezTo>
                  <a:cubicBezTo>
                    <a:pt x="275177" y="46577"/>
                    <a:pt x="270224" y="51530"/>
                    <a:pt x="264033" y="51530"/>
                  </a:cubicBezTo>
                  <a:close/>
                </a:path>
              </a:pathLst>
            </a:custGeom>
            <a:grpFill/>
            <a:ln w="9525" cap="flat">
              <a:noFill/>
              <a:prstDash val="solid"/>
              <a:miter/>
            </a:ln>
          </p:spPr>
          <p:txBody>
            <a:bodyPr rtlCol="0" anchor="ctr"/>
            <a:lstStyle/>
            <a:p>
              <a:endParaRPr lang="ko-KR" altLang="en-US"/>
            </a:p>
          </p:txBody>
        </p:sp>
        <p:sp>
          <p:nvSpPr>
            <p:cNvPr id="6" name="자유형: 도형 207"/>
            <p:cNvSpPr/>
            <p:nvPr/>
          </p:nvSpPr>
          <p:spPr>
            <a:xfrm>
              <a:off x="4201373" y="1042130"/>
              <a:ext cx="295275" cy="76200"/>
            </a:xfrm>
            <a:custGeom>
              <a:avLst/>
              <a:gdLst>
                <a:gd name="connsiteX0" fmla="*/ 264033 w 295275"/>
                <a:gd name="connsiteY0" fmla="*/ 7144 h 76200"/>
                <a:gd name="connsiteX1" fmla="*/ 40481 w 295275"/>
                <a:gd name="connsiteY1" fmla="*/ 7144 h 76200"/>
                <a:gd name="connsiteX2" fmla="*/ 7144 w 295275"/>
                <a:gd name="connsiteY2" fmla="*/ 40481 h 76200"/>
                <a:gd name="connsiteX3" fmla="*/ 40481 w 295275"/>
                <a:gd name="connsiteY3" fmla="*/ 73819 h 76200"/>
                <a:gd name="connsiteX4" fmla="*/ 264033 w 295275"/>
                <a:gd name="connsiteY4" fmla="*/ 73819 h 76200"/>
                <a:gd name="connsiteX5" fmla="*/ 297371 w 295275"/>
                <a:gd name="connsiteY5" fmla="*/ 40481 h 76200"/>
                <a:gd name="connsiteX6" fmla="*/ 264033 w 295275"/>
                <a:gd name="connsiteY6" fmla="*/ 7144 h 76200"/>
                <a:gd name="connsiteX7" fmla="*/ 264033 w 295275"/>
                <a:gd name="connsiteY7" fmla="*/ 51530 h 76200"/>
                <a:gd name="connsiteX8" fmla="*/ 40481 w 295275"/>
                <a:gd name="connsiteY8" fmla="*/ 51530 h 76200"/>
                <a:gd name="connsiteX9" fmla="*/ 29337 w 295275"/>
                <a:gd name="connsiteY9" fmla="*/ 40386 h 76200"/>
                <a:gd name="connsiteX10" fmla="*/ 40481 w 295275"/>
                <a:gd name="connsiteY10" fmla="*/ 29242 h 76200"/>
                <a:gd name="connsiteX11" fmla="*/ 264033 w 295275"/>
                <a:gd name="connsiteY11" fmla="*/ 29242 h 76200"/>
                <a:gd name="connsiteX12" fmla="*/ 275177 w 295275"/>
                <a:gd name="connsiteY12" fmla="*/ 40386 h 76200"/>
                <a:gd name="connsiteX13" fmla="*/ 264033 w 295275"/>
                <a:gd name="connsiteY13" fmla="*/ 515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275" h="76200">
                  <a:moveTo>
                    <a:pt x="264033" y="7144"/>
                  </a:moveTo>
                  <a:lnTo>
                    <a:pt x="40481" y="7144"/>
                  </a:lnTo>
                  <a:cubicBezTo>
                    <a:pt x="22098" y="7144"/>
                    <a:pt x="7144" y="22098"/>
                    <a:pt x="7144" y="40481"/>
                  </a:cubicBezTo>
                  <a:cubicBezTo>
                    <a:pt x="7144" y="58865"/>
                    <a:pt x="22098" y="73819"/>
                    <a:pt x="40481" y="73819"/>
                  </a:cubicBezTo>
                  <a:lnTo>
                    <a:pt x="264033" y="73819"/>
                  </a:lnTo>
                  <a:cubicBezTo>
                    <a:pt x="282416" y="73819"/>
                    <a:pt x="297371" y="58865"/>
                    <a:pt x="297371" y="40481"/>
                  </a:cubicBezTo>
                  <a:cubicBezTo>
                    <a:pt x="297371" y="22098"/>
                    <a:pt x="282416" y="7144"/>
                    <a:pt x="264033" y="7144"/>
                  </a:cubicBezTo>
                  <a:close/>
                  <a:moveTo>
                    <a:pt x="264033" y="51530"/>
                  </a:moveTo>
                  <a:lnTo>
                    <a:pt x="40481" y="51530"/>
                  </a:lnTo>
                  <a:cubicBezTo>
                    <a:pt x="34385" y="51530"/>
                    <a:pt x="29337" y="46577"/>
                    <a:pt x="29337" y="40386"/>
                  </a:cubicBezTo>
                  <a:cubicBezTo>
                    <a:pt x="29337" y="34195"/>
                    <a:pt x="34290" y="29242"/>
                    <a:pt x="40481" y="29242"/>
                  </a:cubicBezTo>
                  <a:lnTo>
                    <a:pt x="264033" y="29242"/>
                  </a:lnTo>
                  <a:cubicBezTo>
                    <a:pt x="270129" y="29242"/>
                    <a:pt x="275177" y="34195"/>
                    <a:pt x="275177" y="40386"/>
                  </a:cubicBezTo>
                  <a:cubicBezTo>
                    <a:pt x="275177" y="46577"/>
                    <a:pt x="270224" y="51530"/>
                    <a:pt x="264033" y="51530"/>
                  </a:cubicBezTo>
                  <a:close/>
                </a:path>
              </a:pathLst>
            </a:custGeom>
            <a:grpFill/>
            <a:ln w="9525" cap="flat">
              <a:noFill/>
              <a:prstDash val="solid"/>
              <a:miter/>
            </a:ln>
          </p:spPr>
          <p:txBody>
            <a:bodyPr rtlCol="0" anchor="ctr"/>
            <a:lstStyle/>
            <a:p>
              <a:endParaRPr lang="ko-KR" altLang="en-US"/>
            </a:p>
          </p:txBody>
        </p:sp>
        <p:sp>
          <p:nvSpPr>
            <p:cNvPr id="7" name="자유형: 도형 208"/>
            <p:cNvSpPr/>
            <p:nvPr/>
          </p:nvSpPr>
          <p:spPr>
            <a:xfrm>
              <a:off x="4201373" y="1153096"/>
              <a:ext cx="295275" cy="76200"/>
            </a:xfrm>
            <a:custGeom>
              <a:avLst/>
              <a:gdLst>
                <a:gd name="connsiteX0" fmla="*/ 264033 w 295275"/>
                <a:gd name="connsiteY0" fmla="*/ 7144 h 76200"/>
                <a:gd name="connsiteX1" fmla="*/ 40481 w 295275"/>
                <a:gd name="connsiteY1" fmla="*/ 7144 h 76200"/>
                <a:gd name="connsiteX2" fmla="*/ 7144 w 295275"/>
                <a:gd name="connsiteY2" fmla="*/ 40481 h 76200"/>
                <a:gd name="connsiteX3" fmla="*/ 40481 w 295275"/>
                <a:gd name="connsiteY3" fmla="*/ 73819 h 76200"/>
                <a:gd name="connsiteX4" fmla="*/ 264033 w 295275"/>
                <a:gd name="connsiteY4" fmla="*/ 73819 h 76200"/>
                <a:gd name="connsiteX5" fmla="*/ 297371 w 295275"/>
                <a:gd name="connsiteY5" fmla="*/ 40481 h 76200"/>
                <a:gd name="connsiteX6" fmla="*/ 264033 w 295275"/>
                <a:gd name="connsiteY6" fmla="*/ 7144 h 76200"/>
                <a:gd name="connsiteX7" fmla="*/ 264033 w 295275"/>
                <a:gd name="connsiteY7" fmla="*/ 51530 h 76200"/>
                <a:gd name="connsiteX8" fmla="*/ 40481 w 295275"/>
                <a:gd name="connsiteY8" fmla="*/ 51530 h 76200"/>
                <a:gd name="connsiteX9" fmla="*/ 29337 w 295275"/>
                <a:gd name="connsiteY9" fmla="*/ 40386 h 76200"/>
                <a:gd name="connsiteX10" fmla="*/ 40481 w 295275"/>
                <a:gd name="connsiteY10" fmla="*/ 29242 h 76200"/>
                <a:gd name="connsiteX11" fmla="*/ 264033 w 295275"/>
                <a:gd name="connsiteY11" fmla="*/ 29242 h 76200"/>
                <a:gd name="connsiteX12" fmla="*/ 275177 w 295275"/>
                <a:gd name="connsiteY12" fmla="*/ 40386 h 76200"/>
                <a:gd name="connsiteX13" fmla="*/ 264033 w 295275"/>
                <a:gd name="connsiteY13" fmla="*/ 515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95275" h="76200">
                  <a:moveTo>
                    <a:pt x="264033" y="7144"/>
                  </a:moveTo>
                  <a:lnTo>
                    <a:pt x="40481" y="7144"/>
                  </a:lnTo>
                  <a:cubicBezTo>
                    <a:pt x="22098" y="7144"/>
                    <a:pt x="7144" y="22098"/>
                    <a:pt x="7144" y="40481"/>
                  </a:cubicBezTo>
                  <a:cubicBezTo>
                    <a:pt x="7144" y="58865"/>
                    <a:pt x="22098" y="73819"/>
                    <a:pt x="40481" y="73819"/>
                  </a:cubicBezTo>
                  <a:lnTo>
                    <a:pt x="264033" y="73819"/>
                  </a:lnTo>
                  <a:cubicBezTo>
                    <a:pt x="282416" y="73819"/>
                    <a:pt x="297371" y="58865"/>
                    <a:pt x="297371" y="40481"/>
                  </a:cubicBezTo>
                  <a:cubicBezTo>
                    <a:pt x="297371" y="22098"/>
                    <a:pt x="282416" y="7144"/>
                    <a:pt x="264033" y="7144"/>
                  </a:cubicBezTo>
                  <a:close/>
                  <a:moveTo>
                    <a:pt x="264033" y="51530"/>
                  </a:moveTo>
                  <a:lnTo>
                    <a:pt x="40481" y="51530"/>
                  </a:lnTo>
                  <a:cubicBezTo>
                    <a:pt x="34385" y="51530"/>
                    <a:pt x="29337" y="46577"/>
                    <a:pt x="29337" y="40386"/>
                  </a:cubicBezTo>
                  <a:cubicBezTo>
                    <a:pt x="29337" y="34290"/>
                    <a:pt x="34290" y="29242"/>
                    <a:pt x="40481" y="29242"/>
                  </a:cubicBezTo>
                  <a:lnTo>
                    <a:pt x="264033" y="29242"/>
                  </a:lnTo>
                  <a:cubicBezTo>
                    <a:pt x="270129" y="29242"/>
                    <a:pt x="275177" y="34195"/>
                    <a:pt x="275177" y="40386"/>
                  </a:cubicBezTo>
                  <a:cubicBezTo>
                    <a:pt x="275177" y="46577"/>
                    <a:pt x="270224" y="51530"/>
                    <a:pt x="264033" y="51530"/>
                  </a:cubicBezTo>
                  <a:close/>
                </a:path>
              </a:pathLst>
            </a:custGeom>
            <a:grpFill/>
            <a:ln w="9525" cap="flat">
              <a:noFill/>
              <a:prstDash val="solid"/>
              <a:miter/>
            </a:ln>
          </p:spPr>
          <p:txBody>
            <a:bodyPr rtlCol="0" anchor="ctr"/>
            <a:lstStyle/>
            <a:p>
              <a:endParaRPr lang="ko-KR" altLang="en-US"/>
            </a:p>
          </p:txBody>
        </p:sp>
        <p:sp>
          <p:nvSpPr>
            <p:cNvPr id="8" name="자유형: 도형 209"/>
            <p:cNvSpPr/>
            <p:nvPr/>
          </p:nvSpPr>
          <p:spPr>
            <a:xfrm>
              <a:off x="4112600" y="931068"/>
              <a:ext cx="76200" cy="76200"/>
            </a:xfrm>
            <a:custGeom>
              <a:avLst/>
              <a:gdLst>
                <a:gd name="connsiteX0" fmla="*/ 40481 w 76200"/>
                <a:gd name="connsiteY0" fmla="*/ 7144 h 76200"/>
                <a:gd name="connsiteX1" fmla="*/ 7144 w 76200"/>
                <a:gd name="connsiteY1" fmla="*/ 40481 h 76200"/>
                <a:gd name="connsiteX2" fmla="*/ 40481 w 76200"/>
                <a:gd name="connsiteY2" fmla="*/ 73819 h 76200"/>
                <a:gd name="connsiteX3" fmla="*/ 73819 w 76200"/>
                <a:gd name="connsiteY3" fmla="*/ 40481 h 76200"/>
                <a:gd name="connsiteX4" fmla="*/ 40481 w 76200"/>
                <a:gd name="connsiteY4" fmla="*/ 7144 h 76200"/>
                <a:gd name="connsiteX5" fmla="*/ 40481 w 76200"/>
                <a:gd name="connsiteY5" fmla="*/ 51530 h 76200"/>
                <a:gd name="connsiteX6" fmla="*/ 29337 w 76200"/>
                <a:gd name="connsiteY6" fmla="*/ 40386 h 76200"/>
                <a:gd name="connsiteX7" fmla="*/ 40481 w 76200"/>
                <a:gd name="connsiteY7" fmla="*/ 29242 h 76200"/>
                <a:gd name="connsiteX8" fmla="*/ 51626 w 76200"/>
                <a:gd name="connsiteY8" fmla="*/ 40386 h 76200"/>
                <a:gd name="connsiteX9" fmla="*/ 40481 w 76200"/>
                <a:gd name="connsiteY9" fmla="*/ 515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 h="76200">
                  <a:moveTo>
                    <a:pt x="40481" y="7144"/>
                  </a:moveTo>
                  <a:cubicBezTo>
                    <a:pt x="22098" y="7144"/>
                    <a:pt x="7144" y="22098"/>
                    <a:pt x="7144" y="40481"/>
                  </a:cubicBezTo>
                  <a:cubicBezTo>
                    <a:pt x="7144" y="58865"/>
                    <a:pt x="22098" y="73819"/>
                    <a:pt x="40481" y="73819"/>
                  </a:cubicBezTo>
                  <a:cubicBezTo>
                    <a:pt x="58864" y="73819"/>
                    <a:pt x="73819" y="58865"/>
                    <a:pt x="73819" y="40481"/>
                  </a:cubicBezTo>
                  <a:cubicBezTo>
                    <a:pt x="73819" y="22098"/>
                    <a:pt x="58864" y="7144"/>
                    <a:pt x="40481" y="7144"/>
                  </a:cubicBezTo>
                  <a:close/>
                  <a:moveTo>
                    <a:pt x="40481" y="51530"/>
                  </a:moveTo>
                  <a:cubicBezTo>
                    <a:pt x="34385" y="51530"/>
                    <a:pt x="29337" y="46577"/>
                    <a:pt x="29337" y="40386"/>
                  </a:cubicBezTo>
                  <a:cubicBezTo>
                    <a:pt x="29337" y="34195"/>
                    <a:pt x="34290" y="29242"/>
                    <a:pt x="40481" y="29242"/>
                  </a:cubicBezTo>
                  <a:cubicBezTo>
                    <a:pt x="46577" y="29242"/>
                    <a:pt x="51626" y="34195"/>
                    <a:pt x="51626" y="40386"/>
                  </a:cubicBezTo>
                  <a:cubicBezTo>
                    <a:pt x="51626" y="46577"/>
                    <a:pt x="46672" y="51530"/>
                    <a:pt x="40481" y="51530"/>
                  </a:cubicBezTo>
                  <a:close/>
                </a:path>
              </a:pathLst>
            </a:custGeom>
            <a:grpFill/>
            <a:ln w="9525" cap="flat">
              <a:noFill/>
              <a:prstDash val="solid"/>
              <a:miter/>
            </a:ln>
          </p:spPr>
          <p:txBody>
            <a:bodyPr rtlCol="0" anchor="ctr"/>
            <a:lstStyle/>
            <a:p>
              <a:endParaRPr lang="ko-KR" altLang="en-US"/>
            </a:p>
          </p:txBody>
        </p:sp>
        <p:sp>
          <p:nvSpPr>
            <p:cNvPr id="9" name="자유형: 도형 210"/>
            <p:cNvSpPr/>
            <p:nvPr/>
          </p:nvSpPr>
          <p:spPr>
            <a:xfrm>
              <a:off x="4112600" y="1042130"/>
              <a:ext cx="76200" cy="76200"/>
            </a:xfrm>
            <a:custGeom>
              <a:avLst/>
              <a:gdLst>
                <a:gd name="connsiteX0" fmla="*/ 40481 w 76200"/>
                <a:gd name="connsiteY0" fmla="*/ 7144 h 76200"/>
                <a:gd name="connsiteX1" fmla="*/ 7144 w 76200"/>
                <a:gd name="connsiteY1" fmla="*/ 40481 h 76200"/>
                <a:gd name="connsiteX2" fmla="*/ 40481 w 76200"/>
                <a:gd name="connsiteY2" fmla="*/ 73819 h 76200"/>
                <a:gd name="connsiteX3" fmla="*/ 73819 w 76200"/>
                <a:gd name="connsiteY3" fmla="*/ 40481 h 76200"/>
                <a:gd name="connsiteX4" fmla="*/ 40481 w 76200"/>
                <a:gd name="connsiteY4" fmla="*/ 7144 h 76200"/>
                <a:gd name="connsiteX5" fmla="*/ 40481 w 76200"/>
                <a:gd name="connsiteY5" fmla="*/ 51530 h 76200"/>
                <a:gd name="connsiteX6" fmla="*/ 29337 w 76200"/>
                <a:gd name="connsiteY6" fmla="*/ 40386 h 76200"/>
                <a:gd name="connsiteX7" fmla="*/ 40481 w 76200"/>
                <a:gd name="connsiteY7" fmla="*/ 29242 h 76200"/>
                <a:gd name="connsiteX8" fmla="*/ 51626 w 76200"/>
                <a:gd name="connsiteY8" fmla="*/ 40386 h 76200"/>
                <a:gd name="connsiteX9" fmla="*/ 40481 w 76200"/>
                <a:gd name="connsiteY9" fmla="*/ 515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 h="76200">
                  <a:moveTo>
                    <a:pt x="40481" y="7144"/>
                  </a:moveTo>
                  <a:cubicBezTo>
                    <a:pt x="22098" y="7144"/>
                    <a:pt x="7144" y="22098"/>
                    <a:pt x="7144" y="40481"/>
                  </a:cubicBezTo>
                  <a:cubicBezTo>
                    <a:pt x="7144" y="58865"/>
                    <a:pt x="22098" y="73819"/>
                    <a:pt x="40481" y="73819"/>
                  </a:cubicBezTo>
                  <a:cubicBezTo>
                    <a:pt x="58864" y="73819"/>
                    <a:pt x="73819" y="58865"/>
                    <a:pt x="73819" y="40481"/>
                  </a:cubicBezTo>
                  <a:cubicBezTo>
                    <a:pt x="73819" y="22098"/>
                    <a:pt x="58864" y="7144"/>
                    <a:pt x="40481" y="7144"/>
                  </a:cubicBezTo>
                  <a:close/>
                  <a:moveTo>
                    <a:pt x="40481" y="51530"/>
                  </a:moveTo>
                  <a:cubicBezTo>
                    <a:pt x="34385" y="51530"/>
                    <a:pt x="29337" y="46577"/>
                    <a:pt x="29337" y="40386"/>
                  </a:cubicBezTo>
                  <a:cubicBezTo>
                    <a:pt x="29337" y="34195"/>
                    <a:pt x="34290" y="29242"/>
                    <a:pt x="40481" y="29242"/>
                  </a:cubicBezTo>
                  <a:cubicBezTo>
                    <a:pt x="46577" y="29242"/>
                    <a:pt x="51626" y="34195"/>
                    <a:pt x="51626" y="40386"/>
                  </a:cubicBezTo>
                  <a:cubicBezTo>
                    <a:pt x="51626" y="46577"/>
                    <a:pt x="46672" y="51530"/>
                    <a:pt x="40481" y="51530"/>
                  </a:cubicBezTo>
                  <a:close/>
                </a:path>
              </a:pathLst>
            </a:custGeom>
            <a:grpFill/>
            <a:ln w="9525" cap="flat">
              <a:noFill/>
              <a:prstDash val="solid"/>
              <a:miter/>
            </a:ln>
          </p:spPr>
          <p:txBody>
            <a:bodyPr rtlCol="0" anchor="ctr"/>
            <a:lstStyle/>
            <a:p>
              <a:endParaRPr lang="ko-KR" altLang="en-US"/>
            </a:p>
          </p:txBody>
        </p:sp>
        <p:sp>
          <p:nvSpPr>
            <p:cNvPr id="10" name="자유형: 도형 211"/>
            <p:cNvSpPr/>
            <p:nvPr/>
          </p:nvSpPr>
          <p:spPr>
            <a:xfrm>
              <a:off x="4112600" y="1153096"/>
              <a:ext cx="76200" cy="76200"/>
            </a:xfrm>
            <a:custGeom>
              <a:avLst/>
              <a:gdLst>
                <a:gd name="connsiteX0" fmla="*/ 40481 w 76200"/>
                <a:gd name="connsiteY0" fmla="*/ 7144 h 76200"/>
                <a:gd name="connsiteX1" fmla="*/ 7144 w 76200"/>
                <a:gd name="connsiteY1" fmla="*/ 40481 h 76200"/>
                <a:gd name="connsiteX2" fmla="*/ 40481 w 76200"/>
                <a:gd name="connsiteY2" fmla="*/ 73819 h 76200"/>
                <a:gd name="connsiteX3" fmla="*/ 73819 w 76200"/>
                <a:gd name="connsiteY3" fmla="*/ 40481 h 76200"/>
                <a:gd name="connsiteX4" fmla="*/ 40481 w 76200"/>
                <a:gd name="connsiteY4" fmla="*/ 7144 h 76200"/>
                <a:gd name="connsiteX5" fmla="*/ 40481 w 76200"/>
                <a:gd name="connsiteY5" fmla="*/ 51530 h 76200"/>
                <a:gd name="connsiteX6" fmla="*/ 29337 w 76200"/>
                <a:gd name="connsiteY6" fmla="*/ 40386 h 76200"/>
                <a:gd name="connsiteX7" fmla="*/ 40481 w 76200"/>
                <a:gd name="connsiteY7" fmla="*/ 29242 h 76200"/>
                <a:gd name="connsiteX8" fmla="*/ 51626 w 76200"/>
                <a:gd name="connsiteY8" fmla="*/ 40386 h 76200"/>
                <a:gd name="connsiteX9" fmla="*/ 40481 w 76200"/>
                <a:gd name="connsiteY9" fmla="*/ 515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 h="76200">
                  <a:moveTo>
                    <a:pt x="40481" y="7144"/>
                  </a:moveTo>
                  <a:cubicBezTo>
                    <a:pt x="22098" y="7144"/>
                    <a:pt x="7144" y="22098"/>
                    <a:pt x="7144" y="40481"/>
                  </a:cubicBezTo>
                  <a:cubicBezTo>
                    <a:pt x="7144" y="58865"/>
                    <a:pt x="22098" y="73819"/>
                    <a:pt x="40481" y="73819"/>
                  </a:cubicBezTo>
                  <a:cubicBezTo>
                    <a:pt x="58864" y="73819"/>
                    <a:pt x="73819" y="58865"/>
                    <a:pt x="73819" y="40481"/>
                  </a:cubicBezTo>
                  <a:cubicBezTo>
                    <a:pt x="73819" y="22098"/>
                    <a:pt x="58864" y="7144"/>
                    <a:pt x="40481" y="7144"/>
                  </a:cubicBezTo>
                  <a:close/>
                  <a:moveTo>
                    <a:pt x="40481" y="51530"/>
                  </a:moveTo>
                  <a:cubicBezTo>
                    <a:pt x="34385" y="51530"/>
                    <a:pt x="29337" y="46577"/>
                    <a:pt x="29337" y="40386"/>
                  </a:cubicBezTo>
                  <a:cubicBezTo>
                    <a:pt x="29337" y="34290"/>
                    <a:pt x="34290" y="29242"/>
                    <a:pt x="40481" y="29242"/>
                  </a:cubicBezTo>
                  <a:cubicBezTo>
                    <a:pt x="46577" y="29242"/>
                    <a:pt x="51626" y="34195"/>
                    <a:pt x="51626" y="40386"/>
                  </a:cubicBezTo>
                  <a:cubicBezTo>
                    <a:pt x="51626" y="46577"/>
                    <a:pt x="46672" y="51530"/>
                    <a:pt x="40481" y="51530"/>
                  </a:cubicBezTo>
                  <a:close/>
                </a:path>
              </a:pathLst>
            </a:custGeom>
            <a:grpFill/>
            <a:ln w="9525" cap="flat">
              <a:noFill/>
              <a:prstDash val="solid"/>
              <a:miter/>
            </a:ln>
          </p:spPr>
          <p:txBody>
            <a:bodyPr rtlCol="0" anchor="ctr"/>
            <a:lstStyle/>
            <a:p>
              <a:endParaRPr lang="ko-KR" altLang="en-US"/>
            </a:p>
          </p:txBody>
        </p:sp>
      </p:grpSp>
      <p:sp>
        <p:nvSpPr>
          <p:cNvPr id="11" name="矩形 10"/>
          <p:cNvSpPr/>
          <p:nvPr/>
        </p:nvSpPr>
        <p:spPr>
          <a:xfrm>
            <a:off x="1952865" y="2329357"/>
            <a:ext cx="1488341"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rPr>
              <a:t>此处输入标题</a:t>
            </a:r>
            <a:endParaRPr lang="en-US" altLang="zh-CN"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12" name="PA-文本框 42"/>
          <p:cNvSpPr txBox="1"/>
          <p:nvPr>
            <p:custDataLst>
              <p:tags r:id="rId1"/>
            </p:custDataLst>
          </p:nvPr>
        </p:nvSpPr>
        <p:spPr>
          <a:xfrm>
            <a:off x="1451757" y="2722251"/>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13" name="矩形 12"/>
          <p:cNvSpPr/>
          <p:nvPr/>
        </p:nvSpPr>
        <p:spPr>
          <a:xfrm>
            <a:off x="5840349" y="1387134"/>
            <a:ext cx="736600" cy="736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4" name="矩形 13"/>
          <p:cNvSpPr/>
          <p:nvPr/>
        </p:nvSpPr>
        <p:spPr>
          <a:xfrm>
            <a:off x="5464479" y="2329357"/>
            <a:ext cx="1488341"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rPr>
              <a:t>此处输入标题</a:t>
            </a:r>
            <a:endParaRPr lang="en-US" altLang="zh-CN"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15" name="PA-文本框 42"/>
          <p:cNvSpPr txBox="1"/>
          <p:nvPr>
            <p:custDataLst>
              <p:tags r:id="rId2"/>
            </p:custDataLst>
          </p:nvPr>
        </p:nvSpPr>
        <p:spPr>
          <a:xfrm>
            <a:off x="4963371" y="2722251"/>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16" name="矩形 15"/>
          <p:cNvSpPr/>
          <p:nvPr/>
        </p:nvSpPr>
        <p:spPr>
          <a:xfrm>
            <a:off x="9351963" y="1387134"/>
            <a:ext cx="736600" cy="736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7" name="矩形 16"/>
          <p:cNvSpPr/>
          <p:nvPr/>
        </p:nvSpPr>
        <p:spPr>
          <a:xfrm>
            <a:off x="8976093" y="2329357"/>
            <a:ext cx="1488341"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rPr>
              <a:t>此处输入标题</a:t>
            </a:r>
            <a:endParaRPr lang="en-US" altLang="zh-CN"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18" name="PA-文本框 42"/>
          <p:cNvSpPr txBox="1"/>
          <p:nvPr>
            <p:custDataLst>
              <p:tags r:id="rId3"/>
            </p:custDataLst>
          </p:nvPr>
        </p:nvSpPr>
        <p:spPr>
          <a:xfrm>
            <a:off x="8474985" y="2722251"/>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19" name="矩形 18"/>
          <p:cNvSpPr/>
          <p:nvPr/>
        </p:nvSpPr>
        <p:spPr>
          <a:xfrm>
            <a:off x="2328735" y="3941401"/>
            <a:ext cx="736600" cy="736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0" name="矩形 19"/>
          <p:cNvSpPr/>
          <p:nvPr/>
        </p:nvSpPr>
        <p:spPr>
          <a:xfrm>
            <a:off x="1952865" y="4883624"/>
            <a:ext cx="1488341"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rPr>
              <a:t>此处输入标题</a:t>
            </a:r>
            <a:endParaRPr lang="en-US" altLang="zh-CN"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21" name="PA-文本框 42"/>
          <p:cNvSpPr txBox="1"/>
          <p:nvPr>
            <p:custDataLst>
              <p:tags r:id="rId4"/>
            </p:custDataLst>
          </p:nvPr>
        </p:nvSpPr>
        <p:spPr>
          <a:xfrm>
            <a:off x="1451757" y="5276518"/>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22" name="矩形 21"/>
          <p:cNvSpPr/>
          <p:nvPr/>
        </p:nvSpPr>
        <p:spPr>
          <a:xfrm>
            <a:off x="5840349" y="3941401"/>
            <a:ext cx="736600" cy="736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3" name="矩形 22"/>
          <p:cNvSpPr/>
          <p:nvPr/>
        </p:nvSpPr>
        <p:spPr>
          <a:xfrm>
            <a:off x="5464479" y="4883624"/>
            <a:ext cx="1488341"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rPr>
              <a:t>此处输入标题</a:t>
            </a:r>
            <a:endParaRPr lang="en-US" altLang="zh-CN"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24" name="PA-文本框 42"/>
          <p:cNvSpPr txBox="1"/>
          <p:nvPr>
            <p:custDataLst>
              <p:tags r:id="rId5"/>
            </p:custDataLst>
          </p:nvPr>
        </p:nvSpPr>
        <p:spPr>
          <a:xfrm>
            <a:off x="4963371" y="5276518"/>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sp>
        <p:nvSpPr>
          <p:cNvPr id="25" name="矩形 24"/>
          <p:cNvSpPr/>
          <p:nvPr/>
        </p:nvSpPr>
        <p:spPr>
          <a:xfrm>
            <a:off x="9351963" y="3941401"/>
            <a:ext cx="736600" cy="7366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26" name="矩形 25"/>
          <p:cNvSpPr/>
          <p:nvPr/>
        </p:nvSpPr>
        <p:spPr>
          <a:xfrm>
            <a:off x="8976093" y="4883624"/>
            <a:ext cx="1488341" cy="283280"/>
          </a:xfrm>
          <a:prstGeom prst="rect">
            <a:avLst/>
          </a:prstGeom>
          <a:noFill/>
          <a:effectLst/>
        </p:spPr>
        <p:txBody>
          <a:bodyPr wrap="square" lIns="67181" tIns="33590" rIns="67181" bIns="33590">
            <a:spAutoFit/>
          </a:bodyPr>
          <a:lstStyle/>
          <a:p>
            <a:pPr algn="dist"/>
            <a:r>
              <a:rPr lang="zh-CN" altLang="en-US"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rPr>
              <a:t>此处输入标题</a:t>
            </a:r>
            <a:endParaRPr lang="en-US" altLang="zh-CN" sz="1400" dirty="0">
              <a:solidFill>
                <a:schemeClr val="tx1">
                  <a:lumMod val="75000"/>
                  <a:lumOff val="25000"/>
                </a:schemeClr>
              </a:solidFill>
              <a:latin typeface="Arial" panose="020B0604020202020204" pitchFamily="34" charset="0"/>
              <a:ea typeface="思源黑体 CN Regular" panose="020B0500000000000000" pitchFamily="34" charset="-122"/>
              <a:cs typeface="+mn-ea"/>
              <a:sym typeface="Arial" panose="020B0604020202020204" pitchFamily="34" charset="0"/>
            </a:endParaRPr>
          </a:p>
        </p:txBody>
      </p:sp>
      <p:sp>
        <p:nvSpPr>
          <p:cNvPr id="27" name="PA-文本框 42"/>
          <p:cNvSpPr txBox="1"/>
          <p:nvPr>
            <p:custDataLst>
              <p:tags r:id="rId6"/>
            </p:custDataLst>
          </p:nvPr>
        </p:nvSpPr>
        <p:spPr>
          <a:xfrm>
            <a:off x="8474985" y="5276518"/>
            <a:ext cx="2490557" cy="774699"/>
          </a:xfrm>
          <a:prstGeom prst="rect">
            <a:avLst/>
          </a:prstGeom>
        </p:spPr>
        <p:txBody>
          <a:bodyPr wrap="square">
            <a:spAutoFit/>
          </a:bodyPr>
          <a:lstStyle>
            <a:defPPr>
              <a:defRPr lang="zh-CN"/>
            </a:defPPr>
            <a:lvl1pPr defTabSz="457200">
              <a:lnSpc>
                <a:spcPct val="130000"/>
              </a:lnSpc>
              <a:defRPr sz="1400">
                <a:solidFill>
                  <a:schemeClr val="bg1">
                    <a:lumMod val="50000"/>
                  </a:schemeClr>
                </a:solidFill>
                <a:latin typeface="Source Han Sans CN Normal" panose="020B0400000000000000" pitchFamily="34" charset="-128"/>
                <a:ea typeface="Source Han Sans CN Normal" panose="020B0400000000000000" pitchFamily="34" charset="-128"/>
              </a:defRPr>
            </a:lvl1pPr>
          </a:lstStyle>
          <a:p>
            <a:pPr algn="ctr"/>
            <a:r>
              <a:rPr lang="zh-CN" altLang="en-US"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rPr>
              <a:t>此处添加详细文本描述，建议与标题相关并符合整体语言风格，语言描述尽量简洁生动</a:t>
            </a:r>
            <a:endParaRPr lang="id-ID" sz="1200" dirty="0">
              <a:solidFill>
                <a:schemeClr val="tx1">
                  <a:lumMod val="65000"/>
                  <a:lumOff val="35000"/>
                </a:schemeClr>
              </a:solidFill>
              <a:latin typeface="Source Han Sans CN Regular" panose="020B0500000000000000" pitchFamily="34" charset="-128"/>
              <a:ea typeface="Source Han Sans CN Regular" panose="020B0500000000000000" pitchFamily="34" charset="-128"/>
              <a:cs typeface="+mn-ea"/>
              <a:sym typeface="Arial" panose="020B0604020202020204" pitchFamily="34" charset="0"/>
            </a:endParaRPr>
          </a:p>
        </p:txBody>
      </p:sp>
      <p:cxnSp>
        <p:nvCxnSpPr>
          <p:cNvPr id="28" name="直线连接符 27"/>
          <p:cNvCxnSpPr>
            <a:stCxn id="3" idx="3"/>
            <a:endCxn id="13" idx="1"/>
          </p:cNvCxnSpPr>
          <p:nvPr/>
        </p:nvCxnSpPr>
        <p:spPr>
          <a:xfrm>
            <a:off x="3065335" y="1755434"/>
            <a:ext cx="2775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29" name="直线连接符 28"/>
          <p:cNvCxnSpPr/>
          <p:nvPr/>
        </p:nvCxnSpPr>
        <p:spPr>
          <a:xfrm>
            <a:off x="6576949" y="1755434"/>
            <a:ext cx="2775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0" name="直线连接符 29"/>
          <p:cNvCxnSpPr/>
          <p:nvPr/>
        </p:nvCxnSpPr>
        <p:spPr>
          <a:xfrm>
            <a:off x="3065335" y="4320833"/>
            <a:ext cx="2775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cxnSp>
        <p:nvCxnSpPr>
          <p:cNvPr id="31" name="直线连接符 30"/>
          <p:cNvCxnSpPr/>
          <p:nvPr/>
        </p:nvCxnSpPr>
        <p:spPr>
          <a:xfrm>
            <a:off x="6576949" y="4320833"/>
            <a:ext cx="2775014"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grpSp>
        <p:nvGrpSpPr>
          <p:cNvPr id="32" name="그룹 73"/>
          <p:cNvGrpSpPr/>
          <p:nvPr/>
        </p:nvGrpSpPr>
        <p:grpSpPr>
          <a:xfrm>
            <a:off x="6025464" y="4101712"/>
            <a:ext cx="390525" cy="390525"/>
            <a:chOff x="3448898" y="892918"/>
            <a:chExt cx="390525" cy="390525"/>
          </a:xfrm>
          <a:solidFill>
            <a:schemeClr val="bg1"/>
          </a:solidFill>
        </p:grpSpPr>
        <p:sp>
          <p:nvSpPr>
            <p:cNvPr id="33" name="자유형: 도형 74"/>
            <p:cNvSpPr/>
            <p:nvPr/>
          </p:nvSpPr>
          <p:spPr>
            <a:xfrm>
              <a:off x="3448898" y="892918"/>
              <a:ext cx="390525" cy="390525"/>
            </a:xfrm>
            <a:custGeom>
              <a:avLst/>
              <a:gdLst>
                <a:gd name="connsiteX0" fmla="*/ 352806 w 390525"/>
                <a:gd name="connsiteY0" fmla="*/ 51581 h 390525"/>
                <a:gd name="connsiteX1" fmla="*/ 341662 w 390525"/>
                <a:gd name="connsiteY1" fmla="*/ 51581 h 390525"/>
                <a:gd name="connsiteX2" fmla="*/ 341662 w 390525"/>
                <a:gd name="connsiteY2" fmla="*/ 41008 h 390525"/>
                <a:gd name="connsiteX3" fmla="*/ 310229 w 390525"/>
                <a:gd name="connsiteY3" fmla="*/ 7194 h 390525"/>
                <a:gd name="connsiteX4" fmla="*/ 275082 w 390525"/>
                <a:gd name="connsiteY4" fmla="*/ 40437 h 390525"/>
                <a:gd name="connsiteX5" fmla="*/ 275082 w 390525"/>
                <a:gd name="connsiteY5" fmla="*/ 51581 h 390525"/>
                <a:gd name="connsiteX6" fmla="*/ 230696 w 390525"/>
                <a:gd name="connsiteY6" fmla="*/ 51581 h 390525"/>
                <a:gd name="connsiteX7" fmla="*/ 230696 w 390525"/>
                <a:gd name="connsiteY7" fmla="*/ 41008 h 390525"/>
                <a:gd name="connsiteX8" fmla="*/ 199263 w 390525"/>
                <a:gd name="connsiteY8" fmla="*/ 7194 h 390525"/>
                <a:gd name="connsiteX9" fmla="*/ 164116 w 390525"/>
                <a:gd name="connsiteY9" fmla="*/ 40437 h 390525"/>
                <a:gd name="connsiteX10" fmla="*/ 164116 w 390525"/>
                <a:gd name="connsiteY10" fmla="*/ 51581 h 390525"/>
                <a:gd name="connsiteX11" fmla="*/ 118205 w 390525"/>
                <a:gd name="connsiteY11" fmla="*/ 51581 h 390525"/>
                <a:gd name="connsiteX12" fmla="*/ 118205 w 390525"/>
                <a:gd name="connsiteY12" fmla="*/ 41008 h 390525"/>
                <a:gd name="connsiteX13" fmla="*/ 86773 w 390525"/>
                <a:gd name="connsiteY13" fmla="*/ 7194 h 390525"/>
                <a:gd name="connsiteX14" fmla="*/ 51626 w 390525"/>
                <a:gd name="connsiteY14" fmla="*/ 40437 h 390525"/>
                <a:gd name="connsiteX15" fmla="*/ 51626 w 390525"/>
                <a:gd name="connsiteY15" fmla="*/ 51581 h 390525"/>
                <a:gd name="connsiteX16" fmla="*/ 40481 w 390525"/>
                <a:gd name="connsiteY16" fmla="*/ 51581 h 390525"/>
                <a:gd name="connsiteX17" fmla="*/ 7144 w 390525"/>
                <a:gd name="connsiteY17" fmla="*/ 84918 h 390525"/>
                <a:gd name="connsiteX18" fmla="*/ 7144 w 390525"/>
                <a:gd name="connsiteY18" fmla="*/ 352857 h 390525"/>
                <a:gd name="connsiteX19" fmla="*/ 40481 w 390525"/>
                <a:gd name="connsiteY19" fmla="*/ 386194 h 390525"/>
                <a:gd name="connsiteX20" fmla="*/ 352806 w 390525"/>
                <a:gd name="connsiteY20" fmla="*/ 386194 h 390525"/>
                <a:gd name="connsiteX21" fmla="*/ 386144 w 390525"/>
                <a:gd name="connsiteY21" fmla="*/ 352857 h 390525"/>
                <a:gd name="connsiteX22" fmla="*/ 386144 w 390525"/>
                <a:gd name="connsiteY22" fmla="*/ 84918 h 390525"/>
                <a:gd name="connsiteX23" fmla="*/ 352806 w 390525"/>
                <a:gd name="connsiteY23" fmla="*/ 51581 h 390525"/>
                <a:gd name="connsiteX24" fmla="*/ 297371 w 390525"/>
                <a:gd name="connsiteY24" fmla="*/ 40627 h 390525"/>
                <a:gd name="connsiteX25" fmla="*/ 309753 w 390525"/>
                <a:gd name="connsiteY25" fmla="*/ 29578 h 390525"/>
                <a:gd name="connsiteX26" fmla="*/ 319564 w 390525"/>
                <a:gd name="connsiteY26" fmla="*/ 40913 h 390525"/>
                <a:gd name="connsiteX27" fmla="*/ 319564 w 390525"/>
                <a:gd name="connsiteY27" fmla="*/ 84728 h 390525"/>
                <a:gd name="connsiteX28" fmla="*/ 309753 w 390525"/>
                <a:gd name="connsiteY28" fmla="*/ 96063 h 390525"/>
                <a:gd name="connsiteX29" fmla="*/ 297371 w 390525"/>
                <a:gd name="connsiteY29" fmla="*/ 85014 h 390525"/>
                <a:gd name="connsiteX30" fmla="*/ 297371 w 390525"/>
                <a:gd name="connsiteY30" fmla="*/ 40627 h 390525"/>
                <a:gd name="connsiteX31" fmla="*/ 186309 w 390525"/>
                <a:gd name="connsiteY31" fmla="*/ 40627 h 390525"/>
                <a:gd name="connsiteX32" fmla="*/ 198691 w 390525"/>
                <a:gd name="connsiteY32" fmla="*/ 29578 h 390525"/>
                <a:gd name="connsiteX33" fmla="*/ 208502 w 390525"/>
                <a:gd name="connsiteY33" fmla="*/ 40913 h 390525"/>
                <a:gd name="connsiteX34" fmla="*/ 208502 w 390525"/>
                <a:gd name="connsiteY34" fmla="*/ 84728 h 390525"/>
                <a:gd name="connsiteX35" fmla="*/ 198691 w 390525"/>
                <a:gd name="connsiteY35" fmla="*/ 96063 h 390525"/>
                <a:gd name="connsiteX36" fmla="*/ 186309 w 390525"/>
                <a:gd name="connsiteY36" fmla="*/ 85014 h 390525"/>
                <a:gd name="connsiteX37" fmla="*/ 186309 w 390525"/>
                <a:gd name="connsiteY37" fmla="*/ 40627 h 390525"/>
                <a:gd name="connsiteX38" fmla="*/ 73819 w 390525"/>
                <a:gd name="connsiteY38" fmla="*/ 40627 h 390525"/>
                <a:gd name="connsiteX39" fmla="*/ 86201 w 390525"/>
                <a:gd name="connsiteY39" fmla="*/ 29578 h 390525"/>
                <a:gd name="connsiteX40" fmla="*/ 96012 w 390525"/>
                <a:gd name="connsiteY40" fmla="*/ 40913 h 390525"/>
                <a:gd name="connsiteX41" fmla="*/ 96012 w 390525"/>
                <a:gd name="connsiteY41" fmla="*/ 84728 h 390525"/>
                <a:gd name="connsiteX42" fmla="*/ 86201 w 390525"/>
                <a:gd name="connsiteY42" fmla="*/ 96063 h 390525"/>
                <a:gd name="connsiteX43" fmla="*/ 73819 w 390525"/>
                <a:gd name="connsiteY43" fmla="*/ 85014 h 390525"/>
                <a:gd name="connsiteX44" fmla="*/ 73819 w 390525"/>
                <a:gd name="connsiteY44" fmla="*/ 40627 h 390525"/>
                <a:gd name="connsiteX45" fmla="*/ 352806 w 390525"/>
                <a:gd name="connsiteY45" fmla="*/ 363906 h 390525"/>
                <a:gd name="connsiteX46" fmla="*/ 40481 w 390525"/>
                <a:gd name="connsiteY46" fmla="*/ 363906 h 390525"/>
                <a:gd name="connsiteX47" fmla="*/ 29337 w 390525"/>
                <a:gd name="connsiteY47" fmla="*/ 352761 h 390525"/>
                <a:gd name="connsiteX48" fmla="*/ 29337 w 390525"/>
                <a:gd name="connsiteY48" fmla="*/ 164071 h 390525"/>
                <a:gd name="connsiteX49" fmla="*/ 363855 w 390525"/>
                <a:gd name="connsiteY49" fmla="*/ 164071 h 390525"/>
                <a:gd name="connsiteX50" fmla="*/ 363855 w 390525"/>
                <a:gd name="connsiteY50" fmla="*/ 352761 h 390525"/>
                <a:gd name="connsiteX51" fmla="*/ 352806 w 390525"/>
                <a:gd name="connsiteY51" fmla="*/ 363906 h 390525"/>
                <a:gd name="connsiteX52" fmla="*/ 363950 w 390525"/>
                <a:gd name="connsiteY52" fmla="*/ 141878 h 390525"/>
                <a:gd name="connsiteX53" fmla="*/ 29432 w 390525"/>
                <a:gd name="connsiteY53" fmla="*/ 141878 h 390525"/>
                <a:gd name="connsiteX54" fmla="*/ 29432 w 390525"/>
                <a:gd name="connsiteY54" fmla="*/ 84918 h 390525"/>
                <a:gd name="connsiteX55" fmla="*/ 40577 w 390525"/>
                <a:gd name="connsiteY55" fmla="*/ 73774 h 390525"/>
                <a:gd name="connsiteX56" fmla="*/ 51721 w 390525"/>
                <a:gd name="connsiteY56" fmla="*/ 73774 h 390525"/>
                <a:gd name="connsiteX57" fmla="*/ 51721 w 390525"/>
                <a:gd name="connsiteY57" fmla="*/ 84347 h 390525"/>
                <a:gd name="connsiteX58" fmla="*/ 83153 w 390525"/>
                <a:gd name="connsiteY58" fmla="*/ 118161 h 390525"/>
                <a:gd name="connsiteX59" fmla="*/ 118301 w 390525"/>
                <a:gd name="connsiteY59" fmla="*/ 84918 h 390525"/>
                <a:gd name="connsiteX60" fmla="*/ 118301 w 390525"/>
                <a:gd name="connsiteY60" fmla="*/ 73774 h 390525"/>
                <a:gd name="connsiteX61" fmla="*/ 164211 w 390525"/>
                <a:gd name="connsiteY61" fmla="*/ 73774 h 390525"/>
                <a:gd name="connsiteX62" fmla="*/ 164211 w 390525"/>
                <a:gd name="connsiteY62" fmla="*/ 84347 h 390525"/>
                <a:gd name="connsiteX63" fmla="*/ 195644 w 390525"/>
                <a:gd name="connsiteY63" fmla="*/ 118161 h 390525"/>
                <a:gd name="connsiteX64" fmla="*/ 230791 w 390525"/>
                <a:gd name="connsiteY64" fmla="*/ 84918 h 390525"/>
                <a:gd name="connsiteX65" fmla="*/ 230791 w 390525"/>
                <a:gd name="connsiteY65" fmla="*/ 73774 h 390525"/>
                <a:gd name="connsiteX66" fmla="*/ 275177 w 390525"/>
                <a:gd name="connsiteY66" fmla="*/ 73774 h 390525"/>
                <a:gd name="connsiteX67" fmla="*/ 275177 w 390525"/>
                <a:gd name="connsiteY67" fmla="*/ 84347 h 390525"/>
                <a:gd name="connsiteX68" fmla="*/ 306610 w 390525"/>
                <a:gd name="connsiteY68" fmla="*/ 118161 h 390525"/>
                <a:gd name="connsiteX69" fmla="*/ 341757 w 390525"/>
                <a:gd name="connsiteY69" fmla="*/ 84918 h 390525"/>
                <a:gd name="connsiteX70" fmla="*/ 341757 w 390525"/>
                <a:gd name="connsiteY70" fmla="*/ 73774 h 390525"/>
                <a:gd name="connsiteX71" fmla="*/ 352901 w 390525"/>
                <a:gd name="connsiteY71" fmla="*/ 73774 h 390525"/>
                <a:gd name="connsiteX72" fmla="*/ 364046 w 390525"/>
                <a:gd name="connsiteY72" fmla="*/ 84918 h 390525"/>
                <a:gd name="connsiteX73" fmla="*/ 364046 w 390525"/>
                <a:gd name="connsiteY73" fmla="*/ 141878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Lst>
              <a:rect l="l" t="t" r="r" b="b"/>
              <a:pathLst>
                <a:path w="390525" h="390525">
                  <a:moveTo>
                    <a:pt x="352806" y="51581"/>
                  </a:moveTo>
                  <a:lnTo>
                    <a:pt x="341662" y="51581"/>
                  </a:lnTo>
                  <a:lnTo>
                    <a:pt x="341662" y="41008"/>
                  </a:lnTo>
                  <a:cubicBezTo>
                    <a:pt x="341662" y="23673"/>
                    <a:pt x="327565" y="8147"/>
                    <a:pt x="310229" y="7194"/>
                  </a:cubicBezTo>
                  <a:cubicBezTo>
                    <a:pt x="290989" y="6147"/>
                    <a:pt x="275082" y="21482"/>
                    <a:pt x="275082" y="40437"/>
                  </a:cubicBezTo>
                  <a:lnTo>
                    <a:pt x="275082" y="51581"/>
                  </a:lnTo>
                  <a:lnTo>
                    <a:pt x="230696" y="51581"/>
                  </a:lnTo>
                  <a:lnTo>
                    <a:pt x="230696" y="41008"/>
                  </a:lnTo>
                  <a:cubicBezTo>
                    <a:pt x="230696" y="23673"/>
                    <a:pt x="216598" y="8147"/>
                    <a:pt x="199263" y="7194"/>
                  </a:cubicBezTo>
                  <a:cubicBezTo>
                    <a:pt x="180022" y="6147"/>
                    <a:pt x="164116" y="21482"/>
                    <a:pt x="164116" y="40437"/>
                  </a:cubicBezTo>
                  <a:lnTo>
                    <a:pt x="164116" y="51581"/>
                  </a:lnTo>
                  <a:lnTo>
                    <a:pt x="118205" y="51581"/>
                  </a:lnTo>
                  <a:lnTo>
                    <a:pt x="118205" y="41008"/>
                  </a:lnTo>
                  <a:cubicBezTo>
                    <a:pt x="118205" y="23673"/>
                    <a:pt x="104108" y="8147"/>
                    <a:pt x="86773" y="7194"/>
                  </a:cubicBezTo>
                  <a:cubicBezTo>
                    <a:pt x="67532" y="6147"/>
                    <a:pt x="51626" y="21482"/>
                    <a:pt x="51626" y="40437"/>
                  </a:cubicBezTo>
                  <a:lnTo>
                    <a:pt x="51626" y="51581"/>
                  </a:lnTo>
                  <a:lnTo>
                    <a:pt x="40481" y="51581"/>
                  </a:lnTo>
                  <a:cubicBezTo>
                    <a:pt x="22098" y="51581"/>
                    <a:pt x="7144" y="66535"/>
                    <a:pt x="7144" y="84918"/>
                  </a:cubicBezTo>
                  <a:lnTo>
                    <a:pt x="7144" y="352857"/>
                  </a:lnTo>
                  <a:cubicBezTo>
                    <a:pt x="7144" y="371240"/>
                    <a:pt x="22098" y="386194"/>
                    <a:pt x="40481" y="386194"/>
                  </a:cubicBezTo>
                  <a:lnTo>
                    <a:pt x="352806" y="386194"/>
                  </a:lnTo>
                  <a:cubicBezTo>
                    <a:pt x="371189" y="386194"/>
                    <a:pt x="386144" y="371240"/>
                    <a:pt x="386144" y="352857"/>
                  </a:cubicBezTo>
                  <a:lnTo>
                    <a:pt x="386144" y="84918"/>
                  </a:lnTo>
                  <a:cubicBezTo>
                    <a:pt x="386144" y="66535"/>
                    <a:pt x="371285" y="51581"/>
                    <a:pt x="352806" y="51581"/>
                  </a:cubicBezTo>
                  <a:close/>
                  <a:moveTo>
                    <a:pt x="297371" y="40627"/>
                  </a:moveTo>
                  <a:cubicBezTo>
                    <a:pt x="297371" y="34055"/>
                    <a:pt x="303086" y="28816"/>
                    <a:pt x="309753" y="29578"/>
                  </a:cubicBezTo>
                  <a:cubicBezTo>
                    <a:pt x="315373" y="30245"/>
                    <a:pt x="319564" y="35198"/>
                    <a:pt x="319564" y="40913"/>
                  </a:cubicBezTo>
                  <a:lnTo>
                    <a:pt x="319564" y="84728"/>
                  </a:lnTo>
                  <a:cubicBezTo>
                    <a:pt x="319564" y="90443"/>
                    <a:pt x="315373" y="95396"/>
                    <a:pt x="309753" y="96063"/>
                  </a:cubicBezTo>
                  <a:cubicBezTo>
                    <a:pt x="303086" y="96825"/>
                    <a:pt x="297371" y="91586"/>
                    <a:pt x="297371" y="85014"/>
                  </a:cubicBezTo>
                  <a:lnTo>
                    <a:pt x="297371" y="40627"/>
                  </a:lnTo>
                  <a:close/>
                  <a:moveTo>
                    <a:pt x="186309" y="40627"/>
                  </a:moveTo>
                  <a:cubicBezTo>
                    <a:pt x="186309" y="34055"/>
                    <a:pt x="192024" y="28816"/>
                    <a:pt x="198691" y="29578"/>
                  </a:cubicBezTo>
                  <a:cubicBezTo>
                    <a:pt x="204311" y="30245"/>
                    <a:pt x="208502" y="35198"/>
                    <a:pt x="208502" y="40913"/>
                  </a:cubicBezTo>
                  <a:lnTo>
                    <a:pt x="208502" y="84728"/>
                  </a:lnTo>
                  <a:cubicBezTo>
                    <a:pt x="208502" y="90443"/>
                    <a:pt x="204311" y="95396"/>
                    <a:pt x="198691" y="96063"/>
                  </a:cubicBezTo>
                  <a:cubicBezTo>
                    <a:pt x="192024" y="96825"/>
                    <a:pt x="186309" y="91586"/>
                    <a:pt x="186309" y="85014"/>
                  </a:cubicBezTo>
                  <a:lnTo>
                    <a:pt x="186309" y="40627"/>
                  </a:lnTo>
                  <a:close/>
                  <a:moveTo>
                    <a:pt x="73819" y="40627"/>
                  </a:moveTo>
                  <a:cubicBezTo>
                    <a:pt x="73819" y="34055"/>
                    <a:pt x="79534" y="28816"/>
                    <a:pt x="86201" y="29578"/>
                  </a:cubicBezTo>
                  <a:cubicBezTo>
                    <a:pt x="91821" y="30245"/>
                    <a:pt x="96012" y="35198"/>
                    <a:pt x="96012" y="40913"/>
                  </a:cubicBezTo>
                  <a:lnTo>
                    <a:pt x="96012" y="84728"/>
                  </a:lnTo>
                  <a:cubicBezTo>
                    <a:pt x="96012" y="90443"/>
                    <a:pt x="91821" y="95396"/>
                    <a:pt x="86201" y="96063"/>
                  </a:cubicBezTo>
                  <a:cubicBezTo>
                    <a:pt x="79534" y="96825"/>
                    <a:pt x="73819" y="91586"/>
                    <a:pt x="73819" y="85014"/>
                  </a:cubicBezTo>
                  <a:lnTo>
                    <a:pt x="73819" y="40627"/>
                  </a:lnTo>
                  <a:close/>
                  <a:moveTo>
                    <a:pt x="352806" y="363906"/>
                  </a:moveTo>
                  <a:lnTo>
                    <a:pt x="40481" y="363906"/>
                  </a:lnTo>
                  <a:cubicBezTo>
                    <a:pt x="34385" y="363906"/>
                    <a:pt x="29337" y="358953"/>
                    <a:pt x="29337" y="352761"/>
                  </a:cubicBezTo>
                  <a:lnTo>
                    <a:pt x="29337" y="164071"/>
                  </a:lnTo>
                  <a:lnTo>
                    <a:pt x="363855" y="164071"/>
                  </a:lnTo>
                  <a:lnTo>
                    <a:pt x="363855" y="352761"/>
                  </a:lnTo>
                  <a:cubicBezTo>
                    <a:pt x="363950" y="358953"/>
                    <a:pt x="358997" y="363906"/>
                    <a:pt x="352806" y="363906"/>
                  </a:cubicBezTo>
                  <a:close/>
                  <a:moveTo>
                    <a:pt x="363950" y="141878"/>
                  </a:moveTo>
                  <a:lnTo>
                    <a:pt x="29432" y="141878"/>
                  </a:lnTo>
                  <a:lnTo>
                    <a:pt x="29432" y="84918"/>
                  </a:lnTo>
                  <a:cubicBezTo>
                    <a:pt x="29432" y="78822"/>
                    <a:pt x="34385" y="73774"/>
                    <a:pt x="40577" y="73774"/>
                  </a:cubicBezTo>
                  <a:lnTo>
                    <a:pt x="51721" y="73774"/>
                  </a:lnTo>
                  <a:lnTo>
                    <a:pt x="51721" y="84347"/>
                  </a:lnTo>
                  <a:cubicBezTo>
                    <a:pt x="51721" y="101682"/>
                    <a:pt x="65818" y="117208"/>
                    <a:pt x="83153" y="118161"/>
                  </a:cubicBezTo>
                  <a:cubicBezTo>
                    <a:pt x="102394" y="119208"/>
                    <a:pt x="118301" y="103873"/>
                    <a:pt x="118301" y="84918"/>
                  </a:cubicBezTo>
                  <a:lnTo>
                    <a:pt x="118301" y="73774"/>
                  </a:lnTo>
                  <a:lnTo>
                    <a:pt x="164211" y="73774"/>
                  </a:lnTo>
                  <a:lnTo>
                    <a:pt x="164211" y="84347"/>
                  </a:lnTo>
                  <a:cubicBezTo>
                    <a:pt x="164211" y="101682"/>
                    <a:pt x="178308" y="117208"/>
                    <a:pt x="195644" y="118161"/>
                  </a:cubicBezTo>
                  <a:cubicBezTo>
                    <a:pt x="214884" y="119208"/>
                    <a:pt x="230791" y="103873"/>
                    <a:pt x="230791" y="84918"/>
                  </a:cubicBezTo>
                  <a:lnTo>
                    <a:pt x="230791" y="73774"/>
                  </a:lnTo>
                  <a:lnTo>
                    <a:pt x="275177" y="73774"/>
                  </a:lnTo>
                  <a:lnTo>
                    <a:pt x="275177" y="84347"/>
                  </a:lnTo>
                  <a:cubicBezTo>
                    <a:pt x="275177" y="101682"/>
                    <a:pt x="289274" y="117208"/>
                    <a:pt x="306610" y="118161"/>
                  </a:cubicBezTo>
                  <a:cubicBezTo>
                    <a:pt x="325850" y="119208"/>
                    <a:pt x="341757" y="103873"/>
                    <a:pt x="341757" y="84918"/>
                  </a:cubicBezTo>
                  <a:lnTo>
                    <a:pt x="341757" y="73774"/>
                  </a:lnTo>
                  <a:lnTo>
                    <a:pt x="352901" y="73774"/>
                  </a:lnTo>
                  <a:cubicBezTo>
                    <a:pt x="358997" y="73774"/>
                    <a:pt x="364046" y="78727"/>
                    <a:pt x="364046" y="84918"/>
                  </a:cubicBezTo>
                  <a:lnTo>
                    <a:pt x="364046" y="141878"/>
                  </a:lnTo>
                  <a:close/>
                </a:path>
              </a:pathLst>
            </a:custGeom>
            <a:grpFill/>
            <a:ln w="9525" cap="flat">
              <a:noFill/>
              <a:prstDash val="solid"/>
              <a:miter/>
            </a:ln>
          </p:spPr>
          <p:txBody>
            <a:bodyPr rtlCol="0" anchor="ctr"/>
            <a:lstStyle/>
            <a:p>
              <a:endParaRPr lang="ko-KR" altLang="en-US"/>
            </a:p>
          </p:txBody>
        </p:sp>
        <p:sp>
          <p:nvSpPr>
            <p:cNvPr id="34" name="자유형: 도형 75"/>
            <p:cNvSpPr/>
            <p:nvPr/>
          </p:nvSpPr>
          <p:spPr>
            <a:xfrm>
              <a:off x="3493285" y="1072038"/>
              <a:ext cx="295275" cy="161925"/>
            </a:xfrm>
            <a:custGeom>
              <a:avLst/>
              <a:gdLst>
                <a:gd name="connsiteX0" fmla="*/ 286226 w 295275"/>
                <a:gd name="connsiteY0" fmla="*/ 7144 h 161925"/>
                <a:gd name="connsiteX1" fmla="*/ 18288 w 295275"/>
                <a:gd name="connsiteY1" fmla="*/ 7144 h 161925"/>
                <a:gd name="connsiteX2" fmla="*/ 7144 w 295275"/>
                <a:gd name="connsiteY2" fmla="*/ 18288 h 161925"/>
                <a:gd name="connsiteX3" fmla="*/ 7144 w 295275"/>
                <a:gd name="connsiteY3" fmla="*/ 151543 h 161925"/>
                <a:gd name="connsiteX4" fmla="*/ 18288 w 295275"/>
                <a:gd name="connsiteY4" fmla="*/ 162687 h 161925"/>
                <a:gd name="connsiteX5" fmla="*/ 286226 w 295275"/>
                <a:gd name="connsiteY5" fmla="*/ 162687 h 161925"/>
                <a:gd name="connsiteX6" fmla="*/ 297371 w 295275"/>
                <a:gd name="connsiteY6" fmla="*/ 151543 h 161925"/>
                <a:gd name="connsiteX7" fmla="*/ 297371 w 295275"/>
                <a:gd name="connsiteY7" fmla="*/ 18288 h 161925"/>
                <a:gd name="connsiteX8" fmla="*/ 286226 w 295275"/>
                <a:gd name="connsiteY8" fmla="*/ 7144 h 161925"/>
                <a:gd name="connsiteX9" fmla="*/ 73819 w 295275"/>
                <a:gd name="connsiteY9" fmla="*/ 140399 h 161925"/>
                <a:gd name="connsiteX10" fmla="*/ 29432 w 295275"/>
                <a:gd name="connsiteY10" fmla="*/ 140399 h 161925"/>
                <a:gd name="connsiteX11" fmla="*/ 29432 w 295275"/>
                <a:gd name="connsiteY11" fmla="*/ 96012 h 161925"/>
                <a:gd name="connsiteX12" fmla="*/ 73819 w 295275"/>
                <a:gd name="connsiteY12" fmla="*/ 96012 h 161925"/>
                <a:gd name="connsiteX13" fmla="*/ 73819 w 295275"/>
                <a:gd name="connsiteY13" fmla="*/ 140399 h 161925"/>
                <a:gd name="connsiteX14" fmla="*/ 73819 w 295275"/>
                <a:gd name="connsiteY14" fmla="*/ 73819 h 161925"/>
                <a:gd name="connsiteX15" fmla="*/ 29432 w 295275"/>
                <a:gd name="connsiteY15" fmla="*/ 73819 h 161925"/>
                <a:gd name="connsiteX16" fmla="*/ 29432 w 295275"/>
                <a:gd name="connsiteY16" fmla="*/ 29432 h 161925"/>
                <a:gd name="connsiteX17" fmla="*/ 73819 w 295275"/>
                <a:gd name="connsiteY17" fmla="*/ 29432 h 161925"/>
                <a:gd name="connsiteX18" fmla="*/ 73819 w 295275"/>
                <a:gd name="connsiteY18" fmla="*/ 73819 h 161925"/>
                <a:gd name="connsiteX19" fmla="*/ 141922 w 295275"/>
                <a:gd name="connsiteY19" fmla="*/ 140399 h 161925"/>
                <a:gd name="connsiteX20" fmla="*/ 96012 w 295275"/>
                <a:gd name="connsiteY20" fmla="*/ 140399 h 161925"/>
                <a:gd name="connsiteX21" fmla="*/ 96012 w 295275"/>
                <a:gd name="connsiteY21" fmla="*/ 96012 h 161925"/>
                <a:gd name="connsiteX22" fmla="*/ 141922 w 295275"/>
                <a:gd name="connsiteY22" fmla="*/ 96012 h 161925"/>
                <a:gd name="connsiteX23" fmla="*/ 141922 w 295275"/>
                <a:gd name="connsiteY23" fmla="*/ 140399 h 161925"/>
                <a:gd name="connsiteX24" fmla="*/ 141922 w 295275"/>
                <a:gd name="connsiteY24" fmla="*/ 73819 h 161925"/>
                <a:gd name="connsiteX25" fmla="*/ 96012 w 295275"/>
                <a:gd name="connsiteY25" fmla="*/ 73819 h 161925"/>
                <a:gd name="connsiteX26" fmla="*/ 96012 w 295275"/>
                <a:gd name="connsiteY26" fmla="*/ 29432 h 161925"/>
                <a:gd name="connsiteX27" fmla="*/ 141922 w 295275"/>
                <a:gd name="connsiteY27" fmla="*/ 29432 h 161925"/>
                <a:gd name="connsiteX28" fmla="*/ 141922 w 295275"/>
                <a:gd name="connsiteY28" fmla="*/ 73819 h 161925"/>
                <a:gd name="connsiteX29" fmla="*/ 208502 w 295275"/>
                <a:gd name="connsiteY29" fmla="*/ 140399 h 161925"/>
                <a:gd name="connsiteX30" fmla="*/ 164116 w 295275"/>
                <a:gd name="connsiteY30" fmla="*/ 140399 h 161925"/>
                <a:gd name="connsiteX31" fmla="*/ 164116 w 295275"/>
                <a:gd name="connsiteY31" fmla="*/ 96012 h 161925"/>
                <a:gd name="connsiteX32" fmla="*/ 208502 w 295275"/>
                <a:gd name="connsiteY32" fmla="*/ 96012 h 161925"/>
                <a:gd name="connsiteX33" fmla="*/ 208502 w 295275"/>
                <a:gd name="connsiteY33" fmla="*/ 140399 h 161925"/>
                <a:gd name="connsiteX34" fmla="*/ 208502 w 295275"/>
                <a:gd name="connsiteY34" fmla="*/ 73819 h 161925"/>
                <a:gd name="connsiteX35" fmla="*/ 164116 w 295275"/>
                <a:gd name="connsiteY35" fmla="*/ 73819 h 161925"/>
                <a:gd name="connsiteX36" fmla="*/ 164116 w 295275"/>
                <a:gd name="connsiteY36" fmla="*/ 29432 h 161925"/>
                <a:gd name="connsiteX37" fmla="*/ 208502 w 295275"/>
                <a:gd name="connsiteY37" fmla="*/ 29432 h 161925"/>
                <a:gd name="connsiteX38" fmla="*/ 208502 w 295275"/>
                <a:gd name="connsiteY38" fmla="*/ 73819 h 161925"/>
                <a:gd name="connsiteX39" fmla="*/ 275177 w 295275"/>
                <a:gd name="connsiteY39" fmla="*/ 140399 h 161925"/>
                <a:gd name="connsiteX40" fmla="*/ 230791 w 295275"/>
                <a:gd name="connsiteY40" fmla="*/ 140399 h 161925"/>
                <a:gd name="connsiteX41" fmla="*/ 230791 w 295275"/>
                <a:gd name="connsiteY41" fmla="*/ 96012 h 161925"/>
                <a:gd name="connsiteX42" fmla="*/ 275177 w 295275"/>
                <a:gd name="connsiteY42" fmla="*/ 96012 h 161925"/>
                <a:gd name="connsiteX43" fmla="*/ 275177 w 295275"/>
                <a:gd name="connsiteY43" fmla="*/ 140399 h 161925"/>
                <a:gd name="connsiteX44" fmla="*/ 275177 w 295275"/>
                <a:gd name="connsiteY44" fmla="*/ 73819 h 161925"/>
                <a:gd name="connsiteX45" fmla="*/ 230791 w 295275"/>
                <a:gd name="connsiteY45" fmla="*/ 73819 h 161925"/>
                <a:gd name="connsiteX46" fmla="*/ 230791 w 295275"/>
                <a:gd name="connsiteY46" fmla="*/ 29432 h 161925"/>
                <a:gd name="connsiteX47" fmla="*/ 275177 w 295275"/>
                <a:gd name="connsiteY47" fmla="*/ 29432 h 161925"/>
                <a:gd name="connsiteX48" fmla="*/ 275177 w 295275"/>
                <a:gd name="connsiteY48" fmla="*/ 73819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295275" h="161925">
                  <a:moveTo>
                    <a:pt x="286226" y="7144"/>
                  </a:moveTo>
                  <a:lnTo>
                    <a:pt x="18288" y="7144"/>
                  </a:lnTo>
                  <a:cubicBezTo>
                    <a:pt x="12192" y="7144"/>
                    <a:pt x="7144" y="12097"/>
                    <a:pt x="7144" y="18288"/>
                  </a:cubicBezTo>
                  <a:lnTo>
                    <a:pt x="7144" y="151543"/>
                  </a:lnTo>
                  <a:cubicBezTo>
                    <a:pt x="7144" y="157639"/>
                    <a:pt x="12097" y="162687"/>
                    <a:pt x="18288" y="162687"/>
                  </a:cubicBezTo>
                  <a:lnTo>
                    <a:pt x="286226" y="162687"/>
                  </a:lnTo>
                  <a:cubicBezTo>
                    <a:pt x="292322" y="162687"/>
                    <a:pt x="297371" y="157734"/>
                    <a:pt x="297371" y="151543"/>
                  </a:cubicBezTo>
                  <a:lnTo>
                    <a:pt x="297371" y="18288"/>
                  </a:lnTo>
                  <a:cubicBezTo>
                    <a:pt x="297371" y="12192"/>
                    <a:pt x="292417" y="7144"/>
                    <a:pt x="286226" y="7144"/>
                  </a:cubicBezTo>
                  <a:close/>
                  <a:moveTo>
                    <a:pt x="73819" y="140399"/>
                  </a:moveTo>
                  <a:lnTo>
                    <a:pt x="29432" y="140399"/>
                  </a:lnTo>
                  <a:lnTo>
                    <a:pt x="29432" y="96012"/>
                  </a:lnTo>
                  <a:lnTo>
                    <a:pt x="73819" y="96012"/>
                  </a:lnTo>
                  <a:lnTo>
                    <a:pt x="73819" y="140399"/>
                  </a:lnTo>
                  <a:close/>
                  <a:moveTo>
                    <a:pt x="73819" y="73819"/>
                  </a:moveTo>
                  <a:lnTo>
                    <a:pt x="29432" y="73819"/>
                  </a:lnTo>
                  <a:lnTo>
                    <a:pt x="29432" y="29432"/>
                  </a:lnTo>
                  <a:lnTo>
                    <a:pt x="73819" y="29432"/>
                  </a:lnTo>
                  <a:lnTo>
                    <a:pt x="73819" y="73819"/>
                  </a:lnTo>
                  <a:close/>
                  <a:moveTo>
                    <a:pt x="141922" y="140399"/>
                  </a:moveTo>
                  <a:lnTo>
                    <a:pt x="96012" y="140399"/>
                  </a:lnTo>
                  <a:lnTo>
                    <a:pt x="96012" y="96012"/>
                  </a:lnTo>
                  <a:lnTo>
                    <a:pt x="141922" y="96012"/>
                  </a:lnTo>
                  <a:lnTo>
                    <a:pt x="141922" y="140399"/>
                  </a:lnTo>
                  <a:close/>
                  <a:moveTo>
                    <a:pt x="141922" y="73819"/>
                  </a:moveTo>
                  <a:lnTo>
                    <a:pt x="96012" y="73819"/>
                  </a:lnTo>
                  <a:lnTo>
                    <a:pt x="96012" y="29432"/>
                  </a:lnTo>
                  <a:lnTo>
                    <a:pt x="141922" y="29432"/>
                  </a:lnTo>
                  <a:lnTo>
                    <a:pt x="141922" y="73819"/>
                  </a:lnTo>
                  <a:close/>
                  <a:moveTo>
                    <a:pt x="208502" y="140399"/>
                  </a:moveTo>
                  <a:lnTo>
                    <a:pt x="164116" y="140399"/>
                  </a:lnTo>
                  <a:lnTo>
                    <a:pt x="164116" y="96012"/>
                  </a:lnTo>
                  <a:lnTo>
                    <a:pt x="208502" y="96012"/>
                  </a:lnTo>
                  <a:lnTo>
                    <a:pt x="208502" y="140399"/>
                  </a:lnTo>
                  <a:close/>
                  <a:moveTo>
                    <a:pt x="208502" y="73819"/>
                  </a:moveTo>
                  <a:lnTo>
                    <a:pt x="164116" y="73819"/>
                  </a:lnTo>
                  <a:lnTo>
                    <a:pt x="164116" y="29432"/>
                  </a:lnTo>
                  <a:lnTo>
                    <a:pt x="208502" y="29432"/>
                  </a:lnTo>
                  <a:lnTo>
                    <a:pt x="208502" y="73819"/>
                  </a:lnTo>
                  <a:close/>
                  <a:moveTo>
                    <a:pt x="275177" y="140399"/>
                  </a:moveTo>
                  <a:lnTo>
                    <a:pt x="230791" y="140399"/>
                  </a:lnTo>
                  <a:lnTo>
                    <a:pt x="230791" y="96012"/>
                  </a:lnTo>
                  <a:lnTo>
                    <a:pt x="275177" y="96012"/>
                  </a:lnTo>
                  <a:lnTo>
                    <a:pt x="275177" y="140399"/>
                  </a:lnTo>
                  <a:close/>
                  <a:moveTo>
                    <a:pt x="275177" y="73819"/>
                  </a:moveTo>
                  <a:lnTo>
                    <a:pt x="230791" y="73819"/>
                  </a:lnTo>
                  <a:lnTo>
                    <a:pt x="230791" y="29432"/>
                  </a:lnTo>
                  <a:lnTo>
                    <a:pt x="275177" y="29432"/>
                  </a:lnTo>
                  <a:lnTo>
                    <a:pt x="275177" y="73819"/>
                  </a:lnTo>
                  <a:close/>
                </a:path>
              </a:pathLst>
            </a:custGeom>
            <a:grpFill/>
            <a:ln w="9525" cap="flat">
              <a:noFill/>
              <a:prstDash val="solid"/>
              <a:miter/>
            </a:ln>
          </p:spPr>
          <p:txBody>
            <a:bodyPr rtlCol="0" anchor="ctr"/>
            <a:lstStyle/>
            <a:p>
              <a:endParaRPr lang="ko-KR" altLang="en-US"/>
            </a:p>
          </p:txBody>
        </p:sp>
      </p:grpSp>
      <p:grpSp>
        <p:nvGrpSpPr>
          <p:cNvPr id="35" name="그룹 95"/>
          <p:cNvGrpSpPr/>
          <p:nvPr/>
        </p:nvGrpSpPr>
        <p:grpSpPr>
          <a:xfrm>
            <a:off x="9539226" y="1560171"/>
            <a:ext cx="390525" cy="390525"/>
            <a:chOff x="8162630" y="1551336"/>
            <a:chExt cx="390525" cy="390525"/>
          </a:xfrm>
          <a:solidFill>
            <a:schemeClr val="bg1"/>
          </a:solidFill>
        </p:grpSpPr>
        <p:sp>
          <p:nvSpPr>
            <p:cNvPr id="36" name="자유형: 도형 96"/>
            <p:cNvSpPr/>
            <p:nvPr/>
          </p:nvSpPr>
          <p:spPr>
            <a:xfrm>
              <a:off x="8340938" y="1595723"/>
              <a:ext cx="28575" cy="28575"/>
            </a:xfrm>
            <a:custGeom>
              <a:avLst/>
              <a:gdLst>
                <a:gd name="connsiteX0" fmla="*/ 29432 w 28575"/>
                <a:gd name="connsiteY0" fmla="*/ 18288 h 28575"/>
                <a:gd name="connsiteX1" fmla="*/ 18288 w 28575"/>
                <a:gd name="connsiteY1" fmla="*/ 29432 h 28575"/>
                <a:gd name="connsiteX2" fmla="*/ 7144 w 28575"/>
                <a:gd name="connsiteY2" fmla="*/ 18288 h 28575"/>
                <a:gd name="connsiteX3" fmla="*/ 18288 w 28575"/>
                <a:gd name="connsiteY3" fmla="*/ 7144 h 28575"/>
                <a:gd name="connsiteX4" fmla="*/ 29432 w 28575"/>
                <a:gd name="connsiteY4" fmla="*/ 18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9432" y="18288"/>
                  </a:moveTo>
                  <a:cubicBezTo>
                    <a:pt x="29432" y="24384"/>
                    <a:pt x="24479" y="29432"/>
                    <a:pt x="18288" y="29432"/>
                  </a:cubicBezTo>
                  <a:cubicBezTo>
                    <a:pt x="12192" y="29432"/>
                    <a:pt x="7144" y="24479"/>
                    <a:pt x="7144" y="18288"/>
                  </a:cubicBezTo>
                  <a:cubicBezTo>
                    <a:pt x="7144" y="12192"/>
                    <a:pt x="12097" y="7144"/>
                    <a:pt x="18288" y="7144"/>
                  </a:cubicBezTo>
                  <a:cubicBezTo>
                    <a:pt x="24479" y="7239"/>
                    <a:pt x="29432" y="12192"/>
                    <a:pt x="29432" y="18288"/>
                  </a:cubicBezTo>
                  <a:close/>
                </a:path>
              </a:pathLst>
            </a:custGeom>
            <a:grpFill/>
            <a:ln w="9525" cap="flat">
              <a:noFill/>
              <a:prstDash val="solid"/>
              <a:miter/>
            </a:ln>
          </p:spPr>
          <p:txBody>
            <a:bodyPr rtlCol="0" anchor="ctr"/>
            <a:lstStyle/>
            <a:p>
              <a:endParaRPr lang="ko-KR" altLang="en-US"/>
            </a:p>
          </p:txBody>
        </p:sp>
        <p:sp>
          <p:nvSpPr>
            <p:cNvPr id="37" name="자유형: 도형 97"/>
            <p:cNvSpPr/>
            <p:nvPr/>
          </p:nvSpPr>
          <p:spPr>
            <a:xfrm>
              <a:off x="8207017" y="1619440"/>
              <a:ext cx="28575" cy="28575"/>
            </a:xfrm>
            <a:custGeom>
              <a:avLst/>
              <a:gdLst>
                <a:gd name="connsiteX0" fmla="*/ 29432 w 28575"/>
                <a:gd name="connsiteY0" fmla="*/ 18288 h 28575"/>
                <a:gd name="connsiteX1" fmla="*/ 18288 w 28575"/>
                <a:gd name="connsiteY1" fmla="*/ 29432 h 28575"/>
                <a:gd name="connsiteX2" fmla="*/ 7144 w 28575"/>
                <a:gd name="connsiteY2" fmla="*/ 18288 h 28575"/>
                <a:gd name="connsiteX3" fmla="*/ 18288 w 28575"/>
                <a:gd name="connsiteY3" fmla="*/ 7144 h 28575"/>
                <a:gd name="connsiteX4" fmla="*/ 29432 w 28575"/>
                <a:gd name="connsiteY4" fmla="*/ 18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9432" y="18288"/>
                  </a:moveTo>
                  <a:cubicBezTo>
                    <a:pt x="29432" y="24384"/>
                    <a:pt x="24479" y="29432"/>
                    <a:pt x="18288" y="29432"/>
                  </a:cubicBezTo>
                  <a:cubicBezTo>
                    <a:pt x="12192" y="29432"/>
                    <a:pt x="7144" y="24479"/>
                    <a:pt x="7144" y="18288"/>
                  </a:cubicBezTo>
                  <a:cubicBezTo>
                    <a:pt x="7144" y="12192"/>
                    <a:pt x="12097" y="7144"/>
                    <a:pt x="18288" y="7144"/>
                  </a:cubicBezTo>
                  <a:cubicBezTo>
                    <a:pt x="24479" y="7144"/>
                    <a:pt x="29432" y="12097"/>
                    <a:pt x="29432" y="18288"/>
                  </a:cubicBezTo>
                  <a:close/>
                </a:path>
              </a:pathLst>
            </a:custGeom>
            <a:grpFill/>
            <a:ln w="9525" cap="flat">
              <a:noFill/>
              <a:prstDash val="solid"/>
              <a:miter/>
            </a:ln>
          </p:spPr>
          <p:txBody>
            <a:bodyPr rtlCol="0" anchor="ctr"/>
            <a:lstStyle/>
            <a:p>
              <a:endParaRPr lang="ko-KR" altLang="en-US"/>
            </a:p>
          </p:txBody>
        </p:sp>
        <p:sp>
          <p:nvSpPr>
            <p:cNvPr id="38" name="자유형: 도형 98"/>
            <p:cNvSpPr/>
            <p:nvPr/>
          </p:nvSpPr>
          <p:spPr>
            <a:xfrm>
              <a:off x="8474955" y="1619440"/>
              <a:ext cx="28575" cy="28575"/>
            </a:xfrm>
            <a:custGeom>
              <a:avLst/>
              <a:gdLst>
                <a:gd name="connsiteX0" fmla="*/ 29432 w 28575"/>
                <a:gd name="connsiteY0" fmla="*/ 18288 h 28575"/>
                <a:gd name="connsiteX1" fmla="*/ 18288 w 28575"/>
                <a:gd name="connsiteY1" fmla="*/ 29432 h 28575"/>
                <a:gd name="connsiteX2" fmla="*/ 7144 w 28575"/>
                <a:gd name="connsiteY2" fmla="*/ 18288 h 28575"/>
                <a:gd name="connsiteX3" fmla="*/ 18288 w 28575"/>
                <a:gd name="connsiteY3" fmla="*/ 7144 h 28575"/>
                <a:gd name="connsiteX4" fmla="*/ 29432 w 28575"/>
                <a:gd name="connsiteY4" fmla="*/ 18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9432" y="18288"/>
                  </a:moveTo>
                  <a:cubicBezTo>
                    <a:pt x="29432" y="24384"/>
                    <a:pt x="24479" y="29432"/>
                    <a:pt x="18288" y="29432"/>
                  </a:cubicBezTo>
                  <a:cubicBezTo>
                    <a:pt x="12192" y="29432"/>
                    <a:pt x="7144" y="24479"/>
                    <a:pt x="7144" y="18288"/>
                  </a:cubicBezTo>
                  <a:cubicBezTo>
                    <a:pt x="7144" y="12192"/>
                    <a:pt x="12096" y="7144"/>
                    <a:pt x="18288" y="7144"/>
                  </a:cubicBezTo>
                  <a:cubicBezTo>
                    <a:pt x="24479" y="7144"/>
                    <a:pt x="29432" y="12097"/>
                    <a:pt x="29432" y="18288"/>
                  </a:cubicBezTo>
                  <a:close/>
                </a:path>
              </a:pathLst>
            </a:custGeom>
            <a:grpFill/>
            <a:ln w="9525" cap="flat">
              <a:noFill/>
              <a:prstDash val="solid"/>
              <a:miter/>
            </a:ln>
          </p:spPr>
          <p:txBody>
            <a:bodyPr rtlCol="0" anchor="ctr"/>
            <a:lstStyle/>
            <a:p>
              <a:endParaRPr lang="ko-KR" altLang="en-US"/>
            </a:p>
          </p:txBody>
        </p:sp>
        <p:sp>
          <p:nvSpPr>
            <p:cNvPr id="39" name="자유형: 도형 99"/>
            <p:cNvSpPr/>
            <p:nvPr/>
          </p:nvSpPr>
          <p:spPr>
            <a:xfrm>
              <a:off x="8162630" y="1551336"/>
              <a:ext cx="390525" cy="390525"/>
            </a:xfrm>
            <a:custGeom>
              <a:avLst/>
              <a:gdLst>
                <a:gd name="connsiteX0" fmla="*/ 330708 w 390525"/>
                <a:gd name="connsiteY0" fmla="*/ 30861 h 390525"/>
                <a:gd name="connsiteX1" fmla="*/ 275177 w 390525"/>
                <a:gd name="connsiteY1" fmla="*/ 86392 h 390525"/>
                <a:gd name="connsiteX2" fmla="*/ 282607 w 390525"/>
                <a:gd name="connsiteY2" fmla="*/ 114109 h 390525"/>
                <a:gd name="connsiteX3" fmla="*/ 319564 w 390525"/>
                <a:gd name="connsiteY3" fmla="*/ 178213 h 390525"/>
                <a:gd name="connsiteX4" fmla="*/ 319564 w 390525"/>
                <a:gd name="connsiteY4" fmla="*/ 208502 h 390525"/>
                <a:gd name="connsiteX5" fmla="*/ 228124 w 390525"/>
                <a:gd name="connsiteY5" fmla="*/ 208502 h 390525"/>
                <a:gd name="connsiteX6" fmla="*/ 207836 w 390525"/>
                <a:gd name="connsiteY6" fmla="*/ 188214 h 390525"/>
                <a:gd name="connsiteX7" fmla="*/ 207836 w 390525"/>
                <a:gd name="connsiteY7" fmla="*/ 154495 h 390525"/>
                <a:gd name="connsiteX8" fmla="*/ 244793 w 390525"/>
                <a:gd name="connsiteY8" fmla="*/ 90392 h 390525"/>
                <a:gd name="connsiteX9" fmla="*/ 252222 w 390525"/>
                <a:gd name="connsiteY9" fmla="*/ 62674 h 390525"/>
                <a:gd name="connsiteX10" fmla="*/ 196691 w 390525"/>
                <a:gd name="connsiteY10" fmla="*/ 7144 h 390525"/>
                <a:gd name="connsiteX11" fmla="*/ 141161 w 390525"/>
                <a:gd name="connsiteY11" fmla="*/ 62674 h 390525"/>
                <a:gd name="connsiteX12" fmla="*/ 148590 w 390525"/>
                <a:gd name="connsiteY12" fmla="*/ 90392 h 390525"/>
                <a:gd name="connsiteX13" fmla="*/ 185547 w 390525"/>
                <a:gd name="connsiteY13" fmla="*/ 154495 h 390525"/>
                <a:gd name="connsiteX14" fmla="*/ 185547 w 390525"/>
                <a:gd name="connsiteY14" fmla="*/ 188214 h 390525"/>
                <a:gd name="connsiteX15" fmla="*/ 165259 w 390525"/>
                <a:gd name="connsiteY15" fmla="*/ 208502 h 390525"/>
                <a:gd name="connsiteX16" fmla="*/ 73819 w 390525"/>
                <a:gd name="connsiteY16" fmla="*/ 208502 h 390525"/>
                <a:gd name="connsiteX17" fmla="*/ 73819 w 390525"/>
                <a:gd name="connsiteY17" fmla="*/ 178213 h 390525"/>
                <a:gd name="connsiteX18" fmla="*/ 110776 w 390525"/>
                <a:gd name="connsiteY18" fmla="*/ 114109 h 390525"/>
                <a:gd name="connsiteX19" fmla="*/ 118206 w 390525"/>
                <a:gd name="connsiteY19" fmla="*/ 86392 h 390525"/>
                <a:gd name="connsiteX20" fmla="*/ 62675 w 390525"/>
                <a:gd name="connsiteY20" fmla="*/ 30861 h 390525"/>
                <a:gd name="connsiteX21" fmla="*/ 7144 w 390525"/>
                <a:gd name="connsiteY21" fmla="*/ 86392 h 390525"/>
                <a:gd name="connsiteX22" fmla="*/ 14574 w 390525"/>
                <a:gd name="connsiteY22" fmla="*/ 114109 h 390525"/>
                <a:gd name="connsiteX23" fmla="*/ 51531 w 390525"/>
                <a:gd name="connsiteY23" fmla="*/ 178213 h 390525"/>
                <a:gd name="connsiteX24" fmla="*/ 51531 w 390525"/>
                <a:gd name="connsiteY24" fmla="*/ 219646 h 390525"/>
                <a:gd name="connsiteX25" fmla="*/ 62675 w 390525"/>
                <a:gd name="connsiteY25" fmla="*/ 230791 h 390525"/>
                <a:gd name="connsiteX26" fmla="*/ 165259 w 390525"/>
                <a:gd name="connsiteY26" fmla="*/ 230791 h 390525"/>
                <a:gd name="connsiteX27" fmla="*/ 185547 w 390525"/>
                <a:gd name="connsiteY27" fmla="*/ 251079 h 390525"/>
                <a:gd name="connsiteX28" fmla="*/ 185547 w 390525"/>
                <a:gd name="connsiteY28" fmla="*/ 275177 h 390525"/>
                <a:gd name="connsiteX29" fmla="*/ 63437 w 390525"/>
                <a:gd name="connsiteY29" fmla="*/ 275177 h 390525"/>
                <a:gd name="connsiteX30" fmla="*/ 52293 w 390525"/>
                <a:gd name="connsiteY30" fmla="*/ 286321 h 390525"/>
                <a:gd name="connsiteX31" fmla="*/ 52293 w 390525"/>
                <a:gd name="connsiteY31" fmla="*/ 375094 h 390525"/>
                <a:gd name="connsiteX32" fmla="*/ 63437 w 390525"/>
                <a:gd name="connsiteY32" fmla="*/ 386239 h 390525"/>
                <a:gd name="connsiteX33" fmla="*/ 329851 w 390525"/>
                <a:gd name="connsiteY33" fmla="*/ 386239 h 390525"/>
                <a:gd name="connsiteX34" fmla="*/ 340995 w 390525"/>
                <a:gd name="connsiteY34" fmla="*/ 375094 h 390525"/>
                <a:gd name="connsiteX35" fmla="*/ 340995 w 390525"/>
                <a:gd name="connsiteY35" fmla="*/ 286321 h 390525"/>
                <a:gd name="connsiteX36" fmla="*/ 329851 w 390525"/>
                <a:gd name="connsiteY36" fmla="*/ 275177 h 390525"/>
                <a:gd name="connsiteX37" fmla="*/ 207740 w 390525"/>
                <a:gd name="connsiteY37" fmla="*/ 275177 h 390525"/>
                <a:gd name="connsiteX38" fmla="*/ 207740 w 390525"/>
                <a:gd name="connsiteY38" fmla="*/ 251079 h 390525"/>
                <a:gd name="connsiteX39" fmla="*/ 228029 w 390525"/>
                <a:gd name="connsiteY39" fmla="*/ 230791 h 390525"/>
                <a:gd name="connsiteX40" fmla="*/ 330613 w 390525"/>
                <a:gd name="connsiteY40" fmla="*/ 230791 h 390525"/>
                <a:gd name="connsiteX41" fmla="*/ 341757 w 390525"/>
                <a:gd name="connsiteY41" fmla="*/ 219646 h 390525"/>
                <a:gd name="connsiteX42" fmla="*/ 341757 w 390525"/>
                <a:gd name="connsiteY42" fmla="*/ 178213 h 390525"/>
                <a:gd name="connsiteX43" fmla="*/ 378714 w 390525"/>
                <a:gd name="connsiteY43" fmla="*/ 114109 h 390525"/>
                <a:gd name="connsiteX44" fmla="*/ 386144 w 390525"/>
                <a:gd name="connsiteY44" fmla="*/ 86392 h 390525"/>
                <a:gd name="connsiteX45" fmla="*/ 330708 w 390525"/>
                <a:gd name="connsiteY45" fmla="*/ 30861 h 390525"/>
                <a:gd name="connsiteX46" fmla="*/ 33814 w 390525"/>
                <a:gd name="connsiteY46" fmla="*/ 102965 h 390525"/>
                <a:gd name="connsiteX47" fmla="*/ 29337 w 390525"/>
                <a:gd name="connsiteY47" fmla="*/ 86392 h 390525"/>
                <a:gd name="connsiteX48" fmla="*/ 62675 w 390525"/>
                <a:gd name="connsiteY48" fmla="*/ 53054 h 390525"/>
                <a:gd name="connsiteX49" fmla="*/ 96012 w 390525"/>
                <a:gd name="connsiteY49" fmla="*/ 86392 h 390525"/>
                <a:gd name="connsiteX50" fmla="*/ 91536 w 390525"/>
                <a:gd name="connsiteY50" fmla="*/ 103061 h 390525"/>
                <a:gd name="connsiteX51" fmla="*/ 62675 w 390525"/>
                <a:gd name="connsiteY51" fmla="*/ 153067 h 390525"/>
                <a:gd name="connsiteX52" fmla="*/ 33814 w 390525"/>
                <a:gd name="connsiteY52" fmla="*/ 102965 h 390525"/>
                <a:gd name="connsiteX53" fmla="*/ 318802 w 390525"/>
                <a:gd name="connsiteY53" fmla="*/ 363950 h 390525"/>
                <a:gd name="connsiteX54" fmla="*/ 74581 w 390525"/>
                <a:gd name="connsiteY54" fmla="*/ 363950 h 390525"/>
                <a:gd name="connsiteX55" fmla="*/ 74581 w 390525"/>
                <a:gd name="connsiteY55" fmla="*/ 297370 h 390525"/>
                <a:gd name="connsiteX56" fmla="*/ 318802 w 390525"/>
                <a:gd name="connsiteY56" fmla="*/ 297370 h 390525"/>
                <a:gd name="connsiteX57" fmla="*/ 318802 w 390525"/>
                <a:gd name="connsiteY57" fmla="*/ 363950 h 390525"/>
                <a:gd name="connsiteX58" fmla="*/ 167830 w 390525"/>
                <a:gd name="connsiteY58" fmla="*/ 79343 h 390525"/>
                <a:gd name="connsiteX59" fmla="*/ 163354 w 390525"/>
                <a:gd name="connsiteY59" fmla="*/ 62770 h 390525"/>
                <a:gd name="connsiteX60" fmla="*/ 196691 w 390525"/>
                <a:gd name="connsiteY60" fmla="*/ 29432 h 390525"/>
                <a:gd name="connsiteX61" fmla="*/ 230029 w 390525"/>
                <a:gd name="connsiteY61" fmla="*/ 62770 h 390525"/>
                <a:gd name="connsiteX62" fmla="*/ 225553 w 390525"/>
                <a:gd name="connsiteY62" fmla="*/ 79438 h 390525"/>
                <a:gd name="connsiteX63" fmla="*/ 196691 w 390525"/>
                <a:gd name="connsiteY63" fmla="*/ 129445 h 390525"/>
                <a:gd name="connsiteX64" fmla="*/ 167830 w 390525"/>
                <a:gd name="connsiteY64" fmla="*/ 79343 h 390525"/>
                <a:gd name="connsiteX65" fmla="*/ 196691 w 390525"/>
                <a:gd name="connsiteY65" fmla="*/ 230695 h 390525"/>
                <a:gd name="connsiteX66" fmla="*/ 185547 w 390525"/>
                <a:gd name="connsiteY66" fmla="*/ 219551 h 390525"/>
                <a:gd name="connsiteX67" fmla="*/ 196691 w 390525"/>
                <a:gd name="connsiteY67" fmla="*/ 208407 h 390525"/>
                <a:gd name="connsiteX68" fmla="*/ 207836 w 390525"/>
                <a:gd name="connsiteY68" fmla="*/ 219551 h 390525"/>
                <a:gd name="connsiteX69" fmla="*/ 196691 w 390525"/>
                <a:gd name="connsiteY69" fmla="*/ 230695 h 390525"/>
                <a:gd name="connsiteX70" fmla="*/ 359474 w 390525"/>
                <a:gd name="connsiteY70" fmla="*/ 102965 h 390525"/>
                <a:gd name="connsiteX71" fmla="*/ 330613 w 390525"/>
                <a:gd name="connsiteY71" fmla="*/ 152971 h 390525"/>
                <a:gd name="connsiteX72" fmla="*/ 301753 w 390525"/>
                <a:gd name="connsiteY72" fmla="*/ 102965 h 390525"/>
                <a:gd name="connsiteX73" fmla="*/ 297275 w 390525"/>
                <a:gd name="connsiteY73" fmla="*/ 86296 h 390525"/>
                <a:gd name="connsiteX74" fmla="*/ 330613 w 390525"/>
                <a:gd name="connsiteY74" fmla="*/ 52959 h 390525"/>
                <a:gd name="connsiteX75" fmla="*/ 363950 w 390525"/>
                <a:gd name="connsiteY75" fmla="*/ 86296 h 390525"/>
                <a:gd name="connsiteX76" fmla="*/ 359474 w 390525"/>
                <a:gd name="connsiteY76" fmla="*/ 102965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390525" h="390525">
                  <a:moveTo>
                    <a:pt x="330708" y="30861"/>
                  </a:moveTo>
                  <a:cubicBezTo>
                    <a:pt x="300133" y="30861"/>
                    <a:pt x="275177" y="55721"/>
                    <a:pt x="275177" y="86392"/>
                  </a:cubicBezTo>
                  <a:cubicBezTo>
                    <a:pt x="275177" y="96107"/>
                    <a:pt x="277749" y="105727"/>
                    <a:pt x="282607" y="114109"/>
                  </a:cubicBezTo>
                  <a:lnTo>
                    <a:pt x="319564" y="178213"/>
                  </a:lnTo>
                  <a:lnTo>
                    <a:pt x="319564" y="208502"/>
                  </a:lnTo>
                  <a:lnTo>
                    <a:pt x="228124" y="208502"/>
                  </a:lnTo>
                  <a:cubicBezTo>
                    <a:pt x="224790" y="199072"/>
                    <a:pt x="217265" y="191548"/>
                    <a:pt x="207836" y="188214"/>
                  </a:cubicBezTo>
                  <a:lnTo>
                    <a:pt x="207836" y="154495"/>
                  </a:lnTo>
                  <a:lnTo>
                    <a:pt x="244793" y="90392"/>
                  </a:lnTo>
                  <a:cubicBezTo>
                    <a:pt x="249650" y="82010"/>
                    <a:pt x="252222" y="72390"/>
                    <a:pt x="252222" y="62674"/>
                  </a:cubicBezTo>
                  <a:cubicBezTo>
                    <a:pt x="252222" y="32099"/>
                    <a:pt x="227362" y="7144"/>
                    <a:pt x="196691" y="7144"/>
                  </a:cubicBezTo>
                  <a:cubicBezTo>
                    <a:pt x="166021" y="7144"/>
                    <a:pt x="141161" y="32004"/>
                    <a:pt x="141161" y="62674"/>
                  </a:cubicBezTo>
                  <a:cubicBezTo>
                    <a:pt x="141161" y="72390"/>
                    <a:pt x="143733" y="82010"/>
                    <a:pt x="148590" y="90392"/>
                  </a:cubicBezTo>
                  <a:lnTo>
                    <a:pt x="185547" y="154495"/>
                  </a:lnTo>
                  <a:lnTo>
                    <a:pt x="185547" y="188214"/>
                  </a:lnTo>
                  <a:cubicBezTo>
                    <a:pt x="176118" y="191548"/>
                    <a:pt x="168593" y="199072"/>
                    <a:pt x="165259" y="208502"/>
                  </a:cubicBezTo>
                  <a:lnTo>
                    <a:pt x="73819" y="208502"/>
                  </a:lnTo>
                  <a:lnTo>
                    <a:pt x="73819" y="178213"/>
                  </a:lnTo>
                  <a:lnTo>
                    <a:pt x="110776" y="114109"/>
                  </a:lnTo>
                  <a:cubicBezTo>
                    <a:pt x="115634" y="105727"/>
                    <a:pt x="118206" y="96107"/>
                    <a:pt x="118206" y="86392"/>
                  </a:cubicBezTo>
                  <a:cubicBezTo>
                    <a:pt x="118206" y="55817"/>
                    <a:pt x="93345" y="30861"/>
                    <a:pt x="62675" y="30861"/>
                  </a:cubicBezTo>
                  <a:cubicBezTo>
                    <a:pt x="32004" y="30861"/>
                    <a:pt x="7144" y="55721"/>
                    <a:pt x="7144" y="86392"/>
                  </a:cubicBezTo>
                  <a:cubicBezTo>
                    <a:pt x="7144" y="96107"/>
                    <a:pt x="9716" y="105727"/>
                    <a:pt x="14574" y="114109"/>
                  </a:cubicBezTo>
                  <a:lnTo>
                    <a:pt x="51531" y="178213"/>
                  </a:lnTo>
                  <a:lnTo>
                    <a:pt x="51531" y="219646"/>
                  </a:lnTo>
                  <a:cubicBezTo>
                    <a:pt x="51531" y="225742"/>
                    <a:pt x="56484" y="230791"/>
                    <a:pt x="62675" y="230791"/>
                  </a:cubicBezTo>
                  <a:lnTo>
                    <a:pt x="165259" y="230791"/>
                  </a:lnTo>
                  <a:cubicBezTo>
                    <a:pt x="168593" y="240220"/>
                    <a:pt x="176118" y="247745"/>
                    <a:pt x="185547" y="251079"/>
                  </a:cubicBezTo>
                  <a:lnTo>
                    <a:pt x="185547" y="275177"/>
                  </a:lnTo>
                  <a:lnTo>
                    <a:pt x="63437" y="275177"/>
                  </a:lnTo>
                  <a:cubicBezTo>
                    <a:pt x="57341" y="275177"/>
                    <a:pt x="52293" y="280130"/>
                    <a:pt x="52293" y="286321"/>
                  </a:cubicBezTo>
                  <a:lnTo>
                    <a:pt x="52293" y="375094"/>
                  </a:lnTo>
                  <a:cubicBezTo>
                    <a:pt x="52293" y="381190"/>
                    <a:pt x="57245" y="386239"/>
                    <a:pt x="63437" y="386239"/>
                  </a:cubicBezTo>
                  <a:lnTo>
                    <a:pt x="329851" y="386239"/>
                  </a:lnTo>
                  <a:cubicBezTo>
                    <a:pt x="335947" y="386239"/>
                    <a:pt x="340995" y="381286"/>
                    <a:pt x="340995" y="375094"/>
                  </a:cubicBezTo>
                  <a:lnTo>
                    <a:pt x="340995" y="286321"/>
                  </a:lnTo>
                  <a:cubicBezTo>
                    <a:pt x="340995" y="280225"/>
                    <a:pt x="336042" y="275177"/>
                    <a:pt x="329851" y="275177"/>
                  </a:cubicBezTo>
                  <a:lnTo>
                    <a:pt x="207740" y="275177"/>
                  </a:lnTo>
                  <a:lnTo>
                    <a:pt x="207740" y="251079"/>
                  </a:lnTo>
                  <a:cubicBezTo>
                    <a:pt x="217170" y="247745"/>
                    <a:pt x="224695" y="240220"/>
                    <a:pt x="228029" y="230791"/>
                  </a:cubicBezTo>
                  <a:lnTo>
                    <a:pt x="330613" y="230791"/>
                  </a:lnTo>
                  <a:cubicBezTo>
                    <a:pt x="336709" y="230791"/>
                    <a:pt x="341757" y="225838"/>
                    <a:pt x="341757" y="219646"/>
                  </a:cubicBezTo>
                  <a:lnTo>
                    <a:pt x="341757" y="178213"/>
                  </a:lnTo>
                  <a:lnTo>
                    <a:pt x="378714" y="114109"/>
                  </a:lnTo>
                  <a:cubicBezTo>
                    <a:pt x="383572" y="105727"/>
                    <a:pt x="386144" y="96107"/>
                    <a:pt x="386144" y="86392"/>
                  </a:cubicBezTo>
                  <a:cubicBezTo>
                    <a:pt x="386239" y="55721"/>
                    <a:pt x="361284" y="30861"/>
                    <a:pt x="330708" y="30861"/>
                  </a:cubicBezTo>
                  <a:close/>
                  <a:moveTo>
                    <a:pt x="33814" y="102965"/>
                  </a:moveTo>
                  <a:cubicBezTo>
                    <a:pt x="30956" y="97917"/>
                    <a:pt x="29337" y="92202"/>
                    <a:pt x="29337" y="86392"/>
                  </a:cubicBezTo>
                  <a:cubicBezTo>
                    <a:pt x="29337" y="68008"/>
                    <a:pt x="44291" y="53054"/>
                    <a:pt x="62675" y="53054"/>
                  </a:cubicBezTo>
                  <a:cubicBezTo>
                    <a:pt x="81058" y="53054"/>
                    <a:pt x="96012" y="68008"/>
                    <a:pt x="96012" y="86392"/>
                  </a:cubicBezTo>
                  <a:cubicBezTo>
                    <a:pt x="96012" y="92202"/>
                    <a:pt x="94488" y="98012"/>
                    <a:pt x="91536" y="103061"/>
                  </a:cubicBezTo>
                  <a:lnTo>
                    <a:pt x="62675" y="153067"/>
                  </a:lnTo>
                  <a:lnTo>
                    <a:pt x="33814" y="102965"/>
                  </a:lnTo>
                  <a:close/>
                  <a:moveTo>
                    <a:pt x="318802" y="363950"/>
                  </a:moveTo>
                  <a:lnTo>
                    <a:pt x="74581" y="363950"/>
                  </a:lnTo>
                  <a:lnTo>
                    <a:pt x="74581" y="297370"/>
                  </a:lnTo>
                  <a:lnTo>
                    <a:pt x="318802" y="297370"/>
                  </a:lnTo>
                  <a:lnTo>
                    <a:pt x="318802" y="363950"/>
                  </a:lnTo>
                  <a:close/>
                  <a:moveTo>
                    <a:pt x="167830" y="79343"/>
                  </a:moveTo>
                  <a:cubicBezTo>
                    <a:pt x="164973" y="74295"/>
                    <a:pt x="163354" y="68580"/>
                    <a:pt x="163354" y="62770"/>
                  </a:cubicBezTo>
                  <a:cubicBezTo>
                    <a:pt x="163354" y="44386"/>
                    <a:pt x="178308" y="29432"/>
                    <a:pt x="196691" y="29432"/>
                  </a:cubicBezTo>
                  <a:cubicBezTo>
                    <a:pt x="215075" y="29432"/>
                    <a:pt x="230029" y="44386"/>
                    <a:pt x="230029" y="62770"/>
                  </a:cubicBezTo>
                  <a:cubicBezTo>
                    <a:pt x="230029" y="68580"/>
                    <a:pt x="228505" y="74390"/>
                    <a:pt x="225553" y="79438"/>
                  </a:cubicBezTo>
                  <a:lnTo>
                    <a:pt x="196691" y="129445"/>
                  </a:lnTo>
                  <a:lnTo>
                    <a:pt x="167830" y="79343"/>
                  </a:lnTo>
                  <a:close/>
                  <a:moveTo>
                    <a:pt x="196691" y="230695"/>
                  </a:moveTo>
                  <a:cubicBezTo>
                    <a:pt x="190595" y="230695"/>
                    <a:pt x="185547" y="225742"/>
                    <a:pt x="185547" y="219551"/>
                  </a:cubicBezTo>
                  <a:cubicBezTo>
                    <a:pt x="185547" y="213455"/>
                    <a:pt x="190500" y="208407"/>
                    <a:pt x="196691" y="208407"/>
                  </a:cubicBezTo>
                  <a:cubicBezTo>
                    <a:pt x="202788" y="208407"/>
                    <a:pt x="207836" y="213360"/>
                    <a:pt x="207836" y="219551"/>
                  </a:cubicBezTo>
                  <a:cubicBezTo>
                    <a:pt x="207740" y="225742"/>
                    <a:pt x="202788" y="230695"/>
                    <a:pt x="196691" y="230695"/>
                  </a:cubicBezTo>
                  <a:close/>
                  <a:moveTo>
                    <a:pt x="359474" y="102965"/>
                  </a:moveTo>
                  <a:lnTo>
                    <a:pt x="330613" y="152971"/>
                  </a:lnTo>
                  <a:lnTo>
                    <a:pt x="301753" y="102965"/>
                  </a:lnTo>
                  <a:cubicBezTo>
                    <a:pt x="298895" y="97917"/>
                    <a:pt x="297275" y="92202"/>
                    <a:pt x="297275" y="86296"/>
                  </a:cubicBezTo>
                  <a:cubicBezTo>
                    <a:pt x="297275" y="67913"/>
                    <a:pt x="312230" y="52959"/>
                    <a:pt x="330613" y="52959"/>
                  </a:cubicBezTo>
                  <a:cubicBezTo>
                    <a:pt x="348996" y="52959"/>
                    <a:pt x="363950" y="67913"/>
                    <a:pt x="363950" y="86296"/>
                  </a:cubicBezTo>
                  <a:cubicBezTo>
                    <a:pt x="363950" y="92202"/>
                    <a:pt x="362427" y="97917"/>
                    <a:pt x="359474" y="102965"/>
                  </a:cubicBezTo>
                  <a:close/>
                </a:path>
              </a:pathLst>
            </a:custGeom>
            <a:grpFill/>
            <a:ln w="9525" cap="flat">
              <a:noFill/>
              <a:prstDash val="solid"/>
              <a:miter/>
            </a:ln>
          </p:spPr>
          <p:txBody>
            <a:bodyPr rtlCol="0" anchor="ctr"/>
            <a:lstStyle/>
            <a:p>
              <a:endParaRPr lang="ko-KR" altLang="en-US"/>
            </a:p>
          </p:txBody>
        </p:sp>
        <p:sp>
          <p:nvSpPr>
            <p:cNvPr id="40" name="자유형: 도형 100"/>
            <p:cNvSpPr/>
            <p:nvPr/>
          </p:nvSpPr>
          <p:spPr>
            <a:xfrm>
              <a:off x="8252165" y="1863661"/>
              <a:ext cx="28575" cy="28575"/>
            </a:xfrm>
            <a:custGeom>
              <a:avLst/>
              <a:gdLst>
                <a:gd name="connsiteX0" fmla="*/ 29433 w 28575"/>
                <a:gd name="connsiteY0" fmla="*/ 18288 h 28575"/>
                <a:gd name="connsiteX1" fmla="*/ 18288 w 28575"/>
                <a:gd name="connsiteY1" fmla="*/ 29432 h 28575"/>
                <a:gd name="connsiteX2" fmla="*/ 7144 w 28575"/>
                <a:gd name="connsiteY2" fmla="*/ 18288 h 28575"/>
                <a:gd name="connsiteX3" fmla="*/ 18288 w 28575"/>
                <a:gd name="connsiteY3" fmla="*/ 7144 h 28575"/>
                <a:gd name="connsiteX4" fmla="*/ 29433 w 28575"/>
                <a:gd name="connsiteY4" fmla="*/ 18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9433" y="18288"/>
                  </a:moveTo>
                  <a:cubicBezTo>
                    <a:pt x="29433" y="24384"/>
                    <a:pt x="24479" y="29432"/>
                    <a:pt x="18288" y="29432"/>
                  </a:cubicBezTo>
                  <a:cubicBezTo>
                    <a:pt x="12192" y="29432"/>
                    <a:pt x="7144" y="24479"/>
                    <a:pt x="7144" y="18288"/>
                  </a:cubicBezTo>
                  <a:cubicBezTo>
                    <a:pt x="7144" y="12192"/>
                    <a:pt x="12097" y="7144"/>
                    <a:pt x="18288" y="7144"/>
                  </a:cubicBezTo>
                  <a:cubicBezTo>
                    <a:pt x="24479" y="7144"/>
                    <a:pt x="29433" y="12192"/>
                    <a:pt x="29433" y="18288"/>
                  </a:cubicBezTo>
                  <a:close/>
                </a:path>
              </a:pathLst>
            </a:custGeom>
            <a:grpFill/>
            <a:ln w="9525" cap="flat">
              <a:noFill/>
              <a:prstDash val="solid"/>
              <a:miter/>
            </a:ln>
          </p:spPr>
          <p:txBody>
            <a:bodyPr rtlCol="0" anchor="ctr"/>
            <a:lstStyle/>
            <a:p>
              <a:endParaRPr lang="ko-KR" altLang="en-US"/>
            </a:p>
          </p:txBody>
        </p:sp>
        <p:sp>
          <p:nvSpPr>
            <p:cNvPr id="41" name="자유형: 도형 101"/>
            <p:cNvSpPr/>
            <p:nvPr/>
          </p:nvSpPr>
          <p:spPr>
            <a:xfrm>
              <a:off x="8296551" y="1863661"/>
              <a:ext cx="28575" cy="28575"/>
            </a:xfrm>
            <a:custGeom>
              <a:avLst/>
              <a:gdLst>
                <a:gd name="connsiteX0" fmla="*/ 29433 w 28575"/>
                <a:gd name="connsiteY0" fmla="*/ 18288 h 28575"/>
                <a:gd name="connsiteX1" fmla="*/ 18288 w 28575"/>
                <a:gd name="connsiteY1" fmla="*/ 29432 h 28575"/>
                <a:gd name="connsiteX2" fmla="*/ 7144 w 28575"/>
                <a:gd name="connsiteY2" fmla="*/ 18288 h 28575"/>
                <a:gd name="connsiteX3" fmla="*/ 18288 w 28575"/>
                <a:gd name="connsiteY3" fmla="*/ 7144 h 28575"/>
                <a:gd name="connsiteX4" fmla="*/ 29433 w 28575"/>
                <a:gd name="connsiteY4" fmla="*/ 18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9433" y="18288"/>
                  </a:moveTo>
                  <a:cubicBezTo>
                    <a:pt x="29433" y="24384"/>
                    <a:pt x="24479" y="29432"/>
                    <a:pt x="18288" y="29432"/>
                  </a:cubicBezTo>
                  <a:cubicBezTo>
                    <a:pt x="12192" y="29432"/>
                    <a:pt x="7144" y="24479"/>
                    <a:pt x="7144" y="18288"/>
                  </a:cubicBezTo>
                  <a:cubicBezTo>
                    <a:pt x="7144" y="12192"/>
                    <a:pt x="12097" y="7144"/>
                    <a:pt x="18288" y="7144"/>
                  </a:cubicBezTo>
                  <a:cubicBezTo>
                    <a:pt x="24479" y="7144"/>
                    <a:pt x="29433" y="12192"/>
                    <a:pt x="29433" y="18288"/>
                  </a:cubicBezTo>
                  <a:close/>
                </a:path>
              </a:pathLst>
            </a:custGeom>
            <a:grpFill/>
            <a:ln w="9525" cap="flat">
              <a:noFill/>
              <a:prstDash val="solid"/>
              <a:miter/>
            </a:ln>
          </p:spPr>
          <p:txBody>
            <a:bodyPr rtlCol="0" anchor="ctr"/>
            <a:lstStyle/>
            <a:p>
              <a:endParaRPr lang="ko-KR" altLang="en-US"/>
            </a:p>
          </p:txBody>
        </p:sp>
        <p:sp>
          <p:nvSpPr>
            <p:cNvPr id="42" name="자유형: 도형 102"/>
            <p:cNvSpPr/>
            <p:nvPr/>
          </p:nvSpPr>
          <p:spPr>
            <a:xfrm>
              <a:off x="8340938" y="1863661"/>
              <a:ext cx="28575" cy="28575"/>
            </a:xfrm>
            <a:custGeom>
              <a:avLst/>
              <a:gdLst>
                <a:gd name="connsiteX0" fmla="*/ 29432 w 28575"/>
                <a:gd name="connsiteY0" fmla="*/ 18288 h 28575"/>
                <a:gd name="connsiteX1" fmla="*/ 18288 w 28575"/>
                <a:gd name="connsiteY1" fmla="*/ 29432 h 28575"/>
                <a:gd name="connsiteX2" fmla="*/ 7144 w 28575"/>
                <a:gd name="connsiteY2" fmla="*/ 18288 h 28575"/>
                <a:gd name="connsiteX3" fmla="*/ 18288 w 28575"/>
                <a:gd name="connsiteY3" fmla="*/ 7144 h 28575"/>
                <a:gd name="connsiteX4" fmla="*/ 29432 w 28575"/>
                <a:gd name="connsiteY4" fmla="*/ 18288 h 285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8575" h="28575">
                  <a:moveTo>
                    <a:pt x="29432" y="18288"/>
                  </a:moveTo>
                  <a:cubicBezTo>
                    <a:pt x="29432" y="24384"/>
                    <a:pt x="24479" y="29432"/>
                    <a:pt x="18288" y="29432"/>
                  </a:cubicBezTo>
                  <a:cubicBezTo>
                    <a:pt x="12192" y="29432"/>
                    <a:pt x="7144" y="24479"/>
                    <a:pt x="7144" y="18288"/>
                  </a:cubicBezTo>
                  <a:cubicBezTo>
                    <a:pt x="7144" y="12192"/>
                    <a:pt x="12097" y="7144"/>
                    <a:pt x="18288" y="7144"/>
                  </a:cubicBezTo>
                  <a:cubicBezTo>
                    <a:pt x="24479" y="7144"/>
                    <a:pt x="29432" y="12192"/>
                    <a:pt x="29432" y="18288"/>
                  </a:cubicBezTo>
                  <a:close/>
                </a:path>
              </a:pathLst>
            </a:custGeom>
            <a:grpFill/>
            <a:ln w="9525" cap="flat">
              <a:noFill/>
              <a:prstDash val="solid"/>
              <a:miter/>
            </a:ln>
          </p:spPr>
          <p:txBody>
            <a:bodyPr rtlCol="0" anchor="ctr"/>
            <a:lstStyle/>
            <a:p>
              <a:endParaRPr lang="ko-KR" altLang="en-US"/>
            </a:p>
          </p:txBody>
        </p:sp>
      </p:grpSp>
      <p:sp>
        <p:nvSpPr>
          <p:cNvPr id="43" name="자유형: 도형 104"/>
          <p:cNvSpPr/>
          <p:nvPr/>
        </p:nvSpPr>
        <p:spPr>
          <a:xfrm>
            <a:off x="6040113" y="1551260"/>
            <a:ext cx="390525" cy="390525"/>
          </a:xfrm>
          <a:custGeom>
            <a:avLst/>
            <a:gdLst>
              <a:gd name="connsiteX0" fmla="*/ 368646 w 390525"/>
              <a:gd name="connsiteY0" fmla="*/ 142113 h 390525"/>
              <a:gd name="connsiteX1" fmla="*/ 337023 w 390525"/>
              <a:gd name="connsiteY1" fmla="*/ 121444 h 390525"/>
              <a:gd name="connsiteX2" fmla="*/ 338071 w 390525"/>
              <a:gd name="connsiteY2" fmla="*/ 107061 h 390525"/>
              <a:gd name="connsiteX3" fmla="*/ 238153 w 390525"/>
              <a:gd name="connsiteY3" fmla="*/ 7144 h 390525"/>
              <a:gd name="connsiteX4" fmla="*/ 151381 w 390525"/>
              <a:gd name="connsiteY4" fmla="*/ 57436 h 390525"/>
              <a:gd name="connsiteX5" fmla="*/ 130044 w 390525"/>
              <a:gd name="connsiteY5" fmla="*/ 54483 h 390525"/>
              <a:gd name="connsiteX6" fmla="*/ 75562 w 390525"/>
              <a:gd name="connsiteY6" fmla="*/ 76771 h 390525"/>
              <a:gd name="connsiteX7" fmla="*/ 52892 w 390525"/>
              <a:gd name="connsiteY7" fmla="*/ 122587 h 390525"/>
              <a:gd name="connsiteX8" fmla="*/ 7172 w 390525"/>
              <a:gd name="connsiteY8" fmla="*/ 190405 h 390525"/>
              <a:gd name="connsiteX9" fmla="*/ 78324 w 390525"/>
              <a:gd name="connsiteY9" fmla="*/ 258794 h 390525"/>
              <a:gd name="connsiteX10" fmla="*/ 114042 w 390525"/>
              <a:gd name="connsiteY10" fmla="*/ 258794 h 390525"/>
              <a:gd name="connsiteX11" fmla="*/ 107375 w 390525"/>
              <a:gd name="connsiteY11" fmla="*/ 265462 h 390525"/>
              <a:gd name="connsiteX12" fmla="*/ 102231 w 390525"/>
              <a:gd name="connsiteY12" fmla="*/ 283273 h 390525"/>
              <a:gd name="connsiteX13" fmla="*/ 120234 w 390525"/>
              <a:gd name="connsiteY13" fmla="*/ 297275 h 390525"/>
              <a:gd name="connsiteX14" fmla="*/ 152142 w 390525"/>
              <a:gd name="connsiteY14" fmla="*/ 297275 h 390525"/>
              <a:gd name="connsiteX15" fmla="*/ 152142 w 390525"/>
              <a:gd name="connsiteY15" fmla="*/ 363855 h 390525"/>
              <a:gd name="connsiteX16" fmla="*/ 174336 w 390525"/>
              <a:gd name="connsiteY16" fmla="*/ 386048 h 390525"/>
              <a:gd name="connsiteX17" fmla="*/ 218722 w 390525"/>
              <a:gd name="connsiteY17" fmla="*/ 386048 h 390525"/>
              <a:gd name="connsiteX18" fmla="*/ 240915 w 390525"/>
              <a:gd name="connsiteY18" fmla="*/ 363855 h 390525"/>
              <a:gd name="connsiteX19" fmla="*/ 240915 w 390525"/>
              <a:gd name="connsiteY19" fmla="*/ 297275 h 390525"/>
              <a:gd name="connsiteX20" fmla="*/ 272443 w 390525"/>
              <a:gd name="connsiteY20" fmla="*/ 297275 h 390525"/>
              <a:gd name="connsiteX21" fmla="*/ 288636 w 390525"/>
              <a:gd name="connsiteY21" fmla="*/ 288322 h 390525"/>
              <a:gd name="connsiteX22" fmla="*/ 285874 w 390525"/>
              <a:gd name="connsiteY22" fmla="*/ 265747 h 390525"/>
              <a:gd name="connsiteX23" fmla="*/ 285874 w 390525"/>
              <a:gd name="connsiteY23" fmla="*/ 265747 h 390525"/>
              <a:gd name="connsiteX24" fmla="*/ 279015 w 390525"/>
              <a:gd name="connsiteY24" fmla="*/ 258890 h 390525"/>
              <a:gd name="connsiteX25" fmla="*/ 315687 w 390525"/>
              <a:gd name="connsiteY25" fmla="*/ 258890 h 390525"/>
              <a:gd name="connsiteX26" fmla="*/ 385981 w 390525"/>
              <a:gd name="connsiteY26" fmla="*/ 188595 h 390525"/>
              <a:gd name="connsiteX27" fmla="*/ 368646 w 390525"/>
              <a:gd name="connsiteY27" fmla="*/ 142113 h 390525"/>
              <a:gd name="connsiteX28" fmla="*/ 218913 w 390525"/>
              <a:gd name="connsiteY28" fmla="*/ 286226 h 390525"/>
              <a:gd name="connsiteX29" fmla="*/ 218913 w 390525"/>
              <a:gd name="connsiteY29" fmla="*/ 363950 h 390525"/>
              <a:gd name="connsiteX30" fmla="*/ 174526 w 390525"/>
              <a:gd name="connsiteY30" fmla="*/ 363950 h 390525"/>
              <a:gd name="connsiteX31" fmla="*/ 174526 w 390525"/>
              <a:gd name="connsiteY31" fmla="*/ 286226 h 390525"/>
              <a:gd name="connsiteX32" fmla="*/ 163382 w 390525"/>
              <a:gd name="connsiteY32" fmla="*/ 275082 h 390525"/>
              <a:gd name="connsiteX33" fmla="*/ 129283 w 390525"/>
              <a:gd name="connsiteY33" fmla="*/ 275082 h 390525"/>
              <a:gd name="connsiteX34" fmla="*/ 194053 w 390525"/>
              <a:gd name="connsiteY34" fmla="*/ 210312 h 390525"/>
              <a:gd name="connsiteX35" fmla="*/ 194624 w 390525"/>
              <a:gd name="connsiteY35" fmla="*/ 209836 h 390525"/>
              <a:gd name="connsiteX36" fmla="*/ 194719 w 390525"/>
              <a:gd name="connsiteY36" fmla="*/ 209740 h 390525"/>
              <a:gd name="connsiteX37" fmla="*/ 195291 w 390525"/>
              <a:gd name="connsiteY37" fmla="*/ 209455 h 390525"/>
              <a:gd name="connsiteX38" fmla="*/ 195386 w 390525"/>
              <a:gd name="connsiteY38" fmla="*/ 209455 h 390525"/>
              <a:gd name="connsiteX39" fmla="*/ 196052 w 390525"/>
              <a:gd name="connsiteY39" fmla="*/ 209264 h 390525"/>
              <a:gd name="connsiteX40" fmla="*/ 196052 w 390525"/>
              <a:gd name="connsiteY40" fmla="*/ 209264 h 390525"/>
              <a:gd name="connsiteX41" fmla="*/ 197386 w 390525"/>
              <a:gd name="connsiteY41" fmla="*/ 209264 h 390525"/>
              <a:gd name="connsiteX42" fmla="*/ 197481 w 390525"/>
              <a:gd name="connsiteY42" fmla="*/ 209264 h 390525"/>
              <a:gd name="connsiteX43" fmla="*/ 198148 w 390525"/>
              <a:gd name="connsiteY43" fmla="*/ 209455 h 390525"/>
              <a:gd name="connsiteX44" fmla="*/ 198244 w 390525"/>
              <a:gd name="connsiteY44" fmla="*/ 209455 h 390525"/>
              <a:gd name="connsiteX45" fmla="*/ 198815 w 390525"/>
              <a:gd name="connsiteY45" fmla="*/ 209740 h 390525"/>
              <a:gd name="connsiteX46" fmla="*/ 198910 w 390525"/>
              <a:gd name="connsiteY46" fmla="*/ 209836 h 390525"/>
              <a:gd name="connsiteX47" fmla="*/ 199482 w 390525"/>
              <a:gd name="connsiteY47" fmla="*/ 210312 h 390525"/>
              <a:gd name="connsiteX48" fmla="*/ 264252 w 390525"/>
              <a:gd name="connsiteY48" fmla="*/ 275082 h 390525"/>
              <a:gd name="connsiteX49" fmla="*/ 230152 w 390525"/>
              <a:gd name="connsiteY49" fmla="*/ 275082 h 390525"/>
              <a:gd name="connsiteX50" fmla="*/ 218913 w 390525"/>
              <a:gd name="connsiteY50" fmla="*/ 286226 h 390525"/>
              <a:gd name="connsiteX51" fmla="*/ 319783 w 390525"/>
              <a:gd name="connsiteY51" fmla="*/ 236601 h 390525"/>
              <a:gd name="connsiteX52" fmla="*/ 256917 w 390525"/>
              <a:gd name="connsiteY52" fmla="*/ 236601 h 390525"/>
              <a:gd name="connsiteX53" fmla="*/ 212245 w 390525"/>
              <a:gd name="connsiteY53" fmla="*/ 191929 h 390525"/>
              <a:gd name="connsiteX54" fmla="*/ 181003 w 390525"/>
              <a:gd name="connsiteY54" fmla="*/ 191929 h 390525"/>
              <a:gd name="connsiteX55" fmla="*/ 136331 w 390525"/>
              <a:gd name="connsiteY55" fmla="*/ 236601 h 390525"/>
              <a:gd name="connsiteX56" fmla="*/ 73180 w 390525"/>
              <a:gd name="connsiteY56" fmla="*/ 236601 h 390525"/>
              <a:gd name="connsiteX57" fmla="*/ 37747 w 390525"/>
              <a:gd name="connsiteY57" fmla="*/ 216979 h 390525"/>
              <a:gd name="connsiteX58" fmla="*/ 66037 w 390525"/>
              <a:gd name="connsiteY58" fmla="*/ 141827 h 390525"/>
              <a:gd name="connsiteX59" fmla="*/ 74514 w 390525"/>
              <a:gd name="connsiteY59" fmla="*/ 131254 h 390525"/>
              <a:gd name="connsiteX60" fmla="*/ 106232 w 390525"/>
              <a:gd name="connsiteY60" fmla="*/ 82010 h 390525"/>
              <a:gd name="connsiteX61" fmla="*/ 116043 w 390525"/>
              <a:gd name="connsiteY61" fmla="*/ 78486 h 390525"/>
              <a:gd name="connsiteX62" fmla="*/ 152333 w 390525"/>
              <a:gd name="connsiteY62" fmla="*/ 81534 h 390525"/>
              <a:gd name="connsiteX63" fmla="*/ 167001 w 390525"/>
              <a:gd name="connsiteY63" fmla="*/ 75819 h 390525"/>
              <a:gd name="connsiteX64" fmla="*/ 238153 w 390525"/>
              <a:gd name="connsiteY64" fmla="*/ 29432 h 390525"/>
              <a:gd name="connsiteX65" fmla="*/ 315877 w 390525"/>
              <a:gd name="connsiteY65" fmla="*/ 107156 h 390525"/>
              <a:gd name="connsiteX66" fmla="*/ 313306 w 390525"/>
              <a:gd name="connsiteY66" fmla="*/ 127063 h 390525"/>
              <a:gd name="connsiteX67" fmla="*/ 319021 w 390525"/>
              <a:gd name="connsiteY67" fmla="*/ 139827 h 390525"/>
              <a:gd name="connsiteX68" fmla="*/ 322449 w 390525"/>
              <a:gd name="connsiteY68" fmla="*/ 140875 h 390525"/>
              <a:gd name="connsiteX69" fmla="*/ 354358 w 390525"/>
              <a:gd name="connsiteY69" fmla="*/ 218408 h 390525"/>
              <a:gd name="connsiteX70" fmla="*/ 319783 w 390525"/>
              <a:gd name="connsiteY70" fmla="*/ 236601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390525" h="390525">
                <a:moveTo>
                  <a:pt x="368646" y="142113"/>
                </a:moveTo>
                <a:cubicBezTo>
                  <a:pt x="360073" y="132397"/>
                  <a:pt x="349119" y="125254"/>
                  <a:pt x="337023" y="121444"/>
                </a:cubicBezTo>
                <a:cubicBezTo>
                  <a:pt x="337690" y="116681"/>
                  <a:pt x="338071" y="111919"/>
                  <a:pt x="338071" y="107061"/>
                </a:cubicBezTo>
                <a:cubicBezTo>
                  <a:pt x="338071" y="52006"/>
                  <a:pt x="293208" y="7144"/>
                  <a:pt x="238153" y="7144"/>
                </a:cubicBezTo>
                <a:cubicBezTo>
                  <a:pt x="202053" y="7144"/>
                  <a:pt x="169097" y="26575"/>
                  <a:pt x="151381" y="57436"/>
                </a:cubicBezTo>
                <a:cubicBezTo>
                  <a:pt x="144522" y="55435"/>
                  <a:pt x="137379" y="54483"/>
                  <a:pt x="130044" y="54483"/>
                </a:cubicBezTo>
                <a:cubicBezTo>
                  <a:pt x="109566" y="54483"/>
                  <a:pt x="90230" y="62389"/>
                  <a:pt x="75562" y="76771"/>
                </a:cubicBezTo>
                <a:cubicBezTo>
                  <a:pt x="62893" y="89154"/>
                  <a:pt x="55083" y="105251"/>
                  <a:pt x="52892" y="122587"/>
                </a:cubicBezTo>
                <a:cubicBezTo>
                  <a:pt x="24984" y="132969"/>
                  <a:pt x="6315" y="159925"/>
                  <a:pt x="7172" y="190405"/>
                </a:cubicBezTo>
                <a:cubicBezTo>
                  <a:pt x="8220" y="228028"/>
                  <a:pt x="40700" y="258794"/>
                  <a:pt x="78324" y="258794"/>
                </a:cubicBezTo>
                <a:lnTo>
                  <a:pt x="114042" y="258794"/>
                </a:lnTo>
                <a:lnTo>
                  <a:pt x="107375" y="265462"/>
                </a:lnTo>
                <a:cubicBezTo>
                  <a:pt x="102708" y="270129"/>
                  <a:pt x="100612" y="276892"/>
                  <a:pt x="102231" y="283273"/>
                </a:cubicBezTo>
                <a:cubicBezTo>
                  <a:pt x="104327" y="291655"/>
                  <a:pt x="111756" y="297275"/>
                  <a:pt x="120234" y="297275"/>
                </a:cubicBezTo>
                <a:lnTo>
                  <a:pt x="152142" y="297275"/>
                </a:lnTo>
                <a:lnTo>
                  <a:pt x="152142" y="363855"/>
                </a:lnTo>
                <a:cubicBezTo>
                  <a:pt x="152142" y="376142"/>
                  <a:pt x="162049" y="386048"/>
                  <a:pt x="174336" y="386048"/>
                </a:cubicBezTo>
                <a:lnTo>
                  <a:pt x="218722" y="386048"/>
                </a:lnTo>
                <a:cubicBezTo>
                  <a:pt x="231010" y="386048"/>
                  <a:pt x="240915" y="376142"/>
                  <a:pt x="240915" y="363855"/>
                </a:cubicBezTo>
                <a:lnTo>
                  <a:pt x="240915" y="297275"/>
                </a:lnTo>
                <a:lnTo>
                  <a:pt x="272443" y="297275"/>
                </a:lnTo>
                <a:cubicBezTo>
                  <a:pt x="279015" y="297275"/>
                  <a:pt x="285302" y="293942"/>
                  <a:pt x="288636" y="288322"/>
                </a:cubicBezTo>
                <a:cubicBezTo>
                  <a:pt x="293017" y="280892"/>
                  <a:pt x="291779" y="271653"/>
                  <a:pt x="285874" y="265747"/>
                </a:cubicBezTo>
                <a:lnTo>
                  <a:pt x="285874" y="265747"/>
                </a:lnTo>
                <a:lnTo>
                  <a:pt x="279015" y="258890"/>
                </a:lnTo>
                <a:lnTo>
                  <a:pt x="315687" y="258890"/>
                </a:lnTo>
                <a:cubicBezTo>
                  <a:pt x="354453" y="258890"/>
                  <a:pt x="385981" y="227362"/>
                  <a:pt x="385981" y="188595"/>
                </a:cubicBezTo>
                <a:cubicBezTo>
                  <a:pt x="386172" y="171450"/>
                  <a:pt x="379885" y="154972"/>
                  <a:pt x="368646" y="142113"/>
                </a:cubicBezTo>
                <a:close/>
                <a:moveTo>
                  <a:pt x="218913" y="286226"/>
                </a:moveTo>
                <a:lnTo>
                  <a:pt x="218913" y="363950"/>
                </a:lnTo>
                <a:lnTo>
                  <a:pt x="174526" y="363950"/>
                </a:lnTo>
                <a:lnTo>
                  <a:pt x="174526" y="286226"/>
                </a:lnTo>
                <a:cubicBezTo>
                  <a:pt x="174526" y="280130"/>
                  <a:pt x="169573" y="275082"/>
                  <a:pt x="163382" y="275082"/>
                </a:cubicBezTo>
                <a:lnTo>
                  <a:pt x="129283" y="275082"/>
                </a:lnTo>
                <a:lnTo>
                  <a:pt x="194053" y="210312"/>
                </a:lnTo>
                <a:cubicBezTo>
                  <a:pt x="194243" y="210121"/>
                  <a:pt x="194433" y="210026"/>
                  <a:pt x="194624" y="209836"/>
                </a:cubicBezTo>
                <a:cubicBezTo>
                  <a:pt x="194624" y="209836"/>
                  <a:pt x="194719" y="209836"/>
                  <a:pt x="194719" y="209740"/>
                </a:cubicBezTo>
                <a:cubicBezTo>
                  <a:pt x="194909" y="209645"/>
                  <a:pt x="195100" y="209550"/>
                  <a:pt x="195291" y="209455"/>
                </a:cubicBezTo>
                <a:cubicBezTo>
                  <a:pt x="195291" y="209455"/>
                  <a:pt x="195291" y="209455"/>
                  <a:pt x="195386" y="209455"/>
                </a:cubicBezTo>
                <a:cubicBezTo>
                  <a:pt x="195576" y="209359"/>
                  <a:pt x="195767" y="209264"/>
                  <a:pt x="196052" y="209264"/>
                </a:cubicBezTo>
                <a:cubicBezTo>
                  <a:pt x="196052" y="209264"/>
                  <a:pt x="196052" y="209264"/>
                  <a:pt x="196052" y="209264"/>
                </a:cubicBezTo>
                <a:cubicBezTo>
                  <a:pt x="196529" y="209169"/>
                  <a:pt x="197005" y="209169"/>
                  <a:pt x="197386" y="209264"/>
                </a:cubicBezTo>
                <a:cubicBezTo>
                  <a:pt x="197386" y="209264"/>
                  <a:pt x="197386" y="209264"/>
                  <a:pt x="197481" y="209264"/>
                </a:cubicBezTo>
                <a:cubicBezTo>
                  <a:pt x="197672" y="209264"/>
                  <a:pt x="197862" y="209359"/>
                  <a:pt x="198148" y="209455"/>
                </a:cubicBezTo>
                <a:cubicBezTo>
                  <a:pt x="198148" y="209455"/>
                  <a:pt x="198148" y="209455"/>
                  <a:pt x="198244" y="209455"/>
                </a:cubicBezTo>
                <a:cubicBezTo>
                  <a:pt x="198434" y="209550"/>
                  <a:pt x="198624" y="209645"/>
                  <a:pt x="198815" y="209740"/>
                </a:cubicBezTo>
                <a:cubicBezTo>
                  <a:pt x="198815" y="209740"/>
                  <a:pt x="198910" y="209740"/>
                  <a:pt x="198910" y="209836"/>
                </a:cubicBezTo>
                <a:cubicBezTo>
                  <a:pt x="199101" y="209931"/>
                  <a:pt x="199291" y="210121"/>
                  <a:pt x="199482" y="210312"/>
                </a:cubicBezTo>
                <a:lnTo>
                  <a:pt x="264252" y="275082"/>
                </a:lnTo>
                <a:lnTo>
                  <a:pt x="230152" y="275082"/>
                </a:lnTo>
                <a:cubicBezTo>
                  <a:pt x="223866" y="275082"/>
                  <a:pt x="218913" y="280035"/>
                  <a:pt x="218913" y="286226"/>
                </a:cubicBezTo>
                <a:close/>
                <a:moveTo>
                  <a:pt x="319783" y="236601"/>
                </a:moveTo>
                <a:lnTo>
                  <a:pt x="256917" y="236601"/>
                </a:lnTo>
                <a:lnTo>
                  <a:pt x="212245" y="191929"/>
                </a:lnTo>
                <a:cubicBezTo>
                  <a:pt x="203578" y="183261"/>
                  <a:pt x="189671" y="183261"/>
                  <a:pt x="181003" y="191929"/>
                </a:cubicBezTo>
                <a:lnTo>
                  <a:pt x="136331" y="236601"/>
                </a:lnTo>
                <a:lnTo>
                  <a:pt x="73180" y="236601"/>
                </a:lnTo>
                <a:cubicBezTo>
                  <a:pt x="60417" y="236601"/>
                  <a:pt x="44415" y="227838"/>
                  <a:pt x="37747" y="216979"/>
                </a:cubicBezTo>
                <a:cubicBezTo>
                  <a:pt x="18031" y="184594"/>
                  <a:pt x="35556" y="149257"/>
                  <a:pt x="66037" y="141827"/>
                </a:cubicBezTo>
                <a:cubicBezTo>
                  <a:pt x="70894" y="140589"/>
                  <a:pt x="74419" y="136303"/>
                  <a:pt x="74514" y="131254"/>
                </a:cubicBezTo>
                <a:cubicBezTo>
                  <a:pt x="74895" y="110680"/>
                  <a:pt x="86515" y="91821"/>
                  <a:pt x="106232" y="82010"/>
                </a:cubicBezTo>
                <a:cubicBezTo>
                  <a:pt x="109375" y="80486"/>
                  <a:pt x="112709" y="79248"/>
                  <a:pt x="116043" y="78486"/>
                </a:cubicBezTo>
                <a:cubicBezTo>
                  <a:pt x="128711" y="75533"/>
                  <a:pt x="141094" y="76581"/>
                  <a:pt x="152333" y="81534"/>
                </a:cubicBezTo>
                <a:cubicBezTo>
                  <a:pt x="157952" y="84011"/>
                  <a:pt x="164525" y="81439"/>
                  <a:pt x="167001" y="75819"/>
                </a:cubicBezTo>
                <a:cubicBezTo>
                  <a:pt x="179479" y="47625"/>
                  <a:pt x="207387" y="29432"/>
                  <a:pt x="238153" y="29432"/>
                </a:cubicBezTo>
                <a:cubicBezTo>
                  <a:pt x="281016" y="29432"/>
                  <a:pt x="315877" y="64294"/>
                  <a:pt x="315877" y="107156"/>
                </a:cubicBezTo>
                <a:cubicBezTo>
                  <a:pt x="315877" y="113919"/>
                  <a:pt x="315020" y="120586"/>
                  <a:pt x="313306" y="127063"/>
                </a:cubicBezTo>
                <a:cubicBezTo>
                  <a:pt x="312067" y="131921"/>
                  <a:pt x="314163" y="137255"/>
                  <a:pt x="319021" y="139827"/>
                </a:cubicBezTo>
                <a:cubicBezTo>
                  <a:pt x="320068" y="140398"/>
                  <a:pt x="321211" y="140684"/>
                  <a:pt x="322449" y="140875"/>
                </a:cubicBezTo>
                <a:cubicBezTo>
                  <a:pt x="355692" y="145447"/>
                  <a:pt x="377504" y="184118"/>
                  <a:pt x="354358" y="218408"/>
                </a:cubicBezTo>
                <a:cubicBezTo>
                  <a:pt x="346548" y="229838"/>
                  <a:pt x="333593" y="236601"/>
                  <a:pt x="319783" y="236601"/>
                </a:cubicBezTo>
                <a:close/>
              </a:path>
            </a:pathLst>
          </a:custGeom>
          <a:solidFill>
            <a:schemeClr val="bg1"/>
          </a:solidFill>
          <a:ln w="9525" cap="flat">
            <a:noFill/>
            <a:prstDash val="solid"/>
            <a:miter/>
          </a:ln>
        </p:spPr>
        <p:txBody>
          <a:bodyPr rtlCol="0" anchor="ctr"/>
          <a:lstStyle/>
          <a:p>
            <a:endParaRPr lang="ko-KR" altLang="en-US"/>
          </a:p>
        </p:txBody>
      </p:sp>
      <p:grpSp>
        <p:nvGrpSpPr>
          <p:cNvPr id="44" name="그룹 128"/>
          <p:cNvGrpSpPr/>
          <p:nvPr/>
        </p:nvGrpSpPr>
        <p:grpSpPr>
          <a:xfrm>
            <a:off x="2562648" y="4125620"/>
            <a:ext cx="390525" cy="390525"/>
            <a:chOff x="797519" y="892968"/>
            <a:chExt cx="390525" cy="390525"/>
          </a:xfrm>
          <a:solidFill>
            <a:schemeClr val="bg1"/>
          </a:solidFill>
        </p:grpSpPr>
        <p:sp>
          <p:nvSpPr>
            <p:cNvPr id="45" name="자유형: 도형 129"/>
            <p:cNvSpPr/>
            <p:nvPr/>
          </p:nvSpPr>
          <p:spPr>
            <a:xfrm>
              <a:off x="909248" y="938117"/>
              <a:ext cx="76200" cy="76200"/>
            </a:xfrm>
            <a:custGeom>
              <a:avLst/>
              <a:gdLst>
                <a:gd name="connsiteX0" fmla="*/ 73819 w 76200"/>
                <a:gd name="connsiteY0" fmla="*/ 40481 h 76200"/>
                <a:gd name="connsiteX1" fmla="*/ 40481 w 76200"/>
                <a:gd name="connsiteY1" fmla="*/ 7144 h 76200"/>
                <a:gd name="connsiteX2" fmla="*/ 7144 w 76200"/>
                <a:gd name="connsiteY2" fmla="*/ 40481 h 76200"/>
                <a:gd name="connsiteX3" fmla="*/ 40481 w 76200"/>
                <a:gd name="connsiteY3" fmla="*/ 73819 h 76200"/>
                <a:gd name="connsiteX4" fmla="*/ 73819 w 76200"/>
                <a:gd name="connsiteY4" fmla="*/ 40481 h 76200"/>
                <a:gd name="connsiteX5" fmla="*/ 40481 w 76200"/>
                <a:gd name="connsiteY5" fmla="*/ 51530 h 76200"/>
                <a:gd name="connsiteX6" fmla="*/ 29337 w 76200"/>
                <a:gd name="connsiteY6" fmla="*/ 40386 h 76200"/>
                <a:gd name="connsiteX7" fmla="*/ 40481 w 76200"/>
                <a:gd name="connsiteY7" fmla="*/ 29242 h 76200"/>
                <a:gd name="connsiteX8" fmla="*/ 51626 w 76200"/>
                <a:gd name="connsiteY8" fmla="*/ 40386 h 76200"/>
                <a:gd name="connsiteX9" fmla="*/ 40481 w 76200"/>
                <a:gd name="connsiteY9" fmla="*/ 51530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76200" h="76200">
                  <a:moveTo>
                    <a:pt x="73819" y="40481"/>
                  </a:moveTo>
                  <a:cubicBezTo>
                    <a:pt x="73819" y="22098"/>
                    <a:pt x="58865" y="7144"/>
                    <a:pt x="40481" y="7144"/>
                  </a:cubicBezTo>
                  <a:cubicBezTo>
                    <a:pt x="22098" y="7144"/>
                    <a:pt x="7144" y="22098"/>
                    <a:pt x="7144" y="40481"/>
                  </a:cubicBezTo>
                  <a:cubicBezTo>
                    <a:pt x="7144" y="58865"/>
                    <a:pt x="22098" y="73819"/>
                    <a:pt x="40481" y="73819"/>
                  </a:cubicBezTo>
                  <a:cubicBezTo>
                    <a:pt x="58865" y="73819"/>
                    <a:pt x="73819" y="58769"/>
                    <a:pt x="73819" y="40481"/>
                  </a:cubicBezTo>
                  <a:close/>
                  <a:moveTo>
                    <a:pt x="40481" y="51530"/>
                  </a:moveTo>
                  <a:cubicBezTo>
                    <a:pt x="34385" y="51530"/>
                    <a:pt x="29337" y="46577"/>
                    <a:pt x="29337" y="40386"/>
                  </a:cubicBezTo>
                  <a:cubicBezTo>
                    <a:pt x="29337" y="34195"/>
                    <a:pt x="34290" y="29242"/>
                    <a:pt x="40481" y="29242"/>
                  </a:cubicBezTo>
                  <a:cubicBezTo>
                    <a:pt x="46672" y="29242"/>
                    <a:pt x="51626" y="34195"/>
                    <a:pt x="51626" y="40386"/>
                  </a:cubicBezTo>
                  <a:cubicBezTo>
                    <a:pt x="51626" y="46577"/>
                    <a:pt x="46672" y="51530"/>
                    <a:pt x="40481" y="51530"/>
                  </a:cubicBezTo>
                  <a:close/>
                </a:path>
              </a:pathLst>
            </a:custGeom>
            <a:grpFill/>
            <a:ln w="9525" cap="flat">
              <a:noFill/>
              <a:prstDash val="solid"/>
              <a:miter/>
            </a:ln>
          </p:spPr>
          <p:txBody>
            <a:bodyPr rtlCol="0" anchor="ctr"/>
            <a:lstStyle/>
            <a:p>
              <a:endParaRPr lang="ko-KR" altLang="en-US"/>
            </a:p>
          </p:txBody>
        </p:sp>
        <p:sp>
          <p:nvSpPr>
            <p:cNvPr id="46" name="자유형: 도형 130"/>
            <p:cNvSpPr/>
            <p:nvPr/>
          </p:nvSpPr>
          <p:spPr>
            <a:xfrm>
              <a:off x="887150" y="1004755"/>
              <a:ext cx="123825" cy="95250"/>
            </a:xfrm>
            <a:custGeom>
              <a:avLst/>
              <a:gdLst>
                <a:gd name="connsiteX0" fmla="*/ 7144 w 123825"/>
                <a:gd name="connsiteY0" fmla="*/ 63283 h 95250"/>
                <a:gd name="connsiteX1" fmla="*/ 7144 w 123825"/>
                <a:gd name="connsiteY1" fmla="*/ 84810 h 95250"/>
                <a:gd name="connsiteX2" fmla="*/ 18288 w 123825"/>
                <a:gd name="connsiteY2" fmla="*/ 95954 h 95250"/>
                <a:gd name="connsiteX3" fmla="*/ 107061 w 123825"/>
                <a:gd name="connsiteY3" fmla="*/ 95954 h 95250"/>
                <a:gd name="connsiteX4" fmla="*/ 118205 w 123825"/>
                <a:gd name="connsiteY4" fmla="*/ 84810 h 95250"/>
                <a:gd name="connsiteX5" fmla="*/ 118205 w 123825"/>
                <a:gd name="connsiteY5" fmla="*/ 62616 h 95250"/>
                <a:gd name="connsiteX6" fmla="*/ 60674 w 123825"/>
                <a:gd name="connsiteY6" fmla="*/ 7181 h 95250"/>
                <a:gd name="connsiteX7" fmla="*/ 7144 w 123825"/>
                <a:gd name="connsiteY7" fmla="*/ 63283 h 95250"/>
                <a:gd name="connsiteX8" fmla="*/ 95917 w 123825"/>
                <a:gd name="connsiteY8" fmla="*/ 73761 h 95250"/>
                <a:gd name="connsiteX9" fmla="*/ 29337 w 123825"/>
                <a:gd name="connsiteY9" fmla="*/ 73761 h 95250"/>
                <a:gd name="connsiteX10" fmla="*/ 29337 w 123825"/>
                <a:gd name="connsiteY10" fmla="*/ 63188 h 95250"/>
                <a:gd name="connsiteX11" fmla="*/ 60769 w 123825"/>
                <a:gd name="connsiteY11" fmla="*/ 29374 h 95250"/>
                <a:gd name="connsiteX12" fmla="*/ 95917 w 123825"/>
                <a:gd name="connsiteY12" fmla="*/ 62616 h 95250"/>
                <a:gd name="connsiteX13" fmla="*/ 95917 w 123825"/>
                <a:gd name="connsiteY13" fmla="*/ 73761 h 95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23825" h="95250">
                  <a:moveTo>
                    <a:pt x="7144" y="63283"/>
                  </a:moveTo>
                  <a:lnTo>
                    <a:pt x="7144" y="84810"/>
                  </a:lnTo>
                  <a:cubicBezTo>
                    <a:pt x="7144" y="90906"/>
                    <a:pt x="12097" y="95954"/>
                    <a:pt x="18288" y="95954"/>
                  </a:cubicBezTo>
                  <a:lnTo>
                    <a:pt x="107061" y="95954"/>
                  </a:lnTo>
                  <a:cubicBezTo>
                    <a:pt x="113157" y="95954"/>
                    <a:pt x="118205" y="91001"/>
                    <a:pt x="118205" y="84810"/>
                  </a:cubicBezTo>
                  <a:lnTo>
                    <a:pt x="118205" y="62616"/>
                  </a:lnTo>
                  <a:cubicBezTo>
                    <a:pt x="118205" y="31374"/>
                    <a:pt x="92202" y="6038"/>
                    <a:pt x="60674" y="7181"/>
                  </a:cubicBezTo>
                  <a:cubicBezTo>
                    <a:pt x="30575" y="8229"/>
                    <a:pt x="7144" y="33375"/>
                    <a:pt x="7144" y="63283"/>
                  </a:cubicBezTo>
                  <a:close/>
                  <a:moveTo>
                    <a:pt x="95917" y="73761"/>
                  </a:moveTo>
                  <a:lnTo>
                    <a:pt x="29337" y="73761"/>
                  </a:lnTo>
                  <a:lnTo>
                    <a:pt x="29337" y="63188"/>
                  </a:lnTo>
                  <a:cubicBezTo>
                    <a:pt x="29337" y="45852"/>
                    <a:pt x="43434" y="30327"/>
                    <a:pt x="60769" y="29374"/>
                  </a:cubicBezTo>
                  <a:cubicBezTo>
                    <a:pt x="80010" y="28326"/>
                    <a:pt x="95917" y="43662"/>
                    <a:pt x="95917" y="62616"/>
                  </a:cubicBezTo>
                  <a:lnTo>
                    <a:pt x="95917" y="73761"/>
                  </a:lnTo>
                  <a:close/>
                </a:path>
              </a:pathLst>
            </a:custGeom>
            <a:grpFill/>
            <a:ln w="9525" cap="flat">
              <a:noFill/>
              <a:prstDash val="solid"/>
              <a:miter/>
            </a:ln>
          </p:spPr>
          <p:txBody>
            <a:bodyPr rtlCol="0" anchor="ctr"/>
            <a:lstStyle/>
            <a:p>
              <a:endParaRPr lang="ko-KR" altLang="en-US"/>
            </a:p>
          </p:txBody>
        </p:sp>
        <p:sp>
          <p:nvSpPr>
            <p:cNvPr id="47" name="자유형: 도형 131"/>
            <p:cNvSpPr/>
            <p:nvPr/>
          </p:nvSpPr>
          <p:spPr>
            <a:xfrm>
              <a:off x="887171" y="1115758"/>
              <a:ext cx="123825" cy="28575"/>
            </a:xfrm>
            <a:custGeom>
              <a:avLst/>
              <a:gdLst>
                <a:gd name="connsiteX0" fmla="*/ 107040 w 123825"/>
                <a:gd name="connsiteY0" fmla="*/ 7144 h 28575"/>
                <a:gd name="connsiteX1" fmla="*/ 18552 w 123825"/>
                <a:gd name="connsiteY1" fmla="*/ 7144 h 28575"/>
                <a:gd name="connsiteX2" fmla="*/ 7218 w 123825"/>
                <a:gd name="connsiteY2" fmla="*/ 16955 h 28575"/>
                <a:gd name="connsiteX3" fmla="*/ 18267 w 123825"/>
                <a:gd name="connsiteY3" fmla="*/ 29337 h 28575"/>
                <a:gd name="connsiteX4" fmla="*/ 106754 w 123825"/>
                <a:gd name="connsiteY4" fmla="*/ 29337 h 28575"/>
                <a:gd name="connsiteX5" fmla="*/ 118089 w 123825"/>
                <a:gd name="connsiteY5" fmla="*/ 19526 h 28575"/>
                <a:gd name="connsiteX6" fmla="*/ 107040 w 123825"/>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25" h="28575">
                  <a:moveTo>
                    <a:pt x="107040" y="7144"/>
                  </a:moveTo>
                  <a:lnTo>
                    <a:pt x="18552" y="7144"/>
                  </a:lnTo>
                  <a:cubicBezTo>
                    <a:pt x="12837" y="7144"/>
                    <a:pt x="7884" y="11335"/>
                    <a:pt x="7218" y="16955"/>
                  </a:cubicBezTo>
                  <a:cubicBezTo>
                    <a:pt x="6456" y="23622"/>
                    <a:pt x="11694" y="29337"/>
                    <a:pt x="18267" y="29337"/>
                  </a:cubicBezTo>
                  <a:lnTo>
                    <a:pt x="106754" y="29337"/>
                  </a:lnTo>
                  <a:cubicBezTo>
                    <a:pt x="112469" y="29337"/>
                    <a:pt x="117422" y="25146"/>
                    <a:pt x="118089" y="19526"/>
                  </a:cubicBezTo>
                  <a:cubicBezTo>
                    <a:pt x="118755" y="12764"/>
                    <a:pt x="113517" y="7144"/>
                    <a:pt x="107040" y="7144"/>
                  </a:cubicBezTo>
                  <a:close/>
                </a:path>
              </a:pathLst>
            </a:custGeom>
            <a:grpFill/>
            <a:ln w="9525" cap="flat">
              <a:noFill/>
              <a:prstDash val="solid"/>
              <a:miter/>
            </a:ln>
          </p:spPr>
          <p:txBody>
            <a:bodyPr rtlCol="0" anchor="ctr"/>
            <a:lstStyle/>
            <a:p>
              <a:endParaRPr lang="ko-KR" altLang="en-US"/>
            </a:p>
          </p:txBody>
        </p:sp>
        <p:sp>
          <p:nvSpPr>
            <p:cNvPr id="48" name="자유형: 도형 132"/>
            <p:cNvSpPr/>
            <p:nvPr/>
          </p:nvSpPr>
          <p:spPr>
            <a:xfrm>
              <a:off x="887171" y="1160144"/>
              <a:ext cx="123825" cy="28575"/>
            </a:xfrm>
            <a:custGeom>
              <a:avLst/>
              <a:gdLst>
                <a:gd name="connsiteX0" fmla="*/ 107040 w 123825"/>
                <a:gd name="connsiteY0" fmla="*/ 7144 h 28575"/>
                <a:gd name="connsiteX1" fmla="*/ 18552 w 123825"/>
                <a:gd name="connsiteY1" fmla="*/ 7144 h 28575"/>
                <a:gd name="connsiteX2" fmla="*/ 7218 w 123825"/>
                <a:gd name="connsiteY2" fmla="*/ 16955 h 28575"/>
                <a:gd name="connsiteX3" fmla="*/ 18267 w 123825"/>
                <a:gd name="connsiteY3" fmla="*/ 29337 h 28575"/>
                <a:gd name="connsiteX4" fmla="*/ 106754 w 123825"/>
                <a:gd name="connsiteY4" fmla="*/ 29337 h 28575"/>
                <a:gd name="connsiteX5" fmla="*/ 118089 w 123825"/>
                <a:gd name="connsiteY5" fmla="*/ 19526 h 28575"/>
                <a:gd name="connsiteX6" fmla="*/ 107040 w 123825"/>
                <a:gd name="connsiteY6" fmla="*/ 7144 h 285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25" h="28575">
                  <a:moveTo>
                    <a:pt x="107040" y="7144"/>
                  </a:moveTo>
                  <a:lnTo>
                    <a:pt x="18552" y="7144"/>
                  </a:lnTo>
                  <a:cubicBezTo>
                    <a:pt x="12837" y="7144"/>
                    <a:pt x="7884" y="11335"/>
                    <a:pt x="7218" y="16955"/>
                  </a:cubicBezTo>
                  <a:cubicBezTo>
                    <a:pt x="6456" y="23622"/>
                    <a:pt x="11694" y="29337"/>
                    <a:pt x="18267" y="29337"/>
                  </a:cubicBezTo>
                  <a:lnTo>
                    <a:pt x="106754" y="29337"/>
                  </a:lnTo>
                  <a:cubicBezTo>
                    <a:pt x="112469" y="29337"/>
                    <a:pt x="117422" y="25146"/>
                    <a:pt x="118089" y="19526"/>
                  </a:cubicBezTo>
                  <a:cubicBezTo>
                    <a:pt x="118755" y="12859"/>
                    <a:pt x="113517" y="7144"/>
                    <a:pt x="107040" y="7144"/>
                  </a:cubicBezTo>
                  <a:close/>
                </a:path>
              </a:pathLst>
            </a:custGeom>
            <a:grpFill/>
            <a:ln w="9525" cap="flat">
              <a:noFill/>
              <a:prstDash val="solid"/>
              <a:miter/>
            </a:ln>
          </p:spPr>
          <p:txBody>
            <a:bodyPr rtlCol="0" anchor="ctr"/>
            <a:lstStyle/>
            <a:p>
              <a:endParaRPr lang="ko-KR" altLang="en-US"/>
            </a:p>
          </p:txBody>
        </p:sp>
        <p:sp>
          <p:nvSpPr>
            <p:cNvPr id="49" name="자유형: 도형 133"/>
            <p:cNvSpPr/>
            <p:nvPr/>
          </p:nvSpPr>
          <p:spPr>
            <a:xfrm>
              <a:off x="797519" y="892968"/>
              <a:ext cx="390525" cy="390525"/>
            </a:xfrm>
            <a:custGeom>
              <a:avLst/>
              <a:gdLst>
                <a:gd name="connsiteX0" fmla="*/ 386144 w 390525"/>
                <a:gd name="connsiteY0" fmla="*/ 138494 h 390525"/>
                <a:gd name="connsiteX1" fmla="*/ 382905 w 390525"/>
                <a:gd name="connsiteY1" fmla="*/ 130683 h 390525"/>
                <a:gd name="connsiteX2" fmla="*/ 351472 w 390525"/>
                <a:gd name="connsiteY2" fmla="*/ 99251 h 390525"/>
                <a:gd name="connsiteX3" fmla="*/ 335756 w 390525"/>
                <a:gd name="connsiteY3" fmla="*/ 99251 h 390525"/>
                <a:gd name="connsiteX4" fmla="*/ 296513 w 390525"/>
                <a:gd name="connsiteY4" fmla="*/ 138494 h 390525"/>
                <a:gd name="connsiteX5" fmla="*/ 296513 w 390525"/>
                <a:gd name="connsiteY5" fmla="*/ 85630 h 390525"/>
                <a:gd name="connsiteX6" fmla="*/ 293275 w 390525"/>
                <a:gd name="connsiteY6" fmla="*/ 77819 h 390525"/>
                <a:gd name="connsiteX7" fmla="*/ 226695 w 390525"/>
                <a:gd name="connsiteY7" fmla="*/ 10478 h 390525"/>
                <a:gd name="connsiteX8" fmla="*/ 226695 w 390525"/>
                <a:gd name="connsiteY8" fmla="*/ 10478 h 390525"/>
                <a:gd name="connsiteX9" fmla="*/ 218885 w 390525"/>
                <a:gd name="connsiteY9" fmla="*/ 7144 h 390525"/>
                <a:gd name="connsiteX10" fmla="*/ 63437 w 390525"/>
                <a:gd name="connsiteY10" fmla="*/ 7144 h 390525"/>
                <a:gd name="connsiteX11" fmla="*/ 52292 w 390525"/>
                <a:gd name="connsiteY11" fmla="*/ 18288 h 390525"/>
                <a:gd name="connsiteX12" fmla="*/ 52292 w 390525"/>
                <a:gd name="connsiteY12" fmla="*/ 52292 h 390525"/>
                <a:gd name="connsiteX13" fmla="*/ 18288 w 390525"/>
                <a:gd name="connsiteY13" fmla="*/ 52292 h 390525"/>
                <a:gd name="connsiteX14" fmla="*/ 7144 w 390525"/>
                <a:gd name="connsiteY14" fmla="*/ 63437 h 390525"/>
                <a:gd name="connsiteX15" fmla="*/ 7144 w 390525"/>
                <a:gd name="connsiteY15" fmla="*/ 374999 h 390525"/>
                <a:gd name="connsiteX16" fmla="*/ 18288 w 390525"/>
                <a:gd name="connsiteY16" fmla="*/ 386144 h 390525"/>
                <a:gd name="connsiteX17" fmla="*/ 241078 w 390525"/>
                <a:gd name="connsiteY17" fmla="*/ 386144 h 390525"/>
                <a:gd name="connsiteX18" fmla="*/ 252222 w 390525"/>
                <a:gd name="connsiteY18" fmla="*/ 374999 h 390525"/>
                <a:gd name="connsiteX19" fmla="*/ 252222 w 390525"/>
                <a:gd name="connsiteY19" fmla="*/ 340995 h 390525"/>
                <a:gd name="connsiteX20" fmla="*/ 285560 w 390525"/>
                <a:gd name="connsiteY20" fmla="*/ 340995 h 390525"/>
                <a:gd name="connsiteX21" fmla="*/ 296704 w 390525"/>
                <a:gd name="connsiteY21" fmla="*/ 329851 h 390525"/>
                <a:gd name="connsiteX22" fmla="*/ 296704 w 390525"/>
                <a:gd name="connsiteY22" fmla="*/ 232601 h 390525"/>
                <a:gd name="connsiteX23" fmla="*/ 383000 w 390525"/>
                <a:gd name="connsiteY23" fmla="*/ 146304 h 390525"/>
                <a:gd name="connsiteX24" fmla="*/ 386144 w 390525"/>
                <a:gd name="connsiteY24" fmla="*/ 138494 h 390525"/>
                <a:gd name="connsiteX25" fmla="*/ 277654 w 390525"/>
                <a:gd name="connsiteY25" fmla="*/ 220123 h 390525"/>
                <a:gd name="connsiteX26" fmla="*/ 274130 w 390525"/>
                <a:gd name="connsiteY26" fmla="*/ 223647 h 390525"/>
                <a:gd name="connsiteX27" fmla="*/ 250603 w 390525"/>
                <a:gd name="connsiteY27" fmla="*/ 231458 h 390525"/>
                <a:gd name="connsiteX28" fmla="*/ 258413 w 390525"/>
                <a:gd name="connsiteY28" fmla="*/ 207931 h 390525"/>
                <a:gd name="connsiteX29" fmla="*/ 311468 w 390525"/>
                <a:gd name="connsiteY29" fmla="*/ 154877 h 390525"/>
                <a:gd name="connsiteX30" fmla="*/ 327184 w 390525"/>
                <a:gd name="connsiteY30" fmla="*/ 170593 h 390525"/>
                <a:gd name="connsiteX31" fmla="*/ 277654 w 390525"/>
                <a:gd name="connsiteY31" fmla="*/ 220123 h 390525"/>
                <a:gd name="connsiteX32" fmla="*/ 229934 w 390525"/>
                <a:gd name="connsiteY32" fmla="*/ 45244 h 390525"/>
                <a:gd name="connsiteX33" fmla="*/ 258890 w 390525"/>
                <a:gd name="connsiteY33" fmla="*/ 74486 h 390525"/>
                <a:gd name="connsiteX34" fmla="*/ 229934 w 390525"/>
                <a:gd name="connsiteY34" fmla="*/ 74486 h 390525"/>
                <a:gd name="connsiteX35" fmla="*/ 229934 w 390525"/>
                <a:gd name="connsiteY35" fmla="*/ 45244 h 390525"/>
                <a:gd name="connsiteX36" fmla="*/ 229934 w 390525"/>
                <a:gd name="connsiteY36" fmla="*/ 363855 h 390525"/>
                <a:gd name="connsiteX37" fmla="*/ 29337 w 390525"/>
                <a:gd name="connsiteY37" fmla="*/ 363855 h 390525"/>
                <a:gd name="connsiteX38" fmla="*/ 29337 w 390525"/>
                <a:gd name="connsiteY38" fmla="*/ 74486 h 390525"/>
                <a:gd name="connsiteX39" fmla="*/ 52292 w 390525"/>
                <a:gd name="connsiteY39" fmla="*/ 74486 h 390525"/>
                <a:gd name="connsiteX40" fmla="*/ 52292 w 390525"/>
                <a:gd name="connsiteY40" fmla="*/ 329851 h 390525"/>
                <a:gd name="connsiteX41" fmla="*/ 63437 w 390525"/>
                <a:gd name="connsiteY41" fmla="*/ 340995 h 390525"/>
                <a:gd name="connsiteX42" fmla="*/ 229934 w 390525"/>
                <a:gd name="connsiteY42" fmla="*/ 340995 h 390525"/>
                <a:gd name="connsiteX43" fmla="*/ 229934 w 390525"/>
                <a:gd name="connsiteY43" fmla="*/ 363855 h 390525"/>
                <a:gd name="connsiteX44" fmla="*/ 74486 w 390525"/>
                <a:gd name="connsiteY44" fmla="*/ 318707 h 390525"/>
                <a:gd name="connsiteX45" fmla="*/ 74486 w 390525"/>
                <a:gd name="connsiteY45" fmla="*/ 29337 h 390525"/>
                <a:gd name="connsiteX46" fmla="*/ 207740 w 390525"/>
                <a:gd name="connsiteY46" fmla="*/ 29337 h 390525"/>
                <a:gd name="connsiteX47" fmla="*/ 207740 w 390525"/>
                <a:gd name="connsiteY47" fmla="*/ 85630 h 390525"/>
                <a:gd name="connsiteX48" fmla="*/ 218885 w 390525"/>
                <a:gd name="connsiteY48" fmla="*/ 96774 h 390525"/>
                <a:gd name="connsiteX49" fmla="*/ 274415 w 390525"/>
                <a:gd name="connsiteY49" fmla="*/ 96774 h 390525"/>
                <a:gd name="connsiteX50" fmla="*/ 274415 w 390525"/>
                <a:gd name="connsiteY50" fmla="*/ 160687 h 390525"/>
                <a:gd name="connsiteX51" fmla="*/ 240887 w 390525"/>
                <a:gd name="connsiteY51" fmla="*/ 194215 h 390525"/>
                <a:gd name="connsiteX52" fmla="*/ 238220 w 390525"/>
                <a:gd name="connsiteY52" fmla="*/ 198596 h 390525"/>
                <a:gd name="connsiteX53" fmla="*/ 222504 w 390525"/>
                <a:gd name="connsiteY53" fmla="*/ 245650 h 390525"/>
                <a:gd name="connsiteX54" fmla="*/ 225171 w 390525"/>
                <a:gd name="connsiteY54" fmla="*/ 256985 h 390525"/>
                <a:gd name="connsiteX55" fmla="*/ 236506 w 390525"/>
                <a:gd name="connsiteY55" fmla="*/ 259652 h 390525"/>
                <a:gd name="connsiteX56" fmla="*/ 274415 w 390525"/>
                <a:gd name="connsiteY56" fmla="*/ 246983 h 390525"/>
                <a:gd name="connsiteX57" fmla="*/ 274415 w 390525"/>
                <a:gd name="connsiteY57" fmla="*/ 318707 h 390525"/>
                <a:gd name="connsiteX58" fmla="*/ 74486 w 390525"/>
                <a:gd name="connsiteY58" fmla="*/ 318707 h 390525"/>
                <a:gd name="connsiteX59" fmla="*/ 342900 w 390525"/>
                <a:gd name="connsiteY59" fmla="*/ 154877 h 390525"/>
                <a:gd name="connsiteX60" fmla="*/ 327184 w 390525"/>
                <a:gd name="connsiteY60" fmla="*/ 139160 h 390525"/>
                <a:gd name="connsiteX61" fmla="*/ 343662 w 390525"/>
                <a:gd name="connsiteY61" fmla="*/ 122682 h 390525"/>
                <a:gd name="connsiteX62" fmla="*/ 359378 w 390525"/>
                <a:gd name="connsiteY62" fmla="*/ 138398 h 390525"/>
                <a:gd name="connsiteX63" fmla="*/ 342900 w 390525"/>
                <a:gd name="connsiteY63" fmla="*/ 154877 h 390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Lst>
              <a:rect l="l" t="t" r="r" b="b"/>
              <a:pathLst>
                <a:path w="390525" h="390525">
                  <a:moveTo>
                    <a:pt x="386144" y="138494"/>
                  </a:moveTo>
                  <a:cubicBezTo>
                    <a:pt x="386144" y="135541"/>
                    <a:pt x="385001" y="132683"/>
                    <a:pt x="382905" y="130683"/>
                  </a:cubicBezTo>
                  <a:lnTo>
                    <a:pt x="351472" y="99251"/>
                  </a:lnTo>
                  <a:cubicBezTo>
                    <a:pt x="347091" y="94869"/>
                    <a:pt x="340138" y="94869"/>
                    <a:pt x="335756" y="99251"/>
                  </a:cubicBezTo>
                  <a:lnTo>
                    <a:pt x="296513" y="138494"/>
                  </a:lnTo>
                  <a:lnTo>
                    <a:pt x="296513" y="85630"/>
                  </a:lnTo>
                  <a:cubicBezTo>
                    <a:pt x="296513" y="82677"/>
                    <a:pt x="295275" y="79820"/>
                    <a:pt x="293275" y="77819"/>
                  </a:cubicBezTo>
                  <a:lnTo>
                    <a:pt x="226695" y="10478"/>
                  </a:lnTo>
                  <a:cubicBezTo>
                    <a:pt x="226695" y="10478"/>
                    <a:pt x="226695" y="10478"/>
                    <a:pt x="226695" y="10478"/>
                  </a:cubicBezTo>
                  <a:cubicBezTo>
                    <a:pt x="224695" y="8382"/>
                    <a:pt x="221933" y="7144"/>
                    <a:pt x="218885" y="7144"/>
                  </a:cubicBezTo>
                  <a:lnTo>
                    <a:pt x="63437" y="7144"/>
                  </a:lnTo>
                  <a:cubicBezTo>
                    <a:pt x="57341" y="7144"/>
                    <a:pt x="52292" y="12097"/>
                    <a:pt x="52292" y="18288"/>
                  </a:cubicBezTo>
                  <a:lnTo>
                    <a:pt x="52292" y="52292"/>
                  </a:lnTo>
                  <a:lnTo>
                    <a:pt x="18288" y="52292"/>
                  </a:lnTo>
                  <a:cubicBezTo>
                    <a:pt x="12192" y="52292"/>
                    <a:pt x="7144" y="57245"/>
                    <a:pt x="7144" y="63437"/>
                  </a:cubicBezTo>
                  <a:lnTo>
                    <a:pt x="7144" y="374999"/>
                  </a:lnTo>
                  <a:cubicBezTo>
                    <a:pt x="7144" y="381095"/>
                    <a:pt x="12097" y="386144"/>
                    <a:pt x="18288" y="386144"/>
                  </a:cubicBezTo>
                  <a:lnTo>
                    <a:pt x="241078" y="386144"/>
                  </a:lnTo>
                  <a:cubicBezTo>
                    <a:pt x="247174" y="386144"/>
                    <a:pt x="252222" y="381191"/>
                    <a:pt x="252222" y="374999"/>
                  </a:cubicBezTo>
                  <a:lnTo>
                    <a:pt x="252222" y="340995"/>
                  </a:lnTo>
                  <a:lnTo>
                    <a:pt x="285560" y="340995"/>
                  </a:lnTo>
                  <a:cubicBezTo>
                    <a:pt x="291656" y="340995"/>
                    <a:pt x="296704" y="336042"/>
                    <a:pt x="296704" y="329851"/>
                  </a:cubicBezTo>
                  <a:lnTo>
                    <a:pt x="296704" y="232601"/>
                  </a:lnTo>
                  <a:lnTo>
                    <a:pt x="383000" y="146304"/>
                  </a:lnTo>
                  <a:cubicBezTo>
                    <a:pt x="384905" y="144209"/>
                    <a:pt x="386144" y="141446"/>
                    <a:pt x="386144" y="138494"/>
                  </a:cubicBezTo>
                  <a:close/>
                  <a:moveTo>
                    <a:pt x="277654" y="220123"/>
                  </a:moveTo>
                  <a:lnTo>
                    <a:pt x="274130" y="223647"/>
                  </a:lnTo>
                  <a:lnTo>
                    <a:pt x="250603" y="231458"/>
                  </a:lnTo>
                  <a:lnTo>
                    <a:pt x="258413" y="207931"/>
                  </a:lnTo>
                  <a:lnTo>
                    <a:pt x="311468" y="154877"/>
                  </a:lnTo>
                  <a:lnTo>
                    <a:pt x="327184" y="170593"/>
                  </a:lnTo>
                  <a:lnTo>
                    <a:pt x="277654" y="220123"/>
                  </a:lnTo>
                  <a:close/>
                  <a:moveTo>
                    <a:pt x="229934" y="45244"/>
                  </a:moveTo>
                  <a:lnTo>
                    <a:pt x="258890" y="74486"/>
                  </a:lnTo>
                  <a:lnTo>
                    <a:pt x="229934" y="74486"/>
                  </a:lnTo>
                  <a:lnTo>
                    <a:pt x="229934" y="45244"/>
                  </a:lnTo>
                  <a:close/>
                  <a:moveTo>
                    <a:pt x="229934" y="363855"/>
                  </a:moveTo>
                  <a:lnTo>
                    <a:pt x="29337" y="363855"/>
                  </a:lnTo>
                  <a:lnTo>
                    <a:pt x="29337" y="74486"/>
                  </a:lnTo>
                  <a:lnTo>
                    <a:pt x="52292" y="74486"/>
                  </a:lnTo>
                  <a:lnTo>
                    <a:pt x="52292" y="329851"/>
                  </a:lnTo>
                  <a:cubicBezTo>
                    <a:pt x="52292" y="335947"/>
                    <a:pt x="57245" y="340995"/>
                    <a:pt x="63437" y="340995"/>
                  </a:cubicBezTo>
                  <a:lnTo>
                    <a:pt x="229934" y="340995"/>
                  </a:lnTo>
                  <a:lnTo>
                    <a:pt x="229934" y="363855"/>
                  </a:lnTo>
                  <a:close/>
                  <a:moveTo>
                    <a:pt x="74486" y="318707"/>
                  </a:moveTo>
                  <a:lnTo>
                    <a:pt x="74486" y="29337"/>
                  </a:lnTo>
                  <a:lnTo>
                    <a:pt x="207740" y="29337"/>
                  </a:lnTo>
                  <a:lnTo>
                    <a:pt x="207740" y="85630"/>
                  </a:lnTo>
                  <a:cubicBezTo>
                    <a:pt x="207740" y="91726"/>
                    <a:pt x="212693" y="96774"/>
                    <a:pt x="218885" y="96774"/>
                  </a:cubicBezTo>
                  <a:lnTo>
                    <a:pt x="274415" y="96774"/>
                  </a:lnTo>
                  <a:lnTo>
                    <a:pt x="274415" y="160687"/>
                  </a:lnTo>
                  <a:lnTo>
                    <a:pt x="240887" y="194215"/>
                  </a:lnTo>
                  <a:cubicBezTo>
                    <a:pt x="239649" y="195453"/>
                    <a:pt x="238792" y="196882"/>
                    <a:pt x="238220" y="198596"/>
                  </a:cubicBezTo>
                  <a:lnTo>
                    <a:pt x="222504" y="245650"/>
                  </a:lnTo>
                  <a:cubicBezTo>
                    <a:pt x="221171" y="249650"/>
                    <a:pt x="222218" y="254032"/>
                    <a:pt x="225171" y="256985"/>
                  </a:cubicBezTo>
                  <a:cubicBezTo>
                    <a:pt x="228124" y="259937"/>
                    <a:pt x="232505" y="260985"/>
                    <a:pt x="236506" y="259652"/>
                  </a:cubicBezTo>
                  <a:lnTo>
                    <a:pt x="274415" y="246983"/>
                  </a:lnTo>
                  <a:lnTo>
                    <a:pt x="274415" y="318707"/>
                  </a:lnTo>
                  <a:lnTo>
                    <a:pt x="74486" y="318707"/>
                  </a:lnTo>
                  <a:close/>
                  <a:moveTo>
                    <a:pt x="342900" y="154877"/>
                  </a:moveTo>
                  <a:lnTo>
                    <a:pt x="327184" y="139160"/>
                  </a:lnTo>
                  <a:lnTo>
                    <a:pt x="343662" y="122682"/>
                  </a:lnTo>
                  <a:lnTo>
                    <a:pt x="359378" y="138398"/>
                  </a:lnTo>
                  <a:lnTo>
                    <a:pt x="342900" y="154877"/>
                  </a:lnTo>
                  <a:close/>
                </a:path>
              </a:pathLst>
            </a:custGeom>
            <a:grpFill/>
            <a:ln w="9525" cap="flat">
              <a:noFill/>
              <a:prstDash val="solid"/>
              <a:miter/>
            </a:ln>
          </p:spPr>
          <p:txBody>
            <a:bodyPr rtlCol="0" anchor="ctr"/>
            <a:lstStyle/>
            <a:p>
              <a:endParaRPr lang="ko-KR" altLang="en-US"/>
            </a:p>
          </p:txBody>
        </p:sp>
      </p:grpSp>
      <p:grpSp>
        <p:nvGrpSpPr>
          <p:cNvPr id="50" name="그룹 419"/>
          <p:cNvGrpSpPr/>
          <p:nvPr/>
        </p:nvGrpSpPr>
        <p:grpSpPr>
          <a:xfrm>
            <a:off x="9522169" y="4100569"/>
            <a:ext cx="388596" cy="391668"/>
            <a:chOff x="5469746" y="892968"/>
            <a:chExt cx="388596" cy="391668"/>
          </a:xfrm>
          <a:solidFill>
            <a:schemeClr val="bg1"/>
          </a:solidFill>
        </p:grpSpPr>
        <p:sp>
          <p:nvSpPr>
            <p:cNvPr id="51" name="자유형: 도형 420"/>
            <p:cNvSpPr/>
            <p:nvPr/>
          </p:nvSpPr>
          <p:spPr>
            <a:xfrm>
              <a:off x="5469746" y="913161"/>
              <a:ext cx="371475" cy="371475"/>
            </a:xfrm>
            <a:custGeom>
              <a:avLst/>
              <a:gdLst>
                <a:gd name="connsiteX0" fmla="*/ 357831 w 371475"/>
                <a:gd name="connsiteY0" fmla="*/ 267938 h 371475"/>
                <a:gd name="connsiteX1" fmla="*/ 310968 w 371475"/>
                <a:gd name="connsiteY1" fmla="*/ 219456 h 371475"/>
                <a:gd name="connsiteX2" fmla="*/ 310872 w 371475"/>
                <a:gd name="connsiteY2" fmla="*/ 219361 h 371475"/>
                <a:gd name="connsiteX3" fmla="*/ 263819 w 371475"/>
                <a:gd name="connsiteY3" fmla="*/ 219361 h 371475"/>
                <a:gd name="connsiteX4" fmla="*/ 242388 w 371475"/>
                <a:gd name="connsiteY4" fmla="*/ 240792 h 371475"/>
                <a:gd name="connsiteX5" fmla="*/ 206669 w 371475"/>
                <a:gd name="connsiteY5" fmla="*/ 240792 h 371475"/>
                <a:gd name="connsiteX6" fmla="*/ 206669 w 371475"/>
                <a:gd name="connsiteY6" fmla="*/ 240792 h 371475"/>
                <a:gd name="connsiteX7" fmla="*/ 132183 w 371475"/>
                <a:gd name="connsiteY7" fmla="*/ 168116 h 371475"/>
                <a:gd name="connsiteX8" fmla="*/ 132183 w 371475"/>
                <a:gd name="connsiteY8" fmla="*/ 132398 h 371475"/>
                <a:gd name="connsiteX9" fmla="*/ 153615 w 371475"/>
                <a:gd name="connsiteY9" fmla="*/ 110966 h 371475"/>
                <a:gd name="connsiteX10" fmla="*/ 153615 w 371475"/>
                <a:gd name="connsiteY10" fmla="*/ 63913 h 371475"/>
                <a:gd name="connsiteX11" fmla="*/ 106561 w 371475"/>
                <a:gd name="connsiteY11" fmla="*/ 16859 h 371475"/>
                <a:gd name="connsiteX12" fmla="*/ 59508 w 371475"/>
                <a:gd name="connsiteY12" fmla="*/ 16859 h 371475"/>
                <a:gd name="connsiteX13" fmla="*/ 43791 w 371475"/>
                <a:gd name="connsiteY13" fmla="*/ 32576 h 371475"/>
                <a:gd name="connsiteX14" fmla="*/ 42362 w 371475"/>
                <a:gd name="connsiteY14" fmla="*/ 34004 h 371475"/>
                <a:gd name="connsiteX15" fmla="*/ 42362 w 371475"/>
                <a:gd name="connsiteY15" fmla="*/ 203835 h 371475"/>
                <a:gd name="connsiteX16" fmla="*/ 171046 w 371475"/>
                <a:gd name="connsiteY16" fmla="*/ 330803 h 371475"/>
                <a:gd name="connsiteX17" fmla="*/ 340686 w 371475"/>
                <a:gd name="connsiteY17" fmla="*/ 330803 h 371475"/>
                <a:gd name="connsiteX18" fmla="*/ 357831 w 371475"/>
                <a:gd name="connsiteY18" fmla="*/ 314992 h 371475"/>
                <a:gd name="connsiteX19" fmla="*/ 357831 w 371475"/>
                <a:gd name="connsiteY19" fmla="*/ 267938 h 371475"/>
                <a:gd name="connsiteX20" fmla="*/ 75128 w 371475"/>
                <a:gd name="connsiteY20" fmla="*/ 32480 h 371475"/>
                <a:gd name="connsiteX21" fmla="*/ 90845 w 371475"/>
                <a:gd name="connsiteY21" fmla="*/ 32480 h 371475"/>
                <a:gd name="connsiteX22" fmla="*/ 137898 w 371475"/>
                <a:gd name="connsiteY22" fmla="*/ 79534 h 371475"/>
                <a:gd name="connsiteX23" fmla="*/ 137898 w 371475"/>
                <a:gd name="connsiteY23" fmla="*/ 95250 h 371475"/>
                <a:gd name="connsiteX24" fmla="*/ 130088 w 371475"/>
                <a:gd name="connsiteY24" fmla="*/ 103060 h 371475"/>
                <a:gd name="connsiteX25" fmla="*/ 67318 w 371475"/>
                <a:gd name="connsiteY25" fmla="*/ 40291 h 371475"/>
                <a:gd name="connsiteX26" fmla="*/ 75128 w 371475"/>
                <a:gd name="connsiteY26" fmla="*/ 32480 h 371475"/>
                <a:gd name="connsiteX27" fmla="*/ 186666 w 371475"/>
                <a:gd name="connsiteY27" fmla="*/ 314992 h 371475"/>
                <a:gd name="connsiteX28" fmla="*/ 57984 w 371475"/>
                <a:gd name="connsiteY28" fmla="*/ 188024 h 371475"/>
                <a:gd name="connsiteX29" fmla="*/ 51887 w 371475"/>
                <a:gd name="connsiteY29" fmla="*/ 56293 h 371475"/>
                <a:gd name="connsiteX30" fmla="*/ 114467 w 371475"/>
                <a:gd name="connsiteY30" fmla="*/ 118872 h 371475"/>
                <a:gd name="connsiteX31" fmla="*/ 116562 w 371475"/>
                <a:gd name="connsiteY31" fmla="*/ 183737 h 371475"/>
                <a:gd name="connsiteX32" fmla="*/ 191048 w 371475"/>
                <a:gd name="connsiteY32" fmla="*/ 256413 h 371475"/>
                <a:gd name="connsiteX33" fmla="*/ 255913 w 371475"/>
                <a:gd name="connsiteY33" fmla="*/ 258509 h 371475"/>
                <a:gd name="connsiteX34" fmla="*/ 318492 w 371475"/>
                <a:gd name="connsiteY34" fmla="*/ 321088 h 371475"/>
                <a:gd name="connsiteX35" fmla="*/ 186666 w 371475"/>
                <a:gd name="connsiteY35" fmla="*/ 314992 h 371475"/>
                <a:gd name="connsiteX36" fmla="*/ 342210 w 371475"/>
                <a:gd name="connsiteY36" fmla="*/ 299180 h 371475"/>
                <a:gd name="connsiteX37" fmla="*/ 334780 w 371475"/>
                <a:gd name="connsiteY37" fmla="*/ 306038 h 371475"/>
                <a:gd name="connsiteX38" fmla="*/ 271630 w 371475"/>
                <a:gd name="connsiteY38" fmla="*/ 242888 h 371475"/>
                <a:gd name="connsiteX39" fmla="*/ 279439 w 371475"/>
                <a:gd name="connsiteY39" fmla="*/ 235077 h 371475"/>
                <a:gd name="connsiteX40" fmla="*/ 295061 w 371475"/>
                <a:gd name="connsiteY40" fmla="*/ 234982 h 371475"/>
                <a:gd name="connsiteX41" fmla="*/ 342019 w 371475"/>
                <a:gd name="connsiteY41" fmla="*/ 283655 h 371475"/>
                <a:gd name="connsiteX42" fmla="*/ 342210 w 371475"/>
                <a:gd name="connsiteY42" fmla="*/ 299180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371475" h="371475">
                  <a:moveTo>
                    <a:pt x="357831" y="267938"/>
                  </a:moveTo>
                  <a:lnTo>
                    <a:pt x="310968" y="219456"/>
                  </a:lnTo>
                  <a:cubicBezTo>
                    <a:pt x="310968" y="219456"/>
                    <a:pt x="310872" y="219361"/>
                    <a:pt x="310872" y="219361"/>
                  </a:cubicBezTo>
                  <a:cubicBezTo>
                    <a:pt x="297823" y="206312"/>
                    <a:pt x="276773" y="206312"/>
                    <a:pt x="263819" y="219361"/>
                  </a:cubicBezTo>
                  <a:lnTo>
                    <a:pt x="242388" y="240792"/>
                  </a:lnTo>
                  <a:cubicBezTo>
                    <a:pt x="232481" y="250698"/>
                    <a:pt x="216575" y="250698"/>
                    <a:pt x="206669" y="240792"/>
                  </a:cubicBezTo>
                  <a:cubicBezTo>
                    <a:pt x="206669" y="240792"/>
                    <a:pt x="206669" y="240792"/>
                    <a:pt x="206669" y="240792"/>
                  </a:cubicBezTo>
                  <a:lnTo>
                    <a:pt x="132183" y="168116"/>
                  </a:lnTo>
                  <a:cubicBezTo>
                    <a:pt x="122277" y="158210"/>
                    <a:pt x="122277" y="142304"/>
                    <a:pt x="132183" y="132398"/>
                  </a:cubicBezTo>
                  <a:lnTo>
                    <a:pt x="153615" y="110966"/>
                  </a:lnTo>
                  <a:cubicBezTo>
                    <a:pt x="166568" y="98012"/>
                    <a:pt x="166568" y="76867"/>
                    <a:pt x="153615" y="63913"/>
                  </a:cubicBezTo>
                  <a:lnTo>
                    <a:pt x="106561" y="16859"/>
                  </a:lnTo>
                  <a:cubicBezTo>
                    <a:pt x="93607" y="3905"/>
                    <a:pt x="72461" y="3905"/>
                    <a:pt x="59508" y="16859"/>
                  </a:cubicBezTo>
                  <a:cubicBezTo>
                    <a:pt x="59508" y="16859"/>
                    <a:pt x="43791" y="32576"/>
                    <a:pt x="43791" y="32576"/>
                  </a:cubicBezTo>
                  <a:cubicBezTo>
                    <a:pt x="43791" y="32576"/>
                    <a:pt x="42362" y="34004"/>
                    <a:pt x="42362" y="34004"/>
                  </a:cubicBezTo>
                  <a:cubicBezTo>
                    <a:pt x="-4596" y="80963"/>
                    <a:pt x="-4596" y="156877"/>
                    <a:pt x="42362" y="203835"/>
                  </a:cubicBezTo>
                  <a:lnTo>
                    <a:pt x="171046" y="330803"/>
                  </a:lnTo>
                  <a:cubicBezTo>
                    <a:pt x="217813" y="377476"/>
                    <a:pt x="293632" y="377666"/>
                    <a:pt x="340686" y="330803"/>
                  </a:cubicBezTo>
                  <a:cubicBezTo>
                    <a:pt x="340971" y="330613"/>
                    <a:pt x="357545" y="315278"/>
                    <a:pt x="357831" y="314992"/>
                  </a:cubicBezTo>
                  <a:cubicBezTo>
                    <a:pt x="370785" y="302038"/>
                    <a:pt x="370785" y="280988"/>
                    <a:pt x="357831" y="267938"/>
                  </a:cubicBezTo>
                  <a:close/>
                  <a:moveTo>
                    <a:pt x="75128" y="32480"/>
                  </a:moveTo>
                  <a:cubicBezTo>
                    <a:pt x="79415" y="28194"/>
                    <a:pt x="86463" y="28194"/>
                    <a:pt x="90845" y="32480"/>
                  </a:cubicBezTo>
                  <a:lnTo>
                    <a:pt x="137898" y="79534"/>
                  </a:lnTo>
                  <a:cubicBezTo>
                    <a:pt x="142280" y="83915"/>
                    <a:pt x="142280" y="90869"/>
                    <a:pt x="137898" y="95250"/>
                  </a:cubicBezTo>
                  <a:lnTo>
                    <a:pt x="130088" y="103060"/>
                  </a:lnTo>
                  <a:lnTo>
                    <a:pt x="67318" y="40291"/>
                  </a:lnTo>
                  <a:lnTo>
                    <a:pt x="75128" y="32480"/>
                  </a:lnTo>
                  <a:close/>
                  <a:moveTo>
                    <a:pt x="186666" y="314992"/>
                  </a:moveTo>
                  <a:lnTo>
                    <a:pt x="57984" y="188024"/>
                  </a:lnTo>
                  <a:cubicBezTo>
                    <a:pt x="21693" y="151733"/>
                    <a:pt x="19979" y="94583"/>
                    <a:pt x="51887" y="56293"/>
                  </a:cubicBezTo>
                  <a:lnTo>
                    <a:pt x="114467" y="118872"/>
                  </a:lnTo>
                  <a:cubicBezTo>
                    <a:pt x="98084" y="137446"/>
                    <a:pt x="98751" y="165926"/>
                    <a:pt x="116562" y="183737"/>
                  </a:cubicBezTo>
                  <a:lnTo>
                    <a:pt x="191048" y="256413"/>
                  </a:lnTo>
                  <a:cubicBezTo>
                    <a:pt x="208859" y="274225"/>
                    <a:pt x="237244" y="274892"/>
                    <a:pt x="255913" y="258509"/>
                  </a:cubicBezTo>
                  <a:lnTo>
                    <a:pt x="318492" y="321088"/>
                  </a:lnTo>
                  <a:cubicBezTo>
                    <a:pt x="279726" y="353187"/>
                    <a:pt x="222956" y="351187"/>
                    <a:pt x="186666" y="314992"/>
                  </a:cubicBezTo>
                  <a:close/>
                  <a:moveTo>
                    <a:pt x="342210" y="299180"/>
                  </a:moveTo>
                  <a:lnTo>
                    <a:pt x="334780" y="306038"/>
                  </a:lnTo>
                  <a:lnTo>
                    <a:pt x="271630" y="242888"/>
                  </a:lnTo>
                  <a:lnTo>
                    <a:pt x="279439" y="235077"/>
                  </a:lnTo>
                  <a:cubicBezTo>
                    <a:pt x="283726" y="230791"/>
                    <a:pt x="290774" y="230696"/>
                    <a:pt x="295061" y="234982"/>
                  </a:cubicBezTo>
                  <a:cubicBezTo>
                    <a:pt x="295156" y="235077"/>
                    <a:pt x="342019" y="283559"/>
                    <a:pt x="342019" y="283655"/>
                  </a:cubicBezTo>
                  <a:cubicBezTo>
                    <a:pt x="346401" y="287846"/>
                    <a:pt x="346401" y="294799"/>
                    <a:pt x="342210" y="299180"/>
                  </a:cubicBezTo>
                  <a:close/>
                </a:path>
              </a:pathLst>
            </a:custGeom>
            <a:grpFill/>
            <a:ln w="9525" cap="flat">
              <a:noFill/>
              <a:prstDash val="solid"/>
              <a:miter/>
            </a:ln>
          </p:spPr>
          <p:txBody>
            <a:bodyPr rtlCol="0" anchor="ctr"/>
            <a:lstStyle/>
            <a:p>
              <a:endParaRPr lang="ko-KR" altLang="en-US"/>
            </a:p>
          </p:txBody>
        </p:sp>
        <p:sp>
          <p:nvSpPr>
            <p:cNvPr id="52" name="자유형: 도형 421"/>
            <p:cNvSpPr/>
            <p:nvPr/>
          </p:nvSpPr>
          <p:spPr>
            <a:xfrm>
              <a:off x="5648792" y="892968"/>
              <a:ext cx="209550" cy="209550"/>
            </a:xfrm>
            <a:custGeom>
              <a:avLst/>
              <a:gdLst>
                <a:gd name="connsiteX0" fmla="*/ 18288 w 209550"/>
                <a:gd name="connsiteY0" fmla="*/ 7144 h 209550"/>
                <a:gd name="connsiteX1" fmla="*/ 7144 w 209550"/>
                <a:gd name="connsiteY1" fmla="*/ 18288 h 209550"/>
                <a:gd name="connsiteX2" fmla="*/ 18288 w 209550"/>
                <a:gd name="connsiteY2" fmla="*/ 29432 h 209550"/>
                <a:gd name="connsiteX3" fmla="*/ 184785 w 209550"/>
                <a:gd name="connsiteY3" fmla="*/ 195929 h 209550"/>
                <a:gd name="connsiteX4" fmla="*/ 195929 w 209550"/>
                <a:gd name="connsiteY4" fmla="*/ 207074 h 209550"/>
                <a:gd name="connsiteX5" fmla="*/ 207073 w 209550"/>
                <a:gd name="connsiteY5" fmla="*/ 195929 h 209550"/>
                <a:gd name="connsiteX6" fmla="*/ 18288 w 209550"/>
                <a:gd name="connsiteY6" fmla="*/ 7144 h 2095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09550" h="209550">
                  <a:moveTo>
                    <a:pt x="18288" y="7144"/>
                  </a:moveTo>
                  <a:cubicBezTo>
                    <a:pt x="12192" y="7144"/>
                    <a:pt x="7144" y="12097"/>
                    <a:pt x="7144" y="18288"/>
                  </a:cubicBezTo>
                  <a:cubicBezTo>
                    <a:pt x="7144" y="24479"/>
                    <a:pt x="12097" y="29432"/>
                    <a:pt x="18288" y="29432"/>
                  </a:cubicBezTo>
                  <a:cubicBezTo>
                    <a:pt x="110109" y="29432"/>
                    <a:pt x="184785" y="104108"/>
                    <a:pt x="184785" y="195929"/>
                  </a:cubicBezTo>
                  <a:cubicBezTo>
                    <a:pt x="184785" y="202025"/>
                    <a:pt x="189738" y="207074"/>
                    <a:pt x="195929" y="207074"/>
                  </a:cubicBezTo>
                  <a:cubicBezTo>
                    <a:pt x="202025" y="207074"/>
                    <a:pt x="207073" y="202121"/>
                    <a:pt x="207073" y="195929"/>
                  </a:cubicBezTo>
                  <a:cubicBezTo>
                    <a:pt x="206978" y="91535"/>
                    <a:pt x="122587" y="7144"/>
                    <a:pt x="18288" y="7144"/>
                  </a:cubicBezTo>
                  <a:close/>
                </a:path>
              </a:pathLst>
            </a:custGeom>
            <a:grpFill/>
            <a:ln w="9525" cap="flat">
              <a:noFill/>
              <a:prstDash val="solid"/>
              <a:miter/>
            </a:ln>
          </p:spPr>
          <p:txBody>
            <a:bodyPr rtlCol="0" anchor="ctr"/>
            <a:lstStyle/>
            <a:p>
              <a:endParaRPr lang="ko-KR" altLang="en-US"/>
            </a:p>
          </p:txBody>
        </p:sp>
        <p:sp>
          <p:nvSpPr>
            <p:cNvPr id="53" name="자유형: 도형 422"/>
            <p:cNvSpPr/>
            <p:nvPr/>
          </p:nvSpPr>
          <p:spPr>
            <a:xfrm>
              <a:off x="5648792" y="937355"/>
              <a:ext cx="161925" cy="161925"/>
            </a:xfrm>
            <a:custGeom>
              <a:avLst/>
              <a:gdLst>
                <a:gd name="connsiteX0" fmla="*/ 18288 w 161925"/>
                <a:gd name="connsiteY0" fmla="*/ 7144 h 161925"/>
                <a:gd name="connsiteX1" fmla="*/ 7144 w 161925"/>
                <a:gd name="connsiteY1" fmla="*/ 18288 h 161925"/>
                <a:gd name="connsiteX2" fmla="*/ 18288 w 161925"/>
                <a:gd name="connsiteY2" fmla="*/ 29432 h 161925"/>
                <a:gd name="connsiteX3" fmla="*/ 140398 w 161925"/>
                <a:gd name="connsiteY3" fmla="*/ 151543 h 161925"/>
                <a:gd name="connsiteX4" fmla="*/ 151543 w 161925"/>
                <a:gd name="connsiteY4" fmla="*/ 162687 h 161925"/>
                <a:gd name="connsiteX5" fmla="*/ 162687 w 161925"/>
                <a:gd name="connsiteY5" fmla="*/ 151543 h 161925"/>
                <a:gd name="connsiteX6" fmla="*/ 18288 w 161925"/>
                <a:gd name="connsiteY6" fmla="*/ 7144 h 161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1925" h="161925">
                  <a:moveTo>
                    <a:pt x="18288" y="7144"/>
                  </a:moveTo>
                  <a:cubicBezTo>
                    <a:pt x="12192" y="7144"/>
                    <a:pt x="7144" y="12097"/>
                    <a:pt x="7144" y="18288"/>
                  </a:cubicBezTo>
                  <a:cubicBezTo>
                    <a:pt x="7144" y="24479"/>
                    <a:pt x="12097" y="29432"/>
                    <a:pt x="18288" y="29432"/>
                  </a:cubicBezTo>
                  <a:cubicBezTo>
                    <a:pt x="85630" y="29432"/>
                    <a:pt x="140398" y="84201"/>
                    <a:pt x="140398" y="151543"/>
                  </a:cubicBezTo>
                  <a:cubicBezTo>
                    <a:pt x="140398" y="157639"/>
                    <a:pt x="145352" y="162687"/>
                    <a:pt x="151543" y="162687"/>
                  </a:cubicBezTo>
                  <a:cubicBezTo>
                    <a:pt x="157639" y="162687"/>
                    <a:pt x="162687" y="157734"/>
                    <a:pt x="162687" y="151543"/>
                  </a:cubicBezTo>
                  <a:cubicBezTo>
                    <a:pt x="162592" y="71914"/>
                    <a:pt x="97822" y="7144"/>
                    <a:pt x="18288" y="7144"/>
                  </a:cubicBezTo>
                  <a:close/>
                </a:path>
              </a:pathLst>
            </a:custGeom>
            <a:grpFill/>
            <a:ln w="9525" cap="flat">
              <a:noFill/>
              <a:prstDash val="solid"/>
              <a:miter/>
            </a:ln>
          </p:spPr>
          <p:txBody>
            <a:bodyPr rtlCol="0" anchor="ctr"/>
            <a:lstStyle/>
            <a:p>
              <a:endParaRPr lang="ko-KR" altLang="en-US"/>
            </a:p>
          </p:txBody>
        </p:sp>
        <p:sp>
          <p:nvSpPr>
            <p:cNvPr id="54" name="자유형: 도형 423"/>
            <p:cNvSpPr/>
            <p:nvPr/>
          </p:nvSpPr>
          <p:spPr>
            <a:xfrm>
              <a:off x="5648792" y="981741"/>
              <a:ext cx="123825" cy="123825"/>
            </a:xfrm>
            <a:custGeom>
              <a:avLst/>
              <a:gdLst>
                <a:gd name="connsiteX0" fmla="*/ 18288 w 123825"/>
                <a:gd name="connsiteY0" fmla="*/ 7144 h 123825"/>
                <a:gd name="connsiteX1" fmla="*/ 7144 w 123825"/>
                <a:gd name="connsiteY1" fmla="*/ 18288 h 123825"/>
                <a:gd name="connsiteX2" fmla="*/ 18288 w 123825"/>
                <a:gd name="connsiteY2" fmla="*/ 29432 h 123825"/>
                <a:gd name="connsiteX3" fmla="*/ 96012 w 123825"/>
                <a:gd name="connsiteY3" fmla="*/ 107156 h 123825"/>
                <a:gd name="connsiteX4" fmla="*/ 107156 w 123825"/>
                <a:gd name="connsiteY4" fmla="*/ 118301 h 123825"/>
                <a:gd name="connsiteX5" fmla="*/ 118300 w 123825"/>
                <a:gd name="connsiteY5" fmla="*/ 107156 h 123825"/>
                <a:gd name="connsiteX6" fmla="*/ 18288 w 123825"/>
                <a:gd name="connsiteY6" fmla="*/ 7144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3825" h="123825">
                  <a:moveTo>
                    <a:pt x="18288" y="7144"/>
                  </a:moveTo>
                  <a:cubicBezTo>
                    <a:pt x="12192" y="7144"/>
                    <a:pt x="7144" y="12097"/>
                    <a:pt x="7144" y="18288"/>
                  </a:cubicBezTo>
                  <a:cubicBezTo>
                    <a:pt x="7144" y="24479"/>
                    <a:pt x="12097" y="29432"/>
                    <a:pt x="18288" y="29432"/>
                  </a:cubicBezTo>
                  <a:cubicBezTo>
                    <a:pt x="61150" y="29432"/>
                    <a:pt x="96012" y="64294"/>
                    <a:pt x="96012" y="107156"/>
                  </a:cubicBezTo>
                  <a:cubicBezTo>
                    <a:pt x="96012" y="113252"/>
                    <a:pt x="100965" y="118301"/>
                    <a:pt x="107156" y="118301"/>
                  </a:cubicBezTo>
                  <a:cubicBezTo>
                    <a:pt x="113252" y="118301"/>
                    <a:pt x="118300" y="113348"/>
                    <a:pt x="118300" y="107156"/>
                  </a:cubicBezTo>
                  <a:cubicBezTo>
                    <a:pt x="118206" y="52007"/>
                    <a:pt x="73343" y="7144"/>
                    <a:pt x="18288" y="7144"/>
                  </a:cubicBezTo>
                  <a:close/>
                </a:path>
              </a:pathLst>
            </a:custGeom>
            <a:grpFill/>
            <a:ln w="9525" cap="flat">
              <a:noFill/>
              <a:prstDash val="solid"/>
              <a:miter/>
            </a:ln>
          </p:spPr>
          <p:txBody>
            <a:bodyPr rtlCol="0" anchor="ctr"/>
            <a:lstStyle/>
            <a:p>
              <a:endParaRPr lang="ko-KR" altLang="en-US"/>
            </a:p>
          </p:txBody>
        </p:sp>
        <p:sp>
          <p:nvSpPr>
            <p:cNvPr id="55" name="자유형: 도형 424"/>
            <p:cNvSpPr/>
            <p:nvPr/>
          </p:nvSpPr>
          <p:spPr>
            <a:xfrm>
              <a:off x="5648792" y="1026223"/>
              <a:ext cx="76200" cy="76200"/>
            </a:xfrm>
            <a:custGeom>
              <a:avLst/>
              <a:gdLst>
                <a:gd name="connsiteX0" fmla="*/ 18288 w 76200"/>
                <a:gd name="connsiteY0" fmla="*/ 7144 h 76200"/>
                <a:gd name="connsiteX1" fmla="*/ 7144 w 76200"/>
                <a:gd name="connsiteY1" fmla="*/ 18288 h 76200"/>
                <a:gd name="connsiteX2" fmla="*/ 18288 w 76200"/>
                <a:gd name="connsiteY2" fmla="*/ 29432 h 76200"/>
                <a:gd name="connsiteX3" fmla="*/ 51625 w 76200"/>
                <a:gd name="connsiteY3" fmla="*/ 62770 h 76200"/>
                <a:gd name="connsiteX4" fmla="*/ 62770 w 76200"/>
                <a:gd name="connsiteY4" fmla="*/ 73914 h 76200"/>
                <a:gd name="connsiteX5" fmla="*/ 73914 w 76200"/>
                <a:gd name="connsiteY5" fmla="*/ 62770 h 76200"/>
                <a:gd name="connsiteX6" fmla="*/ 18288 w 76200"/>
                <a:gd name="connsiteY6" fmla="*/ 7144 h 76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76200" h="76200">
                  <a:moveTo>
                    <a:pt x="18288" y="7144"/>
                  </a:moveTo>
                  <a:cubicBezTo>
                    <a:pt x="12192" y="7144"/>
                    <a:pt x="7144" y="12097"/>
                    <a:pt x="7144" y="18288"/>
                  </a:cubicBezTo>
                  <a:cubicBezTo>
                    <a:pt x="7144" y="24479"/>
                    <a:pt x="12097" y="29432"/>
                    <a:pt x="18288" y="29432"/>
                  </a:cubicBezTo>
                  <a:cubicBezTo>
                    <a:pt x="36672" y="29432"/>
                    <a:pt x="51625" y="44387"/>
                    <a:pt x="51625" y="62770"/>
                  </a:cubicBezTo>
                  <a:cubicBezTo>
                    <a:pt x="51625" y="68866"/>
                    <a:pt x="56579" y="73914"/>
                    <a:pt x="62770" y="73914"/>
                  </a:cubicBezTo>
                  <a:cubicBezTo>
                    <a:pt x="68866" y="73914"/>
                    <a:pt x="73914" y="68961"/>
                    <a:pt x="73914" y="62770"/>
                  </a:cubicBezTo>
                  <a:cubicBezTo>
                    <a:pt x="73723" y="32004"/>
                    <a:pt x="48863" y="7144"/>
                    <a:pt x="18288" y="7144"/>
                  </a:cubicBezTo>
                  <a:close/>
                </a:path>
              </a:pathLst>
            </a:custGeom>
            <a:grpFill/>
            <a:ln w="9525" cap="flat">
              <a:noFill/>
              <a:prstDash val="solid"/>
              <a:miter/>
            </a:ln>
          </p:spPr>
          <p:txBody>
            <a:bodyPr rtlCol="0" anchor="ctr"/>
            <a:lstStyle/>
            <a:p>
              <a:endParaRPr lang="ko-KR" altLang="en-US"/>
            </a:p>
          </p:txBody>
        </p:sp>
      </p:grpSp>
    </p:spTree>
  </p:cSld>
  <p:clrMapOvr>
    <a:masterClrMapping/>
  </p:clrMapOvr>
  <mc:AlternateContent xmlns:mc="http://schemas.openxmlformats.org/markup-compatibility/2006">
    <mc:Choice xmlns:p14="http://schemas.microsoft.com/office/powerpoint/2010/main" Requires="p14">
      <p:transition spd="slow" p14:dur="2000" advTm="3000"/>
    </mc:Choice>
    <mc:Fallback>
      <p:transition spd="slow" advTm="300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 presetClass="entr" presetSubtype="10" fill="hold" grpId="0" nodeType="with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checkerboard(across)">
                                      <p:cBhvr>
                                        <p:cTn id="7" dur="500"/>
                                        <p:tgtEl>
                                          <p:spTgt spid="11"/>
                                        </p:tgtEl>
                                      </p:cBhvr>
                                    </p:animEffect>
                                  </p:childTnLst>
                                </p:cTn>
                              </p:par>
                              <p:par>
                                <p:cTn id="8" presetID="5" presetClass="entr" presetSubtype="1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checkerboard(across)">
                                      <p:cBhvr>
                                        <p:cTn id="10" dur="500"/>
                                        <p:tgtEl>
                                          <p:spTgt spid="12"/>
                                        </p:tgtEl>
                                      </p:cBhvr>
                                    </p:animEffect>
                                  </p:childTnLst>
                                </p:cTn>
                              </p:par>
                              <p:par>
                                <p:cTn id="11" presetID="5" presetClass="entr" presetSubtype="1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checkerboard(across)">
                                      <p:cBhvr>
                                        <p:cTn id="13" dur="500"/>
                                        <p:tgtEl>
                                          <p:spTgt spid="14"/>
                                        </p:tgtEl>
                                      </p:cBhvr>
                                    </p:animEffect>
                                  </p:childTnLst>
                                </p:cTn>
                              </p:par>
                              <p:par>
                                <p:cTn id="14" presetID="5" presetClass="entr" presetSubtype="1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checkerboard(across)">
                                      <p:cBhvr>
                                        <p:cTn id="16" dur="500"/>
                                        <p:tgtEl>
                                          <p:spTgt spid="15"/>
                                        </p:tgtEl>
                                      </p:cBhvr>
                                    </p:animEffect>
                                  </p:childTnLst>
                                </p:cTn>
                              </p:par>
                              <p:par>
                                <p:cTn id="17" presetID="5" presetClass="entr" presetSubtype="10" fill="hold" grpId="0" nodeType="withEffect">
                                  <p:stCondLst>
                                    <p:cond delay="0"/>
                                  </p:stCondLst>
                                  <p:childTnLst>
                                    <p:set>
                                      <p:cBhvr>
                                        <p:cTn id="18" dur="1" fill="hold">
                                          <p:stCondLst>
                                            <p:cond delay="0"/>
                                          </p:stCondLst>
                                        </p:cTn>
                                        <p:tgtEl>
                                          <p:spTgt spid="17"/>
                                        </p:tgtEl>
                                        <p:attrNameLst>
                                          <p:attrName>style.visibility</p:attrName>
                                        </p:attrNameLst>
                                      </p:cBhvr>
                                      <p:to>
                                        <p:strVal val="visible"/>
                                      </p:to>
                                    </p:set>
                                    <p:animEffect transition="in" filter="checkerboard(across)">
                                      <p:cBhvr>
                                        <p:cTn id="19" dur="500"/>
                                        <p:tgtEl>
                                          <p:spTgt spid="17"/>
                                        </p:tgtEl>
                                      </p:cBhvr>
                                    </p:animEffect>
                                  </p:childTnLst>
                                </p:cTn>
                              </p:par>
                              <p:par>
                                <p:cTn id="20" presetID="5" presetClass="entr" presetSubtype="10" fill="hold" grpId="0" nodeType="withEffect">
                                  <p:stCondLst>
                                    <p:cond delay="0"/>
                                  </p:stCondLst>
                                  <p:childTnLst>
                                    <p:set>
                                      <p:cBhvr>
                                        <p:cTn id="21" dur="1" fill="hold">
                                          <p:stCondLst>
                                            <p:cond delay="0"/>
                                          </p:stCondLst>
                                        </p:cTn>
                                        <p:tgtEl>
                                          <p:spTgt spid="18"/>
                                        </p:tgtEl>
                                        <p:attrNameLst>
                                          <p:attrName>style.visibility</p:attrName>
                                        </p:attrNameLst>
                                      </p:cBhvr>
                                      <p:to>
                                        <p:strVal val="visible"/>
                                      </p:to>
                                    </p:set>
                                    <p:animEffect transition="in" filter="checkerboard(across)">
                                      <p:cBhvr>
                                        <p:cTn id="22" dur="500"/>
                                        <p:tgtEl>
                                          <p:spTgt spid="18"/>
                                        </p:tgtEl>
                                      </p:cBhvr>
                                    </p:animEffect>
                                  </p:childTnLst>
                                </p:cTn>
                              </p:par>
                              <p:par>
                                <p:cTn id="23" presetID="5" presetClass="entr" presetSubtype="1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animEffect transition="in" filter="checkerboard(across)">
                                      <p:cBhvr>
                                        <p:cTn id="25" dur="500"/>
                                        <p:tgtEl>
                                          <p:spTgt spid="20"/>
                                        </p:tgtEl>
                                      </p:cBhvr>
                                    </p:animEffect>
                                  </p:childTnLst>
                                </p:cTn>
                              </p:par>
                              <p:par>
                                <p:cTn id="26" presetID="5" presetClass="entr" presetSubtype="10" fill="hold" grpId="0" nodeType="withEffect">
                                  <p:stCondLst>
                                    <p:cond delay="0"/>
                                  </p:stCondLst>
                                  <p:childTnLst>
                                    <p:set>
                                      <p:cBhvr>
                                        <p:cTn id="27" dur="1" fill="hold">
                                          <p:stCondLst>
                                            <p:cond delay="0"/>
                                          </p:stCondLst>
                                        </p:cTn>
                                        <p:tgtEl>
                                          <p:spTgt spid="21"/>
                                        </p:tgtEl>
                                        <p:attrNameLst>
                                          <p:attrName>style.visibility</p:attrName>
                                        </p:attrNameLst>
                                      </p:cBhvr>
                                      <p:to>
                                        <p:strVal val="visible"/>
                                      </p:to>
                                    </p:set>
                                    <p:animEffect transition="in" filter="checkerboard(across)">
                                      <p:cBhvr>
                                        <p:cTn id="28" dur="500"/>
                                        <p:tgtEl>
                                          <p:spTgt spid="21"/>
                                        </p:tgtEl>
                                      </p:cBhvr>
                                    </p:animEffect>
                                  </p:childTnLst>
                                </p:cTn>
                              </p:par>
                              <p:par>
                                <p:cTn id="29" presetID="5" presetClass="entr" presetSubtype="10"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Effect transition="in" filter="checkerboard(across)">
                                      <p:cBhvr>
                                        <p:cTn id="31" dur="500"/>
                                        <p:tgtEl>
                                          <p:spTgt spid="23"/>
                                        </p:tgtEl>
                                      </p:cBhvr>
                                    </p:animEffect>
                                  </p:childTnLst>
                                </p:cTn>
                              </p:par>
                              <p:par>
                                <p:cTn id="32" presetID="5" presetClass="entr" presetSubtype="10" fill="hold" grpId="0" nodeType="withEffect">
                                  <p:stCondLst>
                                    <p:cond delay="0"/>
                                  </p:stCondLst>
                                  <p:childTnLst>
                                    <p:set>
                                      <p:cBhvr>
                                        <p:cTn id="33" dur="1" fill="hold">
                                          <p:stCondLst>
                                            <p:cond delay="0"/>
                                          </p:stCondLst>
                                        </p:cTn>
                                        <p:tgtEl>
                                          <p:spTgt spid="24"/>
                                        </p:tgtEl>
                                        <p:attrNameLst>
                                          <p:attrName>style.visibility</p:attrName>
                                        </p:attrNameLst>
                                      </p:cBhvr>
                                      <p:to>
                                        <p:strVal val="visible"/>
                                      </p:to>
                                    </p:set>
                                    <p:animEffect transition="in" filter="checkerboard(across)">
                                      <p:cBhvr>
                                        <p:cTn id="34" dur="500"/>
                                        <p:tgtEl>
                                          <p:spTgt spid="24"/>
                                        </p:tgtEl>
                                      </p:cBhvr>
                                    </p:animEffect>
                                  </p:childTnLst>
                                </p:cTn>
                              </p:par>
                              <p:par>
                                <p:cTn id="35" presetID="5" presetClass="entr" presetSubtype="10" fill="hold" grpId="0" nodeType="withEffect">
                                  <p:stCondLst>
                                    <p:cond delay="0"/>
                                  </p:stCondLst>
                                  <p:childTnLst>
                                    <p:set>
                                      <p:cBhvr>
                                        <p:cTn id="36" dur="1" fill="hold">
                                          <p:stCondLst>
                                            <p:cond delay="0"/>
                                          </p:stCondLst>
                                        </p:cTn>
                                        <p:tgtEl>
                                          <p:spTgt spid="26"/>
                                        </p:tgtEl>
                                        <p:attrNameLst>
                                          <p:attrName>style.visibility</p:attrName>
                                        </p:attrNameLst>
                                      </p:cBhvr>
                                      <p:to>
                                        <p:strVal val="visible"/>
                                      </p:to>
                                    </p:set>
                                    <p:animEffect transition="in" filter="checkerboard(across)">
                                      <p:cBhvr>
                                        <p:cTn id="37" dur="500"/>
                                        <p:tgtEl>
                                          <p:spTgt spid="26"/>
                                        </p:tgtEl>
                                      </p:cBhvr>
                                    </p:animEffect>
                                  </p:childTnLst>
                                </p:cTn>
                              </p:par>
                              <p:par>
                                <p:cTn id="38" presetID="5" presetClass="entr" presetSubtype="1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checkerboard(across)">
                                      <p:cBhvr>
                                        <p:cTn id="4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P spid="14" grpId="0"/>
      <p:bldP spid="15" grpId="0"/>
      <p:bldP spid="17" grpId="0"/>
      <p:bldP spid="18" grpId="0"/>
      <p:bldP spid="20" grpId="0"/>
      <p:bldP spid="21" grpId="0"/>
      <p:bldP spid="23" grpId="0"/>
      <p:bldP spid="24" grpId="0"/>
      <p:bldP spid="26" grpId="0"/>
      <p:bldP spid="27"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圆角矩形 1"/>
          <p:cNvSpPr/>
          <p:nvPr/>
        </p:nvSpPr>
        <p:spPr>
          <a:xfrm>
            <a:off x="1221719" y="2034283"/>
            <a:ext cx="2558265" cy="2558265"/>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3" name="文本框 2"/>
          <p:cNvSpPr txBox="1"/>
          <p:nvPr/>
        </p:nvSpPr>
        <p:spPr>
          <a:xfrm>
            <a:off x="1922929" y="2528585"/>
            <a:ext cx="1415772" cy="1569660"/>
          </a:xfrm>
          <a:prstGeom prst="rect">
            <a:avLst/>
          </a:prstGeom>
          <a:noFill/>
        </p:spPr>
        <p:txBody>
          <a:bodyPr wrap="none" rtlCol="0">
            <a:spAutoFit/>
          </a:bodyPr>
          <a:lstStyle/>
          <a:p>
            <a:r>
              <a:rPr kumimoji="1" lang="zh-CN" altLang="en-US" sz="9600">
                <a:solidFill>
                  <a:schemeClr val="tx2"/>
                </a:solidFill>
                <a:latin typeface="思源宋体 CN" panose="02020700000000000000" pitchFamily="18" charset="-122"/>
                <a:ea typeface="思源宋体 CN" panose="02020700000000000000" pitchFamily="18" charset="-122"/>
              </a:rPr>
              <a:t>谢</a:t>
            </a:r>
            <a:endParaRPr kumimoji="1" lang="zh-CN" altLang="en-US" sz="9600">
              <a:solidFill>
                <a:schemeClr val="tx2"/>
              </a:solidFill>
              <a:latin typeface="思源宋体 CN" panose="02020700000000000000" pitchFamily="18" charset="-122"/>
              <a:ea typeface="思源宋体 CN" panose="02020700000000000000" pitchFamily="18" charset="-122"/>
            </a:endParaRPr>
          </a:p>
        </p:txBody>
      </p:sp>
      <p:sp>
        <p:nvSpPr>
          <p:cNvPr id="4" name="文本框 3"/>
          <p:cNvSpPr txBox="1"/>
          <p:nvPr/>
        </p:nvSpPr>
        <p:spPr>
          <a:xfrm>
            <a:off x="3292740" y="2528585"/>
            <a:ext cx="1415772" cy="1569660"/>
          </a:xfrm>
          <a:prstGeom prst="rect">
            <a:avLst/>
          </a:prstGeom>
          <a:noFill/>
        </p:spPr>
        <p:txBody>
          <a:bodyPr wrap="none" rtlCol="0">
            <a:spAutoFit/>
          </a:bodyPr>
          <a:lstStyle/>
          <a:p>
            <a:r>
              <a:rPr kumimoji="1" lang="zh-CN" altLang="en-US" sz="9600">
                <a:solidFill>
                  <a:schemeClr val="tx2"/>
                </a:solidFill>
                <a:latin typeface="思源宋体 CN" panose="02020700000000000000" pitchFamily="18" charset="-122"/>
                <a:ea typeface="思源宋体 CN" panose="02020700000000000000" pitchFamily="18" charset="-122"/>
              </a:rPr>
              <a:t>谢</a:t>
            </a:r>
            <a:endParaRPr kumimoji="1" lang="zh-CN" altLang="en-US" sz="9600">
              <a:solidFill>
                <a:schemeClr val="tx2"/>
              </a:solidFill>
              <a:latin typeface="思源宋体 CN" panose="02020700000000000000" pitchFamily="18" charset="-122"/>
              <a:ea typeface="思源宋体 CN" panose="02020700000000000000" pitchFamily="18" charset="-122"/>
            </a:endParaRPr>
          </a:p>
        </p:txBody>
      </p:sp>
      <p:sp>
        <p:nvSpPr>
          <p:cNvPr id="5" name="文本框 4"/>
          <p:cNvSpPr txBox="1"/>
          <p:nvPr/>
        </p:nvSpPr>
        <p:spPr>
          <a:xfrm>
            <a:off x="2878490" y="3822177"/>
            <a:ext cx="2645309" cy="523220"/>
          </a:xfrm>
          <a:prstGeom prst="rect">
            <a:avLst/>
          </a:prstGeom>
          <a:noFill/>
        </p:spPr>
        <p:txBody>
          <a:bodyPr wrap="square" rtlCol="0">
            <a:spAutoFit/>
          </a:bodyPr>
          <a:lstStyle/>
          <a:p>
            <a:pPr algn="dist"/>
            <a:r>
              <a:rPr kumimoji="1" lang="en-US" altLang="zh-CN" sz="2800">
                <a:solidFill>
                  <a:schemeClr val="bg1"/>
                </a:solidFill>
                <a:latin typeface="+mn-ea"/>
              </a:rPr>
              <a:t>THA</a:t>
            </a:r>
            <a:r>
              <a:rPr kumimoji="1" lang="en-US" altLang="zh-CN" sz="2800">
                <a:solidFill>
                  <a:schemeClr val="tx2"/>
                </a:solidFill>
                <a:latin typeface="+mn-ea"/>
              </a:rPr>
              <a:t>NK</a:t>
            </a:r>
            <a:r>
              <a:rPr kumimoji="1" lang="zh-CN" altLang="en-US" sz="2800">
                <a:solidFill>
                  <a:schemeClr val="tx2"/>
                </a:solidFill>
                <a:latin typeface="+mn-ea"/>
              </a:rPr>
              <a:t> </a:t>
            </a:r>
            <a:r>
              <a:rPr kumimoji="1" lang="en-US" altLang="zh-CN" sz="2800">
                <a:solidFill>
                  <a:schemeClr val="tx2"/>
                </a:solidFill>
                <a:latin typeface="+mn-ea"/>
              </a:rPr>
              <a:t>YOU</a:t>
            </a:r>
            <a:endParaRPr kumimoji="1" lang="zh-CN" altLang="en-US" sz="2800">
              <a:solidFill>
                <a:schemeClr val="tx2"/>
              </a:solidFill>
              <a:latin typeface="+mn-ea"/>
            </a:endParaRPr>
          </a:p>
        </p:txBody>
      </p:sp>
      <p:sp>
        <p:nvSpPr>
          <p:cNvPr id="6" name="燕尾形 5"/>
          <p:cNvSpPr/>
          <p:nvPr/>
        </p:nvSpPr>
        <p:spPr>
          <a:xfrm>
            <a:off x="5965082" y="4007666"/>
            <a:ext cx="208052" cy="208052"/>
          </a:xfrm>
          <a:prstGeom prst="chevron">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solidFill>
                <a:schemeClr val="tx1"/>
              </a:solidFill>
            </a:endParaRPr>
          </a:p>
        </p:txBody>
      </p:sp>
      <p:cxnSp>
        <p:nvCxnSpPr>
          <p:cNvPr id="9" name="直线连接符 8"/>
          <p:cNvCxnSpPr/>
          <p:nvPr/>
        </p:nvCxnSpPr>
        <p:spPr>
          <a:xfrm>
            <a:off x="7270378" y="3340309"/>
            <a:ext cx="3662081"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
        <p:nvSpPr>
          <p:cNvPr id="10" name="圆角矩形 9"/>
          <p:cNvSpPr/>
          <p:nvPr/>
        </p:nvSpPr>
        <p:spPr>
          <a:xfrm>
            <a:off x="4186340" y="1636954"/>
            <a:ext cx="397329" cy="397329"/>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
        <p:nvSpPr>
          <p:cNvPr id="11" name="圆角矩形 10"/>
          <p:cNvSpPr/>
          <p:nvPr/>
        </p:nvSpPr>
        <p:spPr>
          <a:xfrm>
            <a:off x="4653679" y="2319515"/>
            <a:ext cx="209070" cy="209070"/>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cxnSp>
        <p:nvCxnSpPr>
          <p:cNvPr id="13" name="直线连接符 12"/>
          <p:cNvCxnSpPr/>
          <p:nvPr/>
        </p:nvCxnSpPr>
        <p:spPr>
          <a:xfrm>
            <a:off x="2142085" y="4111692"/>
            <a:ext cx="676409" cy="0"/>
          </a:xfrm>
          <a:prstGeom prst="line">
            <a:avLst/>
          </a:prstGeom>
          <a:ln w="44450" cap="rnd">
            <a:solidFill>
              <a:schemeClr val="tx2"/>
            </a:solidFill>
          </a:ln>
        </p:spPr>
        <p:style>
          <a:lnRef idx="1">
            <a:schemeClr val="accent1"/>
          </a:lnRef>
          <a:fillRef idx="0">
            <a:schemeClr val="accent1"/>
          </a:fillRef>
          <a:effectRef idx="0">
            <a:schemeClr val="accent1"/>
          </a:effectRef>
          <a:fontRef idx="minor">
            <a:schemeClr val="tx1"/>
          </a:fontRef>
        </p:style>
      </p:cxnSp>
      <p:sp>
        <p:nvSpPr>
          <p:cNvPr id="15" name="文本框 14"/>
          <p:cNvSpPr txBox="1"/>
          <p:nvPr/>
        </p:nvSpPr>
        <p:spPr>
          <a:xfrm>
            <a:off x="7194176" y="2930636"/>
            <a:ext cx="3895618" cy="369332"/>
          </a:xfrm>
          <a:prstGeom prst="rect">
            <a:avLst/>
          </a:prstGeom>
          <a:noFill/>
        </p:spPr>
        <p:txBody>
          <a:bodyPr wrap="none" rtlCol="0">
            <a:spAutoFit/>
          </a:bodyPr>
          <a:lstStyle/>
          <a:p>
            <a:r>
              <a:rPr kumimoji="1" lang="en-US" altLang="zh-CN">
                <a:solidFill>
                  <a:schemeClr val="tx2"/>
                </a:solidFill>
                <a:latin typeface="+mn-ea"/>
              </a:rPr>
              <a:t>2021</a:t>
            </a:r>
            <a:r>
              <a:rPr kumimoji="1" lang="zh-CN" altLang="en-US">
                <a:solidFill>
                  <a:schemeClr val="tx2"/>
                </a:solidFill>
                <a:latin typeface="+mn-ea"/>
              </a:rPr>
              <a:t> </a:t>
            </a:r>
            <a:r>
              <a:rPr kumimoji="1" lang="en-US" altLang="zh-CN">
                <a:solidFill>
                  <a:schemeClr val="tx2"/>
                </a:solidFill>
                <a:latin typeface="+mn-ea"/>
              </a:rPr>
              <a:t>DEPARTMENT</a:t>
            </a:r>
            <a:r>
              <a:rPr kumimoji="1" lang="zh-CN" altLang="en-US">
                <a:solidFill>
                  <a:schemeClr val="tx2"/>
                </a:solidFill>
                <a:latin typeface="+mn-ea"/>
              </a:rPr>
              <a:t> </a:t>
            </a:r>
            <a:r>
              <a:rPr kumimoji="1" lang="en-US" altLang="zh-CN">
                <a:solidFill>
                  <a:schemeClr val="tx2"/>
                </a:solidFill>
                <a:latin typeface="+mn-ea"/>
              </a:rPr>
              <a:t>WORK</a:t>
            </a:r>
            <a:r>
              <a:rPr kumimoji="1" lang="zh-CN" altLang="en-US">
                <a:solidFill>
                  <a:schemeClr val="tx2"/>
                </a:solidFill>
                <a:latin typeface="+mn-ea"/>
              </a:rPr>
              <a:t> </a:t>
            </a:r>
            <a:r>
              <a:rPr kumimoji="1" lang="en-US" altLang="zh-CN">
                <a:solidFill>
                  <a:schemeClr val="tx2"/>
                </a:solidFill>
                <a:latin typeface="+mn-ea"/>
              </a:rPr>
              <a:t>REPORT</a:t>
            </a:r>
            <a:endParaRPr kumimoji="1" lang="zh-CN" altLang="en-US">
              <a:solidFill>
                <a:schemeClr val="tx2"/>
              </a:solidFill>
              <a:latin typeface="+mn-ea"/>
            </a:endParaRPr>
          </a:p>
        </p:txBody>
      </p:sp>
      <p:sp>
        <p:nvSpPr>
          <p:cNvPr id="20" name="文本框 19"/>
          <p:cNvSpPr txBox="1"/>
          <p:nvPr/>
        </p:nvSpPr>
        <p:spPr>
          <a:xfrm>
            <a:off x="7756434" y="3415553"/>
            <a:ext cx="3249706" cy="398780"/>
          </a:xfrm>
          <a:prstGeom prst="rect">
            <a:avLst/>
          </a:prstGeom>
          <a:noFill/>
        </p:spPr>
        <p:txBody>
          <a:bodyPr wrap="square" rtlCol="0">
            <a:spAutoFit/>
          </a:bodyPr>
          <a:lstStyle/>
          <a:p>
            <a:pPr algn="dist"/>
            <a:r>
              <a:rPr kumimoji="1" lang="zh-CN" altLang="en-US" sz="2000">
                <a:solidFill>
                  <a:schemeClr val="tx2"/>
                </a:solidFill>
              </a:rPr>
              <a:t>汇报部门：</a:t>
            </a:r>
            <a:r>
              <a:rPr kumimoji="1" lang="en-US" altLang="zh-CN" sz="2000">
                <a:solidFill>
                  <a:schemeClr val="tx2"/>
                </a:solidFill>
              </a:rPr>
              <a:t>XXXX</a:t>
            </a:r>
            <a:endParaRPr kumimoji="1" lang="en-US" altLang="zh-CN" sz="2000">
              <a:solidFill>
                <a:schemeClr val="tx2"/>
              </a:solidFill>
            </a:endParaRPr>
          </a:p>
        </p:txBody>
      </p:sp>
      <p:sp>
        <p:nvSpPr>
          <p:cNvPr id="22" name="圆角矩形 21"/>
          <p:cNvSpPr/>
          <p:nvPr/>
        </p:nvSpPr>
        <p:spPr>
          <a:xfrm>
            <a:off x="1381562" y="4856527"/>
            <a:ext cx="209070" cy="209070"/>
          </a:xfrm>
          <a:prstGeom prst="roundRect">
            <a:avLst/>
          </a:prstGeom>
          <a:solidFill>
            <a:schemeClr val="bg1">
              <a:lumMod val="85000"/>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a:p>
        </p:txBody>
      </p:sp>
    </p:spTree>
  </p:cSld>
  <p:clrMapOvr>
    <a:masterClrMapping/>
  </p:clrMapOvr>
  <mc:AlternateContent xmlns:mc="http://schemas.openxmlformats.org/markup-compatibility/2006">
    <mc:Choice xmlns:p14="http://schemas.microsoft.com/office/powerpoint/2010/main" Requires="p14">
      <p:transition spd="slow" p14:dur="1500" advTm="3000">
        <p:split orient="vert"/>
      </p:transition>
    </mc:Choice>
    <mc:Fallback>
      <p:transition spd="slow" advTm="3000">
        <p:split orient="vert"/>
      </p:transition>
    </mc:Fallback>
  </mc:AlternateContent>
</p:sld>
</file>

<file path=ppt/tags/tag1.xml><?xml version="1.0" encoding="utf-8"?>
<p:tagLst xmlns:p="http://schemas.openxmlformats.org/presentationml/2006/main">
  <p:tag name="PA" val="v5.1.2"/>
</p:tagLst>
</file>

<file path=ppt/tags/tag2.xml><?xml version="1.0" encoding="utf-8"?>
<p:tagLst xmlns:p="http://schemas.openxmlformats.org/presentationml/2006/main">
  <p:tag name="PA" val="v5.1.2"/>
</p:tagLst>
</file>

<file path=ppt/tags/tag3.xml><?xml version="1.0" encoding="utf-8"?>
<p:tagLst xmlns:p="http://schemas.openxmlformats.org/presentationml/2006/main">
  <p:tag name="PA" val="v5.1.2"/>
</p:tagLst>
</file>

<file path=ppt/tags/tag4.xml><?xml version="1.0" encoding="utf-8"?>
<p:tagLst xmlns:p="http://schemas.openxmlformats.org/presentationml/2006/main">
  <p:tag name="PA" val="v5.1.2"/>
</p:tagLst>
</file>

<file path=ppt/tags/tag5.xml><?xml version="1.0" encoding="utf-8"?>
<p:tagLst xmlns:p="http://schemas.openxmlformats.org/presentationml/2006/main">
  <p:tag name="PA" val="v5.1.2"/>
</p:tagLst>
</file>

<file path=ppt/tags/tag6.xml><?xml version="1.0" encoding="utf-8"?>
<p:tagLst xmlns:p="http://schemas.openxmlformats.org/presentationml/2006/main">
  <p:tag name="PA" val="v5.1.2"/>
</p:tagLst>
</file>

<file path=ppt/tags/tag7.xml><?xml version="1.0" encoding="utf-8"?>
<p:tagLst xmlns:p="http://schemas.openxmlformats.org/presentationml/2006/main">
  <p:tag name="PA" val="v5.1.2"/>
</p:tagLst>
</file>

<file path=ppt/tags/tag8.xml><?xml version="1.0" encoding="utf-8"?>
<p:tagLst xmlns:p="http://schemas.openxmlformats.org/presentationml/2006/main">
  <p:tag name="PA" val="v5.1.2"/>
</p:tagLst>
</file>

<file path=ppt/tags/tag9.xml><?xml version="1.0" encoding="utf-8"?>
<p:tagLst xmlns:p="http://schemas.openxmlformats.org/presentationml/2006/main">
  <p:tag name="PA" val="v5.1.2"/>
</p:tagLst>
</file>

<file path=ppt/tags/tag10.xml><?xml version="1.0" encoding="utf-8"?>
<p:tagLst xmlns:p="http://schemas.openxmlformats.org/presentationml/2006/main">
  <p:tag name="ISPRING_PRESENTATION_TITLE" val="PowerPoint 演示文稿"/>
  <p:tag name="ISPRING_FIRST_PUBLISH" val="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588ku">
      <a:majorFont>
        <a:latin typeface="Arial Black"/>
        <a:ea typeface="思源黑体 CN Bold"/>
        <a:cs typeface=""/>
      </a:majorFont>
      <a:minorFont>
        <a:latin typeface="Arial"/>
        <a:ea typeface="思源黑体 CN Regula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DengXian Light"/>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DengXian"/>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4315</Words>
  <Application>WPS 演示</Application>
  <PresentationFormat>宽屏</PresentationFormat>
  <Paragraphs>445</Paragraphs>
  <Slides>20</Slides>
  <Notes>21</Notes>
  <HiddenSlides>0</HiddenSlides>
  <MMClips>0</MMClips>
  <ScaleCrop>false</ScaleCrop>
  <HeadingPairs>
    <vt:vector size="6" baseType="variant">
      <vt:variant>
        <vt:lpstr>已用的字体</vt:lpstr>
      </vt:variant>
      <vt:variant>
        <vt:i4>19</vt:i4>
      </vt:variant>
      <vt:variant>
        <vt:lpstr>主题</vt:lpstr>
      </vt:variant>
      <vt:variant>
        <vt:i4>1</vt:i4>
      </vt:variant>
      <vt:variant>
        <vt:lpstr>幻灯片标题</vt:lpstr>
      </vt:variant>
      <vt:variant>
        <vt:i4>20</vt:i4>
      </vt:variant>
    </vt:vector>
  </HeadingPairs>
  <TitlesOfParts>
    <vt:vector size="40" baseType="lpstr">
      <vt:lpstr>Arial</vt:lpstr>
      <vt:lpstr>宋体</vt:lpstr>
      <vt:lpstr>Wingdings</vt:lpstr>
      <vt:lpstr>Arial</vt:lpstr>
      <vt:lpstr>思源宋体 CN</vt:lpstr>
      <vt:lpstr>思源黑体 CN Medium</vt:lpstr>
      <vt:lpstr>思源黑体 CN Regular</vt:lpstr>
      <vt:lpstr>黑体</vt:lpstr>
      <vt:lpstr>Source Han Sans CN Normal</vt:lpstr>
      <vt:lpstr>Source Han Sans CN Regular</vt:lpstr>
      <vt:lpstr>微软雅黑</vt:lpstr>
      <vt:lpstr>Arial Unicode MS</vt:lpstr>
      <vt:lpstr>等线</vt:lpstr>
      <vt:lpstr>Yu Gothic UI</vt:lpstr>
      <vt:lpstr>字魂36号-正文宋楷</vt:lpstr>
      <vt:lpstr>思源黑体 CN Bold</vt:lpstr>
      <vt:lpstr>Arial Black</vt:lpstr>
      <vt:lpstr>思源黑体 CN Regular</vt:lpstr>
      <vt:lpstr>Yu Gothic UI Semilight</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Microsoft Office 用户</dc:creator>
  <cp:lastModifiedBy>涵莜儿</cp:lastModifiedBy>
  <cp:revision>650</cp:revision>
  <dcterms:created xsi:type="dcterms:W3CDTF">2018-06-17T04:53:00Z</dcterms:created>
  <dcterms:modified xsi:type="dcterms:W3CDTF">2025-05-11T06:28:43Z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BF6601277B574807BE2950B6FF3AB342_12</vt:lpwstr>
  </property>
  <property fmtid="{D5CDD505-2E9C-101B-9397-08002B2CF9AE}" pid="3" name="KSOProductBuildVer">
    <vt:lpwstr>2052-12.1.0.21171</vt:lpwstr>
  </property>
</Properties>
</file>