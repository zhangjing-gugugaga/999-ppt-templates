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24"/>
  </p:handoutMasterIdLst>
  <p:sldIdLst>
    <p:sldId id="362" r:id="rId3"/>
    <p:sldId id="363" r:id="rId5"/>
    <p:sldId id="369" r:id="rId6"/>
    <p:sldId id="387" r:id="rId7"/>
    <p:sldId id="391" r:id="rId8"/>
    <p:sldId id="392" r:id="rId9"/>
    <p:sldId id="393" r:id="rId10"/>
    <p:sldId id="388" r:id="rId11"/>
    <p:sldId id="394" r:id="rId12"/>
    <p:sldId id="395" r:id="rId13"/>
    <p:sldId id="396" r:id="rId14"/>
    <p:sldId id="389" r:id="rId15"/>
    <p:sldId id="397" r:id="rId16"/>
    <p:sldId id="398" r:id="rId17"/>
    <p:sldId id="399" r:id="rId18"/>
    <p:sldId id="390" r:id="rId19"/>
    <p:sldId id="400" r:id="rId20"/>
    <p:sldId id="401" r:id="rId21"/>
    <p:sldId id="402" r:id="rId22"/>
    <p:sldId id="366" r:id="rId23"/>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3159"/>
    <a:srgbClr val="FF7CA9"/>
    <a:srgbClr val="FEEFA0"/>
    <a:srgbClr val="0E0D3C"/>
    <a:srgbClr val="A3E4EC"/>
    <a:srgbClr val="4672FE"/>
    <a:srgbClr val="216F58"/>
    <a:srgbClr val="01527F"/>
    <a:srgbClr val="011C27"/>
    <a:srgbClr val="FCF7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63"/>
    <p:restoredTop sz="96271"/>
  </p:normalViewPr>
  <p:slideViewPr>
    <p:cSldViewPr snapToGrid="0" snapToObjects="1">
      <p:cViewPr varScale="1">
        <p:scale>
          <a:sx n="84" d="100"/>
          <a:sy n="84" d="100"/>
        </p:scale>
        <p:origin x="576" y="12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96" d="100"/>
        <a:sy n="196" d="100"/>
      </p:scale>
      <p:origin x="0" y="0"/>
    </p:cViewPr>
  </p:sorterViewPr>
  <p:notesViewPr>
    <p:cSldViewPr snapToGrid="0" snapToObjects="1">
      <p:cViewPr varScale="1">
        <p:scale>
          <a:sx n="95" d="100"/>
          <a:sy n="95" d="100"/>
        </p:scale>
        <p:origin x="2504" y="19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9.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84B3C7D-7ED1-A34F-BCFC-1C01389AE58C}"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CED8CE-3D9F-CA47-A17E-9AD879C3B1C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ACF2CF-5EF1-D24F-8F8B-C67282AA038A}"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F70782-008B-5B48-B01C-A994AC4AA046}"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椭圆 1"/>
          <p:cNvSpPr/>
          <p:nvPr userDrawn="1"/>
        </p:nvSpPr>
        <p:spPr>
          <a:xfrm>
            <a:off x="-146656" y="-502138"/>
            <a:ext cx="1435100" cy="1435100"/>
          </a:xfrm>
          <a:prstGeom prst="ellipse">
            <a:avLst/>
          </a:prstGeom>
          <a:gradFill flip="none" rotWithShape="1">
            <a:gsLst>
              <a:gs pos="7000">
                <a:srgbClr val="A3E4EC"/>
              </a:gs>
              <a:gs pos="48000">
                <a:srgbClr val="FEEFA0"/>
              </a:gs>
              <a:gs pos="25000">
                <a:srgbClr val="C7E8CE"/>
              </a:gs>
              <a:gs pos="81000">
                <a:srgbClr val="FF7CA9"/>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3" name="组合 2"/>
          <p:cNvGrpSpPr/>
          <p:nvPr userDrawn="1"/>
        </p:nvGrpSpPr>
        <p:grpSpPr>
          <a:xfrm rot="5400000">
            <a:off x="11176000" y="-50219"/>
            <a:ext cx="248919" cy="807719"/>
            <a:chOff x="8648700" y="1473200"/>
            <a:chExt cx="248919" cy="807719"/>
          </a:xfrm>
        </p:grpSpPr>
        <p:grpSp>
          <p:nvGrpSpPr>
            <p:cNvPr id="4" name="组合 3"/>
            <p:cNvGrpSpPr/>
            <p:nvPr/>
          </p:nvGrpSpPr>
          <p:grpSpPr>
            <a:xfrm>
              <a:off x="8648700" y="1473200"/>
              <a:ext cx="248919" cy="45719"/>
              <a:chOff x="8420100" y="1473200"/>
              <a:chExt cx="248919" cy="45719"/>
            </a:xfrm>
          </p:grpSpPr>
          <p:sp>
            <p:nvSpPr>
              <p:cNvPr id="14" name="椭圆 13"/>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5" name="组合 4"/>
            <p:cNvGrpSpPr/>
            <p:nvPr/>
          </p:nvGrpSpPr>
          <p:grpSpPr>
            <a:xfrm>
              <a:off x="8648700" y="1727200"/>
              <a:ext cx="248919" cy="45719"/>
              <a:chOff x="8420100" y="1473200"/>
              <a:chExt cx="248919" cy="45719"/>
            </a:xfrm>
          </p:grpSpPr>
          <p:sp>
            <p:nvSpPr>
              <p:cNvPr id="12" name="椭圆 11"/>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6" name="组合 5"/>
            <p:cNvGrpSpPr/>
            <p:nvPr/>
          </p:nvGrpSpPr>
          <p:grpSpPr>
            <a:xfrm>
              <a:off x="8648700" y="1981200"/>
              <a:ext cx="248919" cy="45719"/>
              <a:chOff x="8420100" y="1473200"/>
              <a:chExt cx="248919" cy="45719"/>
            </a:xfrm>
          </p:grpSpPr>
          <p:sp>
            <p:nvSpPr>
              <p:cNvPr id="10" name="椭圆 9"/>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椭圆 10"/>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7" name="组合 6"/>
            <p:cNvGrpSpPr/>
            <p:nvPr/>
          </p:nvGrpSpPr>
          <p:grpSpPr>
            <a:xfrm>
              <a:off x="8648700" y="2235200"/>
              <a:ext cx="248919" cy="45719"/>
              <a:chOff x="8420100" y="1473200"/>
              <a:chExt cx="248919" cy="45719"/>
            </a:xfrm>
          </p:grpSpPr>
          <p:sp>
            <p:nvSpPr>
              <p:cNvPr id="8" name="椭圆 7"/>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16" name="椭圆 15"/>
          <p:cNvSpPr/>
          <p:nvPr userDrawn="1"/>
        </p:nvSpPr>
        <p:spPr>
          <a:xfrm>
            <a:off x="101763" y="421748"/>
            <a:ext cx="831932" cy="831932"/>
          </a:xfrm>
          <a:prstGeom prst="ellipse">
            <a:avLst/>
          </a:prstGeom>
          <a:gradFill flip="none" rotWithShape="1">
            <a:gsLst>
              <a:gs pos="44000">
                <a:srgbClr val="FECFA2"/>
              </a:gs>
              <a:gs pos="100000">
                <a:srgbClr val="FF7CA9"/>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userDrawn="1"/>
        </p:nvSpPr>
        <p:spPr>
          <a:xfrm>
            <a:off x="592160" y="340536"/>
            <a:ext cx="419100" cy="419100"/>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p:cNvSpPr/>
          <p:nvPr userDrawn="1"/>
        </p:nvSpPr>
        <p:spPr>
          <a:xfrm>
            <a:off x="-664055" y="-525948"/>
            <a:ext cx="1525038" cy="1525038"/>
          </a:xfrm>
          <a:prstGeom prst="ellips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9" name="三角形 18"/>
          <p:cNvSpPr/>
          <p:nvPr userDrawn="1"/>
        </p:nvSpPr>
        <p:spPr>
          <a:xfrm rot="10800000">
            <a:off x="11281615" y="610890"/>
            <a:ext cx="399908" cy="344748"/>
          </a:xfrm>
          <a:prstGeom prst="triangl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三角形 19"/>
          <p:cNvSpPr/>
          <p:nvPr userDrawn="1"/>
        </p:nvSpPr>
        <p:spPr>
          <a:xfrm>
            <a:off x="11735569" y="357973"/>
            <a:ext cx="278695" cy="240254"/>
          </a:xfrm>
          <a:prstGeom prst="triangl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项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4="http://schemas.microsoft.com/office/powerpoint/2010/main" Requires="p14">
      <p:transition spd="slow" p14:dur="2000" advTm="3000"/>
    </mc:Choice>
    <mc:Fallback>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image" Target="../media/image6.jpeg"/><Relationship Id="rId1" Type="http://schemas.openxmlformats.org/officeDocument/2006/relationships/image" Target="../media/image5.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椭圆 26"/>
          <p:cNvSpPr/>
          <p:nvPr/>
        </p:nvSpPr>
        <p:spPr>
          <a:xfrm>
            <a:off x="952500" y="889000"/>
            <a:ext cx="5080000" cy="5080000"/>
          </a:xfrm>
          <a:prstGeom prst="ellipse">
            <a:avLst/>
          </a:prstGeom>
          <a:gradFill flip="none" rotWithShape="1">
            <a:gsLst>
              <a:gs pos="7000">
                <a:srgbClr val="A3E4EC"/>
              </a:gs>
              <a:gs pos="48000">
                <a:srgbClr val="FEEFA0"/>
              </a:gs>
              <a:gs pos="25000">
                <a:srgbClr val="C7E8CE"/>
              </a:gs>
              <a:gs pos="81000">
                <a:srgbClr val="FF7CA9"/>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40" name="组合 39"/>
          <p:cNvGrpSpPr/>
          <p:nvPr/>
        </p:nvGrpSpPr>
        <p:grpSpPr>
          <a:xfrm>
            <a:off x="406400" y="2717800"/>
            <a:ext cx="248919" cy="807719"/>
            <a:chOff x="8648700" y="1473200"/>
            <a:chExt cx="248919" cy="807719"/>
          </a:xfrm>
        </p:grpSpPr>
        <p:grpSp>
          <p:nvGrpSpPr>
            <p:cNvPr id="30" name="组合 29"/>
            <p:cNvGrpSpPr/>
            <p:nvPr/>
          </p:nvGrpSpPr>
          <p:grpSpPr>
            <a:xfrm>
              <a:off x="8648700" y="1473200"/>
              <a:ext cx="248919" cy="45719"/>
              <a:chOff x="8420100" y="1473200"/>
              <a:chExt cx="248919" cy="45719"/>
            </a:xfrm>
          </p:grpSpPr>
          <p:sp>
            <p:nvSpPr>
              <p:cNvPr id="28" name="椭圆 27"/>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1" name="组合 30"/>
            <p:cNvGrpSpPr/>
            <p:nvPr/>
          </p:nvGrpSpPr>
          <p:grpSpPr>
            <a:xfrm>
              <a:off x="8648700" y="1727200"/>
              <a:ext cx="248919" cy="45719"/>
              <a:chOff x="8420100" y="1473200"/>
              <a:chExt cx="248919" cy="45719"/>
            </a:xfrm>
          </p:grpSpPr>
          <p:sp>
            <p:nvSpPr>
              <p:cNvPr id="32" name="椭圆 31"/>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椭圆 32"/>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4" name="组合 33"/>
            <p:cNvGrpSpPr/>
            <p:nvPr/>
          </p:nvGrpSpPr>
          <p:grpSpPr>
            <a:xfrm>
              <a:off x="8648700" y="1981200"/>
              <a:ext cx="248919" cy="45719"/>
              <a:chOff x="8420100" y="1473200"/>
              <a:chExt cx="248919" cy="45719"/>
            </a:xfrm>
          </p:grpSpPr>
          <p:sp>
            <p:nvSpPr>
              <p:cNvPr id="35" name="椭圆 34"/>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7" name="组合 36"/>
            <p:cNvGrpSpPr/>
            <p:nvPr/>
          </p:nvGrpSpPr>
          <p:grpSpPr>
            <a:xfrm>
              <a:off x="8648700" y="2235200"/>
              <a:ext cx="248919" cy="45719"/>
              <a:chOff x="8420100" y="1473200"/>
              <a:chExt cx="248919" cy="45719"/>
            </a:xfrm>
          </p:grpSpPr>
          <p:sp>
            <p:nvSpPr>
              <p:cNvPr id="38" name="椭圆 37"/>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椭圆 38"/>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54" name="椭圆 53"/>
          <p:cNvSpPr/>
          <p:nvPr/>
        </p:nvSpPr>
        <p:spPr>
          <a:xfrm>
            <a:off x="10320019" y="-1117601"/>
            <a:ext cx="2418081" cy="2418081"/>
          </a:xfrm>
          <a:prstGeom prst="ellipse">
            <a:avLst/>
          </a:prstGeom>
          <a:gradFill flip="none" rotWithShape="1">
            <a:gsLst>
              <a:gs pos="7000">
                <a:srgbClr val="A3E4EC"/>
              </a:gs>
              <a:gs pos="70000">
                <a:srgbClr val="FECFA2"/>
              </a:gs>
              <a:gs pos="35000">
                <a:srgbClr val="C7E8CE"/>
              </a:gs>
              <a:gs pos="100000">
                <a:srgbClr val="FF7CA9"/>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41" name="组合 40"/>
          <p:cNvGrpSpPr/>
          <p:nvPr/>
        </p:nvGrpSpPr>
        <p:grpSpPr>
          <a:xfrm rot="5400000">
            <a:off x="10045700" y="177800"/>
            <a:ext cx="248919" cy="807719"/>
            <a:chOff x="8648700" y="1473200"/>
            <a:chExt cx="248919" cy="807719"/>
          </a:xfrm>
        </p:grpSpPr>
        <p:grpSp>
          <p:nvGrpSpPr>
            <p:cNvPr id="42" name="组合 41"/>
            <p:cNvGrpSpPr/>
            <p:nvPr/>
          </p:nvGrpSpPr>
          <p:grpSpPr>
            <a:xfrm>
              <a:off x="8648700" y="1473200"/>
              <a:ext cx="248919" cy="45719"/>
              <a:chOff x="8420100" y="1473200"/>
              <a:chExt cx="248919" cy="45719"/>
            </a:xfrm>
          </p:grpSpPr>
          <p:sp>
            <p:nvSpPr>
              <p:cNvPr id="52" name="椭圆 51"/>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椭圆 52"/>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3" name="组合 42"/>
            <p:cNvGrpSpPr/>
            <p:nvPr/>
          </p:nvGrpSpPr>
          <p:grpSpPr>
            <a:xfrm>
              <a:off x="8648700" y="1727200"/>
              <a:ext cx="248919" cy="45719"/>
              <a:chOff x="8420100" y="1473200"/>
              <a:chExt cx="248919" cy="45719"/>
            </a:xfrm>
          </p:grpSpPr>
          <p:sp>
            <p:nvSpPr>
              <p:cNvPr id="50" name="椭圆 49"/>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椭圆 50"/>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4" name="组合 43"/>
            <p:cNvGrpSpPr/>
            <p:nvPr/>
          </p:nvGrpSpPr>
          <p:grpSpPr>
            <a:xfrm>
              <a:off x="8648700" y="1981200"/>
              <a:ext cx="248919" cy="45719"/>
              <a:chOff x="8420100" y="1473200"/>
              <a:chExt cx="248919" cy="45719"/>
            </a:xfrm>
          </p:grpSpPr>
          <p:sp>
            <p:nvSpPr>
              <p:cNvPr id="48" name="椭圆 47"/>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5" name="组合 44"/>
            <p:cNvGrpSpPr/>
            <p:nvPr/>
          </p:nvGrpSpPr>
          <p:grpSpPr>
            <a:xfrm>
              <a:off x="8648700" y="2235200"/>
              <a:ext cx="248919" cy="45719"/>
              <a:chOff x="8420100" y="1473200"/>
              <a:chExt cx="248919" cy="45719"/>
            </a:xfrm>
          </p:grpSpPr>
          <p:sp>
            <p:nvSpPr>
              <p:cNvPr id="46" name="椭圆 45"/>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椭圆 46"/>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56" name="椭圆 55"/>
          <p:cNvSpPr/>
          <p:nvPr/>
        </p:nvSpPr>
        <p:spPr>
          <a:xfrm>
            <a:off x="2660568" y="3209241"/>
            <a:ext cx="1822812" cy="1822812"/>
          </a:xfrm>
          <a:prstGeom prst="ellipse">
            <a:avLst/>
          </a:prstGeom>
          <a:gradFill flip="none" rotWithShape="1">
            <a:gsLst>
              <a:gs pos="44000">
                <a:srgbClr val="FECFA2"/>
              </a:gs>
              <a:gs pos="100000">
                <a:srgbClr val="FF7CA9"/>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椭圆 56"/>
          <p:cNvSpPr/>
          <p:nvPr/>
        </p:nvSpPr>
        <p:spPr>
          <a:xfrm>
            <a:off x="2072368" y="4039371"/>
            <a:ext cx="877118" cy="877118"/>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椭圆 54"/>
          <p:cNvSpPr/>
          <p:nvPr/>
        </p:nvSpPr>
        <p:spPr>
          <a:xfrm>
            <a:off x="-1212619" y="-1400725"/>
            <a:ext cx="5923826" cy="5923826"/>
          </a:xfrm>
          <a:prstGeom prst="ellips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8" name="矩形 57"/>
          <p:cNvSpPr/>
          <p:nvPr/>
        </p:nvSpPr>
        <p:spPr>
          <a:xfrm>
            <a:off x="3263900" y="400070"/>
            <a:ext cx="217518" cy="960119"/>
          </a:xfrm>
          <a:prstGeom prst="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三角形 58"/>
          <p:cNvSpPr/>
          <p:nvPr/>
        </p:nvSpPr>
        <p:spPr>
          <a:xfrm>
            <a:off x="8769492" y="284205"/>
            <a:ext cx="701561" cy="604794"/>
          </a:xfrm>
          <a:prstGeom prst="triangl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0" name="三角形 59"/>
          <p:cNvSpPr/>
          <p:nvPr/>
        </p:nvSpPr>
        <p:spPr>
          <a:xfrm rot="10800000">
            <a:off x="5726573" y="5969000"/>
            <a:ext cx="701561" cy="604794"/>
          </a:xfrm>
          <a:prstGeom prst="triangl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椭圆 61"/>
          <p:cNvSpPr/>
          <p:nvPr/>
        </p:nvSpPr>
        <p:spPr>
          <a:xfrm>
            <a:off x="11605087" y="0"/>
            <a:ext cx="2463733" cy="2463733"/>
          </a:xfrm>
          <a:prstGeom prst="ellips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66" name="组合 65"/>
          <p:cNvGrpSpPr/>
          <p:nvPr/>
        </p:nvGrpSpPr>
        <p:grpSpPr>
          <a:xfrm>
            <a:off x="333871" y="6438900"/>
            <a:ext cx="719095" cy="109495"/>
            <a:chOff x="9120272" y="6464300"/>
            <a:chExt cx="719095" cy="109495"/>
          </a:xfrm>
        </p:grpSpPr>
        <p:sp>
          <p:nvSpPr>
            <p:cNvPr id="63" name="椭圆 62"/>
            <p:cNvSpPr/>
            <p:nvPr/>
          </p:nvSpPr>
          <p:spPr>
            <a:xfrm>
              <a:off x="9120272" y="6464300"/>
              <a:ext cx="109495" cy="109495"/>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椭圆 63"/>
            <p:cNvSpPr/>
            <p:nvPr/>
          </p:nvSpPr>
          <p:spPr>
            <a:xfrm>
              <a:off x="9425072" y="6464300"/>
              <a:ext cx="109495" cy="109495"/>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5" name="椭圆 64"/>
            <p:cNvSpPr/>
            <p:nvPr/>
          </p:nvSpPr>
          <p:spPr>
            <a:xfrm>
              <a:off x="9729872" y="6464300"/>
              <a:ext cx="109495" cy="109495"/>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67" name="文本框 66"/>
          <p:cNvSpPr txBox="1"/>
          <p:nvPr/>
        </p:nvSpPr>
        <p:spPr>
          <a:xfrm>
            <a:off x="4838618" y="2458440"/>
            <a:ext cx="6902852" cy="1138773"/>
          </a:xfrm>
          <a:prstGeom prst="rect">
            <a:avLst/>
          </a:prstGeom>
          <a:noFill/>
        </p:spPr>
        <p:txBody>
          <a:bodyPr wrap="none" rtlCol="0">
            <a:spAutoFit/>
          </a:bodyPr>
          <a:lstStyle/>
          <a:p>
            <a:r>
              <a:rPr kumimoji="1" lang="en-US" altLang="zh-CN" sz="6800" dirty="0">
                <a:solidFill>
                  <a:srgbClr val="313159"/>
                </a:solidFill>
                <a:latin typeface="+mj-ea"/>
                <a:ea typeface="+mj-ea"/>
              </a:rPr>
              <a:t>FASHION STYLE</a:t>
            </a:r>
            <a:endParaRPr kumimoji="1" lang="zh-CN" altLang="en-US" sz="6800" dirty="0">
              <a:solidFill>
                <a:srgbClr val="313159"/>
              </a:solidFill>
              <a:latin typeface="+mj-ea"/>
              <a:ea typeface="+mj-ea"/>
            </a:endParaRPr>
          </a:p>
        </p:txBody>
      </p:sp>
      <p:sp>
        <p:nvSpPr>
          <p:cNvPr id="68" name="文本框 67"/>
          <p:cNvSpPr txBox="1"/>
          <p:nvPr/>
        </p:nvSpPr>
        <p:spPr>
          <a:xfrm>
            <a:off x="6629588" y="3521045"/>
            <a:ext cx="5083443" cy="830997"/>
          </a:xfrm>
          <a:prstGeom prst="rect">
            <a:avLst/>
          </a:prstGeom>
          <a:noFill/>
        </p:spPr>
        <p:txBody>
          <a:bodyPr wrap="none" rtlCol="0">
            <a:spAutoFit/>
          </a:bodyPr>
          <a:lstStyle/>
          <a:p>
            <a:r>
              <a:rPr kumimoji="1" lang="zh-CN" altLang="en-US" sz="4800" dirty="0">
                <a:solidFill>
                  <a:srgbClr val="313159"/>
                </a:solidFill>
                <a:latin typeface="+mj-ea"/>
                <a:ea typeface="+mj-ea"/>
              </a:rPr>
              <a:t>行业通用</a:t>
            </a:r>
            <a:r>
              <a:rPr kumimoji="1" lang="en-US" altLang="zh-CN" sz="4800" dirty="0">
                <a:solidFill>
                  <a:srgbClr val="313159"/>
                </a:solidFill>
                <a:latin typeface="+mj-ea"/>
                <a:ea typeface="+mj-ea"/>
              </a:rPr>
              <a:t>PPT</a:t>
            </a:r>
            <a:r>
              <a:rPr kumimoji="1" lang="zh-CN" altLang="en-US" sz="4800" dirty="0">
                <a:solidFill>
                  <a:srgbClr val="313159"/>
                </a:solidFill>
                <a:latin typeface="+mj-ea"/>
                <a:ea typeface="+mj-ea"/>
              </a:rPr>
              <a:t>模板</a:t>
            </a:r>
            <a:endParaRPr kumimoji="1" lang="zh-CN" altLang="en-US" sz="4800" dirty="0">
              <a:solidFill>
                <a:srgbClr val="313159"/>
              </a:solidFill>
              <a:latin typeface="+mj-ea"/>
              <a:ea typeface="+mj-ea"/>
            </a:endParaRPr>
          </a:p>
        </p:txBody>
      </p:sp>
      <p:sp>
        <p:nvSpPr>
          <p:cNvPr id="69" name="文本框 68"/>
          <p:cNvSpPr txBox="1"/>
          <p:nvPr/>
        </p:nvSpPr>
        <p:spPr>
          <a:xfrm>
            <a:off x="7861300" y="6221797"/>
            <a:ext cx="3743787" cy="276999"/>
          </a:xfrm>
          <a:prstGeom prst="rect">
            <a:avLst/>
          </a:prstGeom>
          <a:noFill/>
        </p:spPr>
        <p:txBody>
          <a:bodyPr wrap="square" rtlCol="0">
            <a:spAutoFit/>
          </a:bodyPr>
          <a:lstStyle/>
          <a:p>
            <a:pPr algn="dist"/>
            <a:r>
              <a:rPr kumimoji="1" lang="zh-CN" altLang="en-US" sz="1200" dirty="0">
                <a:solidFill>
                  <a:schemeClr val="tx1">
                    <a:lumMod val="50000"/>
                    <a:lumOff val="50000"/>
                  </a:schemeClr>
                </a:solidFill>
                <a:latin typeface="+mn-ea"/>
              </a:rPr>
              <a:t>千库网商务办公系列</a:t>
            </a:r>
            <a:r>
              <a:rPr kumimoji="1" lang="en-US" altLang="zh-CN" sz="1200" dirty="0">
                <a:solidFill>
                  <a:schemeClr val="tx1">
                    <a:lumMod val="50000"/>
                    <a:lumOff val="50000"/>
                  </a:schemeClr>
                </a:solidFill>
                <a:latin typeface="+mn-ea"/>
              </a:rPr>
              <a:t>PPT</a:t>
            </a:r>
            <a:r>
              <a:rPr kumimoji="1" lang="zh-CN" altLang="en-US" sz="1200" dirty="0">
                <a:solidFill>
                  <a:schemeClr val="tx1">
                    <a:lumMod val="50000"/>
                    <a:lumOff val="50000"/>
                  </a:schemeClr>
                </a:solidFill>
                <a:latin typeface="+mn-ea"/>
              </a:rPr>
              <a:t>模板</a:t>
            </a:r>
            <a:endParaRPr kumimoji="1" lang="zh-CN" altLang="en-US" sz="1200" dirty="0">
              <a:solidFill>
                <a:schemeClr val="tx1">
                  <a:lumMod val="50000"/>
                  <a:lumOff val="50000"/>
                </a:schemeClr>
              </a:solidFill>
              <a:latin typeface="+mn-ea"/>
            </a:endParaRPr>
          </a:p>
        </p:txBody>
      </p:sp>
      <p:sp>
        <p:nvSpPr>
          <p:cNvPr id="72" name="文本框 71"/>
          <p:cNvSpPr txBox="1"/>
          <p:nvPr/>
        </p:nvSpPr>
        <p:spPr>
          <a:xfrm>
            <a:off x="8285478" y="2162163"/>
            <a:ext cx="3294381" cy="338554"/>
          </a:xfrm>
          <a:prstGeom prst="rect">
            <a:avLst/>
          </a:prstGeom>
          <a:noFill/>
        </p:spPr>
        <p:txBody>
          <a:bodyPr wrap="square" rtlCol="0">
            <a:spAutoFit/>
          </a:bodyPr>
          <a:lstStyle/>
          <a:p>
            <a:pPr algn="dist"/>
            <a:r>
              <a:rPr kumimoji="1" lang="zh-CN" altLang="en-US" sz="1600" dirty="0">
                <a:solidFill>
                  <a:srgbClr val="313159"/>
                </a:solidFill>
                <a:latin typeface="+mn-ea"/>
              </a:rPr>
              <a:t>为梦想努力前行</a:t>
            </a:r>
            <a:endParaRPr kumimoji="1" lang="zh-CN" altLang="en-US" sz="1600" dirty="0">
              <a:solidFill>
                <a:srgbClr val="313159"/>
              </a:solidFill>
              <a:latin typeface="+mn-ea"/>
            </a:endParaRPr>
          </a:p>
        </p:txBody>
      </p:sp>
      <p:sp>
        <p:nvSpPr>
          <p:cNvPr id="73" name="文本框 72"/>
          <p:cNvSpPr txBox="1"/>
          <p:nvPr/>
        </p:nvSpPr>
        <p:spPr>
          <a:xfrm>
            <a:off x="260183" y="304524"/>
            <a:ext cx="1348446" cy="584775"/>
          </a:xfrm>
          <a:prstGeom prst="rect">
            <a:avLst/>
          </a:prstGeom>
          <a:noFill/>
        </p:spPr>
        <p:txBody>
          <a:bodyPr wrap="none" rtlCol="0">
            <a:spAutoFit/>
          </a:bodyPr>
          <a:lstStyle/>
          <a:p>
            <a:r>
              <a:rPr kumimoji="1" lang="en-US" altLang="zh-CN" sz="3200" dirty="0">
                <a:solidFill>
                  <a:srgbClr val="313159"/>
                </a:solidFill>
                <a:latin typeface="+mj-ea"/>
                <a:ea typeface="+mj-ea"/>
              </a:rPr>
              <a:t>LOGO</a:t>
            </a:r>
            <a:endParaRPr kumimoji="1" lang="zh-CN" altLang="en-US" sz="3200" dirty="0">
              <a:solidFill>
                <a:srgbClr val="313159"/>
              </a:solidFill>
              <a:latin typeface="+mj-ea"/>
              <a:ea typeface="+mj-ea"/>
            </a:endParaRPr>
          </a:p>
        </p:txBody>
      </p:sp>
      <p:sp>
        <p:nvSpPr>
          <p:cNvPr id="74" name="文本框 73"/>
          <p:cNvSpPr txBox="1"/>
          <p:nvPr/>
        </p:nvSpPr>
        <p:spPr>
          <a:xfrm>
            <a:off x="265877" y="820461"/>
            <a:ext cx="1609452" cy="253916"/>
          </a:xfrm>
          <a:prstGeom prst="rect">
            <a:avLst/>
          </a:prstGeom>
          <a:noFill/>
        </p:spPr>
        <p:txBody>
          <a:bodyPr wrap="square" rtlCol="0">
            <a:spAutoFit/>
          </a:bodyPr>
          <a:lstStyle/>
          <a:p>
            <a:pPr algn="dist"/>
            <a:r>
              <a:rPr kumimoji="1" lang="en-US" altLang="zh-CN" sz="1050" dirty="0">
                <a:solidFill>
                  <a:schemeClr val="bg1">
                    <a:lumMod val="65000"/>
                  </a:schemeClr>
                </a:solidFill>
                <a:latin typeface="+mn-ea"/>
              </a:rPr>
              <a:t>COMPANY</a:t>
            </a:r>
            <a:r>
              <a:rPr kumimoji="1" lang="zh-CN" altLang="en-US" sz="1050" dirty="0">
                <a:solidFill>
                  <a:schemeClr val="bg1">
                    <a:lumMod val="65000"/>
                  </a:schemeClr>
                </a:solidFill>
                <a:latin typeface="+mn-ea"/>
              </a:rPr>
              <a:t> </a:t>
            </a:r>
            <a:r>
              <a:rPr kumimoji="1" lang="en-US" altLang="zh-CN" sz="1050" dirty="0">
                <a:solidFill>
                  <a:schemeClr val="bg1">
                    <a:lumMod val="65000"/>
                  </a:schemeClr>
                </a:solidFill>
                <a:latin typeface="+mn-ea"/>
              </a:rPr>
              <a:t>SLOGAN</a:t>
            </a:r>
            <a:endParaRPr kumimoji="1" lang="zh-CN" altLang="en-US" sz="1050" dirty="0">
              <a:solidFill>
                <a:schemeClr val="bg1">
                  <a:lumMod val="65000"/>
                </a:schemeClr>
              </a:solidFill>
              <a:latin typeface="+mn-ea"/>
            </a:endParaRPr>
          </a:p>
        </p:txBody>
      </p:sp>
      <p:sp>
        <p:nvSpPr>
          <p:cNvPr id="61" name="文本框 60"/>
          <p:cNvSpPr txBox="1"/>
          <p:nvPr/>
        </p:nvSpPr>
        <p:spPr>
          <a:xfrm>
            <a:off x="8276015" y="4593219"/>
            <a:ext cx="2926080" cy="337185"/>
          </a:xfrm>
          <a:prstGeom prst="rect">
            <a:avLst/>
          </a:prstGeom>
          <a:noFill/>
        </p:spPr>
        <p:txBody>
          <a:bodyPr wrap="none" rtlCol="0">
            <a:spAutoFit/>
          </a:bodyPr>
          <a:lstStyle/>
          <a:p>
            <a:r>
              <a:rPr kumimoji="1" lang="zh-CN" altLang="en-US" sz="1600" dirty="0">
                <a:solidFill>
                  <a:srgbClr val="313159"/>
                </a:solidFill>
                <a:latin typeface="+mn-ea"/>
              </a:rPr>
              <a:t>汇报人：</a:t>
            </a:r>
            <a:r>
              <a:rPr kumimoji="1" lang="en-US" altLang="zh-CN" sz="1600" dirty="0">
                <a:solidFill>
                  <a:srgbClr val="313159"/>
                </a:solidFill>
                <a:latin typeface="+mn-ea"/>
              </a:rPr>
              <a:t>XXXX</a:t>
            </a:r>
            <a:r>
              <a:rPr kumimoji="1" lang="zh-CN" altLang="en-US" sz="1600" dirty="0">
                <a:solidFill>
                  <a:srgbClr val="313159"/>
                </a:solidFill>
                <a:latin typeface="+mn-ea"/>
              </a:rPr>
              <a:t>  日期：</a:t>
            </a:r>
            <a:r>
              <a:rPr kumimoji="1" lang="en-US" altLang="zh-CN" sz="1600" dirty="0">
                <a:solidFill>
                  <a:srgbClr val="313159"/>
                </a:solidFill>
                <a:latin typeface="+mn-ea"/>
              </a:rPr>
              <a:t>2023.06</a:t>
            </a:r>
            <a:endParaRPr kumimoji="1" lang="zh-CN" altLang="en-US" sz="1600" dirty="0">
              <a:solidFill>
                <a:srgbClr val="313159"/>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dissolve">
                                      <p:cBhvr>
                                        <p:cTn id="10" dur="500"/>
                                        <p:tgtEl>
                                          <p:spTgt spid="5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animEffect transition="in" filter="dissolve">
                                      <p:cBhvr>
                                        <p:cTn id="13" dur="500"/>
                                        <p:tgtEl>
                                          <p:spTgt spid="5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dissolve">
                                      <p:cBhvr>
                                        <p:cTn id="16" dur="500"/>
                                        <p:tgtEl>
                                          <p:spTgt spid="58"/>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dissolve">
                                      <p:cBhvr>
                                        <p:cTn id="19" dur="500"/>
                                        <p:tgtEl>
                                          <p:spTgt spid="5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7"/>
                                        </p:tgtEl>
                                        <p:attrNameLst>
                                          <p:attrName>style.visibility</p:attrName>
                                        </p:attrNameLst>
                                      </p:cBhvr>
                                      <p:to>
                                        <p:strVal val="visible"/>
                                      </p:to>
                                    </p:set>
                                    <p:anim calcmode="lin" valueType="num">
                                      <p:cBhvr additive="base">
                                        <p:cTn id="24" dur="500" fill="hold"/>
                                        <p:tgtEl>
                                          <p:spTgt spid="67"/>
                                        </p:tgtEl>
                                        <p:attrNameLst>
                                          <p:attrName>ppt_x</p:attrName>
                                        </p:attrNameLst>
                                      </p:cBhvr>
                                      <p:tavLst>
                                        <p:tav tm="0">
                                          <p:val>
                                            <p:strVal val="#ppt_x"/>
                                          </p:val>
                                        </p:tav>
                                        <p:tav tm="100000">
                                          <p:val>
                                            <p:strVal val="#ppt_x"/>
                                          </p:val>
                                        </p:tav>
                                      </p:tavLst>
                                    </p:anim>
                                    <p:anim calcmode="lin" valueType="num">
                                      <p:cBhvr additive="base">
                                        <p:cTn id="25" dur="500" fill="hold"/>
                                        <p:tgtEl>
                                          <p:spTgt spid="6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68"/>
                                        </p:tgtEl>
                                        <p:attrNameLst>
                                          <p:attrName>style.visibility</p:attrName>
                                        </p:attrNameLst>
                                      </p:cBhvr>
                                      <p:to>
                                        <p:strVal val="visible"/>
                                      </p:to>
                                    </p:set>
                                    <p:anim calcmode="lin" valueType="num">
                                      <p:cBhvr additive="base">
                                        <p:cTn id="28" dur="500" fill="hold"/>
                                        <p:tgtEl>
                                          <p:spTgt spid="68"/>
                                        </p:tgtEl>
                                        <p:attrNameLst>
                                          <p:attrName>ppt_x</p:attrName>
                                        </p:attrNameLst>
                                      </p:cBhvr>
                                      <p:tavLst>
                                        <p:tav tm="0">
                                          <p:val>
                                            <p:strVal val="#ppt_x"/>
                                          </p:val>
                                        </p:tav>
                                        <p:tav tm="100000">
                                          <p:val>
                                            <p:strVal val="#ppt_x"/>
                                          </p:val>
                                        </p:tav>
                                      </p:tavLst>
                                    </p:anim>
                                    <p:anim calcmode="lin" valueType="num">
                                      <p:cBhvr additive="base">
                                        <p:cTn id="29"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72"/>
                                        </p:tgtEl>
                                        <p:attrNameLst>
                                          <p:attrName>style.visibility</p:attrName>
                                        </p:attrNameLst>
                                      </p:cBhvr>
                                      <p:to>
                                        <p:strVal val="visible"/>
                                      </p:to>
                                    </p:set>
                                    <p:animEffect transition="in" filter="blinds(horizontal)">
                                      <p:cBhvr>
                                        <p:cTn id="34" dur="500"/>
                                        <p:tgtEl>
                                          <p:spTgt spid="72"/>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61"/>
                                        </p:tgtEl>
                                        <p:attrNameLst>
                                          <p:attrName>style.visibility</p:attrName>
                                        </p:attrNameLst>
                                      </p:cBhvr>
                                      <p:to>
                                        <p:strVal val="visible"/>
                                      </p:to>
                                    </p:set>
                                    <p:animEffect transition="in" filter="checkerboard(across)">
                                      <p:cBhvr>
                                        <p:cTn id="3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56" grpId="0" animBg="1"/>
      <p:bldP spid="57" grpId="0" animBg="1"/>
      <p:bldP spid="55" grpId="0" animBg="1"/>
      <p:bldP spid="58" grpId="0" animBg="1"/>
      <p:bldP spid="67" grpId="0"/>
      <p:bldP spid="68" grpId="0"/>
      <p:bldP spid="72" grpId="0"/>
      <p:bldP spid="6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594180" y="569301"/>
            <a:ext cx="2864079" cy="5918200"/>
          </a:xfrm>
          <a:prstGeom prst="rect">
            <a:avLst/>
          </a:prstGeom>
          <a:gradFill flip="none" rotWithShape="1">
            <a:gsLst>
              <a:gs pos="53000">
                <a:srgbClr val="A3E4EC"/>
              </a:gs>
              <a:gs pos="0">
                <a:srgbClr val="FEEFA0"/>
              </a:gs>
              <a:gs pos="100000">
                <a:srgbClr val="FF7CA9">
                  <a:alpha val="80000"/>
                </a:srgb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p:nvSpPr>
        <p:spPr>
          <a:xfrm>
            <a:off x="594180" y="4746102"/>
            <a:ext cx="2526404" cy="1143750"/>
          </a:xfrm>
          <a:prstGeom prst="rect">
            <a:avLst/>
          </a:prstGeom>
          <a:gradFill flip="none" rotWithShape="1">
            <a:gsLst>
              <a:gs pos="0">
                <a:srgbClr val="4672FE"/>
              </a:gs>
              <a:gs pos="100000">
                <a:srgbClr val="A3E4EC">
                  <a:alpha val="6144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5" name="组合 24"/>
          <p:cNvGrpSpPr/>
          <p:nvPr/>
        </p:nvGrpSpPr>
        <p:grpSpPr>
          <a:xfrm rot="5400000">
            <a:off x="3533140" y="419100"/>
            <a:ext cx="248919" cy="807719"/>
            <a:chOff x="8648700" y="1473200"/>
            <a:chExt cx="248919" cy="807719"/>
          </a:xfrm>
        </p:grpSpPr>
        <p:grpSp>
          <p:nvGrpSpPr>
            <p:cNvPr id="26" name="组合 25"/>
            <p:cNvGrpSpPr/>
            <p:nvPr/>
          </p:nvGrpSpPr>
          <p:grpSpPr>
            <a:xfrm>
              <a:off x="8648700" y="1473200"/>
              <a:ext cx="248919" cy="45719"/>
              <a:chOff x="8420100" y="1473200"/>
              <a:chExt cx="248919" cy="45719"/>
            </a:xfrm>
          </p:grpSpPr>
          <p:sp>
            <p:nvSpPr>
              <p:cNvPr id="36" name="椭圆 35"/>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椭圆 36"/>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27" name="组合 26"/>
            <p:cNvGrpSpPr/>
            <p:nvPr/>
          </p:nvGrpSpPr>
          <p:grpSpPr>
            <a:xfrm>
              <a:off x="8648700" y="1727200"/>
              <a:ext cx="248919" cy="45719"/>
              <a:chOff x="8420100" y="1473200"/>
              <a:chExt cx="248919" cy="45719"/>
            </a:xfrm>
          </p:grpSpPr>
          <p:sp>
            <p:nvSpPr>
              <p:cNvPr id="34" name="椭圆 33"/>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28" name="组合 27"/>
            <p:cNvGrpSpPr/>
            <p:nvPr/>
          </p:nvGrpSpPr>
          <p:grpSpPr>
            <a:xfrm>
              <a:off x="8648700" y="1981200"/>
              <a:ext cx="248919" cy="45719"/>
              <a:chOff x="8420100" y="1473200"/>
              <a:chExt cx="248919" cy="45719"/>
            </a:xfrm>
          </p:grpSpPr>
          <p:sp>
            <p:nvSpPr>
              <p:cNvPr id="32" name="椭圆 31"/>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椭圆 32"/>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29" name="组合 28"/>
            <p:cNvGrpSpPr/>
            <p:nvPr/>
          </p:nvGrpSpPr>
          <p:grpSpPr>
            <a:xfrm>
              <a:off x="8648700" y="2235200"/>
              <a:ext cx="248919" cy="45719"/>
              <a:chOff x="8420100" y="1473200"/>
              <a:chExt cx="248919" cy="45719"/>
            </a:xfrm>
          </p:grpSpPr>
          <p:sp>
            <p:nvSpPr>
              <p:cNvPr id="30" name="椭圆 29"/>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grpSp>
        <p:nvGrpSpPr>
          <p:cNvPr id="38" name="组合 37"/>
          <p:cNvGrpSpPr/>
          <p:nvPr/>
        </p:nvGrpSpPr>
        <p:grpSpPr>
          <a:xfrm>
            <a:off x="1018540" y="4358639"/>
            <a:ext cx="248919" cy="807719"/>
            <a:chOff x="8648700" y="1473200"/>
            <a:chExt cx="248919" cy="807719"/>
          </a:xfrm>
        </p:grpSpPr>
        <p:grpSp>
          <p:nvGrpSpPr>
            <p:cNvPr id="39" name="组合 38"/>
            <p:cNvGrpSpPr/>
            <p:nvPr/>
          </p:nvGrpSpPr>
          <p:grpSpPr>
            <a:xfrm>
              <a:off x="8648700" y="1473200"/>
              <a:ext cx="248919" cy="45719"/>
              <a:chOff x="8420100" y="1473200"/>
              <a:chExt cx="248919" cy="45719"/>
            </a:xfrm>
          </p:grpSpPr>
          <p:sp>
            <p:nvSpPr>
              <p:cNvPr id="49" name="椭圆 48"/>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椭圆 49"/>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0" name="组合 39"/>
            <p:cNvGrpSpPr/>
            <p:nvPr/>
          </p:nvGrpSpPr>
          <p:grpSpPr>
            <a:xfrm>
              <a:off x="8648700" y="1727200"/>
              <a:ext cx="248919" cy="45719"/>
              <a:chOff x="8420100" y="1473200"/>
              <a:chExt cx="248919" cy="45719"/>
            </a:xfrm>
          </p:grpSpPr>
          <p:sp>
            <p:nvSpPr>
              <p:cNvPr id="47" name="椭圆 46"/>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椭圆 47"/>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1" name="组合 40"/>
            <p:cNvGrpSpPr/>
            <p:nvPr/>
          </p:nvGrpSpPr>
          <p:grpSpPr>
            <a:xfrm>
              <a:off x="8648700" y="1981200"/>
              <a:ext cx="248919" cy="45719"/>
              <a:chOff x="8420100" y="1473200"/>
              <a:chExt cx="248919" cy="45719"/>
            </a:xfrm>
          </p:grpSpPr>
          <p:sp>
            <p:nvSpPr>
              <p:cNvPr id="45" name="椭圆 44"/>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椭圆 45"/>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2" name="组合 41"/>
            <p:cNvGrpSpPr/>
            <p:nvPr/>
          </p:nvGrpSpPr>
          <p:grpSpPr>
            <a:xfrm>
              <a:off x="8648700" y="2235200"/>
              <a:ext cx="248919" cy="45719"/>
              <a:chOff x="8420100" y="1473200"/>
              <a:chExt cx="248919" cy="45719"/>
            </a:xfrm>
          </p:grpSpPr>
          <p:sp>
            <p:nvSpPr>
              <p:cNvPr id="43" name="椭圆 42"/>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51" name="矩形 50"/>
          <p:cNvSpPr/>
          <p:nvPr/>
        </p:nvSpPr>
        <p:spPr>
          <a:xfrm>
            <a:off x="10727247" y="390080"/>
            <a:ext cx="1020432" cy="141513"/>
          </a:xfrm>
          <a:prstGeom prst="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三角形 51"/>
          <p:cNvSpPr/>
          <p:nvPr/>
        </p:nvSpPr>
        <p:spPr>
          <a:xfrm rot="10800000">
            <a:off x="9163192" y="398505"/>
            <a:ext cx="701561" cy="604794"/>
          </a:xfrm>
          <a:prstGeom prst="triangl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三角形 52"/>
          <p:cNvSpPr/>
          <p:nvPr/>
        </p:nvSpPr>
        <p:spPr>
          <a:xfrm>
            <a:off x="3687818" y="5891839"/>
            <a:ext cx="701561" cy="604794"/>
          </a:xfrm>
          <a:prstGeom prst="triangl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54" name="组合 53"/>
          <p:cNvGrpSpPr/>
          <p:nvPr/>
        </p:nvGrpSpPr>
        <p:grpSpPr>
          <a:xfrm>
            <a:off x="11572420" y="5661251"/>
            <a:ext cx="248919" cy="807719"/>
            <a:chOff x="8648700" y="1473200"/>
            <a:chExt cx="248919" cy="807719"/>
          </a:xfrm>
        </p:grpSpPr>
        <p:grpSp>
          <p:nvGrpSpPr>
            <p:cNvPr id="55" name="组合 54"/>
            <p:cNvGrpSpPr/>
            <p:nvPr/>
          </p:nvGrpSpPr>
          <p:grpSpPr>
            <a:xfrm>
              <a:off x="8648700" y="1473200"/>
              <a:ext cx="248919" cy="45719"/>
              <a:chOff x="8420100" y="1473200"/>
              <a:chExt cx="248919" cy="45719"/>
            </a:xfrm>
          </p:grpSpPr>
          <p:sp>
            <p:nvSpPr>
              <p:cNvPr id="65" name="椭圆 64"/>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6" name="椭圆 65"/>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56" name="组合 55"/>
            <p:cNvGrpSpPr/>
            <p:nvPr/>
          </p:nvGrpSpPr>
          <p:grpSpPr>
            <a:xfrm>
              <a:off x="8648700" y="1727200"/>
              <a:ext cx="248919" cy="45719"/>
              <a:chOff x="8420100" y="1473200"/>
              <a:chExt cx="248919" cy="45719"/>
            </a:xfrm>
          </p:grpSpPr>
          <p:sp>
            <p:nvSpPr>
              <p:cNvPr id="63" name="椭圆 62"/>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椭圆 63"/>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57" name="组合 56"/>
            <p:cNvGrpSpPr/>
            <p:nvPr/>
          </p:nvGrpSpPr>
          <p:grpSpPr>
            <a:xfrm>
              <a:off x="8648700" y="1981200"/>
              <a:ext cx="248919" cy="45719"/>
              <a:chOff x="8420100" y="1473200"/>
              <a:chExt cx="248919" cy="45719"/>
            </a:xfrm>
          </p:grpSpPr>
          <p:sp>
            <p:nvSpPr>
              <p:cNvPr id="61" name="椭圆 60"/>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椭圆 61"/>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58" name="组合 57"/>
            <p:cNvGrpSpPr/>
            <p:nvPr/>
          </p:nvGrpSpPr>
          <p:grpSpPr>
            <a:xfrm>
              <a:off x="8648700" y="2235200"/>
              <a:ext cx="248919" cy="45719"/>
              <a:chOff x="8420100" y="1473200"/>
              <a:chExt cx="248919" cy="45719"/>
            </a:xfrm>
          </p:grpSpPr>
          <p:sp>
            <p:nvSpPr>
              <p:cNvPr id="59" name="椭圆 58"/>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0" name="椭圆 59"/>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23" name="文本框 22"/>
          <p:cNvSpPr txBox="1"/>
          <p:nvPr/>
        </p:nvSpPr>
        <p:spPr>
          <a:xfrm>
            <a:off x="2262498" y="1956660"/>
            <a:ext cx="1932072" cy="1015663"/>
          </a:xfrm>
          <a:prstGeom prst="rect">
            <a:avLst/>
          </a:prstGeom>
          <a:noFill/>
        </p:spPr>
        <p:txBody>
          <a:bodyPr wrap="square" rtlCol="0">
            <a:spAutoFit/>
          </a:bodyPr>
          <a:lstStyle/>
          <a:p>
            <a:pPr algn="dist"/>
            <a:r>
              <a:rPr kumimoji="1" lang="zh-CN" altLang="en-US" sz="6000" dirty="0">
                <a:solidFill>
                  <a:srgbClr val="313159"/>
                </a:solidFill>
                <a:latin typeface="+mj-ea"/>
                <a:ea typeface="+mj-ea"/>
              </a:rPr>
              <a:t>目录</a:t>
            </a:r>
            <a:endParaRPr kumimoji="1" lang="zh-CN" altLang="en-US" sz="6000" dirty="0">
              <a:solidFill>
                <a:srgbClr val="313159"/>
              </a:solidFill>
              <a:latin typeface="+mj-ea"/>
              <a:ea typeface="+mj-ea"/>
            </a:endParaRPr>
          </a:p>
        </p:txBody>
      </p:sp>
      <p:sp>
        <p:nvSpPr>
          <p:cNvPr id="67" name="文本框 66"/>
          <p:cNvSpPr txBox="1"/>
          <p:nvPr/>
        </p:nvSpPr>
        <p:spPr>
          <a:xfrm>
            <a:off x="1231899" y="2832598"/>
            <a:ext cx="2962671" cy="707886"/>
          </a:xfrm>
          <a:prstGeom prst="rect">
            <a:avLst/>
          </a:prstGeom>
          <a:noFill/>
        </p:spPr>
        <p:txBody>
          <a:bodyPr wrap="none" rtlCol="0">
            <a:spAutoFit/>
          </a:bodyPr>
          <a:lstStyle/>
          <a:p>
            <a:r>
              <a:rPr kumimoji="1" lang="en-US" altLang="zh-CN" sz="4000" dirty="0">
                <a:solidFill>
                  <a:srgbClr val="313159"/>
                </a:solidFill>
                <a:latin typeface="+mj-ea"/>
                <a:ea typeface="+mj-ea"/>
              </a:rPr>
              <a:t>CONTENTS</a:t>
            </a:r>
            <a:endParaRPr kumimoji="1" lang="zh-CN" altLang="en-US" sz="4000" dirty="0">
              <a:solidFill>
                <a:srgbClr val="313159"/>
              </a:solidFill>
              <a:latin typeface="+mj-ea"/>
              <a:ea typeface="+mj-ea"/>
            </a:endParaRPr>
          </a:p>
        </p:txBody>
      </p:sp>
      <p:sp>
        <p:nvSpPr>
          <p:cNvPr id="69" name="椭圆 68"/>
          <p:cNvSpPr/>
          <p:nvPr/>
        </p:nvSpPr>
        <p:spPr>
          <a:xfrm>
            <a:off x="-936173" y="-1086229"/>
            <a:ext cx="3861256" cy="3861256"/>
          </a:xfrm>
          <a:prstGeom prst="ellips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1" name="矩形 70"/>
          <p:cNvSpPr/>
          <p:nvPr/>
        </p:nvSpPr>
        <p:spPr>
          <a:xfrm>
            <a:off x="484284" y="1440277"/>
            <a:ext cx="245192" cy="516383"/>
          </a:xfrm>
          <a:prstGeom prst="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2" name="文本框 71"/>
          <p:cNvSpPr txBox="1"/>
          <p:nvPr/>
        </p:nvSpPr>
        <p:spPr>
          <a:xfrm>
            <a:off x="4511091" y="2308671"/>
            <a:ext cx="3337509" cy="2305888"/>
          </a:xfrm>
          <a:prstGeom prst="rect">
            <a:avLst/>
          </a:prstGeom>
          <a:noFill/>
        </p:spPr>
        <p:txBody>
          <a:bodyPr wrap="square" rtlCol="0">
            <a:spAutoFit/>
          </a:bodyPr>
          <a:lstStyle/>
          <a:p>
            <a:pPr marL="514350" indent="-514350" algn="dist">
              <a:lnSpc>
                <a:spcPct val="250000"/>
              </a:lnSpc>
              <a:buFont typeface="+mj-lt"/>
              <a:buAutoNum type="arabicPeriod"/>
            </a:pPr>
            <a:r>
              <a:rPr kumimoji="1" lang="zh-CN" altLang="en-US" sz="3200" dirty="0">
                <a:solidFill>
                  <a:schemeClr val="tx1">
                    <a:lumMod val="75000"/>
                    <a:lumOff val="25000"/>
                  </a:schemeClr>
                </a:solidFill>
                <a:latin typeface="+mj-ea"/>
                <a:ea typeface="+mj-ea"/>
              </a:rPr>
              <a:t>工作内容说明</a:t>
            </a:r>
            <a:endParaRPr kumimoji="1" lang="en-US" altLang="zh-CN" sz="3200" dirty="0">
              <a:solidFill>
                <a:schemeClr val="tx1">
                  <a:lumMod val="75000"/>
                  <a:lumOff val="25000"/>
                </a:schemeClr>
              </a:solidFill>
              <a:latin typeface="+mj-ea"/>
              <a:ea typeface="+mj-ea"/>
            </a:endParaRPr>
          </a:p>
          <a:p>
            <a:pPr marL="514350" indent="-514350" algn="dist">
              <a:lnSpc>
                <a:spcPct val="250000"/>
              </a:lnSpc>
              <a:buFont typeface="+mj-lt"/>
              <a:buAutoNum type="arabicPeriod"/>
            </a:pPr>
            <a:r>
              <a:rPr kumimoji="1" lang="zh-CN" altLang="en-US" sz="3200" dirty="0">
                <a:solidFill>
                  <a:schemeClr val="tx1">
                    <a:lumMod val="75000"/>
                    <a:lumOff val="25000"/>
                  </a:schemeClr>
                </a:solidFill>
                <a:latin typeface="+mj-ea"/>
                <a:ea typeface="+mj-ea"/>
              </a:rPr>
              <a:t>运营方案制定</a:t>
            </a:r>
            <a:endParaRPr kumimoji="1" lang="zh-CN" altLang="en-US" sz="3200" dirty="0">
              <a:solidFill>
                <a:schemeClr val="tx1">
                  <a:lumMod val="75000"/>
                  <a:lumOff val="25000"/>
                </a:schemeClr>
              </a:solidFill>
              <a:latin typeface="+mj-ea"/>
              <a:ea typeface="+mj-ea"/>
            </a:endParaRPr>
          </a:p>
        </p:txBody>
      </p:sp>
      <p:sp>
        <p:nvSpPr>
          <p:cNvPr id="73" name="文本框 72"/>
          <p:cNvSpPr txBox="1"/>
          <p:nvPr/>
        </p:nvSpPr>
        <p:spPr>
          <a:xfrm>
            <a:off x="8339013" y="2308670"/>
            <a:ext cx="3337509" cy="2305888"/>
          </a:xfrm>
          <a:prstGeom prst="rect">
            <a:avLst/>
          </a:prstGeom>
          <a:noFill/>
        </p:spPr>
        <p:txBody>
          <a:bodyPr wrap="square" rtlCol="0">
            <a:spAutoFit/>
          </a:bodyPr>
          <a:lstStyle/>
          <a:p>
            <a:pPr marL="514350" indent="-514350" algn="dist">
              <a:lnSpc>
                <a:spcPct val="250000"/>
              </a:lnSpc>
              <a:buFont typeface="+mj-lt"/>
              <a:buAutoNum type="arabicPeriod" startAt="3"/>
            </a:pPr>
            <a:r>
              <a:rPr kumimoji="1" lang="zh-CN" altLang="en-US" sz="3200" dirty="0">
                <a:solidFill>
                  <a:schemeClr val="tx1">
                    <a:lumMod val="75000"/>
                    <a:lumOff val="25000"/>
                  </a:schemeClr>
                </a:solidFill>
                <a:latin typeface="+mj-ea"/>
                <a:ea typeface="+mj-ea"/>
              </a:rPr>
              <a:t>问题不足改进</a:t>
            </a:r>
            <a:endParaRPr kumimoji="1" lang="en-US" altLang="zh-CN" sz="3200" dirty="0">
              <a:solidFill>
                <a:schemeClr val="tx1">
                  <a:lumMod val="75000"/>
                  <a:lumOff val="25000"/>
                </a:schemeClr>
              </a:solidFill>
              <a:latin typeface="+mj-ea"/>
              <a:ea typeface="+mj-ea"/>
            </a:endParaRPr>
          </a:p>
          <a:p>
            <a:pPr marL="514350" indent="-514350" algn="dist">
              <a:lnSpc>
                <a:spcPct val="250000"/>
              </a:lnSpc>
              <a:buFont typeface="+mj-lt"/>
              <a:buAutoNum type="arabicPeriod" startAt="3"/>
            </a:pPr>
            <a:r>
              <a:rPr kumimoji="1" lang="zh-CN" altLang="en-US" sz="3200" dirty="0">
                <a:solidFill>
                  <a:schemeClr val="tx1">
                    <a:lumMod val="75000"/>
                    <a:lumOff val="25000"/>
                  </a:schemeClr>
                </a:solidFill>
                <a:latin typeface="+mj-ea"/>
                <a:ea typeface="+mj-ea"/>
              </a:rPr>
              <a:t>销售目标计划</a:t>
            </a:r>
            <a:endParaRPr kumimoji="1" lang="zh-CN" altLang="en-US" sz="3200" dirty="0">
              <a:solidFill>
                <a:schemeClr val="tx1">
                  <a:lumMod val="75000"/>
                  <a:lumOff val="25000"/>
                </a:schemeClr>
              </a:solidFill>
              <a:latin typeface="+mj-ea"/>
              <a:ea typeface="+mj-ea"/>
            </a:endParaRPr>
          </a:p>
        </p:txBody>
      </p:sp>
      <p:sp>
        <p:nvSpPr>
          <p:cNvPr id="74" name="文本框 73"/>
          <p:cNvSpPr txBox="1"/>
          <p:nvPr/>
        </p:nvSpPr>
        <p:spPr>
          <a:xfrm>
            <a:off x="5068350" y="3321970"/>
            <a:ext cx="2992582" cy="369332"/>
          </a:xfrm>
          <a:prstGeom prst="rect">
            <a:avLst/>
          </a:prstGeom>
          <a:noFill/>
        </p:spPr>
        <p:txBody>
          <a:bodyPr wrap="square" rtlCol="0">
            <a:spAutoFit/>
          </a:bodyPr>
          <a:lstStyle/>
          <a:p>
            <a:r>
              <a:rPr kumimoji="1" lang="en-GB" altLang="zh-CN" sz="900" dirty="0">
                <a:solidFill>
                  <a:schemeClr val="tx1">
                    <a:lumMod val="50000"/>
                    <a:lumOff val="50000"/>
                  </a:schemeClr>
                </a:solidFill>
                <a:latin typeface="+mn-ea"/>
              </a:rPr>
              <a:t>enter the relevant content you need here. thank you for downloading our ppt template file.</a:t>
            </a:r>
            <a:endParaRPr kumimoji="1" lang="en-GB" altLang="zh-CN" sz="900" dirty="0">
              <a:solidFill>
                <a:schemeClr val="tx1">
                  <a:lumMod val="50000"/>
                  <a:lumOff val="50000"/>
                </a:schemeClr>
              </a:solidFill>
              <a:latin typeface="+mn-ea"/>
            </a:endParaRPr>
          </a:p>
        </p:txBody>
      </p:sp>
      <p:sp>
        <p:nvSpPr>
          <p:cNvPr id="75" name="文本框 74"/>
          <p:cNvSpPr txBox="1"/>
          <p:nvPr/>
        </p:nvSpPr>
        <p:spPr>
          <a:xfrm>
            <a:off x="5068350" y="4543026"/>
            <a:ext cx="2992582" cy="369332"/>
          </a:xfrm>
          <a:prstGeom prst="rect">
            <a:avLst/>
          </a:prstGeom>
          <a:noFill/>
        </p:spPr>
        <p:txBody>
          <a:bodyPr wrap="square" rtlCol="0">
            <a:spAutoFit/>
          </a:bodyPr>
          <a:lstStyle/>
          <a:p>
            <a:r>
              <a:rPr kumimoji="1" lang="en-GB" altLang="zh-CN" sz="900" dirty="0">
                <a:solidFill>
                  <a:schemeClr val="tx1">
                    <a:lumMod val="50000"/>
                    <a:lumOff val="50000"/>
                  </a:schemeClr>
                </a:solidFill>
                <a:latin typeface="+mn-ea"/>
              </a:rPr>
              <a:t>enter the relevant content you need here. thank you for downloading our ppt template file.</a:t>
            </a:r>
            <a:endParaRPr kumimoji="1" lang="en-GB" altLang="zh-CN" sz="900" dirty="0">
              <a:solidFill>
                <a:schemeClr val="tx1">
                  <a:lumMod val="50000"/>
                  <a:lumOff val="50000"/>
                </a:schemeClr>
              </a:solidFill>
              <a:latin typeface="+mn-ea"/>
            </a:endParaRPr>
          </a:p>
        </p:txBody>
      </p:sp>
      <p:sp>
        <p:nvSpPr>
          <p:cNvPr id="76" name="文本框 75"/>
          <p:cNvSpPr txBox="1"/>
          <p:nvPr/>
        </p:nvSpPr>
        <p:spPr>
          <a:xfrm>
            <a:off x="8876741" y="3321970"/>
            <a:ext cx="2992582" cy="369332"/>
          </a:xfrm>
          <a:prstGeom prst="rect">
            <a:avLst/>
          </a:prstGeom>
          <a:noFill/>
        </p:spPr>
        <p:txBody>
          <a:bodyPr wrap="square" rtlCol="0">
            <a:spAutoFit/>
          </a:bodyPr>
          <a:lstStyle/>
          <a:p>
            <a:r>
              <a:rPr kumimoji="1" lang="en-GB" altLang="zh-CN" sz="900" dirty="0">
                <a:solidFill>
                  <a:schemeClr val="tx1">
                    <a:lumMod val="50000"/>
                    <a:lumOff val="50000"/>
                  </a:schemeClr>
                </a:solidFill>
                <a:latin typeface="+mn-ea"/>
              </a:rPr>
              <a:t>enter the relevant content you need here. thank you for downloading our ppt template file.</a:t>
            </a:r>
            <a:endParaRPr kumimoji="1" lang="en-GB" altLang="zh-CN" sz="900" dirty="0">
              <a:solidFill>
                <a:schemeClr val="tx1">
                  <a:lumMod val="50000"/>
                  <a:lumOff val="50000"/>
                </a:schemeClr>
              </a:solidFill>
              <a:latin typeface="+mn-ea"/>
            </a:endParaRPr>
          </a:p>
        </p:txBody>
      </p:sp>
      <p:sp>
        <p:nvSpPr>
          <p:cNvPr id="77" name="文本框 76"/>
          <p:cNvSpPr txBox="1"/>
          <p:nvPr/>
        </p:nvSpPr>
        <p:spPr>
          <a:xfrm>
            <a:off x="8876741" y="4543026"/>
            <a:ext cx="2992582" cy="369332"/>
          </a:xfrm>
          <a:prstGeom prst="rect">
            <a:avLst/>
          </a:prstGeom>
          <a:noFill/>
        </p:spPr>
        <p:txBody>
          <a:bodyPr wrap="square" rtlCol="0">
            <a:spAutoFit/>
          </a:bodyPr>
          <a:lstStyle/>
          <a:p>
            <a:r>
              <a:rPr kumimoji="1" lang="en-GB" altLang="zh-CN" sz="900" dirty="0">
                <a:solidFill>
                  <a:schemeClr val="tx1">
                    <a:lumMod val="50000"/>
                    <a:lumOff val="50000"/>
                  </a:schemeClr>
                </a:solidFill>
                <a:latin typeface="+mn-ea"/>
              </a:rPr>
              <a:t>enter the relevant content you need here. thank you for downloading our ppt template file.</a:t>
            </a:r>
            <a:endParaRPr kumimoji="1" lang="en-GB" altLang="zh-CN" sz="900" dirty="0">
              <a:solidFill>
                <a:schemeClr val="tx1">
                  <a:lumMod val="50000"/>
                  <a:lumOff val="50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checkerboard(across)">
                                      <p:cBhvr>
                                        <p:cTn id="7" dur="500"/>
                                        <p:tgtEl>
                                          <p:spTgt spid="7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73"/>
                                        </p:tgtEl>
                                        <p:attrNameLst>
                                          <p:attrName>style.visibility</p:attrName>
                                        </p:attrNameLst>
                                      </p:cBhvr>
                                      <p:to>
                                        <p:strVal val="visible"/>
                                      </p:to>
                                    </p:set>
                                    <p:animEffect transition="in" filter="checkerboard(across)">
                                      <p:cBhvr>
                                        <p:cTn id="10" dur="500"/>
                                        <p:tgtEl>
                                          <p:spTgt spid="73"/>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74"/>
                                        </p:tgtEl>
                                        <p:attrNameLst>
                                          <p:attrName>style.visibility</p:attrName>
                                        </p:attrNameLst>
                                      </p:cBhvr>
                                      <p:to>
                                        <p:strVal val="visible"/>
                                      </p:to>
                                    </p:set>
                                    <p:animEffect transition="in" filter="checkerboard(across)">
                                      <p:cBhvr>
                                        <p:cTn id="13" dur="500"/>
                                        <p:tgtEl>
                                          <p:spTgt spid="7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75"/>
                                        </p:tgtEl>
                                        <p:attrNameLst>
                                          <p:attrName>style.visibility</p:attrName>
                                        </p:attrNameLst>
                                      </p:cBhvr>
                                      <p:to>
                                        <p:strVal val="visible"/>
                                      </p:to>
                                    </p:set>
                                    <p:animEffect transition="in" filter="checkerboard(across)">
                                      <p:cBhvr>
                                        <p:cTn id="16" dur="500"/>
                                        <p:tgtEl>
                                          <p:spTgt spid="75"/>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76"/>
                                        </p:tgtEl>
                                        <p:attrNameLst>
                                          <p:attrName>style.visibility</p:attrName>
                                        </p:attrNameLst>
                                      </p:cBhvr>
                                      <p:to>
                                        <p:strVal val="visible"/>
                                      </p:to>
                                    </p:set>
                                    <p:animEffect transition="in" filter="checkerboard(across)">
                                      <p:cBhvr>
                                        <p:cTn id="19" dur="500"/>
                                        <p:tgtEl>
                                          <p:spTgt spid="76"/>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77"/>
                                        </p:tgtEl>
                                        <p:attrNameLst>
                                          <p:attrName>style.visibility</p:attrName>
                                        </p:attrNameLst>
                                      </p:cBhvr>
                                      <p:to>
                                        <p:strVal val="visible"/>
                                      </p:to>
                                    </p:set>
                                    <p:animEffect transition="in" filter="checkerboard(across)">
                                      <p:cBhvr>
                                        <p:cTn id="22"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p:bldP spid="74" grpId="0"/>
      <p:bldP spid="75" grpId="0"/>
      <p:bldP spid="76" grpId="0"/>
      <p:bldP spid="7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7709709" y="3338948"/>
            <a:ext cx="5080000" cy="5080000"/>
          </a:xfrm>
          <a:prstGeom prst="ellipse">
            <a:avLst/>
          </a:prstGeom>
          <a:gradFill flip="none" rotWithShape="1">
            <a:gsLst>
              <a:gs pos="0">
                <a:srgbClr val="A3E4EC"/>
              </a:gs>
              <a:gs pos="57000">
                <a:srgbClr val="FEEFA0"/>
              </a:gs>
              <a:gs pos="100000">
                <a:srgbClr val="FF7CA9"/>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7" name="组合 6"/>
          <p:cNvGrpSpPr/>
          <p:nvPr/>
        </p:nvGrpSpPr>
        <p:grpSpPr>
          <a:xfrm>
            <a:off x="11457940" y="468969"/>
            <a:ext cx="248919" cy="807719"/>
            <a:chOff x="8648700" y="1473200"/>
            <a:chExt cx="248919" cy="807719"/>
          </a:xfrm>
        </p:grpSpPr>
        <p:grpSp>
          <p:nvGrpSpPr>
            <p:cNvPr id="8" name="组合 7"/>
            <p:cNvGrpSpPr/>
            <p:nvPr/>
          </p:nvGrpSpPr>
          <p:grpSpPr>
            <a:xfrm>
              <a:off x="8648700" y="1473200"/>
              <a:ext cx="248919" cy="45719"/>
              <a:chOff x="8420100" y="1473200"/>
              <a:chExt cx="248919" cy="45719"/>
            </a:xfrm>
          </p:grpSpPr>
          <p:sp>
            <p:nvSpPr>
              <p:cNvPr id="18" name="椭圆 17"/>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椭圆 18"/>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9" name="组合 8"/>
            <p:cNvGrpSpPr/>
            <p:nvPr/>
          </p:nvGrpSpPr>
          <p:grpSpPr>
            <a:xfrm>
              <a:off x="8648700" y="1727200"/>
              <a:ext cx="248919" cy="45719"/>
              <a:chOff x="8420100" y="1473200"/>
              <a:chExt cx="248919" cy="45719"/>
            </a:xfrm>
          </p:grpSpPr>
          <p:sp>
            <p:nvSpPr>
              <p:cNvPr id="16" name="椭圆 15"/>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0" name="组合 9"/>
            <p:cNvGrpSpPr/>
            <p:nvPr/>
          </p:nvGrpSpPr>
          <p:grpSpPr>
            <a:xfrm>
              <a:off x="8648700" y="1981200"/>
              <a:ext cx="248919" cy="45719"/>
              <a:chOff x="8420100" y="1473200"/>
              <a:chExt cx="248919" cy="45719"/>
            </a:xfrm>
          </p:grpSpPr>
          <p:sp>
            <p:nvSpPr>
              <p:cNvPr id="14" name="椭圆 13"/>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1" name="组合 10"/>
            <p:cNvGrpSpPr/>
            <p:nvPr/>
          </p:nvGrpSpPr>
          <p:grpSpPr>
            <a:xfrm>
              <a:off x="8648700" y="2235200"/>
              <a:ext cx="248919" cy="45719"/>
              <a:chOff x="8420100" y="1473200"/>
              <a:chExt cx="248919" cy="45719"/>
            </a:xfrm>
          </p:grpSpPr>
          <p:sp>
            <p:nvSpPr>
              <p:cNvPr id="12" name="椭圆 11"/>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20" name="椭圆 19"/>
          <p:cNvSpPr/>
          <p:nvPr/>
        </p:nvSpPr>
        <p:spPr>
          <a:xfrm>
            <a:off x="9870774" y="4635118"/>
            <a:ext cx="1822812" cy="1822812"/>
          </a:xfrm>
          <a:prstGeom prst="ellipse">
            <a:avLst/>
          </a:prstGeom>
          <a:gradFill flip="none" rotWithShape="1">
            <a:gsLst>
              <a:gs pos="44000">
                <a:srgbClr val="FECFA2"/>
              </a:gs>
              <a:gs pos="100000">
                <a:srgbClr val="FF7CA9"/>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p:cNvSpPr/>
          <p:nvPr/>
        </p:nvSpPr>
        <p:spPr>
          <a:xfrm>
            <a:off x="10403568" y="2336014"/>
            <a:ext cx="535029" cy="53502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p:nvSpPr>
        <p:spPr>
          <a:xfrm>
            <a:off x="812800" y="468969"/>
            <a:ext cx="1143000" cy="179089"/>
          </a:xfrm>
          <a:prstGeom prst="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三角形 22"/>
          <p:cNvSpPr/>
          <p:nvPr/>
        </p:nvSpPr>
        <p:spPr>
          <a:xfrm rot="10800000">
            <a:off x="6781014" y="5873614"/>
            <a:ext cx="701561" cy="604794"/>
          </a:xfrm>
          <a:prstGeom prst="triangl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p:cNvSpPr txBox="1"/>
          <p:nvPr/>
        </p:nvSpPr>
        <p:spPr>
          <a:xfrm>
            <a:off x="714209" y="5928154"/>
            <a:ext cx="3743787" cy="276999"/>
          </a:xfrm>
          <a:prstGeom prst="rect">
            <a:avLst/>
          </a:prstGeom>
          <a:noFill/>
        </p:spPr>
        <p:txBody>
          <a:bodyPr wrap="square" rtlCol="0">
            <a:spAutoFit/>
          </a:bodyPr>
          <a:lstStyle/>
          <a:p>
            <a:pPr algn="dist"/>
            <a:r>
              <a:rPr kumimoji="1" lang="zh-CN" altLang="en-US" sz="1200" dirty="0">
                <a:solidFill>
                  <a:schemeClr val="tx1">
                    <a:lumMod val="50000"/>
                    <a:lumOff val="50000"/>
                  </a:schemeClr>
                </a:solidFill>
                <a:latin typeface="+mn-ea"/>
              </a:rPr>
              <a:t>千库网商务办公系列</a:t>
            </a:r>
            <a:r>
              <a:rPr kumimoji="1" lang="en-US" altLang="zh-CN" sz="1200" dirty="0">
                <a:solidFill>
                  <a:schemeClr val="tx1">
                    <a:lumMod val="50000"/>
                    <a:lumOff val="50000"/>
                  </a:schemeClr>
                </a:solidFill>
                <a:latin typeface="+mn-ea"/>
              </a:rPr>
              <a:t>PPT</a:t>
            </a:r>
            <a:r>
              <a:rPr kumimoji="1" lang="zh-CN" altLang="en-US" sz="1200" dirty="0">
                <a:solidFill>
                  <a:schemeClr val="tx1">
                    <a:lumMod val="50000"/>
                    <a:lumOff val="50000"/>
                  </a:schemeClr>
                </a:solidFill>
                <a:latin typeface="+mn-ea"/>
              </a:rPr>
              <a:t>模板</a:t>
            </a:r>
            <a:endParaRPr kumimoji="1" lang="zh-CN" altLang="en-US" sz="1200" dirty="0">
              <a:solidFill>
                <a:schemeClr val="tx1">
                  <a:lumMod val="50000"/>
                  <a:lumOff val="50000"/>
                </a:schemeClr>
              </a:solidFill>
              <a:latin typeface="+mn-ea"/>
            </a:endParaRPr>
          </a:p>
        </p:txBody>
      </p:sp>
      <p:sp>
        <p:nvSpPr>
          <p:cNvPr id="25" name="椭圆 24"/>
          <p:cNvSpPr/>
          <p:nvPr/>
        </p:nvSpPr>
        <p:spPr>
          <a:xfrm>
            <a:off x="10193853" y="2774527"/>
            <a:ext cx="3186449" cy="3186449"/>
          </a:xfrm>
          <a:prstGeom prst="ellips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椭圆 25"/>
          <p:cNvSpPr/>
          <p:nvPr/>
        </p:nvSpPr>
        <p:spPr>
          <a:xfrm>
            <a:off x="347797" y="6457930"/>
            <a:ext cx="877118" cy="877118"/>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p:nvSpPr>
        <p:spPr>
          <a:xfrm>
            <a:off x="895755" y="6457930"/>
            <a:ext cx="877118" cy="877118"/>
          </a:xfrm>
          <a:prstGeom prst="ellips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8" name="组合 27"/>
          <p:cNvGrpSpPr/>
          <p:nvPr/>
        </p:nvGrpSpPr>
        <p:grpSpPr>
          <a:xfrm rot="5400000">
            <a:off x="8334508" y="5548495"/>
            <a:ext cx="248919" cy="807719"/>
            <a:chOff x="8648700" y="1473200"/>
            <a:chExt cx="248919" cy="807719"/>
          </a:xfrm>
        </p:grpSpPr>
        <p:grpSp>
          <p:nvGrpSpPr>
            <p:cNvPr id="29" name="组合 28"/>
            <p:cNvGrpSpPr/>
            <p:nvPr/>
          </p:nvGrpSpPr>
          <p:grpSpPr>
            <a:xfrm>
              <a:off x="8648700" y="1473200"/>
              <a:ext cx="248919" cy="45719"/>
              <a:chOff x="8420100" y="1473200"/>
              <a:chExt cx="248919" cy="45719"/>
            </a:xfrm>
          </p:grpSpPr>
          <p:sp>
            <p:nvSpPr>
              <p:cNvPr id="39" name="椭圆 38"/>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椭圆 39"/>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0" name="组合 29"/>
            <p:cNvGrpSpPr/>
            <p:nvPr/>
          </p:nvGrpSpPr>
          <p:grpSpPr>
            <a:xfrm>
              <a:off x="8648700" y="1727200"/>
              <a:ext cx="248919" cy="45719"/>
              <a:chOff x="8420100" y="1473200"/>
              <a:chExt cx="248919" cy="45719"/>
            </a:xfrm>
          </p:grpSpPr>
          <p:sp>
            <p:nvSpPr>
              <p:cNvPr id="37" name="椭圆 36"/>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1" name="组合 30"/>
            <p:cNvGrpSpPr/>
            <p:nvPr/>
          </p:nvGrpSpPr>
          <p:grpSpPr>
            <a:xfrm>
              <a:off x="8648700" y="1981200"/>
              <a:ext cx="248919" cy="45719"/>
              <a:chOff x="8420100" y="1473200"/>
              <a:chExt cx="248919" cy="45719"/>
            </a:xfrm>
          </p:grpSpPr>
          <p:sp>
            <p:nvSpPr>
              <p:cNvPr id="35" name="椭圆 34"/>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2" name="组合 31"/>
            <p:cNvGrpSpPr/>
            <p:nvPr/>
          </p:nvGrpSpPr>
          <p:grpSpPr>
            <a:xfrm>
              <a:off x="8648700" y="2235200"/>
              <a:ext cx="248919" cy="45719"/>
              <a:chOff x="8420100" y="1473200"/>
              <a:chExt cx="248919" cy="45719"/>
            </a:xfrm>
          </p:grpSpPr>
          <p:sp>
            <p:nvSpPr>
              <p:cNvPr id="33" name="椭圆 32"/>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椭圆 33"/>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54" name="三角形 53"/>
          <p:cNvSpPr/>
          <p:nvPr/>
        </p:nvSpPr>
        <p:spPr>
          <a:xfrm>
            <a:off x="8817108" y="526925"/>
            <a:ext cx="869724" cy="749763"/>
          </a:xfrm>
          <a:prstGeom prst="triangl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三角形 54"/>
          <p:cNvSpPr/>
          <p:nvPr/>
        </p:nvSpPr>
        <p:spPr>
          <a:xfrm>
            <a:off x="9505407" y="1377751"/>
            <a:ext cx="439050" cy="378491"/>
          </a:xfrm>
          <a:prstGeom prst="triangl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文本框 1"/>
          <p:cNvSpPr txBox="1"/>
          <p:nvPr/>
        </p:nvSpPr>
        <p:spPr>
          <a:xfrm>
            <a:off x="688809" y="2723481"/>
            <a:ext cx="6887978" cy="1323439"/>
          </a:xfrm>
          <a:prstGeom prst="rect">
            <a:avLst/>
          </a:prstGeom>
          <a:noFill/>
        </p:spPr>
        <p:txBody>
          <a:bodyPr wrap="square" rtlCol="0">
            <a:spAutoFit/>
          </a:bodyPr>
          <a:lstStyle/>
          <a:p>
            <a:pPr algn="dist"/>
            <a:r>
              <a:rPr kumimoji="1" lang="zh-CN" altLang="en-US" sz="8000" dirty="0">
                <a:solidFill>
                  <a:srgbClr val="313159"/>
                </a:solidFill>
                <a:latin typeface="+mj-ea"/>
                <a:ea typeface="+mj-ea"/>
              </a:rPr>
              <a:t>工作内容说明</a:t>
            </a:r>
            <a:endParaRPr kumimoji="1" lang="zh-CN" altLang="en-US" sz="8000" dirty="0">
              <a:solidFill>
                <a:srgbClr val="313159"/>
              </a:solidFill>
              <a:latin typeface="+mj-ea"/>
              <a:ea typeface="+mj-ea"/>
            </a:endParaRPr>
          </a:p>
        </p:txBody>
      </p:sp>
      <p:sp>
        <p:nvSpPr>
          <p:cNvPr id="3" name="文本框 2"/>
          <p:cNvSpPr txBox="1"/>
          <p:nvPr/>
        </p:nvSpPr>
        <p:spPr>
          <a:xfrm>
            <a:off x="739609" y="2319911"/>
            <a:ext cx="3147015" cy="523220"/>
          </a:xfrm>
          <a:prstGeom prst="rect">
            <a:avLst/>
          </a:prstGeom>
          <a:noFill/>
        </p:spPr>
        <p:txBody>
          <a:bodyPr wrap="none" rtlCol="0">
            <a:spAutoFit/>
          </a:bodyPr>
          <a:lstStyle/>
          <a:p>
            <a:r>
              <a:rPr kumimoji="1" lang="zh-CN" altLang="en-US" sz="2800" dirty="0">
                <a:solidFill>
                  <a:schemeClr val="tx1">
                    <a:lumMod val="75000"/>
                    <a:lumOff val="25000"/>
                  </a:schemeClr>
                </a:solidFill>
                <a:latin typeface="+mj-ea"/>
                <a:ea typeface="+mj-ea"/>
              </a:rPr>
              <a:t>第一部分 </a:t>
            </a:r>
            <a:r>
              <a:rPr kumimoji="1" lang="en-US" altLang="zh-CN" sz="2800" dirty="0">
                <a:solidFill>
                  <a:schemeClr val="tx1">
                    <a:lumMod val="75000"/>
                    <a:lumOff val="25000"/>
                  </a:schemeClr>
                </a:solidFill>
                <a:latin typeface="+mj-ea"/>
                <a:ea typeface="+mj-ea"/>
              </a:rPr>
              <a:t>PART</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01</a:t>
            </a:r>
            <a:endParaRPr kumimoji="1" lang="zh-CN" altLang="en-US" sz="2800" dirty="0">
              <a:solidFill>
                <a:schemeClr val="tx1">
                  <a:lumMod val="75000"/>
                  <a:lumOff val="25000"/>
                </a:schemeClr>
              </a:solidFill>
              <a:latin typeface="+mj-ea"/>
              <a:ea typeface="+mj-ea"/>
            </a:endParaRPr>
          </a:p>
        </p:txBody>
      </p:sp>
      <p:sp>
        <p:nvSpPr>
          <p:cNvPr id="4" name="文本框 3"/>
          <p:cNvSpPr txBox="1"/>
          <p:nvPr/>
        </p:nvSpPr>
        <p:spPr>
          <a:xfrm>
            <a:off x="701509" y="3996454"/>
            <a:ext cx="6887978" cy="535852"/>
          </a:xfrm>
          <a:prstGeom prst="rect">
            <a:avLst/>
          </a:prstGeom>
          <a:noFill/>
        </p:spPr>
        <p:txBody>
          <a:bodyPr wrap="square" rtlCol="0">
            <a:spAutoFit/>
          </a:bodyPr>
          <a:lstStyle/>
          <a:p>
            <a:pPr>
              <a:lnSpc>
                <a:spcPct val="150000"/>
              </a:lnSpc>
            </a:pPr>
            <a:r>
              <a:rPr lang="en-GB" altLang="zh-CN" sz="1050" dirty="0">
                <a:solidFill>
                  <a:schemeClr val="bg1">
                    <a:lumMod val="50000"/>
                  </a:schemeClr>
                </a:solidFill>
                <a:latin typeface="+mn-ea"/>
              </a:rPr>
              <a:t>your content is entered here, or by copying your text, select paste in this box and choose to retain only text. your content is typed here, or by copying your text, select paste in this box.</a:t>
            </a:r>
            <a:endParaRPr lang="en-GB" altLang="zh-CN" sz="1050" dirty="0">
              <a:solidFill>
                <a:schemeClr val="bg1">
                  <a:lumMod val="50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74011" y="239999"/>
            <a:ext cx="2550426" cy="523220"/>
          </a:xfrm>
          <a:prstGeom prst="rect">
            <a:avLst/>
          </a:prstGeom>
          <a:noFill/>
        </p:spPr>
        <p:txBody>
          <a:bodyPr wrap="square" rtlCol="0">
            <a:spAutoFit/>
          </a:bodyPr>
          <a:lstStyle/>
          <a:p>
            <a:pPr algn="dist"/>
            <a:r>
              <a:rPr kumimoji="1" lang="zh-CN" altLang="en-US" sz="2800" dirty="0">
                <a:solidFill>
                  <a:srgbClr val="313159"/>
                </a:solidFill>
                <a:latin typeface="+mj-ea"/>
                <a:ea typeface="+mj-ea"/>
              </a:rPr>
              <a:t>工作内容说明</a:t>
            </a:r>
            <a:endParaRPr kumimoji="1" lang="zh-CN" altLang="en-US" sz="2800" dirty="0">
              <a:solidFill>
                <a:srgbClr val="313159"/>
              </a:solidFill>
              <a:latin typeface="+mj-ea"/>
              <a:ea typeface="+mj-ea"/>
            </a:endParaRPr>
          </a:p>
        </p:txBody>
      </p:sp>
      <p:sp>
        <p:nvSpPr>
          <p:cNvPr id="3" name="文本框 2"/>
          <p:cNvSpPr txBox="1"/>
          <p:nvPr/>
        </p:nvSpPr>
        <p:spPr>
          <a:xfrm>
            <a:off x="1192975" y="712419"/>
            <a:ext cx="2531462" cy="215444"/>
          </a:xfrm>
          <a:prstGeom prst="rect">
            <a:avLst/>
          </a:prstGeom>
          <a:noFill/>
        </p:spPr>
        <p:txBody>
          <a:bodyPr wrap="none" rtlCol="0">
            <a:spAutoFit/>
          </a:bodyPr>
          <a:lstStyle/>
          <a:p>
            <a:r>
              <a:rPr lang="en-GB" altLang="zh-CN" sz="800" dirty="0">
                <a:solidFill>
                  <a:schemeClr val="tx1">
                    <a:lumMod val="50000"/>
                    <a:lumOff val="50000"/>
                  </a:schemeClr>
                </a:solidFill>
                <a:latin typeface="+mn-ea"/>
              </a:rPr>
              <a:t>FILL IN THE TEXT OF THE DOCUMENT TITLE HERE</a:t>
            </a:r>
            <a:endParaRPr lang="en-GB" altLang="zh-CN" sz="800" dirty="0">
              <a:solidFill>
                <a:schemeClr val="tx1">
                  <a:lumMod val="50000"/>
                  <a:lumOff val="50000"/>
                </a:schemeClr>
              </a:solidFill>
              <a:latin typeface="+mn-ea"/>
            </a:endParaRPr>
          </a:p>
        </p:txBody>
      </p:sp>
      <p:sp>
        <p:nvSpPr>
          <p:cNvPr id="31" name="文本框 30"/>
          <p:cNvSpPr txBox="1"/>
          <p:nvPr/>
        </p:nvSpPr>
        <p:spPr>
          <a:xfrm>
            <a:off x="1592256" y="4212571"/>
            <a:ext cx="1207012"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rPr>
              <a:t>输入标题</a:t>
            </a:r>
            <a:endParaRPr kumimoji="1" lang="zh-CN" altLang="en-US" sz="1400" dirty="0">
              <a:solidFill>
                <a:schemeClr val="tx1">
                  <a:lumMod val="75000"/>
                  <a:lumOff val="25000"/>
                </a:schemeClr>
              </a:solidFill>
              <a:latin typeface="+mj-ea"/>
              <a:ea typeface="+mj-ea"/>
            </a:endParaRPr>
          </a:p>
        </p:txBody>
      </p:sp>
      <p:sp>
        <p:nvSpPr>
          <p:cNvPr id="32" name="文本框 31"/>
          <p:cNvSpPr txBox="1"/>
          <p:nvPr/>
        </p:nvSpPr>
        <p:spPr>
          <a:xfrm>
            <a:off x="1582316" y="4494176"/>
            <a:ext cx="2006561" cy="479298"/>
          </a:xfrm>
          <a:prstGeom prst="rect">
            <a:avLst/>
          </a:prstGeom>
          <a:noFill/>
        </p:spPr>
        <p:txBody>
          <a:bodyPr wrap="square" rtlCol="0">
            <a:spAutoFit/>
          </a:bodyPr>
          <a:lstStyle/>
          <a:p>
            <a:pPr>
              <a:lnSpc>
                <a:spcPct val="130000"/>
              </a:lnSpc>
            </a:pPr>
            <a:r>
              <a:rPr kumimoji="1" lang="zh-CN" altLang="en-US" sz="1050" dirty="0">
                <a:solidFill>
                  <a:schemeClr val="tx1">
                    <a:lumMod val="50000"/>
                    <a:lumOff val="50000"/>
                  </a:schemeClr>
                </a:solidFill>
                <a:latin typeface="+mn-ea"/>
                <a:cs typeface="+mn-ea"/>
                <a:sym typeface="+mn-lt"/>
              </a:rPr>
              <a:t>感谢您使用我们的</a:t>
            </a:r>
            <a:r>
              <a:rPr kumimoji="1" lang="en-US" altLang="zh-CN" sz="1050" dirty="0">
                <a:solidFill>
                  <a:schemeClr val="tx1">
                    <a:lumMod val="50000"/>
                    <a:lumOff val="50000"/>
                  </a:schemeClr>
                </a:solidFill>
                <a:latin typeface="+mn-ea"/>
                <a:cs typeface="+mn-ea"/>
                <a:sym typeface="+mn-lt"/>
              </a:rPr>
              <a:t>PPT</a:t>
            </a:r>
            <a:r>
              <a:rPr kumimoji="1" lang="zh-CN" altLang="en-US" sz="1050" dirty="0">
                <a:solidFill>
                  <a:schemeClr val="tx1">
                    <a:lumMod val="50000"/>
                    <a:lumOff val="50000"/>
                  </a:schemeClr>
                </a:solidFill>
                <a:latin typeface="+mn-ea"/>
                <a:cs typeface="+mn-ea"/>
                <a:sym typeface="+mn-lt"/>
              </a:rPr>
              <a:t>模板，请在此输入您需要的文字内容</a:t>
            </a:r>
            <a:endParaRPr kumimoji="1" lang="zh-CN" altLang="en-US" sz="1050" dirty="0">
              <a:solidFill>
                <a:schemeClr val="tx1">
                  <a:lumMod val="50000"/>
                  <a:lumOff val="50000"/>
                </a:schemeClr>
              </a:solidFill>
              <a:latin typeface="+mn-ea"/>
              <a:cs typeface="+mn-ea"/>
              <a:sym typeface="+mn-lt"/>
            </a:endParaRPr>
          </a:p>
        </p:txBody>
      </p:sp>
      <p:sp>
        <p:nvSpPr>
          <p:cNvPr id="33" name="文本框 32"/>
          <p:cNvSpPr txBox="1"/>
          <p:nvPr/>
        </p:nvSpPr>
        <p:spPr>
          <a:xfrm>
            <a:off x="4327611" y="4212571"/>
            <a:ext cx="1207012"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rPr>
              <a:t>输入标题</a:t>
            </a:r>
            <a:endParaRPr kumimoji="1" lang="zh-CN" altLang="en-US" sz="1400" dirty="0">
              <a:solidFill>
                <a:schemeClr val="tx1">
                  <a:lumMod val="75000"/>
                  <a:lumOff val="25000"/>
                </a:schemeClr>
              </a:solidFill>
              <a:latin typeface="+mj-ea"/>
              <a:ea typeface="+mj-ea"/>
            </a:endParaRPr>
          </a:p>
        </p:txBody>
      </p:sp>
      <p:sp>
        <p:nvSpPr>
          <p:cNvPr id="34" name="文本框 33"/>
          <p:cNvSpPr txBox="1"/>
          <p:nvPr/>
        </p:nvSpPr>
        <p:spPr>
          <a:xfrm>
            <a:off x="4317671" y="4494176"/>
            <a:ext cx="2006561" cy="479298"/>
          </a:xfrm>
          <a:prstGeom prst="rect">
            <a:avLst/>
          </a:prstGeom>
          <a:noFill/>
        </p:spPr>
        <p:txBody>
          <a:bodyPr wrap="square" rtlCol="0">
            <a:spAutoFit/>
          </a:bodyPr>
          <a:lstStyle/>
          <a:p>
            <a:pPr>
              <a:lnSpc>
                <a:spcPct val="130000"/>
              </a:lnSpc>
            </a:pPr>
            <a:r>
              <a:rPr kumimoji="1" lang="zh-CN" altLang="en-US" sz="1050" dirty="0">
                <a:solidFill>
                  <a:schemeClr val="tx1">
                    <a:lumMod val="50000"/>
                    <a:lumOff val="50000"/>
                  </a:schemeClr>
                </a:solidFill>
                <a:latin typeface="+mn-ea"/>
                <a:cs typeface="+mn-ea"/>
                <a:sym typeface="+mn-lt"/>
              </a:rPr>
              <a:t>感谢您使用我们的</a:t>
            </a:r>
            <a:r>
              <a:rPr kumimoji="1" lang="en-US" altLang="zh-CN" sz="1050" dirty="0">
                <a:solidFill>
                  <a:schemeClr val="tx1">
                    <a:lumMod val="50000"/>
                    <a:lumOff val="50000"/>
                  </a:schemeClr>
                </a:solidFill>
                <a:latin typeface="+mn-ea"/>
                <a:cs typeface="+mn-ea"/>
                <a:sym typeface="+mn-lt"/>
              </a:rPr>
              <a:t>PPT</a:t>
            </a:r>
            <a:r>
              <a:rPr kumimoji="1" lang="zh-CN" altLang="en-US" sz="1050" dirty="0">
                <a:solidFill>
                  <a:schemeClr val="tx1">
                    <a:lumMod val="50000"/>
                    <a:lumOff val="50000"/>
                  </a:schemeClr>
                </a:solidFill>
                <a:latin typeface="+mn-ea"/>
                <a:cs typeface="+mn-ea"/>
                <a:sym typeface="+mn-lt"/>
              </a:rPr>
              <a:t>模板，请在此输入您需要的文字内容。</a:t>
            </a:r>
            <a:endParaRPr kumimoji="1" lang="zh-CN" altLang="en-US" sz="1050" dirty="0">
              <a:solidFill>
                <a:schemeClr val="tx1">
                  <a:lumMod val="50000"/>
                  <a:lumOff val="50000"/>
                </a:schemeClr>
              </a:solidFill>
              <a:latin typeface="+mn-ea"/>
              <a:cs typeface="+mn-ea"/>
              <a:sym typeface="+mn-lt"/>
            </a:endParaRPr>
          </a:p>
        </p:txBody>
      </p:sp>
      <p:sp>
        <p:nvSpPr>
          <p:cNvPr id="35" name="文本框 34"/>
          <p:cNvSpPr txBox="1"/>
          <p:nvPr/>
        </p:nvSpPr>
        <p:spPr>
          <a:xfrm>
            <a:off x="937240" y="2143366"/>
            <a:ext cx="2813591"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j-ea"/>
                <a:ea typeface="+mj-ea"/>
              </a:rPr>
              <a:t>WORK</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REPORT</a:t>
            </a:r>
            <a:endParaRPr kumimoji="1" lang="zh-CN" altLang="en-US" sz="2800" dirty="0">
              <a:solidFill>
                <a:schemeClr val="tx1">
                  <a:lumMod val="75000"/>
                  <a:lumOff val="25000"/>
                </a:schemeClr>
              </a:solidFill>
              <a:latin typeface="+mj-ea"/>
              <a:ea typeface="+mj-ea"/>
            </a:endParaRPr>
          </a:p>
        </p:txBody>
      </p:sp>
      <p:sp>
        <p:nvSpPr>
          <p:cNvPr id="36" name="文本框 35"/>
          <p:cNvSpPr txBox="1"/>
          <p:nvPr/>
        </p:nvSpPr>
        <p:spPr>
          <a:xfrm>
            <a:off x="937240" y="2799048"/>
            <a:ext cx="5201041" cy="774699"/>
          </a:xfrm>
          <a:prstGeom prst="rect">
            <a:avLst/>
          </a:prstGeom>
          <a:noFill/>
        </p:spPr>
        <p:txBody>
          <a:bodyPr wrap="square" rtlCol="0">
            <a:spAutoFit/>
          </a:bodyPr>
          <a:lstStyle/>
          <a:p>
            <a:pPr>
              <a:lnSpc>
                <a:spcPct val="13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zh-CN" altLang="en-US" sz="1200" dirty="0">
              <a:solidFill>
                <a:schemeClr val="tx1">
                  <a:lumMod val="50000"/>
                  <a:lumOff val="50000"/>
                </a:schemeClr>
              </a:solidFill>
              <a:latin typeface="+mn-ea"/>
              <a:cs typeface="+mn-ea"/>
              <a:sym typeface="+mn-lt"/>
            </a:endParaRPr>
          </a:p>
        </p:txBody>
      </p:sp>
      <p:sp>
        <p:nvSpPr>
          <p:cNvPr id="37" name="圆角矩形 36"/>
          <p:cNvSpPr/>
          <p:nvPr/>
        </p:nvSpPr>
        <p:spPr>
          <a:xfrm>
            <a:off x="6496763" y="2306291"/>
            <a:ext cx="4231625" cy="2991921"/>
          </a:xfrm>
          <a:prstGeom prst="roundRect">
            <a:avLst>
              <a:gd name="adj" fmla="val 5040"/>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38" name="圆角矩形 37"/>
          <p:cNvSpPr/>
          <p:nvPr/>
        </p:nvSpPr>
        <p:spPr>
          <a:xfrm>
            <a:off x="8280555" y="4023098"/>
            <a:ext cx="3157693" cy="1081958"/>
          </a:xfrm>
          <a:prstGeom prst="roundRect">
            <a:avLst>
              <a:gd name="adj" fmla="val 10110"/>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39" name="文本框 38"/>
          <p:cNvSpPr txBox="1"/>
          <p:nvPr/>
        </p:nvSpPr>
        <p:spPr>
          <a:xfrm>
            <a:off x="9003136" y="4169193"/>
            <a:ext cx="2067366" cy="369332"/>
          </a:xfrm>
          <a:prstGeom prst="rect">
            <a:avLst/>
          </a:prstGeom>
          <a:noFill/>
        </p:spPr>
        <p:txBody>
          <a:bodyPr wrap="square" rtlCol="0">
            <a:spAutoFit/>
          </a:bodyPr>
          <a:lstStyle/>
          <a:p>
            <a:pPr algn="dist"/>
            <a:r>
              <a:rPr kumimoji="1" lang="en-US" altLang="zh-CN" dirty="0">
                <a:solidFill>
                  <a:schemeClr val="bg1"/>
                </a:solidFill>
                <a:latin typeface="+mj-ea"/>
                <a:ea typeface="+mj-ea"/>
              </a:rPr>
              <a:t>BUSIENSS</a:t>
            </a:r>
            <a:r>
              <a:rPr kumimoji="1" lang="zh-CN" altLang="en-US" dirty="0">
                <a:solidFill>
                  <a:schemeClr val="bg1"/>
                </a:solidFill>
                <a:latin typeface="+mj-ea"/>
                <a:ea typeface="+mj-ea"/>
              </a:rPr>
              <a:t> </a:t>
            </a:r>
            <a:r>
              <a:rPr kumimoji="1" lang="en-US" altLang="zh-CN" dirty="0">
                <a:solidFill>
                  <a:schemeClr val="bg1"/>
                </a:solidFill>
                <a:latin typeface="+mj-ea"/>
                <a:ea typeface="+mj-ea"/>
              </a:rPr>
              <a:t>TITLE</a:t>
            </a:r>
            <a:endParaRPr kumimoji="1" lang="zh-CN" altLang="en-US" dirty="0">
              <a:solidFill>
                <a:schemeClr val="bg1"/>
              </a:solidFill>
              <a:latin typeface="+mj-ea"/>
              <a:ea typeface="+mj-ea"/>
            </a:endParaRPr>
          </a:p>
        </p:txBody>
      </p:sp>
      <p:sp>
        <p:nvSpPr>
          <p:cNvPr id="40" name="文本框 39"/>
          <p:cNvSpPr txBox="1"/>
          <p:nvPr/>
        </p:nvSpPr>
        <p:spPr>
          <a:xfrm>
            <a:off x="8988361" y="4520348"/>
            <a:ext cx="2340558" cy="497765"/>
          </a:xfrm>
          <a:prstGeom prst="rect">
            <a:avLst/>
          </a:prstGeom>
          <a:noFill/>
        </p:spPr>
        <p:txBody>
          <a:bodyPr wrap="square" rtlCol="0">
            <a:spAutoFit/>
          </a:bodyPr>
          <a:lstStyle/>
          <a:p>
            <a:pPr>
              <a:lnSpc>
                <a:spcPct val="130000"/>
              </a:lnSpc>
            </a:pPr>
            <a:r>
              <a:rPr lang="zh-CN" altLang="en-US" sz="1100" dirty="0">
                <a:solidFill>
                  <a:schemeClr val="bg1"/>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rPr>
              <a:t>单击此处添加内容，内容要与标题相符，可以直接复制粘贴。</a:t>
            </a:r>
            <a:endParaRPr lang="zh-CN" altLang="en-US" sz="1100" dirty="0">
              <a:solidFill>
                <a:schemeClr val="bg1"/>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endParaRPr>
          </a:p>
        </p:txBody>
      </p:sp>
      <p:sp>
        <p:nvSpPr>
          <p:cNvPr id="41" name="Freeform 24"/>
          <p:cNvSpPr>
            <a:spLocks noEditPoints="1"/>
          </p:cNvSpPr>
          <p:nvPr/>
        </p:nvSpPr>
        <p:spPr bwMode="auto">
          <a:xfrm>
            <a:off x="8515586" y="4320354"/>
            <a:ext cx="308645" cy="487446"/>
          </a:xfrm>
          <a:custGeom>
            <a:avLst/>
            <a:gdLst>
              <a:gd name="T0" fmla="*/ 102 w 129"/>
              <a:gd name="T1" fmla="*/ 0 h 204"/>
              <a:gd name="T2" fmla="*/ 103 w 129"/>
              <a:gd name="T3" fmla="*/ 0 h 204"/>
              <a:gd name="T4" fmla="*/ 104 w 129"/>
              <a:gd name="T5" fmla="*/ 0 h 204"/>
              <a:gd name="T6" fmla="*/ 105 w 129"/>
              <a:gd name="T7" fmla="*/ 0 h 204"/>
              <a:gd name="T8" fmla="*/ 128 w 129"/>
              <a:gd name="T9" fmla="*/ 24 h 204"/>
              <a:gd name="T10" fmla="*/ 128 w 129"/>
              <a:gd name="T11" fmla="*/ 25 h 204"/>
              <a:gd name="T12" fmla="*/ 129 w 129"/>
              <a:gd name="T13" fmla="*/ 26 h 204"/>
              <a:gd name="T14" fmla="*/ 129 w 129"/>
              <a:gd name="T15" fmla="*/ 33 h 204"/>
              <a:gd name="T16" fmla="*/ 129 w 129"/>
              <a:gd name="T17" fmla="*/ 178 h 204"/>
              <a:gd name="T18" fmla="*/ 128 w 129"/>
              <a:gd name="T19" fmla="*/ 180 h 204"/>
              <a:gd name="T20" fmla="*/ 128 w 129"/>
              <a:gd name="T21" fmla="*/ 181 h 204"/>
              <a:gd name="T22" fmla="*/ 128 w 129"/>
              <a:gd name="T23" fmla="*/ 182 h 204"/>
              <a:gd name="T24" fmla="*/ 128 w 129"/>
              <a:gd name="T25" fmla="*/ 182 h 204"/>
              <a:gd name="T26" fmla="*/ 106 w 129"/>
              <a:gd name="T27" fmla="*/ 204 h 204"/>
              <a:gd name="T28" fmla="*/ 105 w 129"/>
              <a:gd name="T29" fmla="*/ 204 h 204"/>
              <a:gd name="T30" fmla="*/ 104 w 129"/>
              <a:gd name="T31" fmla="*/ 204 h 204"/>
              <a:gd name="T32" fmla="*/ 103 w 129"/>
              <a:gd name="T33" fmla="*/ 204 h 204"/>
              <a:gd name="T34" fmla="*/ 102 w 129"/>
              <a:gd name="T35" fmla="*/ 204 h 204"/>
              <a:gd name="T36" fmla="*/ 27 w 129"/>
              <a:gd name="T37" fmla="*/ 204 h 204"/>
              <a:gd name="T38" fmla="*/ 25 w 129"/>
              <a:gd name="T39" fmla="*/ 204 h 204"/>
              <a:gd name="T40" fmla="*/ 25 w 129"/>
              <a:gd name="T41" fmla="*/ 204 h 204"/>
              <a:gd name="T42" fmla="*/ 23 w 129"/>
              <a:gd name="T43" fmla="*/ 204 h 204"/>
              <a:gd name="T44" fmla="*/ 23 w 129"/>
              <a:gd name="T45" fmla="*/ 204 h 204"/>
              <a:gd name="T46" fmla="*/ 1 w 129"/>
              <a:gd name="T47" fmla="*/ 182 h 204"/>
              <a:gd name="T48" fmla="*/ 1 w 129"/>
              <a:gd name="T49" fmla="*/ 182 h 204"/>
              <a:gd name="T50" fmla="*/ 0 w 129"/>
              <a:gd name="T51" fmla="*/ 181 h 204"/>
              <a:gd name="T52" fmla="*/ 0 w 129"/>
              <a:gd name="T53" fmla="*/ 180 h 204"/>
              <a:gd name="T54" fmla="*/ 0 w 129"/>
              <a:gd name="T55" fmla="*/ 178 h 204"/>
              <a:gd name="T56" fmla="*/ 0 w 129"/>
              <a:gd name="T57" fmla="*/ 33 h 204"/>
              <a:gd name="T58" fmla="*/ 0 w 129"/>
              <a:gd name="T59" fmla="*/ 26 h 204"/>
              <a:gd name="T60" fmla="*/ 0 w 129"/>
              <a:gd name="T61" fmla="*/ 25 h 204"/>
              <a:gd name="T62" fmla="*/ 0 w 129"/>
              <a:gd name="T63" fmla="*/ 24 h 204"/>
              <a:gd name="T64" fmla="*/ 1 w 129"/>
              <a:gd name="T65" fmla="*/ 23 h 204"/>
              <a:gd name="T66" fmla="*/ 1 w 129"/>
              <a:gd name="T67" fmla="*/ 22 h 204"/>
              <a:gd name="T68" fmla="*/ 1 w 129"/>
              <a:gd name="T69" fmla="*/ 21 h 204"/>
              <a:gd name="T70" fmla="*/ 22 w 129"/>
              <a:gd name="T71" fmla="*/ 1 h 204"/>
              <a:gd name="T72" fmla="*/ 23 w 129"/>
              <a:gd name="T73" fmla="*/ 0 h 204"/>
              <a:gd name="T74" fmla="*/ 25 w 129"/>
              <a:gd name="T75" fmla="*/ 0 h 204"/>
              <a:gd name="T76" fmla="*/ 25 w 129"/>
              <a:gd name="T77" fmla="*/ 0 h 204"/>
              <a:gd name="T78" fmla="*/ 64 w 129"/>
              <a:gd name="T79" fmla="*/ 48 h 204"/>
              <a:gd name="T80" fmla="*/ 46 w 129"/>
              <a:gd name="T81" fmla="*/ 69 h 204"/>
              <a:gd name="T82" fmla="*/ 78 w 129"/>
              <a:gd name="T83" fmla="*/ 102 h 204"/>
              <a:gd name="T84" fmla="*/ 103 w 129"/>
              <a:gd name="T85" fmla="*/ 131 h 204"/>
              <a:gd name="T86" fmla="*/ 42 w 129"/>
              <a:gd name="T87" fmla="*/ 105 h 204"/>
              <a:gd name="T88" fmla="*/ 111 w 129"/>
              <a:gd name="T89" fmla="*/ 35 h 204"/>
              <a:gd name="T90" fmla="*/ 18 w 129"/>
              <a:gd name="T91" fmla="*/ 35 h 204"/>
              <a:gd name="T92" fmla="*/ 30 w 129"/>
              <a:gd name="T93" fmla="*/ 162 h 204"/>
              <a:gd name="T94" fmla="*/ 111 w 129"/>
              <a:gd name="T95" fmla="*/ 36 h 204"/>
              <a:gd name="T96" fmla="*/ 54 w 129"/>
              <a:gd name="T97" fmla="*/ 183 h 204"/>
              <a:gd name="T98" fmla="*/ 64 w 129"/>
              <a:gd name="T99" fmla="*/ 173 h 204"/>
              <a:gd name="T100" fmla="*/ 84 w 129"/>
              <a:gd name="T101" fmla="*/ 12 h 204"/>
              <a:gd name="T102" fmla="*/ 45 w 129"/>
              <a:gd name="T103" fmla="*/ 12 h 204"/>
              <a:gd name="T104" fmla="*/ 84 w 129"/>
              <a:gd name="T105" fmla="*/ 1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9" h="204">
                <a:moveTo>
                  <a:pt x="27" y="0"/>
                </a:moveTo>
                <a:cubicBezTo>
                  <a:pt x="102" y="0"/>
                  <a:pt x="102" y="0"/>
                  <a:pt x="102" y="0"/>
                </a:cubicBezTo>
                <a:cubicBezTo>
                  <a:pt x="102" y="0"/>
                  <a:pt x="102" y="0"/>
                  <a:pt x="102" y="0"/>
                </a:cubicBezTo>
                <a:cubicBezTo>
                  <a:pt x="102" y="0"/>
                  <a:pt x="102" y="0"/>
                  <a:pt x="103" y="0"/>
                </a:cubicBezTo>
                <a:cubicBezTo>
                  <a:pt x="103" y="0"/>
                  <a:pt x="103" y="0"/>
                  <a:pt x="103" y="0"/>
                </a:cubicBezTo>
                <a:cubicBezTo>
                  <a:pt x="103" y="0"/>
                  <a:pt x="103" y="0"/>
                  <a:pt x="103" y="0"/>
                </a:cubicBezTo>
                <a:cubicBezTo>
                  <a:pt x="103" y="0"/>
                  <a:pt x="103" y="0"/>
                  <a:pt x="103" y="0"/>
                </a:cubicBezTo>
                <a:cubicBezTo>
                  <a:pt x="104" y="0"/>
                  <a:pt x="104" y="0"/>
                  <a:pt x="104" y="0"/>
                </a:cubicBezTo>
                <a:cubicBezTo>
                  <a:pt x="104" y="0"/>
                  <a:pt x="104" y="0"/>
                  <a:pt x="104" y="0"/>
                </a:cubicBezTo>
                <a:cubicBezTo>
                  <a:pt x="105" y="0"/>
                  <a:pt x="105" y="0"/>
                  <a:pt x="105" y="0"/>
                </a:cubicBezTo>
                <a:cubicBezTo>
                  <a:pt x="105" y="0"/>
                  <a:pt x="105" y="0"/>
                  <a:pt x="105" y="0"/>
                </a:cubicBezTo>
                <a:cubicBezTo>
                  <a:pt x="105" y="0"/>
                  <a:pt x="105" y="0"/>
                  <a:pt x="105" y="0"/>
                </a:cubicBezTo>
                <a:cubicBezTo>
                  <a:pt x="119" y="2"/>
                  <a:pt x="126" y="8"/>
                  <a:pt x="128" y="23"/>
                </a:cubicBezTo>
                <a:cubicBezTo>
                  <a:pt x="128" y="23"/>
                  <a:pt x="128" y="23"/>
                  <a:pt x="128" y="23"/>
                </a:cubicBezTo>
                <a:cubicBezTo>
                  <a:pt x="128" y="24"/>
                  <a:pt x="128" y="24"/>
                  <a:pt x="128" y="24"/>
                </a:cubicBezTo>
                <a:cubicBezTo>
                  <a:pt x="128" y="24"/>
                  <a:pt x="128" y="24"/>
                  <a:pt x="128" y="24"/>
                </a:cubicBezTo>
                <a:cubicBezTo>
                  <a:pt x="128" y="25"/>
                  <a:pt x="128" y="25"/>
                  <a:pt x="128" y="25"/>
                </a:cubicBezTo>
                <a:cubicBezTo>
                  <a:pt x="128" y="25"/>
                  <a:pt x="128" y="25"/>
                  <a:pt x="128" y="25"/>
                </a:cubicBezTo>
                <a:cubicBezTo>
                  <a:pt x="129" y="25"/>
                  <a:pt x="129" y="25"/>
                  <a:pt x="129" y="25"/>
                </a:cubicBezTo>
                <a:cubicBezTo>
                  <a:pt x="129" y="25"/>
                  <a:pt x="129" y="25"/>
                  <a:pt x="129" y="25"/>
                </a:cubicBezTo>
                <a:cubicBezTo>
                  <a:pt x="129" y="26"/>
                  <a:pt x="129" y="26"/>
                  <a:pt x="129" y="26"/>
                </a:cubicBezTo>
                <a:cubicBezTo>
                  <a:pt x="129" y="26"/>
                  <a:pt x="129" y="26"/>
                  <a:pt x="129" y="26"/>
                </a:cubicBezTo>
                <a:cubicBezTo>
                  <a:pt x="129" y="27"/>
                  <a:pt x="129" y="27"/>
                  <a:pt x="129" y="27"/>
                </a:cubicBezTo>
                <a:cubicBezTo>
                  <a:pt x="129" y="33"/>
                  <a:pt x="129" y="33"/>
                  <a:pt x="129" y="33"/>
                </a:cubicBezTo>
                <a:cubicBezTo>
                  <a:pt x="129" y="178"/>
                  <a:pt x="129" y="178"/>
                  <a:pt x="129" y="178"/>
                </a:cubicBezTo>
                <a:cubicBezTo>
                  <a:pt x="129" y="178"/>
                  <a:pt x="129" y="178"/>
                  <a:pt x="129" y="178"/>
                </a:cubicBezTo>
                <a:cubicBezTo>
                  <a:pt x="129" y="178"/>
                  <a:pt x="129" y="178"/>
                  <a:pt x="129" y="178"/>
                </a:cubicBezTo>
                <a:cubicBezTo>
                  <a:pt x="129" y="179"/>
                  <a:pt x="129" y="179"/>
                  <a:pt x="129" y="179"/>
                </a:cubicBezTo>
                <a:cubicBezTo>
                  <a:pt x="129" y="179"/>
                  <a:pt x="129" y="179"/>
                  <a:pt x="129" y="179"/>
                </a:cubicBezTo>
                <a:cubicBezTo>
                  <a:pt x="128" y="180"/>
                  <a:pt x="128" y="180"/>
                  <a:pt x="128" y="180"/>
                </a:cubicBezTo>
                <a:cubicBezTo>
                  <a:pt x="128" y="180"/>
                  <a:pt x="128" y="180"/>
                  <a:pt x="128" y="180"/>
                </a:cubicBezTo>
                <a:cubicBezTo>
                  <a:pt x="128" y="181"/>
                  <a:pt x="128" y="181"/>
                  <a:pt x="128" y="181"/>
                </a:cubicBezTo>
                <a:cubicBezTo>
                  <a:pt x="128" y="181"/>
                  <a:pt x="128" y="181"/>
                  <a:pt x="128" y="181"/>
                </a:cubicBezTo>
                <a:cubicBezTo>
                  <a:pt x="128" y="181"/>
                  <a:pt x="128" y="181"/>
                  <a:pt x="128" y="181"/>
                </a:cubicBezTo>
                <a:cubicBezTo>
                  <a:pt x="128" y="181"/>
                  <a:pt x="128" y="181"/>
                  <a:pt x="128" y="181"/>
                </a:cubicBezTo>
                <a:cubicBezTo>
                  <a:pt x="128" y="182"/>
                  <a:pt x="128" y="182"/>
                  <a:pt x="128" y="182"/>
                </a:cubicBezTo>
                <a:cubicBezTo>
                  <a:pt x="128" y="182"/>
                  <a:pt x="128" y="182"/>
                  <a:pt x="128" y="182"/>
                </a:cubicBezTo>
                <a:cubicBezTo>
                  <a:pt x="128" y="182"/>
                  <a:pt x="128" y="182"/>
                  <a:pt x="128" y="182"/>
                </a:cubicBezTo>
                <a:cubicBezTo>
                  <a:pt x="128" y="182"/>
                  <a:pt x="128" y="182"/>
                  <a:pt x="128" y="182"/>
                </a:cubicBezTo>
                <a:cubicBezTo>
                  <a:pt x="126" y="193"/>
                  <a:pt x="118" y="202"/>
                  <a:pt x="107" y="204"/>
                </a:cubicBezTo>
                <a:cubicBezTo>
                  <a:pt x="107" y="204"/>
                  <a:pt x="107" y="204"/>
                  <a:pt x="107" y="204"/>
                </a:cubicBezTo>
                <a:cubicBezTo>
                  <a:pt x="106" y="204"/>
                  <a:pt x="106" y="204"/>
                  <a:pt x="106" y="204"/>
                </a:cubicBezTo>
                <a:cubicBezTo>
                  <a:pt x="106" y="204"/>
                  <a:pt x="106" y="204"/>
                  <a:pt x="106" y="204"/>
                </a:cubicBezTo>
                <a:cubicBezTo>
                  <a:pt x="105" y="204"/>
                  <a:pt x="105" y="204"/>
                  <a:pt x="105" y="204"/>
                </a:cubicBezTo>
                <a:cubicBezTo>
                  <a:pt x="105" y="204"/>
                  <a:pt x="105" y="204"/>
                  <a:pt x="105" y="204"/>
                </a:cubicBezTo>
                <a:cubicBezTo>
                  <a:pt x="105" y="204"/>
                  <a:pt x="105" y="204"/>
                  <a:pt x="105" y="204"/>
                </a:cubicBezTo>
                <a:cubicBezTo>
                  <a:pt x="105" y="204"/>
                  <a:pt x="105" y="204"/>
                  <a:pt x="105" y="204"/>
                </a:cubicBezTo>
                <a:cubicBezTo>
                  <a:pt x="104" y="204"/>
                  <a:pt x="104" y="204"/>
                  <a:pt x="104" y="204"/>
                </a:cubicBezTo>
                <a:cubicBezTo>
                  <a:pt x="104" y="204"/>
                  <a:pt x="104" y="204"/>
                  <a:pt x="104" y="204"/>
                </a:cubicBezTo>
                <a:cubicBezTo>
                  <a:pt x="103" y="204"/>
                  <a:pt x="103" y="204"/>
                  <a:pt x="103" y="204"/>
                </a:cubicBezTo>
                <a:cubicBezTo>
                  <a:pt x="103" y="204"/>
                  <a:pt x="103" y="204"/>
                  <a:pt x="103" y="204"/>
                </a:cubicBezTo>
                <a:cubicBezTo>
                  <a:pt x="103" y="204"/>
                  <a:pt x="103" y="204"/>
                  <a:pt x="103" y="204"/>
                </a:cubicBezTo>
                <a:cubicBezTo>
                  <a:pt x="103" y="204"/>
                  <a:pt x="103" y="204"/>
                  <a:pt x="103" y="204"/>
                </a:cubicBezTo>
                <a:cubicBezTo>
                  <a:pt x="102" y="204"/>
                  <a:pt x="102" y="204"/>
                  <a:pt x="102" y="204"/>
                </a:cubicBezTo>
                <a:cubicBezTo>
                  <a:pt x="102" y="204"/>
                  <a:pt x="102" y="204"/>
                  <a:pt x="102" y="204"/>
                </a:cubicBezTo>
                <a:cubicBezTo>
                  <a:pt x="27" y="204"/>
                  <a:pt x="27" y="204"/>
                  <a:pt x="27" y="204"/>
                </a:cubicBezTo>
                <a:cubicBezTo>
                  <a:pt x="27" y="204"/>
                  <a:pt x="27" y="204"/>
                  <a:pt x="27" y="204"/>
                </a:cubicBezTo>
                <a:cubicBezTo>
                  <a:pt x="26" y="204"/>
                  <a:pt x="26" y="204"/>
                  <a:pt x="26" y="204"/>
                </a:cubicBezTo>
                <a:cubicBezTo>
                  <a:pt x="26" y="204"/>
                  <a:pt x="26" y="204"/>
                  <a:pt x="26" y="204"/>
                </a:cubicBezTo>
                <a:cubicBezTo>
                  <a:pt x="25" y="204"/>
                  <a:pt x="25" y="204"/>
                  <a:pt x="25" y="204"/>
                </a:cubicBezTo>
                <a:cubicBezTo>
                  <a:pt x="25" y="204"/>
                  <a:pt x="25" y="204"/>
                  <a:pt x="25" y="204"/>
                </a:cubicBezTo>
                <a:cubicBezTo>
                  <a:pt x="25" y="204"/>
                  <a:pt x="25" y="204"/>
                  <a:pt x="25" y="204"/>
                </a:cubicBezTo>
                <a:cubicBezTo>
                  <a:pt x="25" y="204"/>
                  <a:pt x="25" y="204"/>
                  <a:pt x="25" y="204"/>
                </a:cubicBezTo>
                <a:cubicBezTo>
                  <a:pt x="24" y="204"/>
                  <a:pt x="24" y="204"/>
                  <a:pt x="24" y="204"/>
                </a:cubicBezTo>
                <a:cubicBezTo>
                  <a:pt x="24" y="204"/>
                  <a:pt x="24" y="204"/>
                  <a:pt x="24" y="204"/>
                </a:cubicBezTo>
                <a:cubicBezTo>
                  <a:pt x="23" y="204"/>
                  <a:pt x="23" y="204"/>
                  <a:pt x="23" y="204"/>
                </a:cubicBezTo>
                <a:cubicBezTo>
                  <a:pt x="23" y="204"/>
                  <a:pt x="23" y="204"/>
                  <a:pt x="23" y="204"/>
                </a:cubicBezTo>
                <a:cubicBezTo>
                  <a:pt x="23" y="204"/>
                  <a:pt x="23" y="204"/>
                  <a:pt x="23" y="204"/>
                </a:cubicBezTo>
                <a:cubicBezTo>
                  <a:pt x="23" y="204"/>
                  <a:pt x="23" y="204"/>
                  <a:pt x="23" y="204"/>
                </a:cubicBezTo>
                <a:cubicBezTo>
                  <a:pt x="23" y="204"/>
                  <a:pt x="22" y="204"/>
                  <a:pt x="22" y="204"/>
                </a:cubicBezTo>
                <a:cubicBezTo>
                  <a:pt x="22" y="204"/>
                  <a:pt x="22" y="204"/>
                  <a:pt x="22" y="204"/>
                </a:cubicBezTo>
                <a:cubicBezTo>
                  <a:pt x="11" y="202"/>
                  <a:pt x="3" y="193"/>
                  <a:pt x="1" y="182"/>
                </a:cubicBezTo>
                <a:cubicBezTo>
                  <a:pt x="1" y="182"/>
                  <a:pt x="1" y="182"/>
                  <a:pt x="1" y="182"/>
                </a:cubicBezTo>
                <a:cubicBezTo>
                  <a:pt x="1" y="182"/>
                  <a:pt x="1" y="182"/>
                  <a:pt x="1" y="182"/>
                </a:cubicBezTo>
                <a:cubicBezTo>
                  <a:pt x="1" y="182"/>
                  <a:pt x="1" y="182"/>
                  <a:pt x="1" y="182"/>
                </a:cubicBezTo>
                <a:cubicBezTo>
                  <a:pt x="0" y="181"/>
                  <a:pt x="0" y="181"/>
                  <a:pt x="0" y="181"/>
                </a:cubicBezTo>
                <a:cubicBezTo>
                  <a:pt x="0" y="181"/>
                  <a:pt x="0" y="181"/>
                  <a:pt x="0" y="181"/>
                </a:cubicBezTo>
                <a:cubicBezTo>
                  <a:pt x="0" y="181"/>
                  <a:pt x="0" y="181"/>
                  <a:pt x="0" y="181"/>
                </a:cubicBezTo>
                <a:cubicBezTo>
                  <a:pt x="0" y="181"/>
                  <a:pt x="0" y="181"/>
                  <a:pt x="0" y="181"/>
                </a:cubicBezTo>
                <a:cubicBezTo>
                  <a:pt x="0" y="180"/>
                  <a:pt x="0" y="180"/>
                  <a:pt x="0" y="180"/>
                </a:cubicBezTo>
                <a:cubicBezTo>
                  <a:pt x="0" y="180"/>
                  <a:pt x="0" y="180"/>
                  <a:pt x="0" y="180"/>
                </a:cubicBezTo>
                <a:cubicBezTo>
                  <a:pt x="0" y="179"/>
                  <a:pt x="0" y="179"/>
                  <a:pt x="0" y="179"/>
                </a:cubicBezTo>
                <a:cubicBezTo>
                  <a:pt x="0" y="179"/>
                  <a:pt x="0" y="179"/>
                  <a:pt x="0" y="179"/>
                </a:cubicBezTo>
                <a:cubicBezTo>
                  <a:pt x="0" y="178"/>
                  <a:pt x="0" y="178"/>
                  <a:pt x="0" y="178"/>
                </a:cubicBezTo>
                <a:cubicBezTo>
                  <a:pt x="0" y="178"/>
                  <a:pt x="0" y="178"/>
                  <a:pt x="0" y="178"/>
                </a:cubicBezTo>
                <a:cubicBezTo>
                  <a:pt x="0" y="178"/>
                  <a:pt x="0" y="178"/>
                  <a:pt x="0" y="178"/>
                </a:cubicBezTo>
                <a:cubicBezTo>
                  <a:pt x="0" y="33"/>
                  <a:pt x="0" y="33"/>
                  <a:pt x="0" y="33"/>
                </a:cubicBezTo>
                <a:cubicBezTo>
                  <a:pt x="0" y="27"/>
                  <a:pt x="0" y="27"/>
                  <a:pt x="0" y="27"/>
                </a:cubicBezTo>
                <a:cubicBezTo>
                  <a:pt x="0" y="26"/>
                  <a:pt x="0" y="26"/>
                  <a:pt x="0" y="26"/>
                </a:cubicBezTo>
                <a:cubicBezTo>
                  <a:pt x="0" y="26"/>
                  <a:pt x="0" y="26"/>
                  <a:pt x="0" y="26"/>
                </a:cubicBezTo>
                <a:cubicBezTo>
                  <a:pt x="0" y="25"/>
                  <a:pt x="0" y="25"/>
                  <a:pt x="0" y="25"/>
                </a:cubicBezTo>
                <a:cubicBezTo>
                  <a:pt x="0" y="25"/>
                  <a:pt x="0" y="25"/>
                  <a:pt x="0" y="25"/>
                </a:cubicBezTo>
                <a:cubicBezTo>
                  <a:pt x="0" y="25"/>
                  <a:pt x="0" y="25"/>
                  <a:pt x="0" y="25"/>
                </a:cubicBezTo>
                <a:cubicBezTo>
                  <a:pt x="0" y="25"/>
                  <a:pt x="0" y="25"/>
                  <a:pt x="0" y="25"/>
                </a:cubicBezTo>
                <a:cubicBezTo>
                  <a:pt x="0" y="24"/>
                  <a:pt x="0" y="24"/>
                  <a:pt x="0" y="24"/>
                </a:cubicBezTo>
                <a:cubicBezTo>
                  <a:pt x="0" y="24"/>
                  <a:pt x="0" y="24"/>
                  <a:pt x="0" y="24"/>
                </a:cubicBezTo>
                <a:cubicBezTo>
                  <a:pt x="0" y="23"/>
                  <a:pt x="0" y="23"/>
                  <a:pt x="0" y="23"/>
                </a:cubicBezTo>
                <a:cubicBezTo>
                  <a:pt x="0" y="23"/>
                  <a:pt x="0" y="23"/>
                  <a:pt x="0" y="23"/>
                </a:cubicBezTo>
                <a:cubicBezTo>
                  <a:pt x="1" y="23"/>
                  <a:pt x="1" y="23"/>
                  <a:pt x="1" y="23"/>
                </a:cubicBezTo>
                <a:cubicBezTo>
                  <a:pt x="1" y="23"/>
                  <a:pt x="1" y="23"/>
                  <a:pt x="1" y="23"/>
                </a:cubicBezTo>
                <a:cubicBezTo>
                  <a:pt x="1" y="22"/>
                  <a:pt x="1" y="22"/>
                  <a:pt x="1" y="22"/>
                </a:cubicBezTo>
                <a:cubicBezTo>
                  <a:pt x="1" y="22"/>
                  <a:pt x="1" y="22"/>
                  <a:pt x="1" y="22"/>
                </a:cubicBezTo>
                <a:cubicBezTo>
                  <a:pt x="1" y="21"/>
                  <a:pt x="1" y="21"/>
                  <a:pt x="1" y="21"/>
                </a:cubicBezTo>
                <a:cubicBezTo>
                  <a:pt x="1" y="21"/>
                  <a:pt x="1" y="21"/>
                  <a:pt x="1" y="21"/>
                </a:cubicBezTo>
                <a:cubicBezTo>
                  <a:pt x="1" y="21"/>
                  <a:pt x="1" y="21"/>
                  <a:pt x="1" y="21"/>
                </a:cubicBezTo>
                <a:cubicBezTo>
                  <a:pt x="1" y="21"/>
                  <a:pt x="1" y="21"/>
                  <a:pt x="1" y="21"/>
                </a:cubicBezTo>
                <a:cubicBezTo>
                  <a:pt x="1" y="21"/>
                  <a:pt x="1" y="20"/>
                  <a:pt x="1" y="20"/>
                </a:cubicBezTo>
                <a:cubicBezTo>
                  <a:pt x="4" y="10"/>
                  <a:pt x="12" y="2"/>
                  <a:pt x="22" y="1"/>
                </a:cubicBezTo>
                <a:cubicBezTo>
                  <a:pt x="22" y="1"/>
                  <a:pt x="22" y="1"/>
                  <a:pt x="22" y="1"/>
                </a:cubicBezTo>
                <a:cubicBezTo>
                  <a:pt x="23" y="1"/>
                  <a:pt x="23" y="1"/>
                  <a:pt x="23" y="1"/>
                </a:cubicBezTo>
                <a:cubicBezTo>
                  <a:pt x="23" y="0"/>
                  <a:pt x="23" y="0"/>
                  <a:pt x="23" y="0"/>
                </a:cubicBezTo>
                <a:cubicBezTo>
                  <a:pt x="24" y="0"/>
                  <a:pt x="24" y="0"/>
                  <a:pt x="24" y="0"/>
                </a:cubicBezTo>
                <a:cubicBezTo>
                  <a:pt x="24" y="0"/>
                  <a:pt x="24" y="0"/>
                  <a:pt x="24" y="0"/>
                </a:cubicBezTo>
                <a:cubicBezTo>
                  <a:pt x="25" y="0"/>
                  <a:pt x="25" y="0"/>
                  <a:pt x="25" y="0"/>
                </a:cubicBezTo>
                <a:cubicBezTo>
                  <a:pt x="25" y="0"/>
                  <a:pt x="25" y="0"/>
                  <a:pt x="25" y="0"/>
                </a:cubicBezTo>
                <a:cubicBezTo>
                  <a:pt x="25" y="0"/>
                  <a:pt x="25" y="0"/>
                  <a:pt x="25" y="0"/>
                </a:cubicBezTo>
                <a:cubicBezTo>
                  <a:pt x="25" y="0"/>
                  <a:pt x="25" y="0"/>
                  <a:pt x="25" y="0"/>
                </a:cubicBezTo>
                <a:cubicBezTo>
                  <a:pt x="26" y="0"/>
                  <a:pt x="26" y="0"/>
                  <a:pt x="26" y="0"/>
                </a:cubicBezTo>
                <a:cubicBezTo>
                  <a:pt x="27" y="0"/>
                  <a:pt x="27" y="0"/>
                  <a:pt x="27" y="0"/>
                </a:cubicBezTo>
                <a:close/>
                <a:moveTo>
                  <a:pt x="64" y="48"/>
                </a:moveTo>
                <a:cubicBezTo>
                  <a:pt x="74" y="48"/>
                  <a:pt x="83" y="55"/>
                  <a:pt x="83" y="69"/>
                </a:cubicBezTo>
                <a:cubicBezTo>
                  <a:pt x="83" y="83"/>
                  <a:pt x="74" y="97"/>
                  <a:pt x="64" y="97"/>
                </a:cubicBezTo>
                <a:cubicBezTo>
                  <a:pt x="54" y="97"/>
                  <a:pt x="46" y="83"/>
                  <a:pt x="46" y="69"/>
                </a:cubicBezTo>
                <a:cubicBezTo>
                  <a:pt x="46" y="55"/>
                  <a:pt x="54" y="48"/>
                  <a:pt x="64" y="48"/>
                </a:cubicBezTo>
                <a:close/>
                <a:moveTo>
                  <a:pt x="64" y="112"/>
                </a:moveTo>
                <a:cubicBezTo>
                  <a:pt x="74" y="112"/>
                  <a:pt x="74" y="101"/>
                  <a:pt x="78" y="102"/>
                </a:cubicBezTo>
                <a:cubicBezTo>
                  <a:pt x="81" y="102"/>
                  <a:pt x="83" y="103"/>
                  <a:pt x="87" y="105"/>
                </a:cubicBezTo>
                <a:cubicBezTo>
                  <a:pt x="96" y="108"/>
                  <a:pt x="103" y="112"/>
                  <a:pt x="103" y="122"/>
                </a:cubicBezTo>
                <a:cubicBezTo>
                  <a:pt x="103" y="131"/>
                  <a:pt x="103" y="131"/>
                  <a:pt x="103" y="131"/>
                </a:cubicBezTo>
                <a:cubicBezTo>
                  <a:pt x="72" y="146"/>
                  <a:pt x="53" y="143"/>
                  <a:pt x="25" y="131"/>
                </a:cubicBezTo>
                <a:cubicBezTo>
                  <a:pt x="25" y="122"/>
                  <a:pt x="25" y="122"/>
                  <a:pt x="25" y="122"/>
                </a:cubicBezTo>
                <a:cubicBezTo>
                  <a:pt x="25" y="112"/>
                  <a:pt x="34" y="108"/>
                  <a:pt x="42" y="105"/>
                </a:cubicBezTo>
                <a:cubicBezTo>
                  <a:pt x="45" y="103"/>
                  <a:pt x="48" y="102"/>
                  <a:pt x="51" y="102"/>
                </a:cubicBezTo>
                <a:cubicBezTo>
                  <a:pt x="55" y="101"/>
                  <a:pt x="56" y="112"/>
                  <a:pt x="64" y="112"/>
                </a:cubicBezTo>
                <a:close/>
                <a:moveTo>
                  <a:pt x="111" y="35"/>
                </a:moveTo>
                <a:cubicBezTo>
                  <a:pt x="110" y="30"/>
                  <a:pt x="105" y="24"/>
                  <a:pt x="99" y="24"/>
                </a:cubicBezTo>
                <a:cubicBezTo>
                  <a:pt x="30" y="24"/>
                  <a:pt x="30" y="24"/>
                  <a:pt x="30" y="24"/>
                </a:cubicBezTo>
                <a:cubicBezTo>
                  <a:pt x="24" y="24"/>
                  <a:pt x="19" y="30"/>
                  <a:pt x="18" y="35"/>
                </a:cubicBezTo>
                <a:cubicBezTo>
                  <a:pt x="18" y="36"/>
                  <a:pt x="18" y="36"/>
                  <a:pt x="18" y="36"/>
                </a:cubicBezTo>
                <a:cubicBezTo>
                  <a:pt x="18" y="151"/>
                  <a:pt x="18" y="151"/>
                  <a:pt x="18" y="151"/>
                </a:cubicBezTo>
                <a:cubicBezTo>
                  <a:pt x="18" y="157"/>
                  <a:pt x="23" y="162"/>
                  <a:pt x="30" y="162"/>
                </a:cubicBezTo>
                <a:cubicBezTo>
                  <a:pt x="99" y="162"/>
                  <a:pt x="99" y="162"/>
                  <a:pt x="99" y="162"/>
                </a:cubicBezTo>
                <a:cubicBezTo>
                  <a:pt x="105" y="162"/>
                  <a:pt x="111" y="157"/>
                  <a:pt x="111" y="151"/>
                </a:cubicBezTo>
                <a:cubicBezTo>
                  <a:pt x="111" y="36"/>
                  <a:pt x="111" y="36"/>
                  <a:pt x="111" y="36"/>
                </a:cubicBezTo>
                <a:cubicBezTo>
                  <a:pt x="111" y="35"/>
                  <a:pt x="111" y="35"/>
                  <a:pt x="111" y="35"/>
                </a:cubicBezTo>
                <a:close/>
                <a:moveTo>
                  <a:pt x="64" y="173"/>
                </a:moveTo>
                <a:cubicBezTo>
                  <a:pt x="59" y="173"/>
                  <a:pt x="54" y="177"/>
                  <a:pt x="54" y="183"/>
                </a:cubicBezTo>
                <a:cubicBezTo>
                  <a:pt x="54" y="189"/>
                  <a:pt x="59" y="194"/>
                  <a:pt x="64" y="194"/>
                </a:cubicBezTo>
                <a:cubicBezTo>
                  <a:pt x="70" y="194"/>
                  <a:pt x="75" y="189"/>
                  <a:pt x="75" y="183"/>
                </a:cubicBezTo>
                <a:cubicBezTo>
                  <a:pt x="75" y="177"/>
                  <a:pt x="70" y="173"/>
                  <a:pt x="64" y="173"/>
                </a:cubicBezTo>
                <a:close/>
                <a:moveTo>
                  <a:pt x="50" y="9"/>
                </a:moveTo>
                <a:cubicBezTo>
                  <a:pt x="79" y="9"/>
                  <a:pt x="79" y="9"/>
                  <a:pt x="79" y="9"/>
                </a:cubicBezTo>
                <a:cubicBezTo>
                  <a:pt x="82" y="9"/>
                  <a:pt x="84" y="10"/>
                  <a:pt x="84" y="12"/>
                </a:cubicBezTo>
                <a:cubicBezTo>
                  <a:pt x="84" y="15"/>
                  <a:pt x="82" y="16"/>
                  <a:pt x="79" y="16"/>
                </a:cubicBezTo>
                <a:cubicBezTo>
                  <a:pt x="50" y="16"/>
                  <a:pt x="50" y="16"/>
                  <a:pt x="50" y="16"/>
                </a:cubicBezTo>
                <a:cubicBezTo>
                  <a:pt x="47" y="16"/>
                  <a:pt x="45" y="15"/>
                  <a:pt x="45" y="12"/>
                </a:cubicBezTo>
                <a:cubicBezTo>
                  <a:pt x="45" y="10"/>
                  <a:pt x="47" y="9"/>
                  <a:pt x="50" y="9"/>
                </a:cubicBezTo>
                <a:close/>
                <a:moveTo>
                  <a:pt x="84" y="12"/>
                </a:moveTo>
                <a:cubicBezTo>
                  <a:pt x="84" y="12"/>
                  <a:pt x="84" y="12"/>
                  <a:pt x="84" y="12"/>
                </a:cubicBezTo>
                <a:close/>
                <a:moveTo>
                  <a:pt x="45" y="12"/>
                </a:moveTo>
                <a:cubicBezTo>
                  <a:pt x="45" y="12"/>
                  <a:pt x="45" y="12"/>
                  <a:pt x="45" y="12"/>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42" name="圆角矩形 41"/>
          <p:cNvSpPr/>
          <p:nvPr/>
        </p:nvSpPr>
        <p:spPr>
          <a:xfrm>
            <a:off x="979698" y="4307747"/>
            <a:ext cx="560234" cy="560234"/>
          </a:xfrm>
          <a:prstGeom prst="roundRect">
            <a:avLst/>
          </a:prstGeom>
          <a:noFill/>
          <a:ln w="25400">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lumMod val="75000"/>
                    <a:lumOff val="25000"/>
                  </a:schemeClr>
                </a:solidFill>
                <a:latin typeface="+mj-ea"/>
                <a:ea typeface="+mj-ea"/>
              </a:rPr>
              <a:t>01</a:t>
            </a:r>
            <a:endParaRPr kumimoji="1" lang="zh-CN" altLang="en-US" dirty="0">
              <a:solidFill>
                <a:schemeClr val="tx1">
                  <a:lumMod val="75000"/>
                  <a:lumOff val="25000"/>
                </a:schemeClr>
              </a:solidFill>
              <a:latin typeface="+mj-ea"/>
              <a:ea typeface="+mj-ea"/>
            </a:endParaRPr>
          </a:p>
        </p:txBody>
      </p:sp>
      <p:sp>
        <p:nvSpPr>
          <p:cNvPr id="43" name="圆角矩形 42"/>
          <p:cNvSpPr/>
          <p:nvPr/>
        </p:nvSpPr>
        <p:spPr>
          <a:xfrm>
            <a:off x="3729571" y="4307747"/>
            <a:ext cx="560234" cy="560234"/>
          </a:xfrm>
          <a:prstGeom prst="roundRect">
            <a:avLst/>
          </a:prstGeom>
          <a:noFill/>
          <a:ln w="25400">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lumMod val="75000"/>
                    <a:lumOff val="25000"/>
                  </a:schemeClr>
                </a:solidFill>
                <a:latin typeface="+mj-ea"/>
                <a:ea typeface="+mj-ea"/>
              </a:rPr>
              <a:t>02</a:t>
            </a:r>
            <a:endParaRPr kumimoji="1" lang="zh-CN" altLang="en-US" dirty="0">
              <a:solidFill>
                <a:schemeClr val="tx1">
                  <a:lumMod val="75000"/>
                  <a:lumOff val="25000"/>
                </a:schemeClr>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dissolve">
                                      <p:cBhvr>
                                        <p:cTn id="10" dur="500"/>
                                        <p:tgtEl>
                                          <p:spTgt spid="32"/>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dissolve">
                                      <p:cBhvr>
                                        <p:cTn id="13" dur="500"/>
                                        <p:tgtEl>
                                          <p:spTgt spid="33"/>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dissolve">
                                      <p:cBhvr>
                                        <p:cTn id="16" dur="500"/>
                                        <p:tgtEl>
                                          <p:spTgt spid="34"/>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dissolve">
                                      <p:cBhvr>
                                        <p:cTn id="19" dur="500"/>
                                        <p:tgtEl>
                                          <p:spTgt spid="35"/>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dissolve">
                                      <p:cBhvr>
                                        <p:cTn id="22" dur="500"/>
                                        <p:tgtEl>
                                          <p:spTgt spid="3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dissolve">
                                      <p:cBhvr>
                                        <p:cTn id="25" dur="500"/>
                                        <p:tgtEl>
                                          <p:spTgt spid="37"/>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dissolve">
                                      <p:cBhvr>
                                        <p:cTn id="28" dur="500"/>
                                        <p:tgtEl>
                                          <p:spTgt spid="38"/>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dissolve">
                                      <p:cBhvr>
                                        <p:cTn id="31" dur="500"/>
                                        <p:tgtEl>
                                          <p:spTgt spid="39"/>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dissolve">
                                      <p:cBhvr>
                                        <p:cTn id="3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P spid="36" grpId="0"/>
      <p:bldP spid="37" grpId="0" animBg="1"/>
      <p:bldP spid="38" grpId="0" animBg="1"/>
      <p:bldP spid="39" grpId="0"/>
      <p:bldP spid="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74011" y="239999"/>
            <a:ext cx="2550426" cy="523220"/>
          </a:xfrm>
          <a:prstGeom prst="rect">
            <a:avLst/>
          </a:prstGeom>
          <a:noFill/>
        </p:spPr>
        <p:txBody>
          <a:bodyPr wrap="square" rtlCol="0">
            <a:spAutoFit/>
          </a:bodyPr>
          <a:lstStyle/>
          <a:p>
            <a:pPr algn="dist"/>
            <a:r>
              <a:rPr kumimoji="1" lang="zh-CN" altLang="en-US" sz="2800" dirty="0">
                <a:solidFill>
                  <a:srgbClr val="313159"/>
                </a:solidFill>
                <a:latin typeface="+mj-ea"/>
                <a:ea typeface="+mj-ea"/>
              </a:rPr>
              <a:t>工作内容说明</a:t>
            </a:r>
            <a:endParaRPr kumimoji="1" lang="zh-CN" altLang="en-US" sz="2800" dirty="0">
              <a:solidFill>
                <a:srgbClr val="313159"/>
              </a:solidFill>
              <a:latin typeface="+mj-ea"/>
              <a:ea typeface="+mj-ea"/>
            </a:endParaRPr>
          </a:p>
        </p:txBody>
      </p:sp>
      <p:sp>
        <p:nvSpPr>
          <p:cNvPr id="3" name="文本框 2"/>
          <p:cNvSpPr txBox="1"/>
          <p:nvPr/>
        </p:nvSpPr>
        <p:spPr>
          <a:xfrm>
            <a:off x="1192975" y="712419"/>
            <a:ext cx="2531462" cy="215444"/>
          </a:xfrm>
          <a:prstGeom prst="rect">
            <a:avLst/>
          </a:prstGeom>
          <a:noFill/>
        </p:spPr>
        <p:txBody>
          <a:bodyPr wrap="none" rtlCol="0">
            <a:spAutoFit/>
          </a:bodyPr>
          <a:lstStyle/>
          <a:p>
            <a:r>
              <a:rPr lang="en-GB" altLang="zh-CN" sz="800" dirty="0">
                <a:solidFill>
                  <a:schemeClr val="tx1">
                    <a:lumMod val="50000"/>
                    <a:lumOff val="50000"/>
                  </a:schemeClr>
                </a:solidFill>
                <a:latin typeface="+mn-ea"/>
              </a:rPr>
              <a:t>FILL IN THE TEXT OF THE DOCUMENT TITLE HERE</a:t>
            </a:r>
            <a:endParaRPr lang="en-GB" altLang="zh-CN" sz="800" dirty="0">
              <a:solidFill>
                <a:schemeClr val="tx1">
                  <a:lumMod val="50000"/>
                  <a:lumOff val="50000"/>
                </a:schemeClr>
              </a:solidFill>
              <a:latin typeface="+mn-ea"/>
            </a:endParaRPr>
          </a:p>
        </p:txBody>
      </p:sp>
      <p:sp>
        <p:nvSpPr>
          <p:cNvPr id="4" name="弧形 9"/>
          <p:cNvSpPr/>
          <p:nvPr/>
        </p:nvSpPr>
        <p:spPr>
          <a:xfrm>
            <a:off x="5380441" y="2076504"/>
            <a:ext cx="1145447" cy="1145447"/>
          </a:xfrm>
          <a:prstGeom prst="arc">
            <a:avLst>
              <a:gd name="adj1" fmla="val 21496969"/>
              <a:gd name="adj2" fmla="val 17262036"/>
            </a:avLst>
          </a:prstGeom>
          <a:ln w="76200">
            <a:solidFill>
              <a:schemeClr val="bg1">
                <a:lumMod val="85000"/>
              </a:schemeClr>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Source Han Sans CN Regular" panose="020B0500000000000000" pitchFamily="34" charset="-128"/>
            </a:endParaRPr>
          </a:p>
        </p:txBody>
      </p:sp>
      <p:sp>
        <p:nvSpPr>
          <p:cNvPr id="5" name="弧形 8"/>
          <p:cNvSpPr/>
          <p:nvPr/>
        </p:nvSpPr>
        <p:spPr>
          <a:xfrm>
            <a:off x="5380441" y="2076504"/>
            <a:ext cx="1145447" cy="1145447"/>
          </a:xfrm>
          <a:prstGeom prst="arc">
            <a:avLst/>
          </a:prstGeom>
          <a:ln w="139700" cap="sq">
            <a:solidFill>
              <a:srgbClr val="31315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Source Han Sans CN Regular" panose="020B0500000000000000" pitchFamily="34" charset="-128"/>
            </a:endParaRPr>
          </a:p>
        </p:txBody>
      </p:sp>
      <p:sp>
        <p:nvSpPr>
          <p:cNvPr id="6" name="弧形 9"/>
          <p:cNvSpPr/>
          <p:nvPr/>
        </p:nvSpPr>
        <p:spPr>
          <a:xfrm>
            <a:off x="7703517" y="2076504"/>
            <a:ext cx="1145447" cy="1145447"/>
          </a:xfrm>
          <a:prstGeom prst="arc">
            <a:avLst>
              <a:gd name="adj1" fmla="val 21496969"/>
              <a:gd name="adj2" fmla="val 17262036"/>
            </a:avLst>
          </a:prstGeom>
          <a:ln w="76200">
            <a:solidFill>
              <a:schemeClr val="bg1">
                <a:lumMod val="85000"/>
              </a:schemeClr>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Source Han Sans CN Regular" panose="020B0500000000000000" pitchFamily="34" charset="-128"/>
            </a:endParaRPr>
          </a:p>
        </p:txBody>
      </p:sp>
      <p:sp>
        <p:nvSpPr>
          <p:cNvPr id="7" name="弧形 8"/>
          <p:cNvSpPr/>
          <p:nvPr/>
        </p:nvSpPr>
        <p:spPr>
          <a:xfrm>
            <a:off x="7703517" y="2076504"/>
            <a:ext cx="1145447" cy="1145447"/>
          </a:xfrm>
          <a:prstGeom prst="arc">
            <a:avLst>
              <a:gd name="adj1" fmla="val 6093407"/>
              <a:gd name="adj2" fmla="val 0"/>
            </a:avLst>
          </a:prstGeom>
          <a:ln w="139700" cap="sq">
            <a:solidFill>
              <a:srgbClr val="31315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Source Han Sans CN Regular" panose="020B0500000000000000" pitchFamily="34" charset="-128"/>
            </a:endParaRPr>
          </a:p>
        </p:txBody>
      </p:sp>
      <p:sp>
        <p:nvSpPr>
          <p:cNvPr id="8" name="弧形 9"/>
          <p:cNvSpPr/>
          <p:nvPr/>
        </p:nvSpPr>
        <p:spPr>
          <a:xfrm>
            <a:off x="9915380" y="2076504"/>
            <a:ext cx="1145447" cy="1145447"/>
          </a:xfrm>
          <a:prstGeom prst="arc">
            <a:avLst>
              <a:gd name="adj1" fmla="val 21496969"/>
              <a:gd name="adj2" fmla="val 17262036"/>
            </a:avLst>
          </a:prstGeom>
          <a:ln w="76200">
            <a:solidFill>
              <a:schemeClr val="bg1">
                <a:lumMod val="85000"/>
              </a:schemeClr>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Source Han Sans CN Regular" panose="020B0500000000000000" pitchFamily="34" charset="-128"/>
            </a:endParaRPr>
          </a:p>
        </p:txBody>
      </p:sp>
      <p:sp>
        <p:nvSpPr>
          <p:cNvPr id="9" name="弧形 8"/>
          <p:cNvSpPr/>
          <p:nvPr/>
        </p:nvSpPr>
        <p:spPr>
          <a:xfrm>
            <a:off x="9915380" y="2076504"/>
            <a:ext cx="1145447" cy="1145447"/>
          </a:xfrm>
          <a:prstGeom prst="arc">
            <a:avLst>
              <a:gd name="adj1" fmla="val 12078956"/>
              <a:gd name="adj2" fmla="val 0"/>
            </a:avLst>
          </a:prstGeom>
          <a:ln w="139700" cap="sq">
            <a:solidFill>
              <a:srgbClr val="31315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Source Han Sans CN Regular" panose="020B0500000000000000" pitchFamily="34" charset="-128"/>
            </a:endParaRPr>
          </a:p>
        </p:txBody>
      </p:sp>
      <p:sp>
        <p:nvSpPr>
          <p:cNvPr id="10" name="文本框 9"/>
          <p:cNvSpPr txBox="1"/>
          <p:nvPr/>
        </p:nvSpPr>
        <p:spPr>
          <a:xfrm>
            <a:off x="943001" y="2104385"/>
            <a:ext cx="2631379" cy="400110"/>
          </a:xfrm>
          <a:prstGeom prst="rect">
            <a:avLst/>
          </a:prstGeom>
          <a:noFill/>
        </p:spPr>
        <p:txBody>
          <a:bodyPr wrap="square" rtlCol="0">
            <a:spAutoFit/>
          </a:bodyPr>
          <a:lstStyle/>
          <a:p>
            <a:pPr algn="dist"/>
            <a:r>
              <a:rPr kumimoji="1" lang="zh-CN" altLang="en-US" sz="2000" dirty="0">
                <a:solidFill>
                  <a:schemeClr val="tx1">
                    <a:lumMod val="75000"/>
                    <a:lumOff val="25000"/>
                  </a:schemeClr>
                </a:solidFill>
                <a:latin typeface="+mj-ea"/>
                <a:ea typeface="+mj-ea"/>
              </a:rPr>
              <a:t>请输入标题文字内容</a:t>
            </a:r>
            <a:endParaRPr kumimoji="1" lang="zh-CN" altLang="en-US" sz="2000" dirty="0">
              <a:solidFill>
                <a:schemeClr val="tx1">
                  <a:lumMod val="75000"/>
                  <a:lumOff val="25000"/>
                </a:schemeClr>
              </a:solidFill>
              <a:latin typeface="+mj-ea"/>
              <a:ea typeface="+mj-ea"/>
            </a:endParaRPr>
          </a:p>
        </p:txBody>
      </p:sp>
      <p:sp>
        <p:nvSpPr>
          <p:cNvPr id="11" name="文本框 10"/>
          <p:cNvSpPr txBox="1"/>
          <p:nvPr/>
        </p:nvSpPr>
        <p:spPr>
          <a:xfrm>
            <a:off x="741664" y="2710870"/>
            <a:ext cx="3451556" cy="2038187"/>
          </a:xfrm>
          <a:prstGeom prst="rect">
            <a:avLst/>
          </a:prstGeom>
          <a:noFill/>
        </p:spPr>
        <p:txBody>
          <a:bodyPr wrap="square" rtlCol="0">
            <a:spAutoFit/>
          </a:bodyPr>
          <a:lstStyle/>
          <a:p>
            <a:pPr marL="171450" indent="-171450">
              <a:lnSpc>
                <a:spcPct val="130000"/>
              </a:lnSpc>
              <a:buFont typeface="Arial" panose="020B0604020202020204" pitchFamily="34" charset="0"/>
              <a:buChar char="•"/>
            </a:pPr>
            <a:r>
              <a:rPr kumimoji="1" lang="zh-CN" altLang="en-US" sz="1100" dirty="0">
                <a:solidFill>
                  <a:schemeClr val="tx1">
                    <a:lumMod val="50000"/>
                    <a:lumOff val="50000"/>
                  </a:schemeClr>
                </a:solidFill>
                <a:latin typeface="+mn-ea"/>
                <a:cs typeface="+mn-ea"/>
                <a:sym typeface="+mn-lt"/>
              </a:rPr>
              <a:t>您的内容打在这里，或者通过复制您的文本后，在此框中选择粘贴，并选择只保留文字您的内容打在这里，或者通过复制您的文本后，在此框中选择粘贴，并选择只保留文字您的内容打在这里，或者通过复制您的文本后</a:t>
            </a:r>
            <a:endParaRPr kumimoji="1" lang="en-US" altLang="zh-CN" sz="1100" dirty="0">
              <a:solidFill>
                <a:schemeClr val="tx1">
                  <a:lumMod val="50000"/>
                  <a:lumOff val="50000"/>
                </a:schemeClr>
              </a:solidFill>
              <a:latin typeface="+mn-ea"/>
              <a:cs typeface="+mn-ea"/>
              <a:sym typeface="+mn-lt"/>
            </a:endParaRPr>
          </a:p>
          <a:p>
            <a:pPr marL="171450" indent="-171450">
              <a:lnSpc>
                <a:spcPct val="130000"/>
              </a:lnSpc>
              <a:buFont typeface="Arial" panose="020B0604020202020204" pitchFamily="34" charset="0"/>
              <a:buChar char="•"/>
            </a:pPr>
            <a:endParaRPr kumimoji="1" lang="en-US" altLang="zh-CN" sz="1100" dirty="0">
              <a:solidFill>
                <a:schemeClr val="tx1">
                  <a:lumMod val="50000"/>
                  <a:lumOff val="50000"/>
                </a:schemeClr>
              </a:solidFill>
              <a:latin typeface="+mn-ea"/>
              <a:cs typeface="+mn-ea"/>
              <a:sym typeface="+mn-lt"/>
            </a:endParaRPr>
          </a:p>
          <a:p>
            <a:pPr marL="171450" indent="-171450">
              <a:lnSpc>
                <a:spcPct val="130000"/>
              </a:lnSpc>
              <a:buFont typeface="Arial" panose="020B0604020202020204" pitchFamily="34" charset="0"/>
              <a:buChar char="•"/>
            </a:pPr>
            <a:r>
              <a:rPr kumimoji="1" lang="zh-CN" altLang="en-US" sz="1100" dirty="0">
                <a:solidFill>
                  <a:schemeClr val="tx1">
                    <a:lumMod val="50000"/>
                    <a:lumOff val="50000"/>
                  </a:schemeClr>
                </a:solidFill>
                <a:latin typeface="+mn-ea"/>
                <a:cs typeface="+mn-ea"/>
                <a:sym typeface="+mn-lt"/>
              </a:rPr>
              <a:t>在此框中选择粘贴，并选择只保留文字您的内容打在这里，或者通过复制您的文本后，在此框中选择粘贴，并选择只保留文字。</a:t>
            </a:r>
            <a:endParaRPr kumimoji="1" lang="zh-CN" altLang="en-US" sz="1100" dirty="0">
              <a:solidFill>
                <a:schemeClr val="tx1">
                  <a:lumMod val="50000"/>
                  <a:lumOff val="50000"/>
                </a:schemeClr>
              </a:solidFill>
              <a:latin typeface="+mn-ea"/>
              <a:cs typeface="+mn-ea"/>
              <a:sym typeface="+mn-lt"/>
            </a:endParaRPr>
          </a:p>
        </p:txBody>
      </p:sp>
      <p:sp>
        <p:nvSpPr>
          <p:cNvPr id="12" name="Freeform 47"/>
          <p:cNvSpPr>
            <a:spLocks noEditPoints="1"/>
          </p:cNvSpPr>
          <p:nvPr/>
        </p:nvSpPr>
        <p:spPr bwMode="auto">
          <a:xfrm>
            <a:off x="8140027" y="2427608"/>
            <a:ext cx="363296" cy="400179"/>
          </a:xfrm>
          <a:custGeom>
            <a:avLst/>
            <a:gdLst>
              <a:gd name="T0" fmla="*/ 122 w 175"/>
              <a:gd name="T1" fmla="*/ 16 h 193"/>
              <a:gd name="T2" fmla="*/ 52 w 175"/>
              <a:gd name="T3" fmla="*/ 87 h 193"/>
              <a:gd name="T4" fmla="*/ 48 w 175"/>
              <a:gd name="T5" fmla="*/ 94 h 193"/>
              <a:gd name="T6" fmla="*/ 47 w 175"/>
              <a:gd name="T7" fmla="*/ 126 h 193"/>
              <a:gd name="T8" fmla="*/ 49 w 175"/>
              <a:gd name="T9" fmla="*/ 130 h 193"/>
              <a:gd name="T10" fmla="*/ 78 w 175"/>
              <a:gd name="T11" fmla="*/ 130 h 193"/>
              <a:gd name="T12" fmla="*/ 87 w 175"/>
              <a:gd name="T13" fmla="*/ 124 h 193"/>
              <a:gd name="T14" fmla="*/ 143 w 175"/>
              <a:gd name="T15" fmla="*/ 68 h 193"/>
              <a:gd name="T16" fmla="*/ 143 w 175"/>
              <a:gd name="T17" fmla="*/ 193 h 193"/>
              <a:gd name="T18" fmla="*/ 0 w 175"/>
              <a:gd name="T19" fmla="*/ 193 h 193"/>
              <a:gd name="T20" fmla="*/ 0 w 175"/>
              <a:gd name="T21" fmla="*/ 16 h 193"/>
              <a:gd name="T22" fmla="*/ 122 w 175"/>
              <a:gd name="T23" fmla="*/ 16 h 193"/>
              <a:gd name="T24" fmla="*/ 148 w 175"/>
              <a:gd name="T25" fmla="*/ 1 h 193"/>
              <a:gd name="T26" fmla="*/ 154 w 175"/>
              <a:gd name="T27" fmla="*/ 2 h 193"/>
              <a:gd name="T28" fmla="*/ 173 w 175"/>
              <a:gd name="T29" fmla="*/ 21 h 193"/>
              <a:gd name="T30" fmla="*/ 173 w 175"/>
              <a:gd name="T31" fmla="*/ 29 h 193"/>
              <a:gd name="T32" fmla="*/ 86 w 175"/>
              <a:gd name="T33" fmla="*/ 118 h 193"/>
              <a:gd name="T34" fmla="*/ 76 w 175"/>
              <a:gd name="T35" fmla="*/ 119 h 193"/>
              <a:gd name="T36" fmla="*/ 57 w 175"/>
              <a:gd name="T37" fmla="*/ 99 h 193"/>
              <a:gd name="T38" fmla="*/ 57 w 175"/>
              <a:gd name="T39" fmla="*/ 91 h 193"/>
              <a:gd name="T40" fmla="*/ 143 w 175"/>
              <a:gd name="T41" fmla="*/ 4 h 193"/>
              <a:gd name="T42" fmla="*/ 148 w 175"/>
              <a:gd name="T43" fmla="*/ 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75" h="193">
                <a:moveTo>
                  <a:pt x="122" y="16"/>
                </a:moveTo>
                <a:cubicBezTo>
                  <a:pt x="52" y="87"/>
                  <a:pt x="52" y="87"/>
                  <a:pt x="52" y="87"/>
                </a:cubicBezTo>
                <a:cubicBezTo>
                  <a:pt x="51" y="88"/>
                  <a:pt x="48" y="90"/>
                  <a:pt x="48" y="94"/>
                </a:cubicBezTo>
                <a:cubicBezTo>
                  <a:pt x="47" y="126"/>
                  <a:pt x="47" y="126"/>
                  <a:pt x="47" y="126"/>
                </a:cubicBezTo>
                <a:cubicBezTo>
                  <a:pt x="46" y="128"/>
                  <a:pt x="46" y="130"/>
                  <a:pt x="49" y="130"/>
                </a:cubicBezTo>
                <a:cubicBezTo>
                  <a:pt x="78" y="130"/>
                  <a:pt x="78" y="130"/>
                  <a:pt x="78" y="130"/>
                </a:cubicBezTo>
                <a:cubicBezTo>
                  <a:pt x="85" y="129"/>
                  <a:pt x="85" y="126"/>
                  <a:pt x="87" y="124"/>
                </a:cubicBezTo>
                <a:cubicBezTo>
                  <a:pt x="143" y="68"/>
                  <a:pt x="143" y="68"/>
                  <a:pt x="143" y="68"/>
                </a:cubicBezTo>
                <a:cubicBezTo>
                  <a:pt x="143" y="193"/>
                  <a:pt x="143" y="193"/>
                  <a:pt x="143" y="193"/>
                </a:cubicBezTo>
                <a:cubicBezTo>
                  <a:pt x="0" y="193"/>
                  <a:pt x="0" y="193"/>
                  <a:pt x="0" y="193"/>
                </a:cubicBezTo>
                <a:cubicBezTo>
                  <a:pt x="0" y="16"/>
                  <a:pt x="0" y="16"/>
                  <a:pt x="0" y="16"/>
                </a:cubicBezTo>
                <a:cubicBezTo>
                  <a:pt x="122" y="16"/>
                  <a:pt x="122" y="16"/>
                  <a:pt x="122" y="16"/>
                </a:cubicBezTo>
                <a:close/>
                <a:moveTo>
                  <a:pt x="148" y="1"/>
                </a:moveTo>
                <a:cubicBezTo>
                  <a:pt x="150" y="0"/>
                  <a:pt x="152" y="0"/>
                  <a:pt x="154" y="2"/>
                </a:cubicBezTo>
                <a:cubicBezTo>
                  <a:pt x="173" y="21"/>
                  <a:pt x="173" y="21"/>
                  <a:pt x="173" y="21"/>
                </a:cubicBezTo>
                <a:cubicBezTo>
                  <a:pt x="175" y="23"/>
                  <a:pt x="175" y="27"/>
                  <a:pt x="173" y="29"/>
                </a:cubicBezTo>
                <a:cubicBezTo>
                  <a:pt x="86" y="118"/>
                  <a:pt x="86" y="118"/>
                  <a:pt x="86" y="118"/>
                </a:cubicBezTo>
                <a:cubicBezTo>
                  <a:pt x="83" y="120"/>
                  <a:pt x="80" y="123"/>
                  <a:pt x="76" y="119"/>
                </a:cubicBezTo>
                <a:cubicBezTo>
                  <a:pt x="57" y="99"/>
                  <a:pt x="57" y="99"/>
                  <a:pt x="57" y="99"/>
                </a:cubicBezTo>
                <a:cubicBezTo>
                  <a:pt x="54" y="97"/>
                  <a:pt x="54" y="93"/>
                  <a:pt x="57" y="91"/>
                </a:cubicBezTo>
                <a:cubicBezTo>
                  <a:pt x="143" y="4"/>
                  <a:pt x="143" y="4"/>
                  <a:pt x="143" y="4"/>
                </a:cubicBezTo>
                <a:cubicBezTo>
                  <a:pt x="145" y="3"/>
                  <a:pt x="146" y="1"/>
                  <a:pt x="148" y="1"/>
                </a:cubicBezTo>
                <a:close/>
              </a:path>
            </a:pathLst>
          </a:custGeom>
          <a:solidFill>
            <a:srgbClr val="313159"/>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595959"/>
              </a:solidFill>
              <a:effectLst/>
              <a:uLnTx/>
              <a:uFillTx/>
              <a:latin typeface="Arial" panose="020B0604020202020204"/>
              <a:ea typeface="微软雅黑" panose="020B0503020204020204" charset="-122"/>
              <a:cs typeface="+mn-cs"/>
            </a:endParaRPr>
          </a:p>
        </p:txBody>
      </p:sp>
      <p:sp>
        <p:nvSpPr>
          <p:cNvPr id="13" name="Freeform 60"/>
          <p:cNvSpPr>
            <a:spLocks noEditPoints="1"/>
          </p:cNvSpPr>
          <p:nvPr/>
        </p:nvSpPr>
        <p:spPr bwMode="auto">
          <a:xfrm>
            <a:off x="5774764" y="2443179"/>
            <a:ext cx="344855" cy="414932"/>
          </a:xfrm>
          <a:custGeom>
            <a:avLst/>
            <a:gdLst>
              <a:gd name="T0" fmla="*/ 83 w 166"/>
              <a:gd name="T1" fmla="*/ 0 h 200"/>
              <a:gd name="T2" fmla="*/ 166 w 166"/>
              <a:gd name="T3" fmla="*/ 83 h 200"/>
              <a:gd name="T4" fmla="*/ 112 w 166"/>
              <a:gd name="T5" fmla="*/ 160 h 200"/>
              <a:gd name="T6" fmla="*/ 83 w 166"/>
              <a:gd name="T7" fmla="*/ 200 h 200"/>
              <a:gd name="T8" fmla="*/ 54 w 166"/>
              <a:gd name="T9" fmla="*/ 160 h 200"/>
              <a:gd name="T10" fmla="*/ 0 w 166"/>
              <a:gd name="T11" fmla="*/ 83 h 200"/>
              <a:gd name="T12" fmla="*/ 83 w 166"/>
              <a:gd name="T13" fmla="*/ 0 h 200"/>
              <a:gd name="T14" fmla="*/ 48 w 166"/>
              <a:gd name="T15" fmla="*/ 92 h 200"/>
              <a:gd name="T16" fmla="*/ 48 w 166"/>
              <a:gd name="T17" fmla="*/ 126 h 200"/>
              <a:gd name="T18" fmla="*/ 73 w 166"/>
              <a:gd name="T19" fmla="*/ 126 h 200"/>
              <a:gd name="T20" fmla="*/ 73 w 166"/>
              <a:gd name="T21" fmla="*/ 94 h 200"/>
              <a:gd name="T22" fmla="*/ 94 w 166"/>
              <a:gd name="T23" fmla="*/ 94 h 200"/>
              <a:gd name="T24" fmla="*/ 94 w 166"/>
              <a:gd name="T25" fmla="*/ 126 h 200"/>
              <a:gd name="T26" fmla="*/ 118 w 166"/>
              <a:gd name="T27" fmla="*/ 126 h 200"/>
              <a:gd name="T28" fmla="*/ 118 w 166"/>
              <a:gd name="T29" fmla="*/ 92 h 200"/>
              <a:gd name="T30" fmla="*/ 89 w 166"/>
              <a:gd name="T31" fmla="*/ 67 h 200"/>
              <a:gd name="T32" fmla="*/ 83 w 166"/>
              <a:gd name="T33" fmla="*/ 66 h 200"/>
              <a:gd name="T34" fmla="*/ 78 w 166"/>
              <a:gd name="T35" fmla="*/ 67 h 200"/>
              <a:gd name="T36" fmla="*/ 48 w 166"/>
              <a:gd name="T37" fmla="*/ 92 h 200"/>
              <a:gd name="T38" fmla="*/ 65 w 166"/>
              <a:gd name="T39" fmla="*/ 38 h 200"/>
              <a:gd name="T40" fmla="*/ 51 w 166"/>
              <a:gd name="T41" fmla="*/ 38 h 200"/>
              <a:gd name="T42" fmla="*/ 51 w 166"/>
              <a:gd name="T43" fmla="*/ 62 h 200"/>
              <a:gd name="T44" fmla="*/ 35 w 166"/>
              <a:gd name="T45" fmla="*/ 75 h 200"/>
              <a:gd name="T46" fmla="*/ 35 w 166"/>
              <a:gd name="T47" fmla="*/ 79 h 200"/>
              <a:gd name="T48" fmla="*/ 40 w 166"/>
              <a:gd name="T49" fmla="*/ 85 h 200"/>
              <a:gd name="T50" fmla="*/ 44 w 166"/>
              <a:gd name="T51" fmla="*/ 85 h 200"/>
              <a:gd name="T52" fmla="*/ 83 w 166"/>
              <a:gd name="T53" fmla="*/ 54 h 200"/>
              <a:gd name="T54" fmla="*/ 122 w 166"/>
              <a:gd name="T55" fmla="*/ 85 h 200"/>
              <a:gd name="T56" fmla="*/ 126 w 166"/>
              <a:gd name="T57" fmla="*/ 85 h 200"/>
              <a:gd name="T58" fmla="*/ 131 w 166"/>
              <a:gd name="T59" fmla="*/ 79 h 200"/>
              <a:gd name="T60" fmla="*/ 131 w 166"/>
              <a:gd name="T61" fmla="*/ 75 h 200"/>
              <a:gd name="T62" fmla="*/ 85 w 166"/>
              <a:gd name="T63" fmla="*/ 38 h 200"/>
              <a:gd name="T64" fmla="*/ 83 w 166"/>
              <a:gd name="T65" fmla="*/ 37 h 200"/>
              <a:gd name="T66" fmla="*/ 81 w 166"/>
              <a:gd name="T67" fmla="*/ 38 h 200"/>
              <a:gd name="T68" fmla="*/ 65 w 166"/>
              <a:gd name="T69" fmla="*/ 51 h 200"/>
              <a:gd name="T70" fmla="*/ 65 w 166"/>
              <a:gd name="T71" fmla="*/ 38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6" h="200">
                <a:moveTo>
                  <a:pt x="83" y="0"/>
                </a:moveTo>
                <a:cubicBezTo>
                  <a:pt x="129" y="0"/>
                  <a:pt x="166" y="37"/>
                  <a:pt x="166" y="83"/>
                </a:cubicBezTo>
                <a:cubicBezTo>
                  <a:pt x="166" y="118"/>
                  <a:pt x="143" y="149"/>
                  <a:pt x="112" y="160"/>
                </a:cubicBezTo>
                <a:cubicBezTo>
                  <a:pt x="83" y="200"/>
                  <a:pt x="83" y="200"/>
                  <a:pt x="83" y="200"/>
                </a:cubicBezTo>
                <a:cubicBezTo>
                  <a:pt x="54" y="160"/>
                  <a:pt x="54" y="160"/>
                  <a:pt x="54" y="160"/>
                </a:cubicBezTo>
                <a:cubicBezTo>
                  <a:pt x="23" y="149"/>
                  <a:pt x="0" y="118"/>
                  <a:pt x="0" y="83"/>
                </a:cubicBezTo>
                <a:cubicBezTo>
                  <a:pt x="0" y="37"/>
                  <a:pt x="37" y="0"/>
                  <a:pt x="83" y="0"/>
                </a:cubicBezTo>
                <a:close/>
                <a:moveTo>
                  <a:pt x="48" y="92"/>
                </a:moveTo>
                <a:cubicBezTo>
                  <a:pt x="48" y="126"/>
                  <a:pt x="48" y="126"/>
                  <a:pt x="48" y="126"/>
                </a:cubicBezTo>
                <a:cubicBezTo>
                  <a:pt x="73" y="126"/>
                  <a:pt x="73" y="126"/>
                  <a:pt x="73" y="126"/>
                </a:cubicBezTo>
                <a:cubicBezTo>
                  <a:pt x="73" y="94"/>
                  <a:pt x="73" y="94"/>
                  <a:pt x="73" y="94"/>
                </a:cubicBezTo>
                <a:cubicBezTo>
                  <a:pt x="94" y="94"/>
                  <a:pt x="94" y="94"/>
                  <a:pt x="94" y="94"/>
                </a:cubicBezTo>
                <a:cubicBezTo>
                  <a:pt x="94" y="126"/>
                  <a:pt x="94" y="126"/>
                  <a:pt x="94" y="126"/>
                </a:cubicBezTo>
                <a:cubicBezTo>
                  <a:pt x="118" y="126"/>
                  <a:pt x="118" y="126"/>
                  <a:pt x="118" y="126"/>
                </a:cubicBezTo>
                <a:cubicBezTo>
                  <a:pt x="118" y="92"/>
                  <a:pt x="118" y="92"/>
                  <a:pt x="118" y="92"/>
                </a:cubicBezTo>
                <a:cubicBezTo>
                  <a:pt x="89" y="67"/>
                  <a:pt x="89" y="67"/>
                  <a:pt x="89" y="67"/>
                </a:cubicBezTo>
                <a:cubicBezTo>
                  <a:pt x="87" y="66"/>
                  <a:pt x="85" y="65"/>
                  <a:pt x="83" y="66"/>
                </a:cubicBezTo>
                <a:cubicBezTo>
                  <a:pt x="81" y="65"/>
                  <a:pt x="79" y="66"/>
                  <a:pt x="78" y="67"/>
                </a:cubicBezTo>
                <a:cubicBezTo>
                  <a:pt x="48" y="92"/>
                  <a:pt x="48" y="92"/>
                  <a:pt x="48" y="92"/>
                </a:cubicBezTo>
                <a:close/>
                <a:moveTo>
                  <a:pt x="65" y="38"/>
                </a:moveTo>
                <a:cubicBezTo>
                  <a:pt x="51" y="38"/>
                  <a:pt x="51" y="38"/>
                  <a:pt x="51" y="38"/>
                </a:cubicBezTo>
                <a:cubicBezTo>
                  <a:pt x="51" y="62"/>
                  <a:pt x="51" y="62"/>
                  <a:pt x="51" y="62"/>
                </a:cubicBezTo>
                <a:cubicBezTo>
                  <a:pt x="35" y="75"/>
                  <a:pt x="35" y="75"/>
                  <a:pt x="35" y="75"/>
                </a:cubicBezTo>
                <a:cubicBezTo>
                  <a:pt x="34" y="76"/>
                  <a:pt x="33" y="78"/>
                  <a:pt x="35" y="79"/>
                </a:cubicBezTo>
                <a:cubicBezTo>
                  <a:pt x="40" y="85"/>
                  <a:pt x="40" y="85"/>
                  <a:pt x="40" y="85"/>
                </a:cubicBezTo>
                <a:cubicBezTo>
                  <a:pt x="41" y="86"/>
                  <a:pt x="43" y="86"/>
                  <a:pt x="44" y="85"/>
                </a:cubicBezTo>
                <a:cubicBezTo>
                  <a:pt x="83" y="54"/>
                  <a:pt x="83" y="54"/>
                  <a:pt x="83" y="54"/>
                </a:cubicBezTo>
                <a:cubicBezTo>
                  <a:pt x="122" y="85"/>
                  <a:pt x="122" y="85"/>
                  <a:pt x="122" y="85"/>
                </a:cubicBezTo>
                <a:cubicBezTo>
                  <a:pt x="123" y="86"/>
                  <a:pt x="125" y="86"/>
                  <a:pt x="126" y="85"/>
                </a:cubicBezTo>
                <a:cubicBezTo>
                  <a:pt x="131" y="79"/>
                  <a:pt x="131" y="79"/>
                  <a:pt x="131" y="79"/>
                </a:cubicBezTo>
                <a:cubicBezTo>
                  <a:pt x="133" y="78"/>
                  <a:pt x="133" y="76"/>
                  <a:pt x="131" y="75"/>
                </a:cubicBezTo>
                <a:cubicBezTo>
                  <a:pt x="85" y="38"/>
                  <a:pt x="85" y="38"/>
                  <a:pt x="85" y="38"/>
                </a:cubicBezTo>
                <a:cubicBezTo>
                  <a:pt x="85" y="37"/>
                  <a:pt x="84" y="37"/>
                  <a:pt x="83" y="37"/>
                </a:cubicBezTo>
                <a:cubicBezTo>
                  <a:pt x="82" y="37"/>
                  <a:pt x="81" y="37"/>
                  <a:pt x="81" y="38"/>
                </a:cubicBezTo>
                <a:cubicBezTo>
                  <a:pt x="65" y="51"/>
                  <a:pt x="65" y="51"/>
                  <a:pt x="65" y="51"/>
                </a:cubicBezTo>
                <a:cubicBezTo>
                  <a:pt x="65" y="38"/>
                  <a:pt x="65" y="38"/>
                  <a:pt x="65" y="38"/>
                </a:cubicBezTo>
                <a:close/>
              </a:path>
            </a:pathLst>
          </a:custGeom>
          <a:solidFill>
            <a:srgbClr val="313159"/>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14" name="Freeform 69"/>
          <p:cNvSpPr>
            <a:spLocks noEditPoints="1"/>
          </p:cNvSpPr>
          <p:nvPr/>
        </p:nvSpPr>
        <p:spPr bwMode="auto">
          <a:xfrm>
            <a:off x="10331716" y="2437882"/>
            <a:ext cx="376204" cy="407555"/>
          </a:xfrm>
          <a:custGeom>
            <a:avLst/>
            <a:gdLst>
              <a:gd name="T0" fmla="*/ 16 w 182"/>
              <a:gd name="T1" fmla="*/ 0 h 196"/>
              <a:gd name="T2" fmla="*/ 139 w 182"/>
              <a:gd name="T3" fmla="*/ 0 h 196"/>
              <a:gd name="T4" fmla="*/ 155 w 182"/>
              <a:gd name="T5" fmla="*/ 16 h 196"/>
              <a:gd name="T6" fmla="*/ 155 w 182"/>
              <a:gd name="T7" fmla="*/ 180 h 196"/>
              <a:gd name="T8" fmla="*/ 139 w 182"/>
              <a:gd name="T9" fmla="*/ 196 h 196"/>
              <a:gd name="T10" fmla="*/ 16 w 182"/>
              <a:gd name="T11" fmla="*/ 196 h 196"/>
              <a:gd name="T12" fmla="*/ 0 w 182"/>
              <a:gd name="T13" fmla="*/ 180 h 196"/>
              <a:gd name="T14" fmla="*/ 0 w 182"/>
              <a:gd name="T15" fmla="*/ 16 h 196"/>
              <a:gd name="T16" fmla="*/ 16 w 182"/>
              <a:gd name="T17" fmla="*/ 0 h 196"/>
              <a:gd name="T18" fmla="*/ 76 w 182"/>
              <a:gd name="T19" fmla="*/ 44 h 196"/>
              <a:gd name="T20" fmla="*/ 94 w 182"/>
              <a:gd name="T21" fmla="*/ 64 h 196"/>
              <a:gd name="T22" fmla="*/ 76 w 182"/>
              <a:gd name="T23" fmla="*/ 93 h 196"/>
              <a:gd name="T24" fmla="*/ 57 w 182"/>
              <a:gd name="T25" fmla="*/ 64 h 196"/>
              <a:gd name="T26" fmla="*/ 76 w 182"/>
              <a:gd name="T27" fmla="*/ 44 h 196"/>
              <a:gd name="T28" fmla="*/ 76 w 182"/>
              <a:gd name="T29" fmla="*/ 107 h 196"/>
              <a:gd name="T30" fmla="*/ 89 w 182"/>
              <a:gd name="T31" fmla="*/ 97 h 196"/>
              <a:gd name="T32" fmla="*/ 98 w 182"/>
              <a:gd name="T33" fmla="*/ 100 h 196"/>
              <a:gd name="T34" fmla="*/ 115 w 182"/>
              <a:gd name="T35" fmla="*/ 118 h 196"/>
              <a:gd name="T36" fmla="*/ 115 w 182"/>
              <a:gd name="T37" fmla="*/ 127 h 196"/>
              <a:gd name="T38" fmla="*/ 37 w 182"/>
              <a:gd name="T39" fmla="*/ 127 h 196"/>
              <a:gd name="T40" fmla="*/ 37 w 182"/>
              <a:gd name="T41" fmla="*/ 118 h 196"/>
              <a:gd name="T42" fmla="*/ 53 w 182"/>
              <a:gd name="T43" fmla="*/ 100 h 196"/>
              <a:gd name="T44" fmla="*/ 63 w 182"/>
              <a:gd name="T45" fmla="*/ 97 h 196"/>
              <a:gd name="T46" fmla="*/ 76 w 182"/>
              <a:gd name="T47" fmla="*/ 107 h 196"/>
              <a:gd name="T48" fmla="*/ 162 w 182"/>
              <a:gd name="T49" fmla="*/ 29 h 196"/>
              <a:gd name="T50" fmla="*/ 182 w 182"/>
              <a:gd name="T51" fmla="*/ 29 h 196"/>
              <a:gd name="T52" fmla="*/ 182 w 182"/>
              <a:gd name="T53" fmla="*/ 56 h 196"/>
              <a:gd name="T54" fmla="*/ 162 w 182"/>
              <a:gd name="T55" fmla="*/ 56 h 196"/>
              <a:gd name="T56" fmla="*/ 162 w 182"/>
              <a:gd name="T57" fmla="*/ 29 h 196"/>
              <a:gd name="T58" fmla="*/ 162 w 182"/>
              <a:gd name="T59" fmla="*/ 63 h 196"/>
              <a:gd name="T60" fmla="*/ 182 w 182"/>
              <a:gd name="T61" fmla="*/ 63 h 196"/>
              <a:gd name="T62" fmla="*/ 182 w 182"/>
              <a:gd name="T63" fmla="*/ 90 h 196"/>
              <a:gd name="T64" fmla="*/ 162 w 182"/>
              <a:gd name="T65" fmla="*/ 90 h 196"/>
              <a:gd name="T66" fmla="*/ 162 w 182"/>
              <a:gd name="T67" fmla="*/ 63 h 196"/>
              <a:gd name="T68" fmla="*/ 162 w 182"/>
              <a:gd name="T69" fmla="*/ 97 h 196"/>
              <a:gd name="T70" fmla="*/ 182 w 182"/>
              <a:gd name="T71" fmla="*/ 97 h 196"/>
              <a:gd name="T72" fmla="*/ 182 w 182"/>
              <a:gd name="T73" fmla="*/ 124 h 196"/>
              <a:gd name="T74" fmla="*/ 162 w 182"/>
              <a:gd name="T75" fmla="*/ 124 h 196"/>
              <a:gd name="T76" fmla="*/ 162 w 182"/>
              <a:gd name="T77" fmla="*/ 97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2" h="196">
                <a:moveTo>
                  <a:pt x="16" y="0"/>
                </a:moveTo>
                <a:cubicBezTo>
                  <a:pt x="139" y="0"/>
                  <a:pt x="139" y="0"/>
                  <a:pt x="139" y="0"/>
                </a:cubicBezTo>
                <a:cubicBezTo>
                  <a:pt x="148" y="0"/>
                  <a:pt x="155" y="7"/>
                  <a:pt x="155" y="16"/>
                </a:cubicBezTo>
                <a:cubicBezTo>
                  <a:pt x="155" y="180"/>
                  <a:pt x="155" y="180"/>
                  <a:pt x="155" y="180"/>
                </a:cubicBezTo>
                <a:cubicBezTo>
                  <a:pt x="155" y="189"/>
                  <a:pt x="148" y="196"/>
                  <a:pt x="139" y="196"/>
                </a:cubicBezTo>
                <a:cubicBezTo>
                  <a:pt x="16" y="196"/>
                  <a:pt x="16" y="196"/>
                  <a:pt x="16" y="196"/>
                </a:cubicBezTo>
                <a:cubicBezTo>
                  <a:pt x="7" y="196"/>
                  <a:pt x="0" y="189"/>
                  <a:pt x="0" y="180"/>
                </a:cubicBezTo>
                <a:cubicBezTo>
                  <a:pt x="0" y="16"/>
                  <a:pt x="0" y="16"/>
                  <a:pt x="0" y="16"/>
                </a:cubicBezTo>
                <a:cubicBezTo>
                  <a:pt x="0" y="7"/>
                  <a:pt x="7" y="0"/>
                  <a:pt x="16" y="0"/>
                </a:cubicBezTo>
                <a:close/>
                <a:moveTo>
                  <a:pt x="76" y="44"/>
                </a:moveTo>
                <a:cubicBezTo>
                  <a:pt x="86" y="44"/>
                  <a:pt x="94" y="50"/>
                  <a:pt x="94" y="64"/>
                </a:cubicBezTo>
                <a:cubicBezTo>
                  <a:pt x="94" y="79"/>
                  <a:pt x="86" y="93"/>
                  <a:pt x="76" y="93"/>
                </a:cubicBezTo>
                <a:cubicBezTo>
                  <a:pt x="66" y="93"/>
                  <a:pt x="57" y="79"/>
                  <a:pt x="57" y="64"/>
                </a:cubicBezTo>
                <a:cubicBezTo>
                  <a:pt x="57" y="50"/>
                  <a:pt x="66" y="44"/>
                  <a:pt x="76" y="44"/>
                </a:cubicBezTo>
                <a:close/>
                <a:moveTo>
                  <a:pt x="76" y="107"/>
                </a:moveTo>
                <a:cubicBezTo>
                  <a:pt x="85" y="107"/>
                  <a:pt x="85" y="96"/>
                  <a:pt x="89" y="97"/>
                </a:cubicBezTo>
                <a:cubicBezTo>
                  <a:pt x="93" y="98"/>
                  <a:pt x="95" y="99"/>
                  <a:pt x="98" y="100"/>
                </a:cubicBezTo>
                <a:cubicBezTo>
                  <a:pt x="107" y="104"/>
                  <a:pt x="115" y="108"/>
                  <a:pt x="115" y="118"/>
                </a:cubicBezTo>
                <a:cubicBezTo>
                  <a:pt x="115" y="127"/>
                  <a:pt x="115" y="127"/>
                  <a:pt x="115" y="127"/>
                </a:cubicBezTo>
                <a:cubicBezTo>
                  <a:pt x="83" y="141"/>
                  <a:pt x="64" y="138"/>
                  <a:pt x="37" y="127"/>
                </a:cubicBezTo>
                <a:cubicBezTo>
                  <a:pt x="37" y="118"/>
                  <a:pt x="37" y="118"/>
                  <a:pt x="37" y="118"/>
                </a:cubicBezTo>
                <a:cubicBezTo>
                  <a:pt x="37" y="107"/>
                  <a:pt x="45" y="104"/>
                  <a:pt x="53" y="100"/>
                </a:cubicBezTo>
                <a:cubicBezTo>
                  <a:pt x="57" y="99"/>
                  <a:pt x="59" y="98"/>
                  <a:pt x="63" y="97"/>
                </a:cubicBezTo>
                <a:cubicBezTo>
                  <a:pt x="66" y="96"/>
                  <a:pt x="68" y="107"/>
                  <a:pt x="76" y="107"/>
                </a:cubicBezTo>
                <a:close/>
                <a:moveTo>
                  <a:pt x="162" y="29"/>
                </a:moveTo>
                <a:cubicBezTo>
                  <a:pt x="182" y="29"/>
                  <a:pt x="182" y="29"/>
                  <a:pt x="182" y="29"/>
                </a:cubicBezTo>
                <a:cubicBezTo>
                  <a:pt x="182" y="56"/>
                  <a:pt x="182" y="56"/>
                  <a:pt x="182" y="56"/>
                </a:cubicBezTo>
                <a:cubicBezTo>
                  <a:pt x="162" y="56"/>
                  <a:pt x="162" y="56"/>
                  <a:pt x="162" y="56"/>
                </a:cubicBezTo>
                <a:cubicBezTo>
                  <a:pt x="162" y="29"/>
                  <a:pt x="162" y="29"/>
                  <a:pt x="162" y="29"/>
                </a:cubicBezTo>
                <a:close/>
                <a:moveTo>
                  <a:pt x="162" y="63"/>
                </a:moveTo>
                <a:cubicBezTo>
                  <a:pt x="182" y="63"/>
                  <a:pt x="182" y="63"/>
                  <a:pt x="182" y="63"/>
                </a:cubicBezTo>
                <a:cubicBezTo>
                  <a:pt x="182" y="90"/>
                  <a:pt x="182" y="90"/>
                  <a:pt x="182" y="90"/>
                </a:cubicBezTo>
                <a:cubicBezTo>
                  <a:pt x="162" y="90"/>
                  <a:pt x="162" y="90"/>
                  <a:pt x="162" y="90"/>
                </a:cubicBezTo>
                <a:cubicBezTo>
                  <a:pt x="162" y="63"/>
                  <a:pt x="162" y="63"/>
                  <a:pt x="162" y="63"/>
                </a:cubicBezTo>
                <a:close/>
                <a:moveTo>
                  <a:pt x="162" y="97"/>
                </a:moveTo>
                <a:cubicBezTo>
                  <a:pt x="182" y="97"/>
                  <a:pt x="182" y="97"/>
                  <a:pt x="182" y="97"/>
                </a:cubicBezTo>
                <a:cubicBezTo>
                  <a:pt x="182" y="124"/>
                  <a:pt x="182" y="124"/>
                  <a:pt x="182" y="124"/>
                </a:cubicBezTo>
                <a:cubicBezTo>
                  <a:pt x="162" y="124"/>
                  <a:pt x="162" y="124"/>
                  <a:pt x="162" y="124"/>
                </a:cubicBezTo>
                <a:cubicBezTo>
                  <a:pt x="162" y="97"/>
                  <a:pt x="162" y="97"/>
                  <a:pt x="162" y="97"/>
                </a:cubicBezTo>
                <a:close/>
              </a:path>
            </a:pathLst>
          </a:custGeom>
          <a:solidFill>
            <a:srgbClr val="313159"/>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15" name="文本框 14"/>
          <p:cNvSpPr txBox="1"/>
          <p:nvPr/>
        </p:nvSpPr>
        <p:spPr>
          <a:xfrm>
            <a:off x="4870439" y="4315143"/>
            <a:ext cx="2203331" cy="727507"/>
          </a:xfrm>
          <a:prstGeom prst="rect">
            <a:avLst/>
          </a:prstGeom>
          <a:noFill/>
        </p:spPr>
        <p:txBody>
          <a:bodyPr wrap="square" rtlCol="0">
            <a:spAutoFit/>
          </a:bodyPr>
          <a:lstStyle/>
          <a:p>
            <a:pPr algn="ctr">
              <a:lnSpc>
                <a:spcPct val="130000"/>
              </a:lnSpc>
            </a:pPr>
            <a:r>
              <a:rPr lang="zh-CN" altLang="en-US" sz="1100" dirty="0">
                <a:solidFill>
                  <a:schemeClr val="tx1">
                    <a:lumMod val="50000"/>
                    <a:lumOff val="50000"/>
                  </a:schemeClr>
                </a:solidFill>
                <a:sym typeface="Arial" panose="020B0604020202020204" pitchFamily="34" charset="0"/>
              </a:rPr>
              <a:t>您的内容打在这里，或者通过复制您的文本后，在此框中选择粘贴，并选择只保留文字</a:t>
            </a:r>
            <a:endParaRPr lang="en-US" altLang="zh-CN" sz="1100" dirty="0">
              <a:solidFill>
                <a:schemeClr val="tx1">
                  <a:lumMod val="50000"/>
                  <a:lumOff val="50000"/>
                </a:schemeClr>
              </a:solidFill>
              <a:sym typeface="Arial" panose="020B0604020202020204" pitchFamily="34" charset="0"/>
            </a:endParaRPr>
          </a:p>
        </p:txBody>
      </p:sp>
      <p:sp>
        <p:nvSpPr>
          <p:cNvPr id="16" name="圆角矩形 15"/>
          <p:cNvSpPr/>
          <p:nvPr/>
        </p:nvSpPr>
        <p:spPr>
          <a:xfrm>
            <a:off x="5113976" y="3812556"/>
            <a:ext cx="1642192" cy="413370"/>
          </a:xfrm>
          <a:prstGeom prst="round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17" name="文本框 16"/>
          <p:cNvSpPr txBox="1"/>
          <p:nvPr/>
        </p:nvSpPr>
        <p:spPr>
          <a:xfrm>
            <a:off x="5258226" y="3851637"/>
            <a:ext cx="1306356" cy="307777"/>
          </a:xfrm>
          <a:prstGeom prst="rect">
            <a:avLst/>
          </a:prstGeom>
          <a:noFill/>
        </p:spPr>
        <p:txBody>
          <a:bodyPr wrap="square" rtlCol="0">
            <a:spAutoFit/>
          </a:bodyPr>
          <a:lstStyle/>
          <a:p>
            <a:pPr algn="dist"/>
            <a:r>
              <a:rPr kumimoji="1" lang="zh-CN" altLang="en-US" sz="1400" dirty="0">
                <a:solidFill>
                  <a:schemeClr val="bg1"/>
                </a:solidFill>
                <a:latin typeface="+mn-ea"/>
              </a:rPr>
              <a:t>输入标题文字</a:t>
            </a:r>
            <a:endParaRPr kumimoji="1" lang="zh-CN" altLang="en-US" sz="1400" dirty="0">
              <a:solidFill>
                <a:schemeClr val="bg1"/>
              </a:solidFill>
              <a:latin typeface="+mn-ea"/>
            </a:endParaRPr>
          </a:p>
        </p:txBody>
      </p:sp>
      <p:sp>
        <p:nvSpPr>
          <p:cNvPr id="18" name="文本框 17"/>
          <p:cNvSpPr txBox="1"/>
          <p:nvPr/>
        </p:nvSpPr>
        <p:spPr>
          <a:xfrm>
            <a:off x="7211849" y="4315143"/>
            <a:ext cx="2203331" cy="727507"/>
          </a:xfrm>
          <a:prstGeom prst="rect">
            <a:avLst/>
          </a:prstGeom>
          <a:noFill/>
        </p:spPr>
        <p:txBody>
          <a:bodyPr wrap="square" rtlCol="0">
            <a:spAutoFit/>
          </a:bodyPr>
          <a:lstStyle/>
          <a:p>
            <a:pPr algn="ctr">
              <a:lnSpc>
                <a:spcPct val="130000"/>
              </a:lnSpc>
            </a:pPr>
            <a:r>
              <a:rPr lang="zh-CN" altLang="en-US" sz="1100" dirty="0">
                <a:solidFill>
                  <a:schemeClr val="tx1">
                    <a:lumMod val="50000"/>
                    <a:lumOff val="50000"/>
                  </a:schemeClr>
                </a:solidFill>
                <a:sym typeface="Arial" panose="020B0604020202020204" pitchFamily="34" charset="0"/>
              </a:rPr>
              <a:t>您的内容打在这里，或者通过复制您的文本后，在此框中选择粘贴，并选择只保留文字</a:t>
            </a:r>
            <a:endParaRPr lang="en-US" altLang="zh-CN" sz="1100" dirty="0">
              <a:solidFill>
                <a:schemeClr val="tx1">
                  <a:lumMod val="50000"/>
                  <a:lumOff val="50000"/>
                </a:schemeClr>
              </a:solidFill>
              <a:sym typeface="Arial" panose="020B0604020202020204" pitchFamily="34" charset="0"/>
            </a:endParaRPr>
          </a:p>
        </p:txBody>
      </p:sp>
      <p:sp>
        <p:nvSpPr>
          <p:cNvPr id="19" name="圆角矩形 18"/>
          <p:cNvSpPr/>
          <p:nvPr/>
        </p:nvSpPr>
        <p:spPr>
          <a:xfrm>
            <a:off x="7455386" y="3812556"/>
            <a:ext cx="1642192" cy="413370"/>
          </a:xfrm>
          <a:prstGeom prst="round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20" name="文本框 19"/>
          <p:cNvSpPr txBox="1"/>
          <p:nvPr/>
        </p:nvSpPr>
        <p:spPr>
          <a:xfrm>
            <a:off x="7599636" y="3851637"/>
            <a:ext cx="1306356" cy="307777"/>
          </a:xfrm>
          <a:prstGeom prst="rect">
            <a:avLst/>
          </a:prstGeom>
          <a:noFill/>
        </p:spPr>
        <p:txBody>
          <a:bodyPr wrap="square" rtlCol="0">
            <a:spAutoFit/>
          </a:bodyPr>
          <a:lstStyle/>
          <a:p>
            <a:pPr algn="dist"/>
            <a:r>
              <a:rPr kumimoji="1" lang="zh-CN" altLang="en-US" sz="1400" dirty="0">
                <a:solidFill>
                  <a:schemeClr val="bg1"/>
                </a:solidFill>
                <a:latin typeface="+mn-ea"/>
              </a:rPr>
              <a:t>输入标题文字</a:t>
            </a:r>
            <a:endParaRPr kumimoji="1" lang="zh-CN" altLang="en-US" sz="1400" dirty="0">
              <a:solidFill>
                <a:schemeClr val="bg1"/>
              </a:solidFill>
              <a:latin typeface="+mn-ea"/>
            </a:endParaRPr>
          </a:p>
        </p:txBody>
      </p:sp>
      <p:sp>
        <p:nvSpPr>
          <p:cNvPr id="21" name="文本框 20"/>
          <p:cNvSpPr txBox="1"/>
          <p:nvPr/>
        </p:nvSpPr>
        <p:spPr>
          <a:xfrm>
            <a:off x="9473027" y="4315143"/>
            <a:ext cx="2203331" cy="727507"/>
          </a:xfrm>
          <a:prstGeom prst="rect">
            <a:avLst/>
          </a:prstGeom>
          <a:noFill/>
        </p:spPr>
        <p:txBody>
          <a:bodyPr wrap="square" rtlCol="0">
            <a:spAutoFit/>
          </a:bodyPr>
          <a:lstStyle/>
          <a:p>
            <a:pPr algn="ctr">
              <a:lnSpc>
                <a:spcPct val="130000"/>
              </a:lnSpc>
            </a:pPr>
            <a:r>
              <a:rPr lang="zh-CN" altLang="en-US" sz="1100" dirty="0">
                <a:solidFill>
                  <a:schemeClr val="tx1">
                    <a:lumMod val="50000"/>
                    <a:lumOff val="50000"/>
                  </a:schemeClr>
                </a:solidFill>
                <a:sym typeface="Arial" panose="020B0604020202020204" pitchFamily="34" charset="0"/>
              </a:rPr>
              <a:t>您的内容打在这里，或者通过复制您的文本后，在此框中选择粘贴，并选择只保留文字</a:t>
            </a:r>
            <a:endParaRPr lang="en-US" altLang="zh-CN" sz="1100" dirty="0">
              <a:solidFill>
                <a:schemeClr val="tx1">
                  <a:lumMod val="50000"/>
                  <a:lumOff val="50000"/>
                </a:schemeClr>
              </a:solidFill>
              <a:sym typeface="Arial" panose="020B0604020202020204" pitchFamily="34" charset="0"/>
            </a:endParaRPr>
          </a:p>
        </p:txBody>
      </p:sp>
      <p:sp>
        <p:nvSpPr>
          <p:cNvPr id="22" name="圆角矩形 21"/>
          <p:cNvSpPr/>
          <p:nvPr/>
        </p:nvSpPr>
        <p:spPr>
          <a:xfrm>
            <a:off x="9716564" y="3812556"/>
            <a:ext cx="1642192" cy="413370"/>
          </a:xfrm>
          <a:prstGeom prst="round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23" name="文本框 22"/>
          <p:cNvSpPr txBox="1"/>
          <p:nvPr/>
        </p:nvSpPr>
        <p:spPr>
          <a:xfrm>
            <a:off x="9860814" y="3851637"/>
            <a:ext cx="1306356" cy="307777"/>
          </a:xfrm>
          <a:prstGeom prst="rect">
            <a:avLst/>
          </a:prstGeom>
          <a:noFill/>
        </p:spPr>
        <p:txBody>
          <a:bodyPr wrap="square" rtlCol="0">
            <a:spAutoFit/>
          </a:bodyPr>
          <a:lstStyle/>
          <a:p>
            <a:pPr algn="dist"/>
            <a:r>
              <a:rPr kumimoji="1" lang="zh-CN" altLang="en-US" sz="1400" dirty="0">
                <a:solidFill>
                  <a:schemeClr val="bg1"/>
                </a:solidFill>
                <a:latin typeface="+mn-ea"/>
              </a:rPr>
              <a:t>输入标题文字</a:t>
            </a:r>
            <a:endParaRPr kumimoji="1" lang="zh-CN" altLang="en-US" sz="1400" dirty="0">
              <a:solidFill>
                <a:schemeClr val="bg1"/>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dissolve">
                                      <p:cBhvr>
                                        <p:cTn id="30" dur="500"/>
                                        <p:tgtEl>
                                          <p:spTgt spid="11"/>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dissolve">
                                      <p:cBhvr>
                                        <p:cTn id="33" dur="500"/>
                                        <p:tgtEl>
                                          <p:spTgt spid="15"/>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dissolve">
                                      <p:cBhvr>
                                        <p:cTn id="36" dur="500"/>
                                        <p:tgtEl>
                                          <p:spTgt spid="16"/>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dissolve">
                                      <p:cBhvr>
                                        <p:cTn id="39" dur="500"/>
                                        <p:tgtEl>
                                          <p:spTgt spid="17"/>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dissolve">
                                      <p:cBhvr>
                                        <p:cTn id="42" dur="500"/>
                                        <p:tgtEl>
                                          <p:spTgt spid="18"/>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dissolve">
                                      <p:cBhvr>
                                        <p:cTn id="45" dur="500"/>
                                        <p:tgtEl>
                                          <p:spTgt spid="19"/>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dissolve">
                                      <p:cBhvr>
                                        <p:cTn id="48" dur="500"/>
                                        <p:tgtEl>
                                          <p:spTgt spid="20"/>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dissolve">
                                      <p:cBhvr>
                                        <p:cTn id="51" dur="500"/>
                                        <p:tgtEl>
                                          <p:spTgt spid="21"/>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dissolve">
                                      <p:cBhvr>
                                        <p:cTn id="54" dur="500"/>
                                        <p:tgtEl>
                                          <p:spTgt spid="22"/>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dissolve">
                                      <p:cBhvr>
                                        <p:cTn id="5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p:bldP spid="11" grpId="0"/>
      <p:bldP spid="15" grpId="0"/>
      <p:bldP spid="16" grpId="0" animBg="1"/>
      <p:bldP spid="17" grpId="0"/>
      <p:bldP spid="18" grpId="0"/>
      <p:bldP spid="19" grpId="0" animBg="1"/>
      <p:bldP spid="20" grpId="0"/>
      <p:bldP spid="21" grpId="0"/>
      <p:bldP spid="22" grpId="0" animBg="1"/>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74011" y="239999"/>
            <a:ext cx="2550426" cy="523220"/>
          </a:xfrm>
          <a:prstGeom prst="rect">
            <a:avLst/>
          </a:prstGeom>
          <a:noFill/>
        </p:spPr>
        <p:txBody>
          <a:bodyPr wrap="square" rtlCol="0">
            <a:spAutoFit/>
          </a:bodyPr>
          <a:lstStyle/>
          <a:p>
            <a:pPr algn="dist"/>
            <a:r>
              <a:rPr kumimoji="1" lang="zh-CN" altLang="en-US" sz="2800" dirty="0">
                <a:solidFill>
                  <a:srgbClr val="313159"/>
                </a:solidFill>
                <a:latin typeface="+mj-ea"/>
                <a:ea typeface="+mj-ea"/>
              </a:rPr>
              <a:t>工作内容说明</a:t>
            </a:r>
            <a:endParaRPr kumimoji="1" lang="zh-CN" altLang="en-US" sz="2800" dirty="0">
              <a:solidFill>
                <a:srgbClr val="313159"/>
              </a:solidFill>
              <a:latin typeface="+mj-ea"/>
              <a:ea typeface="+mj-ea"/>
            </a:endParaRPr>
          </a:p>
        </p:txBody>
      </p:sp>
      <p:sp>
        <p:nvSpPr>
          <p:cNvPr id="3" name="文本框 2"/>
          <p:cNvSpPr txBox="1"/>
          <p:nvPr/>
        </p:nvSpPr>
        <p:spPr>
          <a:xfrm>
            <a:off x="1192975" y="712419"/>
            <a:ext cx="2531462" cy="215444"/>
          </a:xfrm>
          <a:prstGeom prst="rect">
            <a:avLst/>
          </a:prstGeom>
          <a:noFill/>
        </p:spPr>
        <p:txBody>
          <a:bodyPr wrap="none" rtlCol="0">
            <a:spAutoFit/>
          </a:bodyPr>
          <a:lstStyle/>
          <a:p>
            <a:r>
              <a:rPr lang="en-GB" altLang="zh-CN" sz="800" dirty="0">
                <a:solidFill>
                  <a:schemeClr val="tx1">
                    <a:lumMod val="50000"/>
                    <a:lumOff val="50000"/>
                  </a:schemeClr>
                </a:solidFill>
                <a:latin typeface="+mn-ea"/>
              </a:rPr>
              <a:t>FILL IN THE TEXT OF THE DOCUMENT TITLE HERE</a:t>
            </a:r>
            <a:endParaRPr lang="en-GB" altLang="zh-CN" sz="800" dirty="0">
              <a:solidFill>
                <a:schemeClr val="tx1">
                  <a:lumMod val="50000"/>
                  <a:lumOff val="50000"/>
                </a:schemeClr>
              </a:solidFill>
              <a:latin typeface="+mn-ea"/>
            </a:endParaRPr>
          </a:p>
        </p:txBody>
      </p:sp>
      <p:sp>
        <p:nvSpPr>
          <p:cNvPr id="4" name="圆角矩形 3"/>
          <p:cNvSpPr/>
          <p:nvPr/>
        </p:nvSpPr>
        <p:spPr>
          <a:xfrm>
            <a:off x="1202404" y="2271484"/>
            <a:ext cx="742686" cy="683305"/>
          </a:xfrm>
          <a:prstGeom prst="roundRect">
            <a:avLst>
              <a:gd name="adj" fmla="val 8658"/>
            </a:avLst>
          </a:prstGeom>
          <a:solidFill>
            <a:srgbClr val="31315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5" name="文本框 4"/>
          <p:cNvSpPr txBox="1"/>
          <p:nvPr/>
        </p:nvSpPr>
        <p:spPr>
          <a:xfrm>
            <a:off x="6517967" y="2051188"/>
            <a:ext cx="2358338" cy="769441"/>
          </a:xfrm>
          <a:prstGeom prst="rect">
            <a:avLst/>
          </a:prstGeom>
          <a:noFill/>
        </p:spPr>
        <p:txBody>
          <a:bodyPr wrap="none" rtlCol="0">
            <a:spAutoFit/>
          </a:bodyPr>
          <a:lstStyle/>
          <a:p>
            <a:r>
              <a:rPr kumimoji="1" lang="en-US" altLang="zh-CN" sz="4400" dirty="0">
                <a:solidFill>
                  <a:schemeClr val="tx1">
                    <a:lumMod val="75000"/>
                    <a:lumOff val="25000"/>
                  </a:schemeClr>
                </a:solidFill>
                <a:latin typeface="+mj-ea"/>
                <a:ea typeface="+mj-ea"/>
              </a:rPr>
              <a:t>12,6900</a:t>
            </a:r>
            <a:endParaRPr kumimoji="1" lang="zh-CN" altLang="en-US" sz="4400" dirty="0">
              <a:solidFill>
                <a:schemeClr val="tx1">
                  <a:lumMod val="75000"/>
                  <a:lumOff val="25000"/>
                </a:schemeClr>
              </a:solidFill>
              <a:latin typeface="+mj-ea"/>
              <a:ea typeface="+mj-ea"/>
            </a:endParaRPr>
          </a:p>
        </p:txBody>
      </p:sp>
      <p:sp>
        <p:nvSpPr>
          <p:cNvPr id="6" name="矩形 5"/>
          <p:cNvSpPr/>
          <p:nvPr/>
        </p:nvSpPr>
        <p:spPr>
          <a:xfrm>
            <a:off x="9011333" y="2631193"/>
            <a:ext cx="2115851" cy="4571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p:cNvSpPr txBox="1"/>
          <p:nvPr/>
        </p:nvSpPr>
        <p:spPr>
          <a:xfrm>
            <a:off x="6337300" y="3251200"/>
            <a:ext cx="4908238" cy="2038187"/>
          </a:xfrm>
          <a:prstGeom prst="rect">
            <a:avLst/>
          </a:prstGeom>
          <a:noFill/>
        </p:spPr>
        <p:txBody>
          <a:bodyPr wrap="square" rtlCol="0">
            <a:spAutoFit/>
          </a:bodyPr>
          <a:lstStyle/>
          <a:p>
            <a:pPr marL="228600" indent="-228600">
              <a:lnSpc>
                <a:spcPct val="130000"/>
              </a:lnSpc>
              <a:buFont typeface="+mj-lt"/>
              <a:buAutoNum type="arabicPeriod"/>
            </a:pPr>
            <a:r>
              <a:rPr kumimoji="1" lang="zh-CN" altLang="en-US" sz="1100" dirty="0">
                <a:solidFill>
                  <a:schemeClr val="tx1">
                    <a:lumMod val="50000"/>
                    <a:lumOff val="50000"/>
                  </a:schemeClr>
                </a:solidFill>
                <a:latin typeface="+mn-ea"/>
                <a:cs typeface="+mn-ea"/>
                <a:sym typeface="+mn-lt"/>
              </a:rPr>
              <a:t>您的内容打在这里，或者通过复制您的文本后，在此框中选择粘贴，并选择只保留文字。</a:t>
            </a:r>
            <a:endParaRPr kumimoji="1" lang="en-US" altLang="zh-CN" sz="1100" dirty="0">
              <a:solidFill>
                <a:schemeClr val="tx1">
                  <a:lumMod val="50000"/>
                  <a:lumOff val="50000"/>
                </a:schemeClr>
              </a:solidFill>
              <a:latin typeface="+mn-ea"/>
              <a:cs typeface="+mn-ea"/>
              <a:sym typeface="+mn-lt"/>
            </a:endParaRPr>
          </a:p>
          <a:p>
            <a:pPr marL="228600" indent="-228600">
              <a:lnSpc>
                <a:spcPct val="130000"/>
              </a:lnSpc>
              <a:buFont typeface="+mj-lt"/>
              <a:buAutoNum type="arabicPeriod"/>
            </a:pPr>
            <a:endParaRPr kumimoji="1" lang="en-US" altLang="zh-CN" sz="1100" dirty="0">
              <a:solidFill>
                <a:schemeClr val="tx1">
                  <a:lumMod val="50000"/>
                  <a:lumOff val="50000"/>
                </a:schemeClr>
              </a:solidFill>
              <a:latin typeface="+mn-ea"/>
              <a:cs typeface="+mn-ea"/>
              <a:sym typeface="+mn-lt"/>
            </a:endParaRPr>
          </a:p>
          <a:p>
            <a:pPr marL="228600" indent="-228600">
              <a:lnSpc>
                <a:spcPct val="130000"/>
              </a:lnSpc>
              <a:buFont typeface="+mj-lt"/>
              <a:buAutoNum type="arabicPeriod"/>
            </a:pPr>
            <a:r>
              <a:rPr kumimoji="1" lang="zh-CN" altLang="en-US" sz="1100" dirty="0">
                <a:solidFill>
                  <a:schemeClr val="tx1">
                    <a:lumMod val="50000"/>
                    <a:lumOff val="50000"/>
                  </a:schemeClr>
                </a:solidFill>
                <a:latin typeface="+mn-ea"/>
                <a:cs typeface="+mn-ea"/>
                <a:sym typeface="+mn-lt"/>
              </a:rPr>
              <a:t>在此录入上述图表的综合描述说明，或者通过复制您的文本后，在此框中选择粘贴，并选择只保留文字。您的内容打在这里，或者通过复制您的文本后。</a:t>
            </a:r>
            <a:endParaRPr kumimoji="1" lang="en-US" altLang="zh-CN" sz="1100" dirty="0">
              <a:solidFill>
                <a:schemeClr val="tx1">
                  <a:lumMod val="50000"/>
                  <a:lumOff val="50000"/>
                </a:schemeClr>
              </a:solidFill>
              <a:latin typeface="+mn-ea"/>
              <a:cs typeface="+mn-ea"/>
              <a:sym typeface="+mn-lt"/>
            </a:endParaRPr>
          </a:p>
          <a:p>
            <a:pPr marL="228600" indent="-228600">
              <a:lnSpc>
                <a:spcPct val="130000"/>
              </a:lnSpc>
              <a:buFont typeface="+mj-lt"/>
              <a:buAutoNum type="arabicPeriod"/>
            </a:pPr>
            <a:endParaRPr kumimoji="1" lang="en-US" altLang="zh-CN" sz="1100" dirty="0">
              <a:solidFill>
                <a:schemeClr val="tx1">
                  <a:lumMod val="50000"/>
                  <a:lumOff val="50000"/>
                </a:schemeClr>
              </a:solidFill>
              <a:latin typeface="+mn-ea"/>
              <a:cs typeface="+mn-ea"/>
              <a:sym typeface="+mn-lt"/>
            </a:endParaRPr>
          </a:p>
          <a:p>
            <a:pPr marL="228600" indent="-228600">
              <a:lnSpc>
                <a:spcPct val="130000"/>
              </a:lnSpc>
              <a:buFont typeface="+mj-lt"/>
              <a:buAutoNum type="arabicPeriod"/>
            </a:pPr>
            <a:r>
              <a:rPr kumimoji="1" lang="zh-CN" altLang="en-US" sz="1100" dirty="0">
                <a:solidFill>
                  <a:schemeClr val="tx1">
                    <a:lumMod val="50000"/>
                    <a:lumOff val="50000"/>
                  </a:schemeClr>
                </a:solidFill>
                <a:latin typeface="+mn-ea"/>
                <a:cs typeface="+mn-ea"/>
                <a:sym typeface="+mn-lt"/>
              </a:rPr>
              <a:t>您的内容打在这里，或者通过复制您的文本后，在此框中选择粘贴，并选择只保留文字。</a:t>
            </a:r>
            <a:endParaRPr kumimoji="1" lang="en-US" altLang="zh-CN" sz="1100" dirty="0">
              <a:solidFill>
                <a:schemeClr val="tx1">
                  <a:lumMod val="50000"/>
                  <a:lumOff val="50000"/>
                </a:schemeClr>
              </a:solidFill>
              <a:latin typeface="+mn-ea"/>
              <a:cs typeface="+mn-ea"/>
              <a:sym typeface="+mn-lt"/>
            </a:endParaRPr>
          </a:p>
        </p:txBody>
      </p:sp>
      <p:sp>
        <p:nvSpPr>
          <p:cNvPr id="8" name="文本框 7"/>
          <p:cNvSpPr txBox="1"/>
          <p:nvPr/>
        </p:nvSpPr>
        <p:spPr>
          <a:xfrm>
            <a:off x="3696789" y="2734841"/>
            <a:ext cx="1348280" cy="230832"/>
          </a:xfrm>
          <a:prstGeom prst="rect">
            <a:avLst/>
          </a:prstGeom>
          <a:noFill/>
        </p:spPr>
        <p:txBody>
          <a:bodyPr wrap="square" rtlCol="0">
            <a:spAutoFit/>
          </a:bodyPr>
          <a:lstStyle/>
          <a:p>
            <a:pPr algn="dist"/>
            <a:r>
              <a:rPr kumimoji="1" lang="en-US" altLang="zh-CN" sz="900" dirty="0">
                <a:solidFill>
                  <a:schemeClr val="bg1">
                    <a:lumMod val="75000"/>
                  </a:schemeClr>
                </a:solidFill>
                <a:latin typeface="+mn-ea"/>
              </a:rPr>
              <a:t>PPT</a:t>
            </a:r>
            <a:r>
              <a:rPr kumimoji="1" lang="zh-CN" altLang="en-US" sz="900" dirty="0">
                <a:solidFill>
                  <a:schemeClr val="bg1">
                    <a:lumMod val="75000"/>
                  </a:schemeClr>
                </a:solidFill>
                <a:latin typeface="+mn-ea"/>
              </a:rPr>
              <a:t> </a:t>
            </a:r>
            <a:r>
              <a:rPr kumimoji="1" lang="en-US" altLang="zh-CN" sz="900" dirty="0">
                <a:solidFill>
                  <a:schemeClr val="bg1">
                    <a:lumMod val="75000"/>
                  </a:schemeClr>
                </a:solidFill>
                <a:latin typeface="+mn-ea"/>
              </a:rPr>
              <a:t>TEMPLATE</a:t>
            </a:r>
            <a:endParaRPr kumimoji="1" lang="zh-CN" altLang="en-US" sz="900" dirty="0">
              <a:solidFill>
                <a:schemeClr val="bg1">
                  <a:lumMod val="75000"/>
                </a:schemeClr>
              </a:solidFill>
              <a:latin typeface="+mn-ea"/>
            </a:endParaRPr>
          </a:p>
        </p:txBody>
      </p:sp>
      <p:sp>
        <p:nvSpPr>
          <p:cNvPr id="9" name="文本框 8"/>
          <p:cNvSpPr txBox="1"/>
          <p:nvPr/>
        </p:nvSpPr>
        <p:spPr>
          <a:xfrm>
            <a:off x="1977476" y="2184433"/>
            <a:ext cx="3329758" cy="461665"/>
          </a:xfrm>
          <a:prstGeom prst="rect">
            <a:avLst/>
          </a:prstGeom>
          <a:noFill/>
        </p:spPr>
        <p:txBody>
          <a:bodyPr wrap="none" rtlCol="0">
            <a:spAutoFit/>
          </a:bodyPr>
          <a:lstStyle/>
          <a:p>
            <a:r>
              <a:rPr kumimoji="1" lang="en-US" altLang="zh-CN" sz="2400" dirty="0">
                <a:solidFill>
                  <a:schemeClr val="tx1">
                    <a:lumMod val="75000"/>
                    <a:lumOff val="25000"/>
                  </a:schemeClr>
                </a:solidFill>
                <a:latin typeface="+mj-ea"/>
                <a:ea typeface="+mj-ea"/>
              </a:rPr>
              <a:t>BUSINESS</a:t>
            </a:r>
            <a:r>
              <a:rPr kumimoji="1" lang="zh-CN" altLang="en-US" sz="2400" dirty="0">
                <a:solidFill>
                  <a:schemeClr val="tx1">
                    <a:lumMod val="75000"/>
                    <a:lumOff val="25000"/>
                  </a:schemeClr>
                </a:solidFill>
                <a:latin typeface="+mj-ea"/>
                <a:ea typeface="+mj-ea"/>
              </a:rPr>
              <a:t> </a:t>
            </a:r>
            <a:r>
              <a:rPr kumimoji="1" lang="en-US" altLang="zh-CN" sz="2400" dirty="0">
                <a:solidFill>
                  <a:schemeClr val="tx1">
                    <a:lumMod val="75000"/>
                    <a:lumOff val="25000"/>
                  </a:schemeClr>
                </a:solidFill>
                <a:latin typeface="+mj-ea"/>
                <a:ea typeface="+mj-ea"/>
              </a:rPr>
              <a:t>SUMMARY</a:t>
            </a:r>
            <a:endParaRPr kumimoji="1" lang="zh-CN" altLang="en-US" sz="2400" dirty="0">
              <a:solidFill>
                <a:schemeClr val="tx1">
                  <a:lumMod val="75000"/>
                  <a:lumOff val="25000"/>
                </a:schemeClr>
              </a:solidFill>
              <a:latin typeface="+mj-ea"/>
              <a:ea typeface="+mj-ea"/>
            </a:endParaRPr>
          </a:p>
        </p:txBody>
      </p:sp>
      <p:sp>
        <p:nvSpPr>
          <p:cNvPr id="10" name="文本框 9"/>
          <p:cNvSpPr txBox="1"/>
          <p:nvPr/>
        </p:nvSpPr>
        <p:spPr>
          <a:xfrm>
            <a:off x="1999904" y="2659713"/>
            <a:ext cx="1620685" cy="307777"/>
          </a:xfrm>
          <a:prstGeom prst="rect">
            <a:avLst/>
          </a:prstGeom>
          <a:noFill/>
        </p:spPr>
        <p:txBody>
          <a:bodyPr wrap="square" rtlCol="0">
            <a:spAutoFit/>
          </a:bodyPr>
          <a:lstStyle/>
          <a:p>
            <a:pPr algn="dist"/>
            <a:r>
              <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endPar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endParaRPr>
          </a:p>
        </p:txBody>
      </p:sp>
      <p:sp>
        <p:nvSpPr>
          <p:cNvPr id="11" name="矩形 10"/>
          <p:cNvSpPr/>
          <p:nvPr/>
        </p:nvSpPr>
        <p:spPr>
          <a:xfrm>
            <a:off x="1356016" y="3240779"/>
            <a:ext cx="3945822" cy="2285114"/>
          </a:xfrm>
          <a:prstGeom prst="rect">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2" name="组合 11"/>
          <p:cNvGrpSpPr/>
          <p:nvPr/>
        </p:nvGrpSpPr>
        <p:grpSpPr>
          <a:xfrm>
            <a:off x="1385626" y="2444761"/>
            <a:ext cx="373063" cy="373063"/>
            <a:chOff x="4454655" y="8833902"/>
            <a:chExt cx="373063" cy="373063"/>
          </a:xfrm>
          <a:solidFill>
            <a:schemeClr val="bg1"/>
          </a:solidFill>
        </p:grpSpPr>
        <p:sp>
          <p:nvSpPr>
            <p:cNvPr id="13" name="Freeform 17"/>
            <p:cNvSpPr/>
            <p:nvPr/>
          </p:nvSpPr>
          <p:spPr bwMode="auto">
            <a:xfrm>
              <a:off x="4534030" y="8833902"/>
              <a:ext cx="293688" cy="296863"/>
            </a:xfrm>
            <a:custGeom>
              <a:avLst/>
              <a:gdLst>
                <a:gd name="T0" fmla="*/ 23 w 165"/>
                <a:gd name="T1" fmla="*/ 0 h 166"/>
                <a:gd name="T2" fmla="*/ 142 w 165"/>
                <a:gd name="T3" fmla="*/ 0 h 166"/>
                <a:gd name="T4" fmla="*/ 165 w 165"/>
                <a:gd name="T5" fmla="*/ 23 h 166"/>
                <a:gd name="T6" fmla="*/ 165 w 165"/>
                <a:gd name="T7" fmla="*/ 111 h 166"/>
                <a:gd name="T8" fmla="*/ 158 w 165"/>
                <a:gd name="T9" fmla="*/ 127 h 166"/>
                <a:gd name="T10" fmla="*/ 142 w 165"/>
                <a:gd name="T11" fmla="*/ 134 h 166"/>
                <a:gd name="T12" fmla="*/ 117 w 165"/>
                <a:gd name="T13" fmla="*/ 134 h 166"/>
                <a:gd name="T14" fmla="*/ 94 w 165"/>
                <a:gd name="T15" fmla="*/ 163 h 166"/>
                <a:gd name="T16" fmla="*/ 94 w 165"/>
                <a:gd name="T17" fmla="*/ 163 h 166"/>
                <a:gd name="T18" fmla="*/ 87 w 165"/>
                <a:gd name="T19" fmla="*/ 164 h 166"/>
                <a:gd name="T20" fmla="*/ 85 w 165"/>
                <a:gd name="T21" fmla="*/ 160 h 166"/>
                <a:gd name="T22" fmla="*/ 85 w 165"/>
                <a:gd name="T23" fmla="*/ 160 h 166"/>
                <a:gd name="T24" fmla="*/ 85 w 165"/>
                <a:gd name="T25" fmla="*/ 134 h 166"/>
                <a:gd name="T26" fmla="*/ 47 w 165"/>
                <a:gd name="T27" fmla="*/ 134 h 166"/>
                <a:gd name="T28" fmla="*/ 58 w 165"/>
                <a:gd name="T29" fmla="*/ 123 h 166"/>
                <a:gd name="T30" fmla="*/ 90 w 165"/>
                <a:gd name="T31" fmla="*/ 123 h 166"/>
                <a:gd name="T32" fmla="*/ 95 w 165"/>
                <a:gd name="T33" fmla="*/ 129 h 166"/>
                <a:gd name="T34" fmla="*/ 95 w 165"/>
                <a:gd name="T35" fmla="*/ 145 h 166"/>
                <a:gd name="T36" fmla="*/ 110 w 165"/>
                <a:gd name="T37" fmla="*/ 126 h 166"/>
                <a:gd name="T38" fmla="*/ 115 w 165"/>
                <a:gd name="T39" fmla="*/ 123 h 166"/>
                <a:gd name="T40" fmla="*/ 142 w 165"/>
                <a:gd name="T41" fmla="*/ 123 h 166"/>
                <a:gd name="T42" fmla="*/ 151 w 165"/>
                <a:gd name="T43" fmla="*/ 120 h 166"/>
                <a:gd name="T44" fmla="*/ 155 w 165"/>
                <a:gd name="T45" fmla="*/ 111 h 166"/>
                <a:gd name="T46" fmla="*/ 155 w 165"/>
                <a:gd name="T47" fmla="*/ 23 h 166"/>
                <a:gd name="T48" fmla="*/ 142 w 165"/>
                <a:gd name="T49" fmla="*/ 10 h 166"/>
                <a:gd name="T50" fmla="*/ 23 w 165"/>
                <a:gd name="T51" fmla="*/ 10 h 166"/>
                <a:gd name="T52" fmla="*/ 10 w 165"/>
                <a:gd name="T53" fmla="*/ 23 h 166"/>
                <a:gd name="T54" fmla="*/ 10 w 165"/>
                <a:gd name="T55" fmla="*/ 61 h 166"/>
                <a:gd name="T56" fmla="*/ 10 w 165"/>
                <a:gd name="T57" fmla="*/ 61 h 166"/>
                <a:gd name="T58" fmla="*/ 0 w 165"/>
                <a:gd name="T59" fmla="*/ 63 h 166"/>
                <a:gd name="T60" fmla="*/ 0 w 165"/>
                <a:gd name="T61" fmla="*/ 23 h 166"/>
                <a:gd name="T62" fmla="*/ 23 w 165"/>
                <a:gd name="T63"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5" h="166">
                  <a:moveTo>
                    <a:pt x="23" y="0"/>
                  </a:moveTo>
                  <a:cubicBezTo>
                    <a:pt x="142" y="0"/>
                    <a:pt x="142" y="0"/>
                    <a:pt x="142" y="0"/>
                  </a:cubicBezTo>
                  <a:cubicBezTo>
                    <a:pt x="155" y="0"/>
                    <a:pt x="165" y="10"/>
                    <a:pt x="165" y="23"/>
                  </a:cubicBezTo>
                  <a:cubicBezTo>
                    <a:pt x="165" y="111"/>
                    <a:pt x="165" y="111"/>
                    <a:pt x="165" y="111"/>
                  </a:cubicBezTo>
                  <a:cubicBezTo>
                    <a:pt x="165" y="117"/>
                    <a:pt x="163" y="123"/>
                    <a:pt x="158" y="127"/>
                  </a:cubicBezTo>
                  <a:cubicBezTo>
                    <a:pt x="154" y="131"/>
                    <a:pt x="148" y="134"/>
                    <a:pt x="142" y="134"/>
                  </a:cubicBezTo>
                  <a:cubicBezTo>
                    <a:pt x="117" y="134"/>
                    <a:pt x="117" y="134"/>
                    <a:pt x="117" y="134"/>
                  </a:cubicBezTo>
                  <a:cubicBezTo>
                    <a:pt x="94" y="163"/>
                    <a:pt x="94" y="163"/>
                    <a:pt x="94" y="163"/>
                  </a:cubicBezTo>
                  <a:cubicBezTo>
                    <a:pt x="94" y="163"/>
                    <a:pt x="94" y="163"/>
                    <a:pt x="94" y="163"/>
                  </a:cubicBezTo>
                  <a:cubicBezTo>
                    <a:pt x="92" y="166"/>
                    <a:pt x="89" y="166"/>
                    <a:pt x="87" y="164"/>
                  </a:cubicBezTo>
                  <a:cubicBezTo>
                    <a:pt x="85" y="163"/>
                    <a:pt x="85" y="162"/>
                    <a:pt x="85" y="160"/>
                  </a:cubicBezTo>
                  <a:cubicBezTo>
                    <a:pt x="85" y="160"/>
                    <a:pt x="85" y="160"/>
                    <a:pt x="85" y="160"/>
                  </a:cubicBezTo>
                  <a:cubicBezTo>
                    <a:pt x="85" y="134"/>
                    <a:pt x="85" y="134"/>
                    <a:pt x="85" y="134"/>
                  </a:cubicBezTo>
                  <a:cubicBezTo>
                    <a:pt x="47" y="134"/>
                    <a:pt x="47" y="134"/>
                    <a:pt x="47" y="134"/>
                  </a:cubicBezTo>
                  <a:cubicBezTo>
                    <a:pt x="50" y="131"/>
                    <a:pt x="56" y="127"/>
                    <a:pt x="58" y="123"/>
                  </a:cubicBezTo>
                  <a:cubicBezTo>
                    <a:pt x="90" y="123"/>
                    <a:pt x="90" y="123"/>
                    <a:pt x="90" y="123"/>
                  </a:cubicBezTo>
                  <a:cubicBezTo>
                    <a:pt x="93" y="123"/>
                    <a:pt x="95" y="126"/>
                    <a:pt x="95" y="129"/>
                  </a:cubicBezTo>
                  <a:cubicBezTo>
                    <a:pt x="95" y="145"/>
                    <a:pt x="95" y="145"/>
                    <a:pt x="95" y="145"/>
                  </a:cubicBezTo>
                  <a:cubicBezTo>
                    <a:pt x="110" y="126"/>
                    <a:pt x="110" y="126"/>
                    <a:pt x="110" y="126"/>
                  </a:cubicBezTo>
                  <a:cubicBezTo>
                    <a:pt x="111" y="124"/>
                    <a:pt x="113" y="123"/>
                    <a:pt x="115" y="123"/>
                  </a:cubicBezTo>
                  <a:cubicBezTo>
                    <a:pt x="142" y="123"/>
                    <a:pt x="142" y="123"/>
                    <a:pt x="142" y="123"/>
                  </a:cubicBezTo>
                  <a:cubicBezTo>
                    <a:pt x="146" y="123"/>
                    <a:pt x="149" y="122"/>
                    <a:pt x="151" y="120"/>
                  </a:cubicBezTo>
                  <a:cubicBezTo>
                    <a:pt x="154" y="117"/>
                    <a:pt x="155" y="114"/>
                    <a:pt x="155" y="111"/>
                  </a:cubicBezTo>
                  <a:cubicBezTo>
                    <a:pt x="155" y="23"/>
                    <a:pt x="155" y="23"/>
                    <a:pt x="155" y="23"/>
                  </a:cubicBezTo>
                  <a:cubicBezTo>
                    <a:pt x="155" y="16"/>
                    <a:pt x="149" y="10"/>
                    <a:pt x="142" y="10"/>
                  </a:cubicBezTo>
                  <a:cubicBezTo>
                    <a:pt x="23" y="10"/>
                    <a:pt x="23" y="10"/>
                    <a:pt x="23" y="10"/>
                  </a:cubicBezTo>
                  <a:cubicBezTo>
                    <a:pt x="16" y="10"/>
                    <a:pt x="10" y="16"/>
                    <a:pt x="10" y="23"/>
                  </a:cubicBezTo>
                  <a:cubicBezTo>
                    <a:pt x="10" y="61"/>
                    <a:pt x="10" y="61"/>
                    <a:pt x="10" y="61"/>
                  </a:cubicBezTo>
                  <a:cubicBezTo>
                    <a:pt x="10" y="61"/>
                    <a:pt x="10" y="61"/>
                    <a:pt x="10" y="61"/>
                  </a:cubicBezTo>
                  <a:cubicBezTo>
                    <a:pt x="6" y="61"/>
                    <a:pt x="3" y="62"/>
                    <a:pt x="0" y="63"/>
                  </a:cubicBezTo>
                  <a:cubicBezTo>
                    <a:pt x="0" y="23"/>
                    <a:pt x="0" y="23"/>
                    <a:pt x="0" y="23"/>
                  </a:cubicBezTo>
                  <a:cubicBezTo>
                    <a:pt x="0" y="10"/>
                    <a:pt x="10" y="0"/>
                    <a:pt x="23"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14" name="Freeform 18"/>
            <p:cNvSpPr>
              <a:spLocks noEditPoints="1"/>
            </p:cNvSpPr>
            <p:nvPr/>
          </p:nvSpPr>
          <p:spPr bwMode="auto">
            <a:xfrm>
              <a:off x="4454655" y="8946615"/>
              <a:ext cx="211138" cy="260350"/>
            </a:xfrm>
            <a:custGeom>
              <a:avLst/>
              <a:gdLst>
                <a:gd name="T0" fmla="*/ 47 w 118"/>
                <a:gd name="T1" fmla="*/ 71 h 146"/>
                <a:gd name="T2" fmla="*/ 43 w 118"/>
                <a:gd name="T3" fmla="*/ 84 h 146"/>
                <a:gd name="T4" fmla="*/ 42 w 118"/>
                <a:gd name="T5" fmla="*/ 85 h 146"/>
                <a:gd name="T6" fmla="*/ 59 w 118"/>
                <a:gd name="T7" fmla="*/ 135 h 146"/>
                <a:gd name="T8" fmla="*/ 76 w 118"/>
                <a:gd name="T9" fmla="*/ 86 h 146"/>
                <a:gd name="T10" fmla="*/ 74 w 118"/>
                <a:gd name="T11" fmla="*/ 84 h 146"/>
                <a:gd name="T12" fmla="*/ 71 w 118"/>
                <a:gd name="T13" fmla="*/ 71 h 146"/>
                <a:gd name="T14" fmla="*/ 91 w 118"/>
                <a:gd name="T15" fmla="*/ 61 h 146"/>
                <a:gd name="T16" fmla="*/ 88 w 118"/>
                <a:gd name="T17" fmla="*/ 39 h 146"/>
                <a:gd name="T18" fmla="*/ 88 w 118"/>
                <a:gd name="T19" fmla="*/ 38 h 146"/>
                <a:gd name="T20" fmla="*/ 88 w 118"/>
                <a:gd name="T21" fmla="*/ 37 h 146"/>
                <a:gd name="T22" fmla="*/ 88 w 118"/>
                <a:gd name="T23" fmla="*/ 35 h 146"/>
                <a:gd name="T24" fmla="*/ 85 w 118"/>
                <a:gd name="T25" fmla="*/ 21 h 146"/>
                <a:gd name="T26" fmla="*/ 67 w 118"/>
                <a:gd name="T27" fmla="*/ 8 h 146"/>
                <a:gd name="T28" fmla="*/ 65 w 118"/>
                <a:gd name="T29" fmla="*/ 8 h 146"/>
                <a:gd name="T30" fmla="*/ 32 w 118"/>
                <a:gd name="T31" fmla="*/ 21 h 146"/>
                <a:gd name="T32" fmla="*/ 30 w 118"/>
                <a:gd name="T33" fmla="*/ 35 h 146"/>
                <a:gd name="T34" fmla="*/ 26 w 118"/>
                <a:gd name="T35" fmla="*/ 61 h 146"/>
                <a:gd name="T36" fmla="*/ 47 w 118"/>
                <a:gd name="T37" fmla="*/ 71 h 146"/>
                <a:gd name="T38" fmla="*/ 33 w 118"/>
                <a:gd name="T39" fmla="*/ 90 h 146"/>
                <a:gd name="T40" fmla="*/ 4 w 118"/>
                <a:gd name="T41" fmla="*/ 106 h 146"/>
                <a:gd name="T42" fmla="*/ 4 w 118"/>
                <a:gd name="T43" fmla="*/ 146 h 146"/>
                <a:gd name="T44" fmla="*/ 113 w 118"/>
                <a:gd name="T45" fmla="*/ 146 h 146"/>
                <a:gd name="T46" fmla="*/ 114 w 118"/>
                <a:gd name="T47" fmla="*/ 106 h 146"/>
                <a:gd name="T48" fmla="*/ 85 w 118"/>
                <a:gd name="T49" fmla="*/ 90 h 146"/>
                <a:gd name="T50" fmla="*/ 93 w 118"/>
                <a:gd name="T51" fmla="*/ 110 h 146"/>
                <a:gd name="T52" fmla="*/ 76 w 118"/>
                <a:gd name="T53" fmla="*/ 110 h 146"/>
                <a:gd name="T54" fmla="*/ 59 w 118"/>
                <a:gd name="T55" fmla="*/ 136 h 146"/>
                <a:gd name="T56" fmla="*/ 59 w 118"/>
                <a:gd name="T57" fmla="*/ 136 h 146"/>
                <a:gd name="T58" fmla="*/ 59 w 118"/>
                <a:gd name="T59" fmla="*/ 136 h 146"/>
                <a:gd name="T60" fmla="*/ 59 w 118"/>
                <a:gd name="T61" fmla="*/ 136 h 146"/>
                <a:gd name="T62" fmla="*/ 59 w 118"/>
                <a:gd name="T63" fmla="*/ 136 h 146"/>
                <a:gd name="T64" fmla="*/ 42 w 118"/>
                <a:gd name="T65" fmla="*/ 110 h 146"/>
                <a:gd name="T66" fmla="*/ 25 w 118"/>
                <a:gd name="T67" fmla="*/ 110 h 146"/>
                <a:gd name="T68" fmla="*/ 33 w 118"/>
                <a:gd name="T69" fmla="*/ 9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8" h="146">
                  <a:moveTo>
                    <a:pt x="47" y="71"/>
                  </a:moveTo>
                  <a:cubicBezTo>
                    <a:pt x="47" y="75"/>
                    <a:pt x="46" y="80"/>
                    <a:pt x="43" y="84"/>
                  </a:cubicBezTo>
                  <a:cubicBezTo>
                    <a:pt x="42" y="84"/>
                    <a:pt x="42" y="85"/>
                    <a:pt x="42" y="85"/>
                  </a:cubicBezTo>
                  <a:cubicBezTo>
                    <a:pt x="59" y="135"/>
                    <a:pt x="59" y="135"/>
                    <a:pt x="59" y="135"/>
                  </a:cubicBezTo>
                  <a:cubicBezTo>
                    <a:pt x="76" y="86"/>
                    <a:pt x="76" y="86"/>
                    <a:pt x="76" y="86"/>
                  </a:cubicBezTo>
                  <a:cubicBezTo>
                    <a:pt x="75" y="85"/>
                    <a:pt x="75" y="84"/>
                    <a:pt x="74" y="84"/>
                  </a:cubicBezTo>
                  <a:cubicBezTo>
                    <a:pt x="71" y="80"/>
                    <a:pt x="70" y="75"/>
                    <a:pt x="71" y="71"/>
                  </a:cubicBezTo>
                  <a:cubicBezTo>
                    <a:pt x="85" y="68"/>
                    <a:pt x="92" y="61"/>
                    <a:pt x="91" y="61"/>
                  </a:cubicBezTo>
                  <a:cubicBezTo>
                    <a:pt x="85" y="58"/>
                    <a:pt x="87" y="48"/>
                    <a:pt x="88" y="39"/>
                  </a:cubicBezTo>
                  <a:cubicBezTo>
                    <a:pt x="88" y="38"/>
                    <a:pt x="88" y="38"/>
                    <a:pt x="88" y="38"/>
                  </a:cubicBezTo>
                  <a:cubicBezTo>
                    <a:pt x="88" y="38"/>
                    <a:pt x="88" y="38"/>
                    <a:pt x="88" y="37"/>
                  </a:cubicBezTo>
                  <a:cubicBezTo>
                    <a:pt x="88" y="37"/>
                    <a:pt x="88" y="36"/>
                    <a:pt x="88" y="35"/>
                  </a:cubicBezTo>
                  <a:cubicBezTo>
                    <a:pt x="88" y="29"/>
                    <a:pt x="87" y="24"/>
                    <a:pt x="85" y="21"/>
                  </a:cubicBezTo>
                  <a:cubicBezTo>
                    <a:pt x="82" y="14"/>
                    <a:pt x="75" y="5"/>
                    <a:pt x="67" y="8"/>
                  </a:cubicBezTo>
                  <a:cubicBezTo>
                    <a:pt x="65" y="8"/>
                    <a:pt x="65" y="8"/>
                    <a:pt x="65" y="8"/>
                  </a:cubicBezTo>
                  <a:cubicBezTo>
                    <a:pt x="66" y="1"/>
                    <a:pt x="41" y="0"/>
                    <a:pt x="32" y="21"/>
                  </a:cubicBezTo>
                  <a:cubicBezTo>
                    <a:pt x="30" y="24"/>
                    <a:pt x="29" y="29"/>
                    <a:pt x="30" y="35"/>
                  </a:cubicBezTo>
                  <a:cubicBezTo>
                    <a:pt x="30" y="46"/>
                    <a:pt x="33" y="58"/>
                    <a:pt x="26" y="61"/>
                  </a:cubicBezTo>
                  <a:cubicBezTo>
                    <a:pt x="25" y="61"/>
                    <a:pt x="32" y="68"/>
                    <a:pt x="47" y="71"/>
                  </a:cubicBezTo>
                  <a:close/>
                  <a:moveTo>
                    <a:pt x="33" y="90"/>
                  </a:moveTo>
                  <a:cubicBezTo>
                    <a:pt x="21" y="94"/>
                    <a:pt x="5" y="96"/>
                    <a:pt x="4" y="106"/>
                  </a:cubicBezTo>
                  <a:cubicBezTo>
                    <a:pt x="0" y="117"/>
                    <a:pt x="1" y="133"/>
                    <a:pt x="4" y="146"/>
                  </a:cubicBezTo>
                  <a:cubicBezTo>
                    <a:pt x="113" y="146"/>
                    <a:pt x="113" y="146"/>
                    <a:pt x="113" y="146"/>
                  </a:cubicBezTo>
                  <a:cubicBezTo>
                    <a:pt x="116" y="133"/>
                    <a:pt x="118" y="117"/>
                    <a:pt x="114" y="106"/>
                  </a:cubicBezTo>
                  <a:cubicBezTo>
                    <a:pt x="113" y="96"/>
                    <a:pt x="97" y="94"/>
                    <a:pt x="85" y="90"/>
                  </a:cubicBezTo>
                  <a:cubicBezTo>
                    <a:pt x="93" y="110"/>
                    <a:pt x="93" y="110"/>
                    <a:pt x="93" y="110"/>
                  </a:cubicBezTo>
                  <a:cubicBezTo>
                    <a:pt x="76" y="110"/>
                    <a:pt x="76" y="110"/>
                    <a:pt x="76" y="110"/>
                  </a:cubicBezTo>
                  <a:cubicBezTo>
                    <a:pt x="59" y="136"/>
                    <a:pt x="59" y="136"/>
                    <a:pt x="59" y="136"/>
                  </a:cubicBezTo>
                  <a:cubicBezTo>
                    <a:pt x="59" y="136"/>
                    <a:pt x="59" y="136"/>
                    <a:pt x="59" y="136"/>
                  </a:cubicBezTo>
                  <a:cubicBezTo>
                    <a:pt x="59" y="136"/>
                    <a:pt x="59" y="136"/>
                    <a:pt x="59" y="136"/>
                  </a:cubicBezTo>
                  <a:cubicBezTo>
                    <a:pt x="59" y="136"/>
                    <a:pt x="59" y="136"/>
                    <a:pt x="59" y="136"/>
                  </a:cubicBezTo>
                  <a:cubicBezTo>
                    <a:pt x="59" y="136"/>
                    <a:pt x="59" y="136"/>
                    <a:pt x="59" y="136"/>
                  </a:cubicBezTo>
                  <a:cubicBezTo>
                    <a:pt x="42" y="110"/>
                    <a:pt x="42" y="110"/>
                    <a:pt x="42" y="110"/>
                  </a:cubicBezTo>
                  <a:cubicBezTo>
                    <a:pt x="25" y="110"/>
                    <a:pt x="25" y="110"/>
                    <a:pt x="25" y="110"/>
                  </a:cubicBezTo>
                  <a:cubicBezTo>
                    <a:pt x="33" y="90"/>
                    <a:pt x="33" y="90"/>
                    <a:pt x="33" y="9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dissolve">
                                      <p:cBhvr>
                                        <p:cTn id="21" dur="500"/>
                                        <p:tgtEl>
                                          <p:spTgt spid="9"/>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dissolv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p:bldP spid="8"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74011" y="239999"/>
            <a:ext cx="2550426" cy="523220"/>
          </a:xfrm>
          <a:prstGeom prst="rect">
            <a:avLst/>
          </a:prstGeom>
          <a:noFill/>
        </p:spPr>
        <p:txBody>
          <a:bodyPr wrap="square" rtlCol="0">
            <a:spAutoFit/>
          </a:bodyPr>
          <a:lstStyle/>
          <a:p>
            <a:pPr algn="dist"/>
            <a:r>
              <a:rPr kumimoji="1" lang="zh-CN" altLang="en-US" sz="2800" dirty="0">
                <a:solidFill>
                  <a:srgbClr val="313159"/>
                </a:solidFill>
                <a:latin typeface="+mj-ea"/>
                <a:ea typeface="+mj-ea"/>
              </a:rPr>
              <a:t>工作内容说明</a:t>
            </a:r>
            <a:endParaRPr kumimoji="1" lang="zh-CN" altLang="en-US" sz="2800" dirty="0">
              <a:solidFill>
                <a:srgbClr val="313159"/>
              </a:solidFill>
              <a:latin typeface="+mj-ea"/>
              <a:ea typeface="+mj-ea"/>
            </a:endParaRPr>
          </a:p>
        </p:txBody>
      </p:sp>
      <p:sp>
        <p:nvSpPr>
          <p:cNvPr id="3" name="文本框 2"/>
          <p:cNvSpPr txBox="1"/>
          <p:nvPr/>
        </p:nvSpPr>
        <p:spPr>
          <a:xfrm>
            <a:off x="1192975" y="712419"/>
            <a:ext cx="2531462" cy="215444"/>
          </a:xfrm>
          <a:prstGeom prst="rect">
            <a:avLst/>
          </a:prstGeom>
          <a:noFill/>
        </p:spPr>
        <p:txBody>
          <a:bodyPr wrap="none" rtlCol="0">
            <a:spAutoFit/>
          </a:bodyPr>
          <a:lstStyle/>
          <a:p>
            <a:r>
              <a:rPr lang="en-GB" altLang="zh-CN" sz="800" dirty="0">
                <a:solidFill>
                  <a:schemeClr val="tx1">
                    <a:lumMod val="50000"/>
                    <a:lumOff val="50000"/>
                  </a:schemeClr>
                </a:solidFill>
                <a:latin typeface="+mn-ea"/>
              </a:rPr>
              <a:t>FILL IN THE TEXT OF THE DOCUMENT TITLE HERE</a:t>
            </a:r>
            <a:endParaRPr lang="en-GB" altLang="zh-CN" sz="800" dirty="0">
              <a:solidFill>
                <a:schemeClr val="tx1">
                  <a:lumMod val="50000"/>
                  <a:lumOff val="50000"/>
                </a:schemeClr>
              </a:solidFill>
              <a:latin typeface="+mn-ea"/>
            </a:endParaRPr>
          </a:p>
        </p:txBody>
      </p:sp>
      <p:sp>
        <p:nvSpPr>
          <p:cNvPr id="4" name="圆角矩形 3"/>
          <p:cNvSpPr/>
          <p:nvPr/>
        </p:nvSpPr>
        <p:spPr>
          <a:xfrm>
            <a:off x="1055241" y="2611156"/>
            <a:ext cx="2007835" cy="537117"/>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5" name="圆角矩形 4"/>
          <p:cNvSpPr/>
          <p:nvPr/>
        </p:nvSpPr>
        <p:spPr>
          <a:xfrm>
            <a:off x="3729075" y="2611156"/>
            <a:ext cx="2007835" cy="537117"/>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6" name="圆角矩形 5"/>
          <p:cNvSpPr/>
          <p:nvPr/>
        </p:nvSpPr>
        <p:spPr>
          <a:xfrm>
            <a:off x="6481365" y="2611156"/>
            <a:ext cx="2007835" cy="537117"/>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7" name="圆角矩形 6"/>
          <p:cNvSpPr/>
          <p:nvPr/>
        </p:nvSpPr>
        <p:spPr>
          <a:xfrm>
            <a:off x="9071978" y="2611156"/>
            <a:ext cx="2007835" cy="537117"/>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8" name="TextBox 20"/>
          <p:cNvSpPr txBox="1"/>
          <p:nvPr/>
        </p:nvSpPr>
        <p:spPr>
          <a:xfrm>
            <a:off x="985731" y="2504420"/>
            <a:ext cx="750589" cy="750589"/>
          </a:xfrm>
          <a:prstGeom prst="roundRect">
            <a:avLst/>
          </a:prstGeom>
          <a:solidFill>
            <a:srgbClr val="313159"/>
          </a:solidFill>
          <a:ln>
            <a:noFill/>
          </a:ln>
          <a:effectLst/>
        </p:spPr>
        <p:txBody>
          <a:bodyPr wrap="square" lIns="0" tIns="0" rIns="0" bIns="0" rtlCol="0" anchor="ctr">
            <a:noAutofit/>
          </a:bodyPr>
          <a:lstStyle>
            <a:defPPr>
              <a:defRPr lang="zh-CN"/>
            </a:defPPr>
            <a:lvl1pPr>
              <a:defRPr sz="2200">
                <a:solidFill>
                  <a:schemeClr val="bg1"/>
                </a:solidFill>
                <a:latin typeface="微软雅黑" panose="020B0503020204020204" charset="-122"/>
                <a:ea typeface="微软雅黑" panose="020B0503020204020204" charset="-122"/>
              </a:defRPr>
            </a:lvl1pPr>
          </a:lstStyle>
          <a:p>
            <a:pPr algn="ctr"/>
            <a:endParaRPr lang="zh-CN" altLang="en-US" sz="1700" dirty="0">
              <a:latin typeface="+mj-ea"/>
              <a:ea typeface="+mj-ea"/>
            </a:endParaRPr>
          </a:p>
        </p:txBody>
      </p:sp>
      <p:sp>
        <p:nvSpPr>
          <p:cNvPr id="9" name="文本框 8"/>
          <p:cNvSpPr txBox="1"/>
          <p:nvPr/>
        </p:nvSpPr>
        <p:spPr>
          <a:xfrm>
            <a:off x="846499" y="3477641"/>
            <a:ext cx="1620685" cy="307777"/>
          </a:xfrm>
          <a:prstGeom prst="rect">
            <a:avLst/>
          </a:prstGeom>
          <a:noFill/>
        </p:spPr>
        <p:txBody>
          <a:bodyPr wrap="square" rtlCol="0">
            <a:spAutoFit/>
          </a:bodyPr>
          <a:lstStyle/>
          <a:p>
            <a:pPr algn="dist"/>
            <a:r>
              <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endPar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endParaRPr>
          </a:p>
        </p:txBody>
      </p:sp>
      <p:sp>
        <p:nvSpPr>
          <p:cNvPr id="10" name="文本框 9"/>
          <p:cNvSpPr txBox="1"/>
          <p:nvPr/>
        </p:nvSpPr>
        <p:spPr>
          <a:xfrm>
            <a:off x="846499" y="3784421"/>
            <a:ext cx="2337500" cy="884088"/>
          </a:xfrm>
          <a:prstGeom prst="rect">
            <a:avLst/>
          </a:prstGeom>
          <a:noFill/>
        </p:spPr>
        <p:txBody>
          <a:bodyPr wrap="square" rtlCol="0">
            <a:spAutoFit/>
          </a:bodyPr>
          <a:lstStyle/>
          <a:p>
            <a:pPr>
              <a:lnSpc>
                <a:spcPct val="120000"/>
              </a:lnSpc>
            </a:pPr>
            <a:r>
              <a:rPr lang="zh-CN" altLang="en-US" sz="1100" dirty="0">
                <a:solidFill>
                  <a:schemeClr val="tx1">
                    <a:lumMod val="50000"/>
                    <a:lumOff val="50000"/>
                  </a:schemeClr>
                </a:solidFill>
                <a:sym typeface="Arial" panose="020B0604020202020204" pitchFamily="34" charset="0"/>
              </a:rPr>
              <a:t>您的内容打在这里，或者通过复制您的文本后，在此框中选择粘贴，并选择只保留文字。在此录入上述图表的综合描述说明</a:t>
            </a:r>
            <a:endParaRPr lang="zh-CN" altLang="en-US" sz="1100" dirty="0">
              <a:solidFill>
                <a:schemeClr val="tx1">
                  <a:lumMod val="50000"/>
                  <a:lumOff val="50000"/>
                </a:schemeClr>
              </a:solidFill>
              <a:sym typeface="Arial" panose="020B0604020202020204" pitchFamily="34" charset="0"/>
            </a:endParaRPr>
          </a:p>
        </p:txBody>
      </p:sp>
      <p:sp>
        <p:nvSpPr>
          <p:cNvPr id="11" name="TextBox 20"/>
          <p:cNvSpPr txBox="1"/>
          <p:nvPr/>
        </p:nvSpPr>
        <p:spPr>
          <a:xfrm>
            <a:off x="3659565" y="2504420"/>
            <a:ext cx="750589" cy="750589"/>
          </a:xfrm>
          <a:prstGeom prst="roundRect">
            <a:avLst/>
          </a:prstGeom>
          <a:solidFill>
            <a:srgbClr val="313159"/>
          </a:solidFill>
          <a:ln>
            <a:noFill/>
          </a:ln>
          <a:effectLst/>
        </p:spPr>
        <p:txBody>
          <a:bodyPr wrap="square" lIns="0" tIns="0" rIns="0" bIns="0" rtlCol="0" anchor="ctr">
            <a:noAutofit/>
          </a:bodyPr>
          <a:lstStyle>
            <a:defPPr>
              <a:defRPr lang="zh-CN"/>
            </a:defPPr>
            <a:lvl1pPr>
              <a:defRPr sz="2200">
                <a:solidFill>
                  <a:schemeClr val="bg1"/>
                </a:solidFill>
                <a:latin typeface="微软雅黑" panose="020B0503020204020204" charset="-122"/>
                <a:ea typeface="微软雅黑" panose="020B0503020204020204" charset="-122"/>
              </a:defRPr>
            </a:lvl1pPr>
          </a:lstStyle>
          <a:p>
            <a:pPr algn="ctr"/>
            <a:endParaRPr lang="zh-CN" altLang="en-US" sz="1700" dirty="0">
              <a:latin typeface="+mj-ea"/>
              <a:ea typeface="+mj-ea"/>
            </a:endParaRPr>
          </a:p>
        </p:txBody>
      </p:sp>
      <p:sp>
        <p:nvSpPr>
          <p:cNvPr id="12" name="TextBox 20"/>
          <p:cNvSpPr txBox="1"/>
          <p:nvPr/>
        </p:nvSpPr>
        <p:spPr>
          <a:xfrm>
            <a:off x="6411855" y="2504420"/>
            <a:ext cx="750589" cy="750589"/>
          </a:xfrm>
          <a:prstGeom prst="roundRect">
            <a:avLst/>
          </a:prstGeom>
          <a:solidFill>
            <a:srgbClr val="313159"/>
          </a:solidFill>
          <a:ln>
            <a:noFill/>
          </a:ln>
          <a:effectLst/>
        </p:spPr>
        <p:txBody>
          <a:bodyPr wrap="square" lIns="0" tIns="0" rIns="0" bIns="0" rtlCol="0" anchor="ctr">
            <a:noAutofit/>
          </a:bodyPr>
          <a:lstStyle>
            <a:defPPr>
              <a:defRPr lang="zh-CN"/>
            </a:defPPr>
            <a:lvl1pPr>
              <a:defRPr sz="2200">
                <a:solidFill>
                  <a:schemeClr val="bg1"/>
                </a:solidFill>
                <a:latin typeface="微软雅黑" panose="020B0503020204020204" charset="-122"/>
                <a:ea typeface="微软雅黑" panose="020B0503020204020204" charset="-122"/>
              </a:defRPr>
            </a:lvl1pPr>
          </a:lstStyle>
          <a:p>
            <a:pPr algn="ctr"/>
            <a:endParaRPr lang="zh-CN" altLang="en-US" sz="1700" dirty="0">
              <a:latin typeface="+mj-ea"/>
              <a:ea typeface="+mj-ea"/>
            </a:endParaRPr>
          </a:p>
        </p:txBody>
      </p:sp>
      <p:sp>
        <p:nvSpPr>
          <p:cNvPr id="13" name="TextBox 20"/>
          <p:cNvSpPr txBox="1"/>
          <p:nvPr/>
        </p:nvSpPr>
        <p:spPr>
          <a:xfrm>
            <a:off x="9002468" y="2504420"/>
            <a:ext cx="750589" cy="750589"/>
          </a:xfrm>
          <a:prstGeom prst="roundRect">
            <a:avLst/>
          </a:prstGeom>
          <a:solidFill>
            <a:srgbClr val="313159"/>
          </a:solidFill>
          <a:ln>
            <a:noFill/>
          </a:ln>
          <a:effectLst/>
        </p:spPr>
        <p:txBody>
          <a:bodyPr wrap="square" lIns="0" tIns="0" rIns="0" bIns="0" rtlCol="0" anchor="ctr">
            <a:noAutofit/>
          </a:bodyPr>
          <a:lstStyle>
            <a:defPPr>
              <a:defRPr lang="zh-CN"/>
            </a:defPPr>
            <a:lvl1pPr>
              <a:defRPr sz="2200">
                <a:solidFill>
                  <a:schemeClr val="bg1"/>
                </a:solidFill>
                <a:latin typeface="微软雅黑" panose="020B0503020204020204" charset="-122"/>
                <a:ea typeface="微软雅黑" panose="020B0503020204020204" charset="-122"/>
              </a:defRPr>
            </a:lvl1pPr>
          </a:lstStyle>
          <a:p>
            <a:pPr algn="ctr"/>
            <a:endParaRPr lang="zh-CN" altLang="en-US" sz="1700" dirty="0">
              <a:latin typeface="+mj-ea"/>
              <a:ea typeface="+mj-ea"/>
            </a:endParaRPr>
          </a:p>
        </p:txBody>
      </p:sp>
      <p:sp>
        <p:nvSpPr>
          <p:cNvPr id="14" name="文本框 13"/>
          <p:cNvSpPr txBox="1"/>
          <p:nvPr/>
        </p:nvSpPr>
        <p:spPr>
          <a:xfrm>
            <a:off x="1782047" y="2714699"/>
            <a:ext cx="1202573" cy="307777"/>
          </a:xfrm>
          <a:prstGeom prst="rect">
            <a:avLst/>
          </a:prstGeom>
          <a:noFill/>
        </p:spPr>
        <p:txBody>
          <a:bodyPr wrap="none" rtlCol="0">
            <a:spAutoFit/>
          </a:bodyPr>
          <a:lstStyle/>
          <a:p>
            <a:r>
              <a:rPr kumimoji="1" lang="en-US" altLang="zh-CN"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rPr>
              <a:t>TITLE</a:t>
            </a:r>
            <a:r>
              <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rPr>
              <a:t> </a:t>
            </a:r>
            <a:r>
              <a:rPr kumimoji="1" lang="en-US" altLang="zh-CN"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rPr>
              <a:t>HERE</a:t>
            </a:r>
            <a:endPar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endParaRPr>
          </a:p>
        </p:txBody>
      </p:sp>
      <p:sp>
        <p:nvSpPr>
          <p:cNvPr id="15" name="文本框 14"/>
          <p:cNvSpPr txBox="1"/>
          <p:nvPr/>
        </p:nvSpPr>
        <p:spPr>
          <a:xfrm>
            <a:off x="4442138" y="2721765"/>
            <a:ext cx="1202573" cy="307777"/>
          </a:xfrm>
          <a:prstGeom prst="rect">
            <a:avLst/>
          </a:prstGeom>
          <a:noFill/>
        </p:spPr>
        <p:txBody>
          <a:bodyPr wrap="none" rtlCol="0">
            <a:spAutoFit/>
          </a:bodyPr>
          <a:lstStyle/>
          <a:p>
            <a:r>
              <a:rPr kumimoji="1" lang="en-US" altLang="zh-CN"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rPr>
              <a:t>TITLE</a:t>
            </a:r>
            <a:r>
              <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rPr>
              <a:t> </a:t>
            </a:r>
            <a:r>
              <a:rPr kumimoji="1" lang="en-US" altLang="zh-CN"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rPr>
              <a:t>HERE</a:t>
            </a:r>
            <a:endPar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endParaRPr>
          </a:p>
        </p:txBody>
      </p:sp>
      <p:sp>
        <p:nvSpPr>
          <p:cNvPr id="16" name="文本框 15"/>
          <p:cNvSpPr txBox="1"/>
          <p:nvPr/>
        </p:nvSpPr>
        <p:spPr>
          <a:xfrm>
            <a:off x="7214836" y="2727583"/>
            <a:ext cx="1202573" cy="307777"/>
          </a:xfrm>
          <a:prstGeom prst="rect">
            <a:avLst/>
          </a:prstGeom>
          <a:noFill/>
        </p:spPr>
        <p:txBody>
          <a:bodyPr wrap="none" rtlCol="0">
            <a:spAutoFit/>
          </a:bodyPr>
          <a:lstStyle/>
          <a:p>
            <a:r>
              <a:rPr kumimoji="1" lang="en-US" altLang="zh-CN"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rPr>
              <a:t>TITLE</a:t>
            </a:r>
            <a:r>
              <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rPr>
              <a:t> </a:t>
            </a:r>
            <a:r>
              <a:rPr kumimoji="1" lang="en-US" altLang="zh-CN"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rPr>
              <a:t>HERE</a:t>
            </a:r>
            <a:endPar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endParaRPr>
          </a:p>
        </p:txBody>
      </p:sp>
      <p:sp>
        <p:nvSpPr>
          <p:cNvPr id="17" name="文本框 16"/>
          <p:cNvSpPr txBox="1"/>
          <p:nvPr/>
        </p:nvSpPr>
        <p:spPr>
          <a:xfrm>
            <a:off x="9797905" y="2714698"/>
            <a:ext cx="1202573" cy="307777"/>
          </a:xfrm>
          <a:prstGeom prst="rect">
            <a:avLst/>
          </a:prstGeom>
          <a:noFill/>
        </p:spPr>
        <p:txBody>
          <a:bodyPr wrap="none" rtlCol="0">
            <a:spAutoFit/>
          </a:bodyPr>
          <a:lstStyle/>
          <a:p>
            <a:r>
              <a:rPr kumimoji="1" lang="en-US" altLang="zh-CN"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rPr>
              <a:t>TITLE</a:t>
            </a:r>
            <a:r>
              <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rPr>
              <a:t> </a:t>
            </a:r>
            <a:r>
              <a:rPr kumimoji="1" lang="en-US" altLang="zh-CN"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rPr>
              <a:t>HERE</a:t>
            </a:r>
            <a:endPar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endParaRPr>
          </a:p>
        </p:txBody>
      </p:sp>
      <p:sp>
        <p:nvSpPr>
          <p:cNvPr id="18" name="文本框 17"/>
          <p:cNvSpPr txBox="1"/>
          <p:nvPr/>
        </p:nvSpPr>
        <p:spPr>
          <a:xfrm>
            <a:off x="3568398" y="3477641"/>
            <a:ext cx="1620685" cy="307777"/>
          </a:xfrm>
          <a:prstGeom prst="rect">
            <a:avLst/>
          </a:prstGeom>
          <a:noFill/>
        </p:spPr>
        <p:txBody>
          <a:bodyPr wrap="square" rtlCol="0">
            <a:spAutoFit/>
          </a:bodyPr>
          <a:lstStyle/>
          <a:p>
            <a:pPr algn="dist"/>
            <a:r>
              <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endPar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endParaRPr>
          </a:p>
        </p:txBody>
      </p:sp>
      <p:sp>
        <p:nvSpPr>
          <p:cNvPr id="19" name="文本框 18"/>
          <p:cNvSpPr txBox="1"/>
          <p:nvPr/>
        </p:nvSpPr>
        <p:spPr>
          <a:xfrm>
            <a:off x="3568398" y="3784421"/>
            <a:ext cx="2337500" cy="884088"/>
          </a:xfrm>
          <a:prstGeom prst="rect">
            <a:avLst/>
          </a:prstGeom>
          <a:noFill/>
        </p:spPr>
        <p:txBody>
          <a:bodyPr wrap="square" rtlCol="0">
            <a:spAutoFit/>
          </a:bodyPr>
          <a:lstStyle/>
          <a:p>
            <a:pPr>
              <a:lnSpc>
                <a:spcPct val="120000"/>
              </a:lnSpc>
            </a:pPr>
            <a:r>
              <a:rPr lang="zh-CN" altLang="en-US" sz="1100" dirty="0">
                <a:solidFill>
                  <a:schemeClr val="tx1">
                    <a:lumMod val="50000"/>
                    <a:lumOff val="50000"/>
                  </a:schemeClr>
                </a:solidFill>
                <a:sym typeface="Arial" panose="020B0604020202020204" pitchFamily="34" charset="0"/>
              </a:rPr>
              <a:t>您的内容打在这里，或者通过复制您的文本后，在此框中选择粘贴，并选择只保留文字。在此录入上述图表的综合描述说明</a:t>
            </a:r>
            <a:endParaRPr lang="zh-CN" altLang="en-US" sz="1100" dirty="0">
              <a:solidFill>
                <a:schemeClr val="tx1">
                  <a:lumMod val="50000"/>
                  <a:lumOff val="50000"/>
                </a:schemeClr>
              </a:solidFill>
              <a:sym typeface="Arial" panose="020B0604020202020204" pitchFamily="34" charset="0"/>
            </a:endParaRPr>
          </a:p>
        </p:txBody>
      </p:sp>
      <p:sp>
        <p:nvSpPr>
          <p:cNvPr id="20" name="文本框 19"/>
          <p:cNvSpPr txBox="1"/>
          <p:nvPr/>
        </p:nvSpPr>
        <p:spPr>
          <a:xfrm>
            <a:off x="6290297" y="3477641"/>
            <a:ext cx="1620685" cy="307777"/>
          </a:xfrm>
          <a:prstGeom prst="rect">
            <a:avLst/>
          </a:prstGeom>
          <a:noFill/>
        </p:spPr>
        <p:txBody>
          <a:bodyPr wrap="square" rtlCol="0">
            <a:spAutoFit/>
          </a:bodyPr>
          <a:lstStyle/>
          <a:p>
            <a:pPr algn="dist"/>
            <a:r>
              <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endPar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endParaRPr>
          </a:p>
        </p:txBody>
      </p:sp>
      <p:sp>
        <p:nvSpPr>
          <p:cNvPr id="21" name="文本框 20"/>
          <p:cNvSpPr txBox="1"/>
          <p:nvPr/>
        </p:nvSpPr>
        <p:spPr>
          <a:xfrm>
            <a:off x="6290297" y="3784421"/>
            <a:ext cx="2337500" cy="884088"/>
          </a:xfrm>
          <a:prstGeom prst="rect">
            <a:avLst/>
          </a:prstGeom>
          <a:noFill/>
        </p:spPr>
        <p:txBody>
          <a:bodyPr wrap="square" rtlCol="0">
            <a:spAutoFit/>
          </a:bodyPr>
          <a:lstStyle/>
          <a:p>
            <a:pPr>
              <a:lnSpc>
                <a:spcPct val="120000"/>
              </a:lnSpc>
            </a:pPr>
            <a:r>
              <a:rPr lang="zh-CN" altLang="en-US" sz="1100" dirty="0">
                <a:solidFill>
                  <a:schemeClr val="tx1">
                    <a:lumMod val="50000"/>
                    <a:lumOff val="50000"/>
                  </a:schemeClr>
                </a:solidFill>
                <a:sym typeface="Arial" panose="020B0604020202020204" pitchFamily="34" charset="0"/>
              </a:rPr>
              <a:t>您的内容打在这里，或者通过复制您的文本后，在此框中选择粘贴，并选择只保留文字。在此录入上述图表的综合描述说明</a:t>
            </a:r>
            <a:endParaRPr lang="zh-CN" altLang="en-US" sz="1100" dirty="0">
              <a:solidFill>
                <a:schemeClr val="tx1">
                  <a:lumMod val="50000"/>
                  <a:lumOff val="50000"/>
                </a:schemeClr>
              </a:solidFill>
              <a:sym typeface="Arial" panose="020B0604020202020204" pitchFamily="34" charset="0"/>
            </a:endParaRPr>
          </a:p>
        </p:txBody>
      </p:sp>
      <p:sp>
        <p:nvSpPr>
          <p:cNvPr id="22" name="文本框 21"/>
          <p:cNvSpPr txBox="1"/>
          <p:nvPr/>
        </p:nvSpPr>
        <p:spPr>
          <a:xfrm>
            <a:off x="9012196" y="3477641"/>
            <a:ext cx="1620685" cy="307777"/>
          </a:xfrm>
          <a:prstGeom prst="rect">
            <a:avLst/>
          </a:prstGeom>
          <a:noFill/>
        </p:spPr>
        <p:txBody>
          <a:bodyPr wrap="square" rtlCol="0">
            <a:spAutoFit/>
          </a:bodyPr>
          <a:lstStyle/>
          <a:p>
            <a:pPr algn="dist"/>
            <a:r>
              <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endPar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endParaRPr>
          </a:p>
        </p:txBody>
      </p:sp>
      <p:sp>
        <p:nvSpPr>
          <p:cNvPr id="23" name="文本框 22"/>
          <p:cNvSpPr txBox="1"/>
          <p:nvPr/>
        </p:nvSpPr>
        <p:spPr>
          <a:xfrm>
            <a:off x="9012196" y="3784421"/>
            <a:ext cx="2337500" cy="884088"/>
          </a:xfrm>
          <a:prstGeom prst="rect">
            <a:avLst/>
          </a:prstGeom>
          <a:noFill/>
        </p:spPr>
        <p:txBody>
          <a:bodyPr wrap="square" rtlCol="0">
            <a:spAutoFit/>
          </a:bodyPr>
          <a:lstStyle/>
          <a:p>
            <a:pPr>
              <a:lnSpc>
                <a:spcPct val="120000"/>
              </a:lnSpc>
            </a:pPr>
            <a:r>
              <a:rPr lang="zh-CN" altLang="en-US" sz="1100" dirty="0">
                <a:solidFill>
                  <a:schemeClr val="tx1">
                    <a:lumMod val="50000"/>
                    <a:lumOff val="50000"/>
                  </a:schemeClr>
                </a:solidFill>
                <a:sym typeface="Arial" panose="020B0604020202020204" pitchFamily="34" charset="0"/>
              </a:rPr>
              <a:t>您的内容打在这里，或者通过复制您的文本后，在此框中选择粘贴，并选择只保留文字。在此录入上述图表的综合描述说明</a:t>
            </a:r>
            <a:endParaRPr lang="zh-CN" altLang="en-US" sz="1100" dirty="0">
              <a:solidFill>
                <a:schemeClr val="tx1">
                  <a:lumMod val="50000"/>
                  <a:lumOff val="50000"/>
                </a:schemeClr>
              </a:solidFill>
              <a:sym typeface="Arial" panose="020B0604020202020204" pitchFamily="34" charset="0"/>
            </a:endParaRPr>
          </a:p>
        </p:txBody>
      </p:sp>
      <p:grpSp>
        <p:nvGrpSpPr>
          <p:cNvPr id="24" name="组合 23"/>
          <p:cNvGrpSpPr/>
          <p:nvPr/>
        </p:nvGrpSpPr>
        <p:grpSpPr>
          <a:xfrm>
            <a:off x="1130955" y="2677541"/>
            <a:ext cx="471409" cy="397063"/>
            <a:chOff x="4582817" y="5775463"/>
            <a:chExt cx="366676" cy="308484"/>
          </a:xfrm>
          <a:solidFill>
            <a:schemeClr val="bg1"/>
          </a:solidFill>
        </p:grpSpPr>
        <p:sp>
          <p:nvSpPr>
            <p:cNvPr id="25" name="AutoShape 120"/>
            <p:cNvSpPr/>
            <p:nvPr/>
          </p:nvSpPr>
          <p:spPr bwMode="auto">
            <a:xfrm>
              <a:off x="4692182" y="5855558"/>
              <a:ext cx="182712" cy="1827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p:spPr>
          <p:txBody>
            <a:bodyPr lIns="38100" tIns="38100" rIns="38100" bIns="381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panose="020B0604020202020204"/>
                <a:ea typeface="OPPOSans M" panose="00020600040101010101" pitchFamily="18" charset="-122"/>
                <a:cs typeface="+mn-cs"/>
              </a:endParaRPr>
            </a:p>
          </p:txBody>
        </p:sp>
        <p:sp>
          <p:nvSpPr>
            <p:cNvPr id="26" name="AutoShape 121"/>
            <p:cNvSpPr/>
            <p:nvPr/>
          </p:nvSpPr>
          <p:spPr bwMode="auto">
            <a:xfrm>
              <a:off x="4737861" y="5901235"/>
              <a:ext cx="51310" cy="5131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p:spPr>
          <p:txBody>
            <a:bodyPr lIns="38100" tIns="38100" rIns="38100" bIns="381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panose="020B0604020202020204"/>
                <a:ea typeface="OPPOSans M" panose="00020600040101010101" pitchFamily="18" charset="-122"/>
                <a:cs typeface="+mn-cs"/>
              </a:endParaRPr>
            </a:p>
          </p:txBody>
        </p:sp>
        <p:sp>
          <p:nvSpPr>
            <p:cNvPr id="27" name="AutoShape 122"/>
            <p:cNvSpPr/>
            <p:nvPr/>
          </p:nvSpPr>
          <p:spPr bwMode="auto">
            <a:xfrm>
              <a:off x="4582817" y="5775463"/>
              <a:ext cx="366676" cy="30848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p:spPr>
          <p:txBody>
            <a:bodyPr lIns="38100" tIns="38100" rIns="38100" bIns="381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panose="020B0604020202020204"/>
                <a:ea typeface="OPPOSans M" panose="00020600040101010101" pitchFamily="18" charset="-122"/>
                <a:cs typeface="+mn-cs"/>
              </a:endParaRPr>
            </a:p>
          </p:txBody>
        </p:sp>
      </p:grpSp>
      <p:grpSp>
        <p:nvGrpSpPr>
          <p:cNvPr id="28" name="组合 27"/>
          <p:cNvGrpSpPr/>
          <p:nvPr/>
        </p:nvGrpSpPr>
        <p:grpSpPr>
          <a:xfrm>
            <a:off x="3791611" y="2661639"/>
            <a:ext cx="470733" cy="470731"/>
            <a:chOff x="3868099" y="5008322"/>
            <a:chExt cx="366052" cy="366051"/>
          </a:xfrm>
          <a:solidFill>
            <a:schemeClr val="bg1"/>
          </a:solidFill>
        </p:grpSpPr>
        <p:sp>
          <p:nvSpPr>
            <p:cNvPr id="29" name="AutoShape 136"/>
            <p:cNvSpPr/>
            <p:nvPr/>
          </p:nvSpPr>
          <p:spPr bwMode="auto">
            <a:xfrm>
              <a:off x="4062700" y="5054001"/>
              <a:ext cx="120140" cy="12014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38" y="20579"/>
                  </a:moveTo>
                  <a:lnTo>
                    <a:pt x="19542" y="20579"/>
                  </a:lnTo>
                  <a:cubicBezTo>
                    <a:pt x="19546" y="21142"/>
                    <a:pt x="20004" y="21600"/>
                    <a:pt x="20571" y="21600"/>
                  </a:cubicBezTo>
                  <a:cubicBezTo>
                    <a:pt x="21137" y="21600"/>
                    <a:pt x="21599" y="21138"/>
                    <a:pt x="21599" y="20571"/>
                  </a:cubicBezTo>
                  <a:cubicBezTo>
                    <a:pt x="21599" y="20565"/>
                    <a:pt x="21595" y="20561"/>
                    <a:pt x="21595" y="20555"/>
                  </a:cubicBezTo>
                  <a:cubicBezTo>
                    <a:pt x="21583" y="9221"/>
                    <a:pt x="12411" y="41"/>
                    <a:pt x="1080" y="12"/>
                  </a:cubicBezTo>
                  <a:cubicBezTo>
                    <a:pt x="1064" y="10"/>
                    <a:pt x="1048" y="0"/>
                    <a:pt x="1028" y="0"/>
                  </a:cubicBezTo>
                  <a:cubicBezTo>
                    <a:pt x="458" y="0"/>
                    <a:pt x="0" y="461"/>
                    <a:pt x="0" y="1028"/>
                  </a:cubicBezTo>
                  <a:cubicBezTo>
                    <a:pt x="0" y="1594"/>
                    <a:pt x="458" y="2055"/>
                    <a:pt x="1024" y="2057"/>
                  </a:cubicBezTo>
                  <a:lnTo>
                    <a:pt x="1024" y="2065"/>
                  </a:lnTo>
                  <a:cubicBezTo>
                    <a:pt x="11233" y="2065"/>
                    <a:pt x="19538" y="10370"/>
                    <a:pt x="19538" y="20579"/>
                  </a:cubicBezTo>
                </a:path>
              </a:pathLst>
            </a:custGeom>
            <a:grpFill/>
            <a:ln>
              <a:noFill/>
            </a:ln>
            <a:effectLst/>
          </p:spPr>
          <p:txBody>
            <a:bodyPr lIns="38100" tIns="38100" rIns="38100" bIns="381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panose="020B0604020202020204"/>
                <a:ea typeface="OPPOSans M" panose="00020600040101010101" pitchFamily="18" charset="-122"/>
                <a:cs typeface="+mn-cs"/>
              </a:endParaRPr>
            </a:p>
          </p:txBody>
        </p:sp>
        <p:sp>
          <p:nvSpPr>
            <p:cNvPr id="30" name="AutoShape 137"/>
            <p:cNvSpPr/>
            <p:nvPr/>
          </p:nvSpPr>
          <p:spPr bwMode="auto">
            <a:xfrm>
              <a:off x="3868099" y="5008322"/>
              <a:ext cx="366050" cy="366051"/>
            </a:xfrm>
            <a:custGeom>
              <a:avLst/>
              <a:gdLst>
                <a:gd name="T0" fmla="+- 0 10819 195"/>
                <a:gd name="T1" fmla="*/ T0 w 21248"/>
                <a:gd name="T2" fmla="*/ 10800 h 21600"/>
                <a:gd name="T3" fmla="+- 0 10819 195"/>
                <a:gd name="T4" fmla="*/ T3 w 21248"/>
                <a:gd name="T5" fmla="*/ 10800 h 21600"/>
                <a:gd name="T6" fmla="+- 0 10819 195"/>
                <a:gd name="T7" fmla="*/ T6 w 21248"/>
                <a:gd name="T8" fmla="*/ 10800 h 21600"/>
                <a:gd name="T9" fmla="+- 0 10819 195"/>
                <a:gd name="T10" fmla="*/ T9 w 21248"/>
                <a:gd name="T11" fmla="*/ 10800 h 21600"/>
              </a:gdLst>
              <a:ahLst/>
              <a:cxnLst>
                <a:cxn ang="0">
                  <a:pos x="T1" y="T2"/>
                </a:cxn>
                <a:cxn ang="0">
                  <a:pos x="T4" y="T5"/>
                </a:cxn>
                <a:cxn ang="0">
                  <a:pos x="T7" y="T8"/>
                </a:cxn>
                <a:cxn ang="0">
                  <a:pos x="T10" y="T11"/>
                </a:cxn>
              </a:cxnLst>
              <a:rect l="0" t="0" r="r" b="b"/>
              <a:pathLst>
                <a:path w="21248" h="21600">
                  <a:moveTo>
                    <a:pt x="19868" y="17133"/>
                  </a:moveTo>
                  <a:cubicBezTo>
                    <a:pt x="19766" y="17386"/>
                    <a:pt x="19525" y="17549"/>
                    <a:pt x="19255" y="17549"/>
                  </a:cubicBezTo>
                  <a:lnTo>
                    <a:pt x="19058" y="17549"/>
                  </a:lnTo>
                  <a:lnTo>
                    <a:pt x="3983" y="2226"/>
                  </a:lnTo>
                  <a:lnTo>
                    <a:pt x="3983" y="2025"/>
                  </a:lnTo>
                  <a:cubicBezTo>
                    <a:pt x="3983" y="1750"/>
                    <a:pt x="4144" y="1506"/>
                    <a:pt x="4393" y="1401"/>
                  </a:cubicBezTo>
                  <a:cubicBezTo>
                    <a:pt x="4475" y="1367"/>
                    <a:pt x="4560" y="1350"/>
                    <a:pt x="4647" y="1350"/>
                  </a:cubicBezTo>
                  <a:cubicBezTo>
                    <a:pt x="4824" y="1350"/>
                    <a:pt x="4991" y="1420"/>
                    <a:pt x="5116" y="1547"/>
                  </a:cubicBezTo>
                  <a:lnTo>
                    <a:pt x="19724" y="16397"/>
                  </a:lnTo>
                  <a:cubicBezTo>
                    <a:pt x="19915" y="16591"/>
                    <a:pt x="19972" y="16880"/>
                    <a:pt x="19868" y="17133"/>
                  </a:cubicBezTo>
                  <a:moveTo>
                    <a:pt x="10121" y="17549"/>
                  </a:moveTo>
                  <a:cubicBezTo>
                    <a:pt x="10017" y="17549"/>
                    <a:pt x="9922" y="17586"/>
                    <a:pt x="9824" y="17609"/>
                  </a:cubicBezTo>
                  <a:lnTo>
                    <a:pt x="3923" y="11612"/>
                  </a:lnTo>
                  <a:cubicBezTo>
                    <a:pt x="3946" y="11512"/>
                    <a:pt x="3982" y="11415"/>
                    <a:pt x="3982" y="11311"/>
                  </a:cubicBezTo>
                  <a:lnTo>
                    <a:pt x="3983" y="3180"/>
                  </a:lnTo>
                  <a:lnTo>
                    <a:pt x="18119" y="17549"/>
                  </a:lnTo>
                  <a:cubicBezTo>
                    <a:pt x="18119" y="17549"/>
                    <a:pt x="10121" y="17549"/>
                    <a:pt x="10121" y="17549"/>
                  </a:cubicBezTo>
                  <a:close/>
                  <a:moveTo>
                    <a:pt x="9182" y="17945"/>
                  </a:moveTo>
                  <a:lnTo>
                    <a:pt x="7109" y="20052"/>
                  </a:lnTo>
                  <a:cubicBezTo>
                    <a:pt x="6939" y="20224"/>
                    <a:pt x="6742" y="20249"/>
                    <a:pt x="6640" y="20249"/>
                  </a:cubicBezTo>
                  <a:cubicBezTo>
                    <a:pt x="6537" y="20249"/>
                    <a:pt x="6339" y="20224"/>
                    <a:pt x="6170" y="20052"/>
                  </a:cubicBezTo>
                  <a:lnTo>
                    <a:pt x="1522" y="15327"/>
                  </a:lnTo>
                  <a:cubicBezTo>
                    <a:pt x="1352" y="15154"/>
                    <a:pt x="1327" y="14953"/>
                    <a:pt x="1327" y="14850"/>
                  </a:cubicBezTo>
                  <a:cubicBezTo>
                    <a:pt x="1327" y="14745"/>
                    <a:pt x="1352" y="14544"/>
                    <a:pt x="1522" y="14373"/>
                  </a:cubicBezTo>
                  <a:lnTo>
                    <a:pt x="3593" y="12266"/>
                  </a:lnTo>
                  <a:cubicBezTo>
                    <a:pt x="3599" y="12260"/>
                    <a:pt x="3601" y="12251"/>
                    <a:pt x="3607" y="12245"/>
                  </a:cubicBezTo>
                  <a:lnTo>
                    <a:pt x="9202" y="17932"/>
                  </a:lnTo>
                  <a:cubicBezTo>
                    <a:pt x="9196" y="17937"/>
                    <a:pt x="9187" y="17939"/>
                    <a:pt x="9182" y="17945"/>
                  </a:cubicBezTo>
                  <a:moveTo>
                    <a:pt x="6056" y="593"/>
                  </a:moveTo>
                  <a:cubicBezTo>
                    <a:pt x="5675" y="205"/>
                    <a:pt x="5165" y="0"/>
                    <a:pt x="4647" y="0"/>
                  </a:cubicBezTo>
                  <a:cubicBezTo>
                    <a:pt x="4390" y="0"/>
                    <a:pt x="4132" y="49"/>
                    <a:pt x="3885" y="154"/>
                  </a:cubicBezTo>
                  <a:cubicBezTo>
                    <a:pt x="3141" y="467"/>
                    <a:pt x="2655" y="1205"/>
                    <a:pt x="2655" y="2025"/>
                  </a:cubicBezTo>
                  <a:lnTo>
                    <a:pt x="2654" y="11311"/>
                  </a:lnTo>
                  <a:lnTo>
                    <a:pt x="583" y="13418"/>
                  </a:lnTo>
                  <a:cubicBezTo>
                    <a:pt x="-195" y="14208"/>
                    <a:pt x="-195" y="15491"/>
                    <a:pt x="583" y="16281"/>
                  </a:cubicBezTo>
                  <a:lnTo>
                    <a:pt x="5231" y="21006"/>
                  </a:lnTo>
                  <a:cubicBezTo>
                    <a:pt x="5620" y="21402"/>
                    <a:pt x="6131" y="21599"/>
                    <a:pt x="6640" y="21599"/>
                  </a:cubicBezTo>
                  <a:cubicBezTo>
                    <a:pt x="7150" y="21599"/>
                    <a:pt x="7659" y="21402"/>
                    <a:pt x="8048" y="21006"/>
                  </a:cubicBezTo>
                  <a:lnTo>
                    <a:pt x="10121" y="18900"/>
                  </a:lnTo>
                  <a:lnTo>
                    <a:pt x="19255" y="18900"/>
                  </a:lnTo>
                  <a:cubicBezTo>
                    <a:pt x="20062" y="18900"/>
                    <a:pt x="20788" y="18407"/>
                    <a:pt x="21095" y="17650"/>
                  </a:cubicBezTo>
                  <a:cubicBezTo>
                    <a:pt x="21405" y="16893"/>
                    <a:pt x="21234" y="16022"/>
                    <a:pt x="20663" y="15443"/>
                  </a:cubicBezTo>
                  <a:cubicBezTo>
                    <a:pt x="20663" y="15443"/>
                    <a:pt x="6056" y="593"/>
                    <a:pt x="6056" y="593"/>
                  </a:cubicBezTo>
                  <a:close/>
                </a:path>
              </a:pathLst>
            </a:custGeom>
            <a:grpFill/>
            <a:ln>
              <a:noFill/>
            </a:ln>
            <a:effectLst/>
          </p:spPr>
          <p:txBody>
            <a:bodyPr lIns="38100" tIns="38100" rIns="38100" bIns="381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panose="020B0604020202020204"/>
                <a:ea typeface="OPPOSans M" panose="00020600040101010101" pitchFamily="18" charset="-122"/>
                <a:cs typeface="+mn-cs"/>
              </a:endParaRPr>
            </a:p>
          </p:txBody>
        </p:sp>
        <p:sp>
          <p:nvSpPr>
            <p:cNvPr id="31" name="AutoShape 138"/>
            <p:cNvSpPr/>
            <p:nvPr/>
          </p:nvSpPr>
          <p:spPr bwMode="auto">
            <a:xfrm>
              <a:off x="4062702" y="5008322"/>
              <a:ext cx="171449" cy="17144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37" y="2880"/>
                  </a:moveTo>
                  <a:lnTo>
                    <a:pt x="1437" y="2885"/>
                  </a:lnTo>
                  <a:cubicBezTo>
                    <a:pt x="10965" y="2885"/>
                    <a:pt x="18717" y="10637"/>
                    <a:pt x="18717" y="20165"/>
                  </a:cubicBezTo>
                  <a:lnTo>
                    <a:pt x="18720" y="20165"/>
                  </a:lnTo>
                  <a:cubicBezTo>
                    <a:pt x="18722" y="20959"/>
                    <a:pt x="19366" y="21600"/>
                    <a:pt x="20160" y="21600"/>
                  </a:cubicBezTo>
                  <a:cubicBezTo>
                    <a:pt x="20955" y="21600"/>
                    <a:pt x="21599" y="20956"/>
                    <a:pt x="21599" y="20160"/>
                  </a:cubicBezTo>
                  <a:cubicBezTo>
                    <a:pt x="21599" y="20155"/>
                    <a:pt x="21597" y="20152"/>
                    <a:pt x="21597" y="20148"/>
                  </a:cubicBezTo>
                  <a:cubicBezTo>
                    <a:pt x="21588" y="9034"/>
                    <a:pt x="12588" y="28"/>
                    <a:pt x="1476" y="8"/>
                  </a:cubicBezTo>
                  <a:cubicBezTo>
                    <a:pt x="1465" y="7"/>
                    <a:pt x="1454" y="0"/>
                    <a:pt x="1440" y="0"/>
                  </a:cubicBezTo>
                  <a:cubicBezTo>
                    <a:pt x="644" y="0"/>
                    <a:pt x="0" y="644"/>
                    <a:pt x="0" y="1440"/>
                  </a:cubicBezTo>
                  <a:cubicBezTo>
                    <a:pt x="0" y="2234"/>
                    <a:pt x="644" y="2878"/>
                    <a:pt x="1437" y="2880"/>
                  </a:cubicBezTo>
                </a:path>
              </a:pathLst>
            </a:custGeom>
            <a:grpFill/>
            <a:ln>
              <a:noFill/>
            </a:ln>
            <a:effectLst/>
          </p:spPr>
          <p:txBody>
            <a:bodyPr lIns="38100" tIns="38100" rIns="38100" bIns="381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panose="020B0604020202020204"/>
                <a:ea typeface="OPPOSans M" panose="00020600040101010101" pitchFamily="18" charset="-122"/>
                <a:cs typeface="+mn-cs"/>
              </a:endParaRPr>
            </a:p>
          </p:txBody>
        </p:sp>
      </p:grpSp>
      <p:grpSp>
        <p:nvGrpSpPr>
          <p:cNvPr id="32" name="组合 31"/>
          <p:cNvGrpSpPr/>
          <p:nvPr/>
        </p:nvGrpSpPr>
        <p:grpSpPr>
          <a:xfrm>
            <a:off x="6561392" y="2718004"/>
            <a:ext cx="467561" cy="356600"/>
            <a:chOff x="13724" y="10197"/>
            <a:chExt cx="552" cy="421"/>
          </a:xfrm>
          <a:solidFill>
            <a:schemeClr val="bg1"/>
          </a:solidFill>
        </p:grpSpPr>
        <p:sp>
          <p:nvSpPr>
            <p:cNvPr id="33" name="Oval 35"/>
            <p:cNvSpPr>
              <a:spLocks noChangeArrowheads="1"/>
            </p:cNvSpPr>
            <p:nvPr/>
          </p:nvSpPr>
          <p:spPr bwMode="auto">
            <a:xfrm>
              <a:off x="13933" y="10491"/>
              <a:ext cx="126" cy="12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95959"/>
                </a:solidFill>
                <a:effectLst/>
                <a:uLnTx/>
                <a:uFillTx/>
                <a:latin typeface="Arial" panose="020B0604020202020204"/>
                <a:ea typeface="OPPOSans M" panose="00020600040101010101" pitchFamily="18" charset="-122"/>
                <a:cs typeface="+mn-cs"/>
              </a:endParaRPr>
            </a:p>
          </p:txBody>
        </p:sp>
        <p:sp>
          <p:nvSpPr>
            <p:cNvPr id="34" name="Freeform 36"/>
            <p:cNvSpPr/>
            <p:nvPr/>
          </p:nvSpPr>
          <p:spPr bwMode="auto">
            <a:xfrm>
              <a:off x="13845" y="10373"/>
              <a:ext cx="309" cy="129"/>
            </a:xfrm>
            <a:custGeom>
              <a:avLst/>
              <a:gdLst>
                <a:gd name="T0" fmla="*/ 105 w 213"/>
                <a:gd name="T1" fmla="*/ 31 h 89"/>
                <a:gd name="T2" fmla="*/ 191 w 213"/>
                <a:gd name="T3" fmla="*/ 89 h 89"/>
                <a:gd name="T4" fmla="*/ 213 w 213"/>
                <a:gd name="T5" fmla="*/ 64 h 89"/>
                <a:gd name="T6" fmla="*/ 105 w 213"/>
                <a:gd name="T7" fmla="*/ 0 h 89"/>
                <a:gd name="T8" fmla="*/ 0 w 213"/>
                <a:gd name="T9" fmla="*/ 58 h 89"/>
                <a:gd name="T10" fmla="*/ 21 w 213"/>
                <a:gd name="T11" fmla="*/ 82 h 89"/>
                <a:gd name="T12" fmla="*/ 105 w 213"/>
                <a:gd name="T13" fmla="*/ 31 h 89"/>
              </a:gdLst>
              <a:ahLst/>
              <a:cxnLst>
                <a:cxn ang="0">
                  <a:pos x="T0" y="T1"/>
                </a:cxn>
                <a:cxn ang="0">
                  <a:pos x="T2" y="T3"/>
                </a:cxn>
                <a:cxn ang="0">
                  <a:pos x="T4" y="T5"/>
                </a:cxn>
                <a:cxn ang="0">
                  <a:pos x="T6" y="T7"/>
                </a:cxn>
                <a:cxn ang="0">
                  <a:pos x="T8" y="T9"/>
                </a:cxn>
                <a:cxn ang="0">
                  <a:pos x="T10" y="T11"/>
                </a:cxn>
                <a:cxn ang="0">
                  <a:pos x="T12" y="T13"/>
                </a:cxn>
              </a:cxnLst>
              <a:rect l="0" t="0" r="r" b="b"/>
              <a:pathLst>
                <a:path w="213" h="89">
                  <a:moveTo>
                    <a:pt x="105" y="31"/>
                  </a:moveTo>
                  <a:cubicBezTo>
                    <a:pt x="144" y="31"/>
                    <a:pt x="177" y="54"/>
                    <a:pt x="191" y="89"/>
                  </a:cubicBezTo>
                  <a:cubicBezTo>
                    <a:pt x="213" y="64"/>
                    <a:pt x="213" y="64"/>
                    <a:pt x="213" y="64"/>
                  </a:cubicBezTo>
                  <a:cubicBezTo>
                    <a:pt x="192" y="26"/>
                    <a:pt x="152" y="0"/>
                    <a:pt x="105" y="0"/>
                  </a:cubicBezTo>
                  <a:cubicBezTo>
                    <a:pt x="61" y="0"/>
                    <a:pt x="22" y="23"/>
                    <a:pt x="0" y="58"/>
                  </a:cubicBezTo>
                  <a:cubicBezTo>
                    <a:pt x="21" y="82"/>
                    <a:pt x="21" y="82"/>
                    <a:pt x="21" y="82"/>
                  </a:cubicBezTo>
                  <a:cubicBezTo>
                    <a:pt x="37" y="51"/>
                    <a:pt x="68" y="31"/>
                    <a:pt x="105"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95959"/>
                </a:solidFill>
                <a:effectLst/>
                <a:uLnTx/>
                <a:uFillTx/>
                <a:latin typeface="Arial" panose="020B0604020202020204"/>
                <a:ea typeface="OPPOSans M" panose="00020600040101010101" pitchFamily="18" charset="-122"/>
                <a:cs typeface="+mn-cs"/>
              </a:endParaRPr>
            </a:p>
          </p:txBody>
        </p:sp>
        <p:sp>
          <p:nvSpPr>
            <p:cNvPr id="35" name="Freeform 37"/>
            <p:cNvSpPr/>
            <p:nvPr/>
          </p:nvSpPr>
          <p:spPr bwMode="auto">
            <a:xfrm>
              <a:off x="13790" y="10288"/>
              <a:ext cx="419" cy="149"/>
            </a:xfrm>
            <a:custGeom>
              <a:avLst/>
              <a:gdLst>
                <a:gd name="T0" fmla="*/ 142 w 288"/>
                <a:gd name="T1" fmla="*/ 34 h 103"/>
                <a:gd name="T2" fmla="*/ 264 w 288"/>
                <a:gd name="T3" fmla="*/ 103 h 103"/>
                <a:gd name="T4" fmla="*/ 288 w 288"/>
                <a:gd name="T5" fmla="*/ 76 h 103"/>
                <a:gd name="T6" fmla="*/ 142 w 288"/>
                <a:gd name="T7" fmla="*/ 0 h 103"/>
                <a:gd name="T8" fmla="*/ 0 w 288"/>
                <a:gd name="T9" fmla="*/ 71 h 103"/>
                <a:gd name="T10" fmla="*/ 23 w 288"/>
                <a:gd name="T11" fmla="*/ 97 h 103"/>
                <a:gd name="T12" fmla="*/ 142 w 288"/>
                <a:gd name="T13" fmla="*/ 34 h 103"/>
              </a:gdLst>
              <a:ahLst/>
              <a:cxnLst>
                <a:cxn ang="0">
                  <a:pos x="T0" y="T1"/>
                </a:cxn>
                <a:cxn ang="0">
                  <a:pos x="T2" y="T3"/>
                </a:cxn>
                <a:cxn ang="0">
                  <a:pos x="T4" y="T5"/>
                </a:cxn>
                <a:cxn ang="0">
                  <a:pos x="T6" y="T7"/>
                </a:cxn>
                <a:cxn ang="0">
                  <a:pos x="T8" y="T9"/>
                </a:cxn>
                <a:cxn ang="0">
                  <a:pos x="T10" y="T11"/>
                </a:cxn>
                <a:cxn ang="0">
                  <a:pos x="T12" y="T13"/>
                </a:cxn>
              </a:cxnLst>
              <a:rect l="0" t="0" r="r" b="b"/>
              <a:pathLst>
                <a:path w="288" h="103">
                  <a:moveTo>
                    <a:pt x="142" y="34"/>
                  </a:moveTo>
                  <a:cubicBezTo>
                    <a:pt x="194" y="34"/>
                    <a:pt x="239" y="62"/>
                    <a:pt x="264" y="103"/>
                  </a:cubicBezTo>
                  <a:cubicBezTo>
                    <a:pt x="288" y="76"/>
                    <a:pt x="288" y="76"/>
                    <a:pt x="288" y="76"/>
                  </a:cubicBezTo>
                  <a:cubicBezTo>
                    <a:pt x="256" y="30"/>
                    <a:pt x="202" y="0"/>
                    <a:pt x="142" y="0"/>
                  </a:cubicBezTo>
                  <a:cubicBezTo>
                    <a:pt x="84" y="0"/>
                    <a:pt x="32" y="28"/>
                    <a:pt x="0" y="71"/>
                  </a:cubicBezTo>
                  <a:cubicBezTo>
                    <a:pt x="23" y="97"/>
                    <a:pt x="23" y="97"/>
                    <a:pt x="23" y="97"/>
                  </a:cubicBezTo>
                  <a:cubicBezTo>
                    <a:pt x="49" y="59"/>
                    <a:pt x="93" y="34"/>
                    <a:pt x="142"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95959"/>
                </a:solidFill>
                <a:effectLst/>
                <a:uLnTx/>
                <a:uFillTx/>
                <a:latin typeface="Arial" panose="020B0604020202020204"/>
                <a:ea typeface="OPPOSans M" panose="00020600040101010101" pitchFamily="18" charset="-122"/>
                <a:cs typeface="+mn-cs"/>
              </a:endParaRPr>
            </a:p>
          </p:txBody>
        </p:sp>
        <p:sp>
          <p:nvSpPr>
            <p:cNvPr id="36" name="Freeform 38"/>
            <p:cNvSpPr/>
            <p:nvPr/>
          </p:nvSpPr>
          <p:spPr bwMode="auto">
            <a:xfrm>
              <a:off x="13724" y="10197"/>
              <a:ext cx="552" cy="175"/>
            </a:xfrm>
            <a:custGeom>
              <a:avLst/>
              <a:gdLst>
                <a:gd name="T0" fmla="*/ 188 w 380"/>
                <a:gd name="T1" fmla="*/ 36 h 120"/>
                <a:gd name="T2" fmla="*/ 355 w 380"/>
                <a:gd name="T3" fmla="*/ 120 h 120"/>
                <a:gd name="T4" fmla="*/ 380 w 380"/>
                <a:gd name="T5" fmla="*/ 93 h 120"/>
                <a:gd name="T6" fmla="*/ 188 w 380"/>
                <a:gd name="T7" fmla="*/ 0 h 120"/>
                <a:gd name="T8" fmla="*/ 0 w 380"/>
                <a:gd name="T9" fmla="*/ 88 h 120"/>
                <a:gd name="T10" fmla="*/ 25 w 380"/>
                <a:gd name="T11" fmla="*/ 115 h 120"/>
                <a:gd name="T12" fmla="*/ 188 w 380"/>
                <a:gd name="T13" fmla="*/ 36 h 120"/>
              </a:gdLst>
              <a:ahLst/>
              <a:cxnLst>
                <a:cxn ang="0">
                  <a:pos x="T0" y="T1"/>
                </a:cxn>
                <a:cxn ang="0">
                  <a:pos x="T2" y="T3"/>
                </a:cxn>
                <a:cxn ang="0">
                  <a:pos x="T4" y="T5"/>
                </a:cxn>
                <a:cxn ang="0">
                  <a:pos x="T6" y="T7"/>
                </a:cxn>
                <a:cxn ang="0">
                  <a:pos x="T8" y="T9"/>
                </a:cxn>
                <a:cxn ang="0">
                  <a:pos x="T10" y="T11"/>
                </a:cxn>
                <a:cxn ang="0">
                  <a:pos x="T12" y="T13"/>
                </a:cxn>
              </a:cxnLst>
              <a:rect l="0" t="0" r="r" b="b"/>
              <a:pathLst>
                <a:path w="380" h="120">
                  <a:moveTo>
                    <a:pt x="188" y="36"/>
                  </a:moveTo>
                  <a:cubicBezTo>
                    <a:pt x="256" y="36"/>
                    <a:pt x="317" y="69"/>
                    <a:pt x="355" y="120"/>
                  </a:cubicBezTo>
                  <a:cubicBezTo>
                    <a:pt x="380" y="93"/>
                    <a:pt x="380" y="93"/>
                    <a:pt x="380" y="93"/>
                  </a:cubicBezTo>
                  <a:cubicBezTo>
                    <a:pt x="335" y="36"/>
                    <a:pt x="266" y="0"/>
                    <a:pt x="188" y="0"/>
                  </a:cubicBezTo>
                  <a:cubicBezTo>
                    <a:pt x="113" y="0"/>
                    <a:pt x="45" y="34"/>
                    <a:pt x="0" y="88"/>
                  </a:cubicBezTo>
                  <a:cubicBezTo>
                    <a:pt x="25" y="115"/>
                    <a:pt x="25" y="115"/>
                    <a:pt x="25" y="115"/>
                  </a:cubicBezTo>
                  <a:cubicBezTo>
                    <a:pt x="63" y="67"/>
                    <a:pt x="122" y="36"/>
                    <a:pt x="188"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95959"/>
                </a:solidFill>
                <a:effectLst/>
                <a:uLnTx/>
                <a:uFillTx/>
                <a:latin typeface="Arial" panose="020B0604020202020204"/>
                <a:ea typeface="OPPOSans M" panose="00020600040101010101" pitchFamily="18" charset="-122"/>
                <a:cs typeface="+mn-cs"/>
              </a:endParaRPr>
            </a:p>
          </p:txBody>
        </p:sp>
      </p:grpSp>
      <p:grpSp>
        <p:nvGrpSpPr>
          <p:cNvPr id="37" name="组合 36"/>
          <p:cNvGrpSpPr/>
          <p:nvPr/>
        </p:nvGrpSpPr>
        <p:grpSpPr>
          <a:xfrm>
            <a:off x="9238431" y="2682166"/>
            <a:ext cx="348869" cy="398609"/>
            <a:chOff x="7600567" y="5737294"/>
            <a:chExt cx="320373" cy="366050"/>
          </a:xfrm>
          <a:solidFill>
            <a:schemeClr val="bg1"/>
          </a:solidFill>
        </p:grpSpPr>
        <p:sp>
          <p:nvSpPr>
            <p:cNvPr id="38" name="AutoShape 48"/>
            <p:cNvSpPr/>
            <p:nvPr/>
          </p:nvSpPr>
          <p:spPr bwMode="auto">
            <a:xfrm>
              <a:off x="7600567" y="5737294"/>
              <a:ext cx="320373" cy="3660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425"/>
                  </a:moveTo>
                  <a:cubicBezTo>
                    <a:pt x="5687" y="7425"/>
                    <a:pt x="1542" y="6064"/>
                    <a:pt x="1542" y="4387"/>
                  </a:cubicBezTo>
                  <a:cubicBezTo>
                    <a:pt x="1542" y="2709"/>
                    <a:pt x="5687" y="1350"/>
                    <a:pt x="10800" y="1350"/>
                  </a:cubicBezTo>
                  <a:cubicBezTo>
                    <a:pt x="15912" y="1350"/>
                    <a:pt x="20057" y="2709"/>
                    <a:pt x="20057" y="4387"/>
                  </a:cubicBezTo>
                  <a:cubicBezTo>
                    <a:pt x="20057" y="6064"/>
                    <a:pt x="15912" y="7425"/>
                    <a:pt x="10800" y="7425"/>
                  </a:cubicBezTo>
                  <a:moveTo>
                    <a:pt x="20057" y="9112"/>
                  </a:moveTo>
                  <a:lnTo>
                    <a:pt x="20054" y="9112"/>
                  </a:lnTo>
                  <a:cubicBezTo>
                    <a:pt x="20054" y="9119"/>
                    <a:pt x="20057" y="9127"/>
                    <a:pt x="20057" y="9133"/>
                  </a:cubicBezTo>
                  <a:cubicBezTo>
                    <a:pt x="20057" y="10800"/>
                    <a:pt x="15912" y="12150"/>
                    <a:pt x="10800" y="12150"/>
                  </a:cubicBezTo>
                  <a:cubicBezTo>
                    <a:pt x="5687" y="12150"/>
                    <a:pt x="1542" y="10800"/>
                    <a:pt x="1542" y="9133"/>
                  </a:cubicBezTo>
                  <a:cubicBezTo>
                    <a:pt x="1542" y="9127"/>
                    <a:pt x="1545" y="9119"/>
                    <a:pt x="1545" y="9112"/>
                  </a:cubicBezTo>
                  <a:lnTo>
                    <a:pt x="1542" y="9112"/>
                  </a:lnTo>
                  <a:lnTo>
                    <a:pt x="1542" y="6793"/>
                  </a:lnTo>
                  <a:cubicBezTo>
                    <a:pt x="3564" y="8140"/>
                    <a:pt x="7271" y="8774"/>
                    <a:pt x="10800" y="8774"/>
                  </a:cubicBezTo>
                  <a:cubicBezTo>
                    <a:pt x="14328" y="8774"/>
                    <a:pt x="18035" y="8140"/>
                    <a:pt x="20057" y="6793"/>
                  </a:cubicBezTo>
                  <a:cubicBezTo>
                    <a:pt x="20057" y="6793"/>
                    <a:pt x="20057" y="9112"/>
                    <a:pt x="20057" y="9112"/>
                  </a:cubicBezTo>
                  <a:close/>
                  <a:moveTo>
                    <a:pt x="20057" y="13162"/>
                  </a:moveTo>
                  <a:lnTo>
                    <a:pt x="20054" y="13162"/>
                  </a:lnTo>
                  <a:cubicBezTo>
                    <a:pt x="20054" y="13169"/>
                    <a:pt x="20057" y="13177"/>
                    <a:pt x="20057" y="13183"/>
                  </a:cubicBezTo>
                  <a:cubicBezTo>
                    <a:pt x="20057" y="14850"/>
                    <a:pt x="15912" y="16200"/>
                    <a:pt x="10800" y="16200"/>
                  </a:cubicBezTo>
                  <a:cubicBezTo>
                    <a:pt x="5687" y="16200"/>
                    <a:pt x="1542" y="14850"/>
                    <a:pt x="1542" y="13183"/>
                  </a:cubicBezTo>
                  <a:cubicBezTo>
                    <a:pt x="1542" y="13177"/>
                    <a:pt x="1545" y="13169"/>
                    <a:pt x="1545" y="13162"/>
                  </a:cubicBezTo>
                  <a:lnTo>
                    <a:pt x="1542" y="13162"/>
                  </a:lnTo>
                  <a:lnTo>
                    <a:pt x="1542" y="10640"/>
                  </a:lnTo>
                  <a:cubicBezTo>
                    <a:pt x="3136" y="12077"/>
                    <a:pt x="6982" y="12825"/>
                    <a:pt x="10800" y="12825"/>
                  </a:cubicBezTo>
                  <a:cubicBezTo>
                    <a:pt x="14617" y="12825"/>
                    <a:pt x="18463" y="12077"/>
                    <a:pt x="20057" y="10640"/>
                  </a:cubicBezTo>
                  <a:cubicBezTo>
                    <a:pt x="20057" y="10640"/>
                    <a:pt x="20057" y="13162"/>
                    <a:pt x="20057" y="13162"/>
                  </a:cubicBezTo>
                  <a:close/>
                  <a:moveTo>
                    <a:pt x="20057" y="17212"/>
                  </a:moveTo>
                  <a:cubicBezTo>
                    <a:pt x="20057" y="18889"/>
                    <a:pt x="15912" y="20249"/>
                    <a:pt x="10800" y="20249"/>
                  </a:cubicBezTo>
                  <a:cubicBezTo>
                    <a:pt x="5687" y="20249"/>
                    <a:pt x="1542" y="18889"/>
                    <a:pt x="1542" y="17212"/>
                  </a:cubicBezTo>
                  <a:lnTo>
                    <a:pt x="1542" y="14690"/>
                  </a:lnTo>
                  <a:cubicBezTo>
                    <a:pt x="3136" y="16127"/>
                    <a:pt x="6982" y="16875"/>
                    <a:pt x="10800" y="16875"/>
                  </a:cubicBezTo>
                  <a:cubicBezTo>
                    <a:pt x="14617" y="16875"/>
                    <a:pt x="18463" y="16127"/>
                    <a:pt x="20057" y="14690"/>
                  </a:cubicBezTo>
                  <a:cubicBezTo>
                    <a:pt x="20057" y="14690"/>
                    <a:pt x="20057" y="17212"/>
                    <a:pt x="20057" y="17212"/>
                  </a:cubicBezTo>
                  <a:close/>
                  <a:moveTo>
                    <a:pt x="10800" y="0"/>
                  </a:moveTo>
                  <a:cubicBezTo>
                    <a:pt x="5598" y="0"/>
                    <a:pt x="0" y="1372"/>
                    <a:pt x="0" y="4387"/>
                  </a:cubicBezTo>
                  <a:lnTo>
                    <a:pt x="0" y="17212"/>
                  </a:lnTo>
                  <a:cubicBezTo>
                    <a:pt x="0" y="20226"/>
                    <a:pt x="5598" y="21599"/>
                    <a:pt x="10800" y="21599"/>
                  </a:cubicBezTo>
                  <a:cubicBezTo>
                    <a:pt x="16001" y="21599"/>
                    <a:pt x="21599" y="20226"/>
                    <a:pt x="21599" y="17212"/>
                  </a:cubicBezTo>
                  <a:lnTo>
                    <a:pt x="21599" y="4387"/>
                  </a:lnTo>
                  <a:cubicBezTo>
                    <a:pt x="21599" y="1372"/>
                    <a:pt x="16001" y="0"/>
                    <a:pt x="10800" y="0"/>
                  </a:cubicBezTo>
                </a:path>
              </a:pathLst>
            </a:custGeom>
            <a:grpFill/>
            <a:ln>
              <a:noFill/>
            </a:ln>
            <a:effectLst/>
          </p:spPr>
          <p:txBody>
            <a:bodyPr lIns="38100" tIns="38100" rIns="38100" bIns="381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panose="020B0604020202020204"/>
                <a:ea typeface="OPPOSans M" panose="00020600040101010101" pitchFamily="18" charset="-122"/>
                <a:cs typeface="+mn-cs"/>
              </a:endParaRPr>
            </a:p>
          </p:txBody>
        </p:sp>
        <p:sp>
          <p:nvSpPr>
            <p:cNvPr id="39" name="AutoShape 49"/>
            <p:cNvSpPr/>
            <p:nvPr/>
          </p:nvSpPr>
          <p:spPr bwMode="auto">
            <a:xfrm>
              <a:off x="7852107" y="6023253"/>
              <a:ext cx="23152" cy="2252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p:spPr>
          <p:txBody>
            <a:bodyPr lIns="38100" tIns="38100" rIns="38100" bIns="381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panose="020B0604020202020204"/>
                <a:ea typeface="OPPOSans M" panose="00020600040101010101" pitchFamily="18" charset="-122"/>
                <a:cs typeface="+mn-cs"/>
              </a:endParaRPr>
            </a:p>
          </p:txBody>
        </p:sp>
        <p:sp>
          <p:nvSpPr>
            <p:cNvPr id="40" name="AutoShape 50"/>
            <p:cNvSpPr/>
            <p:nvPr/>
          </p:nvSpPr>
          <p:spPr bwMode="auto">
            <a:xfrm>
              <a:off x="7852107" y="5954421"/>
              <a:ext cx="23152" cy="231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p:spPr>
          <p:txBody>
            <a:bodyPr lIns="38100" tIns="38100" rIns="38100" bIns="381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panose="020B0604020202020204"/>
                <a:ea typeface="OPPOSans M" panose="00020600040101010101" pitchFamily="18" charset="-122"/>
                <a:cs typeface="+mn-cs"/>
              </a:endParaRPr>
            </a:p>
          </p:txBody>
        </p:sp>
        <p:sp>
          <p:nvSpPr>
            <p:cNvPr id="41" name="AutoShape 51"/>
            <p:cNvSpPr/>
            <p:nvPr/>
          </p:nvSpPr>
          <p:spPr bwMode="auto">
            <a:xfrm>
              <a:off x="7852107" y="5885591"/>
              <a:ext cx="23152" cy="231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p:spPr>
          <p:txBody>
            <a:bodyPr lIns="38100" tIns="38100" rIns="38100" bIns="381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panose="020B0604020202020204"/>
                <a:ea typeface="OPPOSans M" panose="00020600040101010101" pitchFamily="18"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dissolve">
                                      <p:cBhvr>
                                        <p:cTn id="13" dur="500"/>
                                        <p:tgtEl>
                                          <p:spTgt spid="9"/>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dissolve">
                                      <p:cBhvr>
                                        <p:cTn id="16" dur="500"/>
                                        <p:tgtEl>
                                          <p:spTgt spid="10"/>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dissolve">
                                      <p:cBhvr>
                                        <p:cTn id="25" dur="500"/>
                                        <p:tgtEl>
                                          <p:spTgt spid="12"/>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dissolve">
                                      <p:cBhvr>
                                        <p:cTn id="28" dur="500"/>
                                        <p:tgtEl>
                                          <p:spTgt spid="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500"/>
                                        <p:tgtEl>
                                          <p:spTgt spid="13"/>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dissolve">
                                      <p:cBhvr>
                                        <p:cTn id="34" dur="500"/>
                                        <p:tgtEl>
                                          <p:spTgt spid="7"/>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dissolve">
                                      <p:cBhvr>
                                        <p:cTn id="37" dur="500"/>
                                        <p:tgtEl>
                                          <p:spTgt spid="18"/>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dissolve">
                                      <p:cBhvr>
                                        <p:cTn id="40" dur="500"/>
                                        <p:tgtEl>
                                          <p:spTgt spid="19"/>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dissolve">
                                      <p:cBhvr>
                                        <p:cTn id="43" dur="500"/>
                                        <p:tgtEl>
                                          <p:spTgt spid="20"/>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dissolve">
                                      <p:cBhvr>
                                        <p:cTn id="46" dur="500"/>
                                        <p:tgtEl>
                                          <p:spTgt spid="21"/>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dissolve">
                                      <p:cBhvr>
                                        <p:cTn id="49" dur="500"/>
                                        <p:tgtEl>
                                          <p:spTgt spid="22"/>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dissolve">
                                      <p:cBhvr>
                                        <p:cTn id="5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P spid="10" grpId="0"/>
      <p:bldP spid="11" grpId="0" animBg="1"/>
      <p:bldP spid="12" grpId="0" animBg="1"/>
      <p:bldP spid="13" grpId="0" animBg="1"/>
      <p:bldP spid="18" grpId="0"/>
      <p:bldP spid="19" grpId="0"/>
      <p:bldP spid="20" grpId="0"/>
      <p:bldP spid="21" grpId="0"/>
      <p:bldP spid="22" grpId="0"/>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7709709" y="3338948"/>
            <a:ext cx="5080000" cy="5080000"/>
          </a:xfrm>
          <a:prstGeom prst="ellipse">
            <a:avLst/>
          </a:prstGeom>
          <a:gradFill flip="none" rotWithShape="1">
            <a:gsLst>
              <a:gs pos="0">
                <a:srgbClr val="A3E4EC"/>
              </a:gs>
              <a:gs pos="57000">
                <a:srgbClr val="FEEFA0"/>
              </a:gs>
              <a:gs pos="100000">
                <a:srgbClr val="FF7CA9"/>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7" name="组合 6"/>
          <p:cNvGrpSpPr/>
          <p:nvPr/>
        </p:nvGrpSpPr>
        <p:grpSpPr>
          <a:xfrm>
            <a:off x="11457940" y="468969"/>
            <a:ext cx="248919" cy="807719"/>
            <a:chOff x="8648700" y="1473200"/>
            <a:chExt cx="248919" cy="807719"/>
          </a:xfrm>
        </p:grpSpPr>
        <p:grpSp>
          <p:nvGrpSpPr>
            <p:cNvPr id="8" name="组合 7"/>
            <p:cNvGrpSpPr/>
            <p:nvPr/>
          </p:nvGrpSpPr>
          <p:grpSpPr>
            <a:xfrm>
              <a:off x="8648700" y="1473200"/>
              <a:ext cx="248919" cy="45719"/>
              <a:chOff x="8420100" y="1473200"/>
              <a:chExt cx="248919" cy="45719"/>
            </a:xfrm>
          </p:grpSpPr>
          <p:sp>
            <p:nvSpPr>
              <p:cNvPr id="18" name="椭圆 17"/>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椭圆 18"/>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9" name="组合 8"/>
            <p:cNvGrpSpPr/>
            <p:nvPr/>
          </p:nvGrpSpPr>
          <p:grpSpPr>
            <a:xfrm>
              <a:off x="8648700" y="1727200"/>
              <a:ext cx="248919" cy="45719"/>
              <a:chOff x="8420100" y="1473200"/>
              <a:chExt cx="248919" cy="45719"/>
            </a:xfrm>
          </p:grpSpPr>
          <p:sp>
            <p:nvSpPr>
              <p:cNvPr id="16" name="椭圆 15"/>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0" name="组合 9"/>
            <p:cNvGrpSpPr/>
            <p:nvPr/>
          </p:nvGrpSpPr>
          <p:grpSpPr>
            <a:xfrm>
              <a:off x="8648700" y="1981200"/>
              <a:ext cx="248919" cy="45719"/>
              <a:chOff x="8420100" y="1473200"/>
              <a:chExt cx="248919" cy="45719"/>
            </a:xfrm>
          </p:grpSpPr>
          <p:sp>
            <p:nvSpPr>
              <p:cNvPr id="14" name="椭圆 13"/>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1" name="组合 10"/>
            <p:cNvGrpSpPr/>
            <p:nvPr/>
          </p:nvGrpSpPr>
          <p:grpSpPr>
            <a:xfrm>
              <a:off x="8648700" y="2235200"/>
              <a:ext cx="248919" cy="45719"/>
              <a:chOff x="8420100" y="1473200"/>
              <a:chExt cx="248919" cy="45719"/>
            </a:xfrm>
          </p:grpSpPr>
          <p:sp>
            <p:nvSpPr>
              <p:cNvPr id="12" name="椭圆 11"/>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20" name="椭圆 19"/>
          <p:cNvSpPr/>
          <p:nvPr/>
        </p:nvSpPr>
        <p:spPr>
          <a:xfrm>
            <a:off x="9870774" y="4635118"/>
            <a:ext cx="1822812" cy="1822812"/>
          </a:xfrm>
          <a:prstGeom prst="ellipse">
            <a:avLst/>
          </a:prstGeom>
          <a:gradFill flip="none" rotWithShape="1">
            <a:gsLst>
              <a:gs pos="44000">
                <a:srgbClr val="FECFA2"/>
              </a:gs>
              <a:gs pos="100000">
                <a:srgbClr val="FF7CA9"/>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p:cNvSpPr/>
          <p:nvPr/>
        </p:nvSpPr>
        <p:spPr>
          <a:xfrm>
            <a:off x="10403568" y="2336014"/>
            <a:ext cx="535029" cy="53502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p:nvSpPr>
        <p:spPr>
          <a:xfrm>
            <a:off x="812800" y="468969"/>
            <a:ext cx="1143000" cy="179089"/>
          </a:xfrm>
          <a:prstGeom prst="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三角形 22"/>
          <p:cNvSpPr/>
          <p:nvPr/>
        </p:nvSpPr>
        <p:spPr>
          <a:xfrm rot="10800000">
            <a:off x="6781014" y="5873614"/>
            <a:ext cx="701561" cy="604794"/>
          </a:xfrm>
          <a:prstGeom prst="triangl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p:cNvSpPr txBox="1"/>
          <p:nvPr/>
        </p:nvSpPr>
        <p:spPr>
          <a:xfrm>
            <a:off x="714209" y="5928154"/>
            <a:ext cx="3743787" cy="276999"/>
          </a:xfrm>
          <a:prstGeom prst="rect">
            <a:avLst/>
          </a:prstGeom>
          <a:noFill/>
        </p:spPr>
        <p:txBody>
          <a:bodyPr wrap="square" rtlCol="0">
            <a:spAutoFit/>
          </a:bodyPr>
          <a:lstStyle/>
          <a:p>
            <a:pPr algn="dist"/>
            <a:r>
              <a:rPr kumimoji="1" lang="zh-CN" altLang="en-US" sz="1200" dirty="0">
                <a:solidFill>
                  <a:schemeClr val="tx1">
                    <a:lumMod val="50000"/>
                    <a:lumOff val="50000"/>
                  </a:schemeClr>
                </a:solidFill>
                <a:latin typeface="+mn-ea"/>
              </a:rPr>
              <a:t>千库网商务办公系列</a:t>
            </a:r>
            <a:r>
              <a:rPr kumimoji="1" lang="en-US" altLang="zh-CN" sz="1200" dirty="0">
                <a:solidFill>
                  <a:schemeClr val="tx1">
                    <a:lumMod val="50000"/>
                    <a:lumOff val="50000"/>
                  </a:schemeClr>
                </a:solidFill>
                <a:latin typeface="+mn-ea"/>
              </a:rPr>
              <a:t>PPT</a:t>
            </a:r>
            <a:r>
              <a:rPr kumimoji="1" lang="zh-CN" altLang="en-US" sz="1200" dirty="0">
                <a:solidFill>
                  <a:schemeClr val="tx1">
                    <a:lumMod val="50000"/>
                    <a:lumOff val="50000"/>
                  </a:schemeClr>
                </a:solidFill>
                <a:latin typeface="+mn-ea"/>
              </a:rPr>
              <a:t>模板</a:t>
            </a:r>
            <a:endParaRPr kumimoji="1" lang="zh-CN" altLang="en-US" sz="1200" dirty="0">
              <a:solidFill>
                <a:schemeClr val="tx1">
                  <a:lumMod val="50000"/>
                  <a:lumOff val="50000"/>
                </a:schemeClr>
              </a:solidFill>
              <a:latin typeface="+mn-ea"/>
            </a:endParaRPr>
          </a:p>
        </p:txBody>
      </p:sp>
      <p:sp>
        <p:nvSpPr>
          <p:cNvPr id="25" name="椭圆 24"/>
          <p:cNvSpPr/>
          <p:nvPr/>
        </p:nvSpPr>
        <p:spPr>
          <a:xfrm>
            <a:off x="10193853" y="2774527"/>
            <a:ext cx="3186449" cy="3186449"/>
          </a:xfrm>
          <a:prstGeom prst="ellips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椭圆 25"/>
          <p:cNvSpPr/>
          <p:nvPr/>
        </p:nvSpPr>
        <p:spPr>
          <a:xfrm>
            <a:off x="347797" y="6457930"/>
            <a:ext cx="877118" cy="877118"/>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p:nvSpPr>
        <p:spPr>
          <a:xfrm>
            <a:off x="895755" y="6457930"/>
            <a:ext cx="877118" cy="877118"/>
          </a:xfrm>
          <a:prstGeom prst="ellips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8" name="组合 27"/>
          <p:cNvGrpSpPr/>
          <p:nvPr/>
        </p:nvGrpSpPr>
        <p:grpSpPr>
          <a:xfrm rot="5400000">
            <a:off x="8334508" y="5548495"/>
            <a:ext cx="248919" cy="807719"/>
            <a:chOff x="8648700" y="1473200"/>
            <a:chExt cx="248919" cy="807719"/>
          </a:xfrm>
        </p:grpSpPr>
        <p:grpSp>
          <p:nvGrpSpPr>
            <p:cNvPr id="29" name="组合 28"/>
            <p:cNvGrpSpPr/>
            <p:nvPr/>
          </p:nvGrpSpPr>
          <p:grpSpPr>
            <a:xfrm>
              <a:off x="8648700" y="1473200"/>
              <a:ext cx="248919" cy="45719"/>
              <a:chOff x="8420100" y="1473200"/>
              <a:chExt cx="248919" cy="45719"/>
            </a:xfrm>
          </p:grpSpPr>
          <p:sp>
            <p:nvSpPr>
              <p:cNvPr id="39" name="椭圆 38"/>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椭圆 39"/>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0" name="组合 29"/>
            <p:cNvGrpSpPr/>
            <p:nvPr/>
          </p:nvGrpSpPr>
          <p:grpSpPr>
            <a:xfrm>
              <a:off x="8648700" y="1727200"/>
              <a:ext cx="248919" cy="45719"/>
              <a:chOff x="8420100" y="1473200"/>
              <a:chExt cx="248919" cy="45719"/>
            </a:xfrm>
          </p:grpSpPr>
          <p:sp>
            <p:nvSpPr>
              <p:cNvPr id="37" name="椭圆 36"/>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1" name="组合 30"/>
            <p:cNvGrpSpPr/>
            <p:nvPr/>
          </p:nvGrpSpPr>
          <p:grpSpPr>
            <a:xfrm>
              <a:off x="8648700" y="1981200"/>
              <a:ext cx="248919" cy="45719"/>
              <a:chOff x="8420100" y="1473200"/>
              <a:chExt cx="248919" cy="45719"/>
            </a:xfrm>
          </p:grpSpPr>
          <p:sp>
            <p:nvSpPr>
              <p:cNvPr id="35" name="椭圆 34"/>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2" name="组合 31"/>
            <p:cNvGrpSpPr/>
            <p:nvPr/>
          </p:nvGrpSpPr>
          <p:grpSpPr>
            <a:xfrm>
              <a:off x="8648700" y="2235200"/>
              <a:ext cx="248919" cy="45719"/>
              <a:chOff x="8420100" y="1473200"/>
              <a:chExt cx="248919" cy="45719"/>
            </a:xfrm>
          </p:grpSpPr>
          <p:sp>
            <p:nvSpPr>
              <p:cNvPr id="33" name="椭圆 32"/>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椭圆 33"/>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54" name="三角形 53"/>
          <p:cNvSpPr/>
          <p:nvPr/>
        </p:nvSpPr>
        <p:spPr>
          <a:xfrm>
            <a:off x="8817108" y="526925"/>
            <a:ext cx="869724" cy="749763"/>
          </a:xfrm>
          <a:prstGeom prst="triangl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三角形 54"/>
          <p:cNvSpPr/>
          <p:nvPr/>
        </p:nvSpPr>
        <p:spPr>
          <a:xfrm>
            <a:off x="9505407" y="1377751"/>
            <a:ext cx="439050" cy="378491"/>
          </a:xfrm>
          <a:prstGeom prst="triangl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文本框 1"/>
          <p:cNvSpPr txBox="1"/>
          <p:nvPr/>
        </p:nvSpPr>
        <p:spPr>
          <a:xfrm>
            <a:off x="688809" y="2723481"/>
            <a:ext cx="6887978" cy="1323439"/>
          </a:xfrm>
          <a:prstGeom prst="rect">
            <a:avLst/>
          </a:prstGeom>
          <a:noFill/>
        </p:spPr>
        <p:txBody>
          <a:bodyPr wrap="square" rtlCol="0">
            <a:spAutoFit/>
          </a:bodyPr>
          <a:lstStyle/>
          <a:p>
            <a:pPr algn="dist"/>
            <a:r>
              <a:rPr kumimoji="1" lang="zh-CN" altLang="en-US" sz="8000" dirty="0">
                <a:solidFill>
                  <a:srgbClr val="313159"/>
                </a:solidFill>
                <a:latin typeface="+mj-ea"/>
                <a:ea typeface="+mj-ea"/>
              </a:rPr>
              <a:t>运营方案制定</a:t>
            </a:r>
            <a:endParaRPr kumimoji="1" lang="zh-CN" altLang="en-US" sz="8000" dirty="0">
              <a:solidFill>
                <a:srgbClr val="313159"/>
              </a:solidFill>
              <a:latin typeface="+mj-ea"/>
              <a:ea typeface="+mj-ea"/>
            </a:endParaRPr>
          </a:p>
        </p:txBody>
      </p:sp>
      <p:sp>
        <p:nvSpPr>
          <p:cNvPr id="3" name="文本框 2"/>
          <p:cNvSpPr txBox="1"/>
          <p:nvPr/>
        </p:nvSpPr>
        <p:spPr>
          <a:xfrm>
            <a:off x="739609" y="2319911"/>
            <a:ext cx="3153427" cy="523220"/>
          </a:xfrm>
          <a:prstGeom prst="rect">
            <a:avLst/>
          </a:prstGeom>
          <a:noFill/>
        </p:spPr>
        <p:txBody>
          <a:bodyPr wrap="none" rtlCol="0">
            <a:spAutoFit/>
          </a:bodyPr>
          <a:lstStyle/>
          <a:p>
            <a:r>
              <a:rPr kumimoji="1" lang="zh-CN" altLang="en-US" sz="2800" dirty="0">
                <a:solidFill>
                  <a:schemeClr val="tx1">
                    <a:lumMod val="75000"/>
                    <a:lumOff val="25000"/>
                  </a:schemeClr>
                </a:solidFill>
                <a:latin typeface="+mj-ea"/>
                <a:ea typeface="+mj-ea"/>
              </a:rPr>
              <a:t>第二部分 </a:t>
            </a:r>
            <a:r>
              <a:rPr kumimoji="1" lang="en-US" altLang="zh-CN" sz="2800" dirty="0">
                <a:solidFill>
                  <a:schemeClr val="tx1">
                    <a:lumMod val="75000"/>
                    <a:lumOff val="25000"/>
                  </a:schemeClr>
                </a:solidFill>
                <a:latin typeface="+mj-ea"/>
                <a:ea typeface="+mj-ea"/>
              </a:rPr>
              <a:t>PART</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02</a:t>
            </a:r>
            <a:endParaRPr kumimoji="1" lang="zh-CN" altLang="en-US" sz="2800" dirty="0">
              <a:solidFill>
                <a:schemeClr val="tx1">
                  <a:lumMod val="75000"/>
                  <a:lumOff val="25000"/>
                </a:schemeClr>
              </a:solidFill>
              <a:latin typeface="+mj-ea"/>
              <a:ea typeface="+mj-ea"/>
            </a:endParaRPr>
          </a:p>
        </p:txBody>
      </p:sp>
      <p:sp>
        <p:nvSpPr>
          <p:cNvPr id="4" name="文本框 3"/>
          <p:cNvSpPr txBox="1"/>
          <p:nvPr/>
        </p:nvSpPr>
        <p:spPr>
          <a:xfrm>
            <a:off x="701509" y="3996454"/>
            <a:ext cx="6887978" cy="535852"/>
          </a:xfrm>
          <a:prstGeom prst="rect">
            <a:avLst/>
          </a:prstGeom>
          <a:noFill/>
        </p:spPr>
        <p:txBody>
          <a:bodyPr wrap="square" rtlCol="0">
            <a:spAutoFit/>
          </a:bodyPr>
          <a:lstStyle/>
          <a:p>
            <a:pPr>
              <a:lnSpc>
                <a:spcPct val="150000"/>
              </a:lnSpc>
            </a:pPr>
            <a:r>
              <a:rPr lang="en-GB" altLang="zh-CN" sz="1050" dirty="0">
                <a:solidFill>
                  <a:schemeClr val="bg1">
                    <a:lumMod val="50000"/>
                  </a:schemeClr>
                </a:solidFill>
                <a:latin typeface="+mn-ea"/>
              </a:rPr>
              <a:t>your content is entered here, or by copying your text, select paste in this box and choose to retain only text. your content is typed here, or by copying your text, select paste in this box.</a:t>
            </a:r>
            <a:endParaRPr lang="en-GB" altLang="zh-CN" sz="1050" dirty="0">
              <a:solidFill>
                <a:schemeClr val="bg1">
                  <a:lumMod val="50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74011" y="239999"/>
            <a:ext cx="2550426" cy="523220"/>
          </a:xfrm>
          <a:prstGeom prst="rect">
            <a:avLst/>
          </a:prstGeom>
          <a:noFill/>
        </p:spPr>
        <p:txBody>
          <a:bodyPr wrap="square" rtlCol="0">
            <a:spAutoFit/>
          </a:bodyPr>
          <a:lstStyle/>
          <a:p>
            <a:pPr algn="dist"/>
            <a:r>
              <a:rPr kumimoji="1" lang="zh-CN" altLang="en-US" sz="2800" dirty="0">
                <a:solidFill>
                  <a:srgbClr val="313159"/>
                </a:solidFill>
                <a:latin typeface="+mj-ea"/>
                <a:ea typeface="+mj-ea"/>
              </a:rPr>
              <a:t>运营方案制定</a:t>
            </a:r>
            <a:endParaRPr kumimoji="1" lang="zh-CN" altLang="en-US" sz="2800" dirty="0">
              <a:solidFill>
                <a:srgbClr val="313159"/>
              </a:solidFill>
              <a:latin typeface="+mj-ea"/>
              <a:ea typeface="+mj-ea"/>
            </a:endParaRPr>
          </a:p>
        </p:txBody>
      </p:sp>
      <p:sp>
        <p:nvSpPr>
          <p:cNvPr id="3" name="文本框 2"/>
          <p:cNvSpPr txBox="1"/>
          <p:nvPr/>
        </p:nvSpPr>
        <p:spPr>
          <a:xfrm>
            <a:off x="1192975" y="712419"/>
            <a:ext cx="2531462" cy="215444"/>
          </a:xfrm>
          <a:prstGeom prst="rect">
            <a:avLst/>
          </a:prstGeom>
          <a:noFill/>
        </p:spPr>
        <p:txBody>
          <a:bodyPr wrap="none" rtlCol="0">
            <a:spAutoFit/>
          </a:bodyPr>
          <a:lstStyle/>
          <a:p>
            <a:r>
              <a:rPr lang="en-GB" altLang="zh-CN" sz="800" dirty="0">
                <a:solidFill>
                  <a:schemeClr val="tx1">
                    <a:lumMod val="50000"/>
                    <a:lumOff val="50000"/>
                  </a:schemeClr>
                </a:solidFill>
                <a:latin typeface="+mn-ea"/>
              </a:rPr>
              <a:t>FILL IN THE TEXT OF THE DOCUMENT TITLE HERE</a:t>
            </a:r>
            <a:endParaRPr lang="en-GB" altLang="zh-CN" sz="800" dirty="0">
              <a:solidFill>
                <a:schemeClr val="tx1">
                  <a:lumMod val="50000"/>
                  <a:lumOff val="50000"/>
                </a:schemeClr>
              </a:solidFill>
              <a:latin typeface="+mn-ea"/>
            </a:endParaRPr>
          </a:p>
        </p:txBody>
      </p:sp>
      <p:sp>
        <p:nvSpPr>
          <p:cNvPr id="4" name="圆角矩形 3"/>
          <p:cNvSpPr/>
          <p:nvPr/>
        </p:nvSpPr>
        <p:spPr>
          <a:xfrm>
            <a:off x="985933" y="1603898"/>
            <a:ext cx="4551267" cy="4031654"/>
          </a:xfrm>
          <a:prstGeom prst="roundRect">
            <a:avLst>
              <a:gd name="adj" fmla="val 2756"/>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5" name="圆角矩形 4"/>
          <p:cNvSpPr/>
          <p:nvPr/>
        </p:nvSpPr>
        <p:spPr>
          <a:xfrm>
            <a:off x="1264025" y="3175645"/>
            <a:ext cx="4704975" cy="1105718"/>
          </a:xfrm>
          <a:prstGeom prst="roundRect">
            <a:avLst>
              <a:gd name="adj" fmla="val 8627"/>
            </a:avLst>
          </a:prstGeom>
          <a:solidFill>
            <a:srgbClr val="31315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6" name="文本框 5"/>
          <p:cNvSpPr txBox="1"/>
          <p:nvPr/>
        </p:nvSpPr>
        <p:spPr>
          <a:xfrm>
            <a:off x="7115236" y="1842299"/>
            <a:ext cx="3647152" cy="923330"/>
          </a:xfrm>
          <a:prstGeom prst="rect">
            <a:avLst/>
          </a:prstGeom>
          <a:noFill/>
        </p:spPr>
        <p:txBody>
          <a:bodyPr wrap="none" rtlCol="0">
            <a:spAutoFit/>
          </a:bodyPr>
          <a:lstStyle/>
          <a:p>
            <a:r>
              <a:rPr kumimoji="1" lang="en-US" altLang="zh-CN" sz="5400" dirty="0">
                <a:solidFill>
                  <a:schemeClr val="tx1">
                    <a:lumMod val="75000"/>
                    <a:lumOff val="25000"/>
                  </a:schemeClr>
                </a:solidFill>
                <a:latin typeface="+mj-ea"/>
                <a:ea typeface="+mj-ea"/>
              </a:rPr>
              <a:t>BUSINESS</a:t>
            </a:r>
            <a:endParaRPr kumimoji="1" lang="zh-CN" altLang="en-US" sz="1050" dirty="0">
              <a:solidFill>
                <a:schemeClr val="tx1">
                  <a:lumMod val="75000"/>
                  <a:lumOff val="25000"/>
                </a:schemeClr>
              </a:solidFill>
              <a:latin typeface="+mn-ea"/>
            </a:endParaRPr>
          </a:p>
        </p:txBody>
      </p:sp>
      <p:sp>
        <p:nvSpPr>
          <p:cNvPr id="7" name="矩形 6"/>
          <p:cNvSpPr/>
          <p:nvPr/>
        </p:nvSpPr>
        <p:spPr>
          <a:xfrm>
            <a:off x="7246835" y="2831717"/>
            <a:ext cx="2115851" cy="45719"/>
          </a:xfrm>
          <a:prstGeom prst="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p:cNvSpPr txBox="1"/>
          <p:nvPr/>
        </p:nvSpPr>
        <p:spPr>
          <a:xfrm>
            <a:off x="6909613" y="3032710"/>
            <a:ext cx="4234262" cy="2038187"/>
          </a:xfrm>
          <a:prstGeom prst="rect">
            <a:avLst/>
          </a:prstGeom>
          <a:noFill/>
        </p:spPr>
        <p:txBody>
          <a:bodyPr wrap="square" rtlCol="0">
            <a:spAutoFit/>
          </a:bodyPr>
          <a:lstStyle/>
          <a:p>
            <a:pPr marL="228600" indent="-228600">
              <a:lnSpc>
                <a:spcPct val="130000"/>
              </a:lnSpc>
              <a:buFont typeface="+mj-lt"/>
              <a:buAutoNum type="arabicPeriod"/>
            </a:pPr>
            <a:r>
              <a:rPr kumimoji="1" lang="zh-CN" altLang="en-US" sz="1100" dirty="0">
                <a:solidFill>
                  <a:schemeClr val="tx1">
                    <a:lumMod val="50000"/>
                    <a:lumOff val="50000"/>
                  </a:schemeClr>
                </a:solidFill>
                <a:latin typeface="+mn-ea"/>
                <a:cs typeface="+mn-ea"/>
                <a:sym typeface="+mn-lt"/>
              </a:rPr>
              <a:t>您的内容打在这里，或者通过复制您的文本后，在此框中选择粘贴，并选择只保留文字。</a:t>
            </a:r>
            <a:endParaRPr kumimoji="1" lang="en-US" altLang="zh-CN" sz="1100" dirty="0">
              <a:solidFill>
                <a:schemeClr val="tx1">
                  <a:lumMod val="50000"/>
                  <a:lumOff val="50000"/>
                </a:schemeClr>
              </a:solidFill>
              <a:latin typeface="+mn-ea"/>
              <a:cs typeface="+mn-ea"/>
              <a:sym typeface="+mn-lt"/>
            </a:endParaRPr>
          </a:p>
          <a:p>
            <a:pPr marL="228600" indent="-228600">
              <a:lnSpc>
                <a:spcPct val="130000"/>
              </a:lnSpc>
              <a:buFont typeface="+mj-lt"/>
              <a:buAutoNum type="arabicPeriod"/>
            </a:pPr>
            <a:endParaRPr kumimoji="1" lang="en-US" altLang="zh-CN" sz="1100" dirty="0">
              <a:solidFill>
                <a:schemeClr val="tx1">
                  <a:lumMod val="50000"/>
                  <a:lumOff val="50000"/>
                </a:schemeClr>
              </a:solidFill>
              <a:latin typeface="+mn-ea"/>
              <a:cs typeface="+mn-ea"/>
              <a:sym typeface="+mn-lt"/>
            </a:endParaRPr>
          </a:p>
          <a:p>
            <a:pPr marL="228600" indent="-228600">
              <a:lnSpc>
                <a:spcPct val="130000"/>
              </a:lnSpc>
              <a:buFont typeface="+mj-lt"/>
              <a:buAutoNum type="arabicPeriod"/>
            </a:pPr>
            <a:r>
              <a:rPr kumimoji="1" lang="zh-CN" altLang="en-US" sz="1100" dirty="0">
                <a:solidFill>
                  <a:schemeClr val="tx1">
                    <a:lumMod val="50000"/>
                    <a:lumOff val="50000"/>
                  </a:schemeClr>
                </a:solidFill>
                <a:latin typeface="+mn-ea"/>
                <a:cs typeface="+mn-ea"/>
                <a:sym typeface="+mn-lt"/>
              </a:rPr>
              <a:t>在此录入上述图表的综合描述说明，或者通过复制您的文本后，在此框中选择粘贴，并选择只保留文字。您的内容打在这里，或者通过复制您的文本后。</a:t>
            </a:r>
            <a:endParaRPr kumimoji="1" lang="en-US" altLang="zh-CN" sz="1100" dirty="0">
              <a:solidFill>
                <a:schemeClr val="tx1">
                  <a:lumMod val="50000"/>
                  <a:lumOff val="50000"/>
                </a:schemeClr>
              </a:solidFill>
              <a:latin typeface="+mn-ea"/>
              <a:cs typeface="+mn-ea"/>
              <a:sym typeface="+mn-lt"/>
            </a:endParaRPr>
          </a:p>
          <a:p>
            <a:pPr marL="228600" indent="-228600">
              <a:lnSpc>
                <a:spcPct val="130000"/>
              </a:lnSpc>
              <a:buFont typeface="+mj-lt"/>
              <a:buAutoNum type="arabicPeriod"/>
            </a:pPr>
            <a:endParaRPr kumimoji="1" lang="en-US" altLang="zh-CN" sz="1100" dirty="0">
              <a:solidFill>
                <a:schemeClr val="tx1">
                  <a:lumMod val="50000"/>
                  <a:lumOff val="50000"/>
                </a:schemeClr>
              </a:solidFill>
              <a:latin typeface="+mn-ea"/>
              <a:cs typeface="+mn-ea"/>
              <a:sym typeface="+mn-lt"/>
            </a:endParaRPr>
          </a:p>
          <a:p>
            <a:pPr marL="228600" indent="-228600">
              <a:lnSpc>
                <a:spcPct val="130000"/>
              </a:lnSpc>
              <a:buFont typeface="+mj-lt"/>
              <a:buAutoNum type="arabicPeriod"/>
            </a:pPr>
            <a:r>
              <a:rPr kumimoji="1" lang="zh-CN" altLang="en-US" sz="1100" dirty="0">
                <a:solidFill>
                  <a:schemeClr val="tx1">
                    <a:lumMod val="50000"/>
                    <a:lumOff val="50000"/>
                  </a:schemeClr>
                </a:solidFill>
                <a:latin typeface="+mn-ea"/>
                <a:cs typeface="+mn-ea"/>
                <a:sym typeface="+mn-lt"/>
              </a:rPr>
              <a:t>您的内容打在这里，或者通过复制您的文本后，在此框中选择粘贴，并选择只保留文字。</a:t>
            </a:r>
            <a:endParaRPr kumimoji="1" lang="en-US" altLang="zh-CN" sz="1100" dirty="0">
              <a:solidFill>
                <a:schemeClr val="tx1">
                  <a:lumMod val="50000"/>
                  <a:lumOff val="50000"/>
                </a:schemeClr>
              </a:solidFill>
              <a:latin typeface="+mn-ea"/>
              <a:cs typeface="+mn-ea"/>
              <a:sym typeface="+mn-lt"/>
            </a:endParaRPr>
          </a:p>
        </p:txBody>
      </p:sp>
      <p:sp>
        <p:nvSpPr>
          <p:cNvPr id="9" name="文本框 8"/>
          <p:cNvSpPr txBox="1"/>
          <p:nvPr/>
        </p:nvSpPr>
        <p:spPr>
          <a:xfrm>
            <a:off x="2197756" y="2338923"/>
            <a:ext cx="3174344" cy="497765"/>
          </a:xfrm>
          <a:prstGeom prst="rect">
            <a:avLst/>
          </a:prstGeom>
          <a:noFill/>
        </p:spPr>
        <p:txBody>
          <a:bodyPr wrap="square" rtlCol="0">
            <a:spAutoFit/>
          </a:bodyPr>
          <a:lstStyle/>
          <a:p>
            <a:pPr>
              <a:lnSpc>
                <a:spcPct val="130000"/>
              </a:lnSpc>
            </a:pPr>
            <a:r>
              <a:rPr kumimoji="1" lang="zh-CN" altLang="en-US" sz="1100" dirty="0">
                <a:solidFill>
                  <a:schemeClr val="tx1">
                    <a:lumMod val="50000"/>
                    <a:lumOff val="50000"/>
                  </a:schemeClr>
                </a:solidFill>
                <a:latin typeface="+mn-ea"/>
                <a:cs typeface="+mn-ea"/>
                <a:sym typeface="+mn-lt"/>
              </a:rPr>
              <a:t>您的内容打在这里，或者通过复制您的文本后，在此框中选择粘贴，并选择只保留文字</a:t>
            </a:r>
            <a:endParaRPr kumimoji="1" lang="zh-CN" altLang="en-US" sz="1100" dirty="0">
              <a:solidFill>
                <a:schemeClr val="tx1">
                  <a:lumMod val="50000"/>
                  <a:lumOff val="50000"/>
                </a:schemeClr>
              </a:solidFill>
              <a:latin typeface="+mn-ea"/>
              <a:cs typeface="+mn-ea"/>
              <a:sym typeface="+mn-lt"/>
            </a:endParaRPr>
          </a:p>
        </p:txBody>
      </p:sp>
      <p:sp>
        <p:nvSpPr>
          <p:cNvPr id="10" name="文本框 9"/>
          <p:cNvSpPr txBox="1"/>
          <p:nvPr/>
        </p:nvSpPr>
        <p:spPr>
          <a:xfrm>
            <a:off x="2197756" y="2080887"/>
            <a:ext cx="1620685" cy="307777"/>
          </a:xfrm>
          <a:prstGeom prst="rect">
            <a:avLst/>
          </a:prstGeom>
          <a:noFill/>
        </p:spPr>
        <p:txBody>
          <a:bodyPr wrap="square" rtlCol="0">
            <a:spAutoFit/>
          </a:bodyPr>
          <a:lstStyle/>
          <a:p>
            <a:pPr algn="dist"/>
            <a:r>
              <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endPar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endParaRPr>
          </a:p>
        </p:txBody>
      </p:sp>
      <p:sp>
        <p:nvSpPr>
          <p:cNvPr id="11" name="文本框 10"/>
          <p:cNvSpPr txBox="1"/>
          <p:nvPr/>
        </p:nvSpPr>
        <p:spPr>
          <a:xfrm>
            <a:off x="2197756" y="4892406"/>
            <a:ext cx="3174344" cy="497765"/>
          </a:xfrm>
          <a:prstGeom prst="rect">
            <a:avLst/>
          </a:prstGeom>
          <a:noFill/>
        </p:spPr>
        <p:txBody>
          <a:bodyPr wrap="square" rtlCol="0">
            <a:spAutoFit/>
          </a:bodyPr>
          <a:lstStyle/>
          <a:p>
            <a:pPr>
              <a:lnSpc>
                <a:spcPct val="130000"/>
              </a:lnSpc>
            </a:pPr>
            <a:r>
              <a:rPr kumimoji="1" lang="zh-CN" altLang="en-US" sz="1100" dirty="0">
                <a:solidFill>
                  <a:schemeClr val="tx1">
                    <a:lumMod val="50000"/>
                    <a:lumOff val="50000"/>
                  </a:schemeClr>
                </a:solidFill>
                <a:latin typeface="+mn-ea"/>
                <a:cs typeface="+mn-ea"/>
                <a:sym typeface="+mn-lt"/>
              </a:rPr>
              <a:t>您的内容打在这里，或者通过复制您的文本后，在此框中选择粘贴，并选择只保留文字</a:t>
            </a:r>
            <a:endParaRPr kumimoji="1" lang="zh-CN" altLang="en-US" sz="1100" dirty="0">
              <a:solidFill>
                <a:schemeClr val="tx1">
                  <a:lumMod val="50000"/>
                  <a:lumOff val="50000"/>
                </a:schemeClr>
              </a:solidFill>
              <a:latin typeface="+mn-ea"/>
              <a:cs typeface="+mn-ea"/>
              <a:sym typeface="+mn-lt"/>
            </a:endParaRPr>
          </a:p>
        </p:txBody>
      </p:sp>
      <p:sp>
        <p:nvSpPr>
          <p:cNvPr id="12" name="文本框 11"/>
          <p:cNvSpPr txBox="1"/>
          <p:nvPr/>
        </p:nvSpPr>
        <p:spPr>
          <a:xfrm>
            <a:off x="2197756" y="4634370"/>
            <a:ext cx="1620685" cy="307777"/>
          </a:xfrm>
          <a:prstGeom prst="rect">
            <a:avLst/>
          </a:prstGeom>
          <a:noFill/>
        </p:spPr>
        <p:txBody>
          <a:bodyPr wrap="square" rtlCol="0">
            <a:spAutoFit/>
          </a:bodyPr>
          <a:lstStyle/>
          <a:p>
            <a:pPr algn="dist"/>
            <a:r>
              <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endPar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endParaRPr>
          </a:p>
        </p:txBody>
      </p:sp>
      <p:sp>
        <p:nvSpPr>
          <p:cNvPr id="13" name="文本框 12"/>
          <p:cNvSpPr txBox="1"/>
          <p:nvPr/>
        </p:nvSpPr>
        <p:spPr>
          <a:xfrm>
            <a:off x="2197756" y="3579439"/>
            <a:ext cx="3655635" cy="497765"/>
          </a:xfrm>
          <a:prstGeom prst="rect">
            <a:avLst/>
          </a:prstGeom>
          <a:noFill/>
        </p:spPr>
        <p:txBody>
          <a:bodyPr wrap="square" rtlCol="0">
            <a:spAutoFit/>
          </a:bodyPr>
          <a:lstStyle/>
          <a:p>
            <a:pPr>
              <a:lnSpc>
                <a:spcPct val="130000"/>
              </a:lnSpc>
            </a:pPr>
            <a:r>
              <a:rPr kumimoji="1" lang="zh-CN" altLang="en-US" sz="1100" dirty="0">
                <a:solidFill>
                  <a:schemeClr val="bg1"/>
                </a:solidFill>
                <a:latin typeface="+mn-ea"/>
                <a:cs typeface="+mn-ea"/>
                <a:sym typeface="+mn-lt"/>
              </a:rPr>
              <a:t>您的内容打在这里，或者通过复制您的文本后，在此框中选择粘贴，并选择只保留文字</a:t>
            </a:r>
            <a:endParaRPr kumimoji="1" lang="zh-CN" altLang="en-US" sz="1100" dirty="0">
              <a:solidFill>
                <a:schemeClr val="bg1"/>
              </a:solidFill>
              <a:latin typeface="+mn-ea"/>
              <a:cs typeface="+mn-ea"/>
              <a:sym typeface="+mn-lt"/>
            </a:endParaRPr>
          </a:p>
        </p:txBody>
      </p:sp>
      <p:sp>
        <p:nvSpPr>
          <p:cNvPr id="14" name="文本框 13"/>
          <p:cNvSpPr txBox="1"/>
          <p:nvPr/>
        </p:nvSpPr>
        <p:spPr>
          <a:xfrm>
            <a:off x="2197756" y="3321403"/>
            <a:ext cx="1620685" cy="307777"/>
          </a:xfrm>
          <a:prstGeom prst="rect">
            <a:avLst/>
          </a:prstGeom>
          <a:noFill/>
        </p:spPr>
        <p:txBody>
          <a:bodyPr wrap="square" rtlCol="0">
            <a:spAutoFit/>
          </a:bodyPr>
          <a:lstStyle/>
          <a:p>
            <a:pPr algn="dist"/>
            <a:r>
              <a:rPr kumimoji="1" lang="zh-CN" altLang="en-US" sz="1400" b="1" dirty="0">
                <a:solidFill>
                  <a:schemeClr val="bg1"/>
                </a:solidFill>
                <a:latin typeface="Source Han Sans CN Bold" panose="020B0500000000000000" pitchFamily="34" charset="-128"/>
                <a:ea typeface="Source Han Sans CN Bold" panose="020B0500000000000000" pitchFamily="34" charset="-128"/>
                <a:cs typeface="+mn-ea"/>
                <a:sym typeface="+mn-lt"/>
              </a:rPr>
              <a:t>输入标题文字内容</a:t>
            </a:r>
            <a:endParaRPr kumimoji="1" lang="zh-CN" altLang="en-US" sz="1400" b="1" dirty="0">
              <a:solidFill>
                <a:schemeClr val="bg1"/>
              </a:solidFill>
              <a:latin typeface="Source Han Sans CN Bold" panose="020B0500000000000000" pitchFamily="34" charset="-128"/>
              <a:ea typeface="Source Han Sans CN Bold" panose="020B0500000000000000" pitchFamily="34" charset="-128"/>
              <a:cs typeface="+mn-ea"/>
              <a:sym typeface="+mn-lt"/>
            </a:endParaRPr>
          </a:p>
        </p:txBody>
      </p:sp>
      <p:sp>
        <p:nvSpPr>
          <p:cNvPr id="15" name="Freeform 21"/>
          <p:cNvSpPr>
            <a:spLocks noEditPoints="1"/>
          </p:cNvSpPr>
          <p:nvPr/>
        </p:nvSpPr>
        <p:spPr bwMode="auto">
          <a:xfrm>
            <a:off x="1639831" y="2189170"/>
            <a:ext cx="450359" cy="497765"/>
          </a:xfrm>
          <a:custGeom>
            <a:avLst/>
            <a:gdLst>
              <a:gd name="T0" fmla="*/ 126 w 186"/>
              <a:gd name="T1" fmla="*/ 74 h 205"/>
              <a:gd name="T2" fmla="*/ 93 w 186"/>
              <a:gd name="T3" fmla="*/ 106 h 205"/>
              <a:gd name="T4" fmla="*/ 59 w 186"/>
              <a:gd name="T5" fmla="*/ 74 h 205"/>
              <a:gd name="T6" fmla="*/ 57 w 186"/>
              <a:gd name="T7" fmla="*/ 74 h 205"/>
              <a:gd name="T8" fmla="*/ 51 w 186"/>
              <a:gd name="T9" fmla="*/ 70 h 205"/>
              <a:gd name="T10" fmla="*/ 48 w 186"/>
              <a:gd name="T11" fmla="*/ 53 h 205"/>
              <a:gd name="T12" fmla="*/ 53 w 186"/>
              <a:gd name="T13" fmla="*/ 47 h 205"/>
              <a:gd name="T14" fmla="*/ 54 w 186"/>
              <a:gd name="T15" fmla="*/ 47 h 205"/>
              <a:gd name="T16" fmla="*/ 53 w 186"/>
              <a:gd name="T17" fmla="*/ 39 h 205"/>
              <a:gd name="T18" fmla="*/ 53 w 186"/>
              <a:gd name="T19" fmla="*/ 33 h 205"/>
              <a:gd name="T20" fmla="*/ 80 w 186"/>
              <a:gd name="T21" fmla="*/ 6 h 205"/>
              <a:gd name="T22" fmla="*/ 83 w 186"/>
              <a:gd name="T23" fmla="*/ 6 h 205"/>
              <a:gd name="T24" fmla="*/ 83 w 186"/>
              <a:gd name="T25" fmla="*/ 4 h 205"/>
              <a:gd name="T26" fmla="*/ 108 w 186"/>
              <a:gd name="T27" fmla="*/ 5 h 205"/>
              <a:gd name="T28" fmla="*/ 115 w 186"/>
              <a:gd name="T29" fmla="*/ 8 h 205"/>
              <a:gd name="T30" fmla="*/ 131 w 186"/>
              <a:gd name="T31" fmla="*/ 33 h 205"/>
              <a:gd name="T32" fmla="*/ 131 w 186"/>
              <a:gd name="T33" fmla="*/ 39 h 205"/>
              <a:gd name="T34" fmla="*/ 130 w 186"/>
              <a:gd name="T35" fmla="*/ 47 h 205"/>
              <a:gd name="T36" fmla="*/ 132 w 186"/>
              <a:gd name="T37" fmla="*/ 47 h 205"/>
              <a:gd name="T38" fmla="*/ 137 w 186"/>
              <a:gd name="T39" fmla="*/ 53 h 205"/>
              <a:gd name="T40" fmla="*/ 134 w 186"/>
              <a:gd name="T41" fmla="*/ 70 h 205"/>
              <a:gd name="T42" fmla="*/ 128 w 186"/>
              <a:gd name="T43" fmla="*/ 74 h 205"/>
              <a:gd name="T44" fmla="*/ 126 w 186"/>
              <a:gd name="T45" fmla="*/ 74 h 205"/>
              <a:gd name="T46" fmla="*/ 120 w 186"/>
              <a:gd name="T47" fmla="*/ 178 h 205"/>
              <a:gd name="T48" fmla="*/ 149 w 186"/>
              <a:gd name="T49" fmla="*/ 178 h 205"/>
              <a:gd name="T50" fmla="*/ 149 w 186"/>
              <a:gd name="T51" fmla="*/ 184 h 205"/>
              <a:gd name="T52" fmla="*/ 120 w 186"/>
              <a:gd name="T53" fmla="*/ 184 h 205"/>
              <a:gd name="T54" fmla="*/ 120 w 186"/>
              <a:gd name="T55" fmla="*/ 178 h 205"/>
              <a:gd name="T56" fmla="*/ 93 w 186"/>
              <a:gd name="T57" fmla="*/ 124 h 205"/>
              <a:gd name="T58" fmla="*/ 105 w 186"/>
              <a:gd name="T59" fmla="*/ 124 h 205"/>
              <a:gd name="T60" fmla="*/ 98 w 186"/>
              <a:gd name="T61" fmla="*/ 138 h 205"/>
              <a:gd name="T62" fmla="*/ 107 w 186"/>
              <a:gd name="T63" fmla="*/ 205 h 205"/>
              <a:gd name="T64" fmla="*/ 79 w 186"/>
              <a:gd name="T65" fmla="*/ 205 h 205"/>
              <a:gd name="T66" fmla="*/ 88 w 186"/>
              <a:gd name="T67" fmla="*/ 138 h 205"/>
              <a:gd name="T68" fmla="*/ 81 w 186"/>
              <a:gd name="T69" fmla="*/ 124 h 205"/>
              <a:gd name="T70" fmla="*/ 93 w 186"/>
              <a:gd name="T71" fmla="*/ 124 h 205"/>
              <a:gd name="T72" fmla="*/ 5 w 186"/>
              <a:gd name="T73" fmla="*/ 205 h 205"/>
              <a:gd name="T74" fmla="*/ 0 w 186"/>
              <a:gd name="T75" fmla="*/ 156 h 205"/>
              <a:gd name="T76" fmla="*/ 0 w 186"/>
              <a:gd name="T77" fmla="*/ 152 h 205"/>
              <a:gd name="T78" fmla="*/ 19 w 186"/>
              <a:gd name="T79" fmla="*/ 134 h 205"/>
              <a:gd name="T80" fmla="*/ 59 w 186"/>
              <a:gd name="T81" fmla="*/ 119 h 205"/>
              <a:gd name="T82" fmla="*/ 60 w 186"/>
              <a:gd name="T83" fmla="*/ 119 h 205"/>
              <a:gd name="T84" fmla="*/ 76 w 186"/>
              <a:gd name="T85" fmla="*/ 205 h 205"/>
              <a:gd name="T86" fmla="*/ 5 w 186"/>
              <a:gd name="T87" fmla="*/ 205 h 205"/>
              <a:gd name="T88" fmla="*/ 181 w 186"/>
              <a:gd name="T89" fmla="*/ 205 h 205"/>
              <a:gd name="T90" fmla="*/ 110 w 186"/>
              <a:gd name="T91" fmla="*/ 205 h 205"/>
              <a:gd name="T92" fmla="*/ 126 w 186"/>
              <a:gd name="T93" fmla="*/ 119 h 205"/>
              <a:gd name="T94" fmla="*/ 127 w 186"/>
              <a:gd name="T95" fmla="*/ 119 h 205"/>
              <a:gd name="T96" fmla="*/ 167 w 186"/>
              <a:gd name="T97" fmla="*/ 134 h 205"/>
              <a:gd name="T98" fmla="*/ 186 w 186"/>
              <a:gd name="T99" fmla="*/ 152 h 205"/>
              <a:gd name="T100" fmla="*/ 186 w 186"/>
              <a:gd name="T101" fmla="*/ 156 h 205"/>
              <a:gd name="T102" fmla="*/ 181 w 186"/>
              <a:gd name="T103"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86" h="205">
                <a:moveTo>
                  <a:pt x="126" y="74"/>
                </a:moveTo>
                <a:cubicBezTo>
                  <a:pt x="121" y="92"/>
                  <a:pt x="107" y="106"/>
                  <a:pt x="93" y="106"/>
                </a:cubicBezTo>
                <a:cubicBezTo>
                  <a:pt x="79" y="106"/>
                  <a:pt x="65" y="92"/>
                  <a:pt x="59" y="74"/>
                </a:cubicBezTo>
                <a:cubicBezTo>
                  <a:pt x="57" y="74"/>
                  <a:pt x="57" y="74"/>
                  <a:pt x="57" y="74"/>
                </a:cubicBezTo>
                <a:cubicBezTo>
                  <a:pt x="54" y="74"/>
                  <a:pt x="51" y="72"/>
                  <a:pt x="51" y="70"/>
                </a:cubicBezTo>
                <a:cubicBezTo>
                  <a:pt x="48" y="53"/>
                  <a:pt x="48" y="53"/>
                  <a:pt x="48" y="53"/>
                </a:cubicBezTo>
                <a:cubicBezTo>
                  <a:pt x="48" y="50"/>
                  <a:pt x="50" y="47"/>
                  <a:pt x="53" y="47"/>
                </a:cubicBezTo>
                <a:cubicBezTo>
                  <a:pt x="54" y="47"/>
                  <a:pt x="54" y="47"/>
                  <a:pt x="54" y="47"/>
                </a:cubicBezTo>
                <a:cubicBezTo>
                  <a:pt x="54" y="44"/>
                  <a:pt x="53" y="41"/>
                  <a:pt x="53" y="39"/>
                </a:cubicBezTo>
                <a:cubicBezTo>
                  <a:pt x="53" y="33"/>
                  <a:pt x="53" y="33"/>
                  <a:pt x="53" y="33"/>
                </a:cubicBezTo>
                <a:cubicBezTo>
                  <a:pt x="53" y="18"/>
                  <a:pt x="65" y="6"/>
                  <a:pt x="80" y="6"/>
                </a:cubicBezTo>
                <a:cubicBezTo>
                  <a:pt x="83" y="6"/>
                  <a:pt x="83" y="6"/>
                  <a:pt x="83" y="6"/>
                </a:cubicBezTo>
                <a:cubicBezTo>
                  <a:pt x="83" y="5"/>
                  <a:pt x="83" y="5"/>
                  <a:pt x="83" y="4"/>
                </a:cubicBezTo>
                <a:cubicBezTo>
                  <a:pt x="85" y="0"/>
                  <a:pt x="96" y="0"/>
                  <a:pt x="108" y="5"/>
                </a:cubicBezTo>
                <a:cubicBezTo>
                  <a:pt x="110" y="6"/>
                  <a:pt x="113" y="7"/>
                  <a:pt x="115" y="8"/>
                </a:cubicBezTo>
                <a:cubicBezTo>
                  <a:pt x="125" y="12"/>
                  <a:pt x="131" y="21"/>
                  <a:pt x="131" y="33"/>
                </a:cubicBezTo>
                <a:cubicBezTo>
                  <a:pt x="131" y="39"/>
                  <a:pt x="131" y="39"/>
                  <a:pt x="131" y="39"/>
                </a:cubicBezTo>
                <a:cubicBezTo>
                  <a:pt x="131" y="41"/>
                  <a:pt x="131" y="44"/>
                  <a:pt x="130" y="47"/>
                </a:cubicBezTo>
                <a:cubicBezTo>
                  <a:pt x="132" y="47"/>
                  <a:pt x="132" y="47"/>
                  <a:pt x="132" y="47"/>
                </a:cubicBezTo>
                <a:cubicBezTo>
                  <a:pt x="135" y="47"/>
                  <a:pt x="137" y="50"/>
                  <a:pt x="137" y="53"/>
                </a:cubicBezTo>
                <a:cubicBezTo>
                  <a:pt x="134" y="70"/>
                  <a:pt x="134" y="70"/>
                  <a:pt x="134" y="70"/>
                </a:cubicBezTo>
                <a:cubicBezTo>
                  <a:pt x="134" y="72"/>
                  <a:pt x="131" y="74"/>
                  <a:pt x="128" y="74"/>
                </a:cubicBezTo>
                <a:cubicBezTo>
                  <a:pt x="126" y="74"/>
                  <a:pt x="126" y="74"/>
                  <a:pt x="126" y="74"/>
                </a:cubicBezTo>
                <a:close/>
                <a:moveTo>
                  <a:pt x="120" y="178"/>
                </a:moveTo>
                <a:cubicBezTo>
                  <a:pt x="149" y="178"/>
                  <a:pt x="149" y="178"/>
                  <a:pt x="149" y="178"/>
                </a:cubicBezTo>
                <a:cubicBezTo>
                  <a:pt x="149" y="184"/>
                  <a:pt x="149" y="184"/>
                  <a:pt x="149" y="184"/>
                </a:cubicBezTo>
                <a:cubicBezTo>
                  <a:pt x="120" y="184"/>
                  <a:pt x="120" y="184"/>
                  <a:pt x="120" y="184"/>
                </a:cubicBezTo>
                <a:cubicBezTo>
                  <a:pt x="120" y="178"/>
                  <a:pt x="120" y="178"/>
                  <a:pt x="120" y="178"/>
                </a:cubicBezTo>
                <a:close/>
                <a:moveTo>
                  <a:pt x="93" y="124"/>
                </a:moveTo>
                <a:cubicBezTo>
                  <a:pt x="105" y="124"/>
                  <a:pt x="105" y="124"/>
                  <a:pt x="105" y="124"/>
                </a:cubicBezTo>
                <a:cubicBezTo>
                  <a:pt x="98" y="138"/>
                  <a:pt x="98" y="138"/>
                  <a:pt x="98" y="138"/>
                </a:cubicBezTo>
                <a:cubicBezTo>
                  <a:pt x="107" y="205"/>
                  <a:pt x="107" y="205"/>
                  <a:pt x="107" y="205"/>
                </a:cubicBezTo>
                <a:cubicBezTo>
                  <a:pt x="79" y="205"/>
                  <a:pt x="79" y="205"/>
                  <a:pt x="79" y="205"/>
                </a:cubicBezTo>
                <a:cubicBezTo>
                  <a:pt x="88" y="138"/>
                  <a:pt x="88" y="138"/>
                  <a:pt x="88" y="138"/>
                </a:cubicBezTo>
                <a:cubicBezTo>
                  <a:pt x="81" y="124"/>
                  <a:pt x="81" y="124"/>
                  <a:pt x="81" y="124"/>
                </a:cubicBezTo>
                <a:cubicBezTo>
                  <a:pt x="93" y="124"/>
                  <a:pt x="93" y="124"/>
                  <a:pt x="93" y="124"/>
                </a:cubicBezTo>
                <a:close/>
                <a:moveTo>
                  <a:pt x="5" y="205"/>
                </a:moveTo>
                <a:cubicBezTo>
                  <a:pt x="0" y="156"/>
                  <a:pt x="0" y="156"/>
                  <a:pt x="0" y="156"/>
                </a:cubicBezTo>
                <a:cubicBezTo>
                  <a:pt x="0" y="152"/>
                  <a:pt x="0" y="152"/>
                  <a:pt x="0" y="152"/>
                </a:cubicBezTo>
                <a:cubicBezTo>
                  <a:pt x="0" y="142"/>
                  <a:pt x="11" y="136"/>
                  <a:pt x="19" y="134"/>
                </a:cubicBezTo>
                <a:cubicBezTo>
                  <a:pt x="27" y="132"/>
                  <a:pt x="50" y="126"/>
                  <a:pt x="59" y="119"/>
                </a:cubicBezTo>
                <a:cubicBezTo>
                  <a:pt x="60" y="119"/>
                  <a:pt x="60" y="119"/>
                  <a:pt x="60" y="119"/>
                </a:cubicBezTo>
                <a:cubicBezTo>
                  <a:pt x="76" y="205"/>
                  <a:pt x="76" y="205"/>
                  <a:pt x="76" y="205"/>
                </a:cubicBezTo>
                <a:cubicBezTo>
                  <a:pt x="5" y="205"/>
                  <a:pt x="5" y="205"/>
                  <a:pt x="5" y="205"/>
                </a:cubicBezTo>
                <a:close/>
                <a:moveTo>
                  <a:pt x="181" y="205"/>
                </a:moveTo>
                <a:cubicBezTo>
                  <a:pt x="110" y="205"/>
                  <a:pt x="110" y="205"/>
                  <a:pt x="110" y="205"/>
                </a:cubicBezTo>
                <a:cubicBezTo>
                  <a:pt x="126" y="119"/>
                  <a:pt x="126" y="119"/>
                  <a:pt x="126" y="119"/>
                </a:cubicBezTo>
                <a:cubicBezTo>
                  <a:pt x="127" y="119"/>
                  <a:pt x="127" y="119"/>
                  <a:pt x="127" y="119"/>
                </a:cubicBezTo>
                <a:cubicBezTo>
                  <a:pt x="136" y="126"/>
                  <a:pt x="159" y="132"/>
                  <a:pt x="167" y="134"/>
                </a:cubicBezTo>
                <a:cubicBezTo>
                  <a:pt x="175" y="136"/>
                  <a:pt x="186" y="142"/>
                  <a:pt x="186" y="152"/>
                </a:cubicBezTo>
                <a:cubicBezTo>
                  <a:pt x="186" y="156"/>
                  <a:pt x="186" y="156"/>
                  <a:pt x="186" y="156"/>
                </a:cubicBezTo>
                <a:cubicBezTo>
                  <a:pt x="181" y="205"/>
                  <a:pt x="181" y="205"/>
                  <a:pt x="181" y="205"/>
                </a:cubicBezTo>
                <a:close/>
              </a:path>
            </a:pathLst>
          </a:custGeom>
          <a:solidFill>
            <a:srgbClr val="313159"/>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16" name="Freeform 60"/>
          <p:cNvSpPr>
            <a:spLocks noEditPoints="1"/>
          </p:cNvSpPr>
          <p:nvPr/>
        </p:nvSpPr>
        <p:spPr bwMode="auto">
          <a:xfrm>
            <a:off x="1627356" y="4710274"/>
            <a:ext cx="402953" cy="484836"/>
          </a:xfrm>
          <a:custGeom>
            <a:avLst/>
            <a:gdLst>
              <a:gd name="T0" fmla="*/ 83 w 166"/>
              <a:gd name="T1" fmla="*/ 0 h 200"/>
              <a:gd name="T2" fmla="*/ 166 w 166"/>
              <a:gd name="T3" fmla="*/ 83 h 200"/>
              <a:gd name="T4" fmla="*/ 112 w 166"/>
              <a:gd name="T5" fmla="*/ 160 h 200"/>
              <a:gd name="T6" fmla="*/ 83 w 166"/>
              <a:gd name="T7" fmla="*/ 200 h 200"/>
              <a:gd name="T8" fmla="*/ 54 w 166"/>
              <a:gd name="T9" fmla="*/ 160 h 200"/>
              <a:gd name="T10" fmla="*/ 0 w 166"/>
              <a:gd name="T11" fmla="*/ 83 h 200"/>
              <a:gd name="T12" fmla="*/ 83 w 166"/>
              <a:gd name="T13" fmla="*/ 0 h 200"/>
              <a:gd name="T14" fmla="*/ 48 w 166"/>
              <a:gd name="T15" fmla="*/ 92 h 200"/>
              <a:gd name="T16" fmla="*/ 48 w 166"/>
              <a:gd name="T17" fmla="*/ 126 h 200"/>
              <a:gd name="T18" fmla="*/ 73 w 166"/>
              <a:gd name="T19" fmla="*/ 126 h 200"/>
              <a:gd name="T20" fmla="*/ 73 w 166"/>
              <a:gd name="T21" fmla="*/ 94 h 200"/>
              <a:gd name="T22" fmla="*/ 94 w 166"/>
              <a:gd name="T23" fmla="*/ 94 h 200"/>
              <a:gd name="T24" fmla="*/ 94 w 166"/>
              <a:gd name="T25" fmla="*/ 126 h 200"/>
              <a:gd name="T26" fmla="*/ 118 w 166"/>
              <a:gd name="T27" fmla="*/ 126 h 200"/>
              <a:gd name="T28" fmla="*/ 118 w 166"/>
              <a:gd name="T29" fmla="*/ 92 h 200"/>
              <a:gd name="T30" fmla="*/ 89 w 166"/>
              <a:gd name="T31" fmla="*/ 67 h 200"/>
              <a:gd name="T32" fmla="*/ 83 w 166"/>
              <a:gd name="T33" fmla="*/ 66 h 200"/>
              <a:gd name="T34" fmla="*/ 78 w 166"/>
              <a:gd name="T35" fmla="*/ 67 h 200"/>
              <a:gd name="T36" fmla="*/ 48 w 166"/>
              <a:gd name="T37" fmla="*/ 92 h 200"/>
              <a:gd name="T38" fmla="*/ 65 w 166"/>
              <a:gd name="T39" fmla="*/ 38 h 200"/>
              <a:gd name="T40" fmla="*/ 51 w 166"/>
              <a:gd name="T41" fmla="*/ 38 h 200"/>
              <a:gd name="T42" fmla="*/ 51 w 166"/>
              <a:gd name="T43" fmla="*/ 62 h 200"/>
              <a:gd name="T44" fmla="*/ 35 w 166"/>
              <a:gd name="T45" fmla="*/ 75 h 200"/>
              <a:gd name="T46" fmla="*/ 35 w 166"/>
              <a:gd name="T47" fmla="*/ 79 h 200"/>
              <a:gd name="T48" fmla="*/ 40 w 166"/>
              <a:gd name="T49" fmla="*/ 85 h 200"/>
              <a:gd name="T50" fmla="*/ 44 w 166"/>
              <a:gd name="T51" fmla="*/ 85 h 200"/>
              <a:gd name="T52" fmla="*/ 83 w 166"/>
              <a:gd name="T53" fmla="*/ 54 h 200"/>
              <a:gd name="T54" fmla="*/ 122 w 166"/>
              <a:gd name="T55" fmla="*/ 85 h 200"/>
              <a:gd name="T56" fmla="*/ 126 w 166"/>
              <a:gd name="T57" fmla="*/ 85 h 200"/>
              <a:gd name="T58" fmla="*/ 131 w 166"/>
              <a:gd name="T59" fmla="*/ 79 h 200"/>
              <a:gd name="T60" fmla="*/ 131 w 166"/>
              <a:gd name="T61" fmla="*/ 75 h 200"/>
              <a:gd name="T62" fmla="*/ 85 w 166"/>
              <a:gd name="T63" fmla="*/ 38 h 200"/>
              <a:gd name="T64" fmla="*/ 83 w 166"/>
              <a:gd name="T65" fmla="*/ 37 h 200"/>
              <a:gd name="T66" fmla="*/ 81 w 166"/>
              <a:gd name="T67" fmla="*/ 38 h 200"/>
              <a:gd name="T68" fmla="*/ 65 w 166"/>
              <a:gd name="T69" fmla="*/ 51 h 200"/>
              <a:gd name="T70" fmla="*/ 65 w 166"/>
              <a:gd name="T71" fmla="*/ 38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6" h="200">
                <a:moveTo>
                  <a:pt x="83" y="0"/>
                </a:moveTo>
                <a:cubicBezTo>
                  <a:pt x="129" y="0"/>
                  <a:pt x="166" y="37"/>
                  <a:pt x="166" y="83"/>
                </a:cubicBezTo>
                <a:cubicBezTo>
                  <a:pt x="166" y="118"/>
                  <a:pt x="143" y="149"/>
                  <a:pt x="112" y="160"/>
                </a:cubicBezTo>
                <a:cubicBezTo>
                  <a:pt x="83" y="200"/>
                  <a:pt x="83" y="200"/>
                  <a:pt x="83" y="200"/>
                </a:cubicBezTo>
                <a:cubicBezTo>
                  <a:pt x="54" y="160"/>
                  <a:pt x="54" y="160"/>
                  <a:pt x="54" y="160"/>
                </a:cubicBezTo>
                <a:cubicBezTo>
                  <a:pt x="23" y="149"/>
                  <a:pt x="0" y="118"/>
                  <a:pt x="0" y="83"/>
                </a:cubicBezTo>
                <a:cubicBezTo>
                  <a:pt x="0" y="37"/>
                  <a:pt x="37" y="0"/>
                  <a:pt x="83" y="0"/>
                </a:cubicBezTo>
                <a:close/>
                <a:moveTo>
                  <a:pt x="48" y="92"/>
                </a:moveTo>
                <a:cubicBezTo>
                  <a:pt x="48" y="126"/>
                  <a:pt x="48" y="126"/>
                  <a:pt x="48" y="126"/>
                </a:cubicBezTo>
                <a:cubicBezTo>
                  <a:pt x="73" y="126"/>
                  <a:pt x="73" y="126"/>
                  <a:pt x="73" y="126"/>
                </a:cubicBezTo>
                <a:cubicBezTo>
                  <a:pt x="73" y="94"/>
                  <a:pt x="73" y="94"/>
                  <a:pt x="73" y="94"/>
                </a:cubicBezTo>
                <a:cubicBezTo>
                  <a:pt x="94" y="94"/>
                  <a:pt x="94" y="94"/>
                  <a:pt x="94" y="94"/>
                </a:cubicBezTo>
                <a:cubicBezTo>
                  <a:pt x="94" y="126"/>
                  <a:pt x="94" y="126"/>
                  <a:pt x="94" y="126"/>
                </a:cubicBezTo>
                <a:cubicBezTo>
                  <a:pt x="118" y="126"/>
                  <a:pt x="118" y="126"/>
                  <a:pt x="118" y="126"/>
                </a:cubicBezTo>
                <a:cubicBezTo>
                  <a:pt x="118" y="92"/>
                  <a:pt x="118" y="92"/>
                  <a:pt x="118" y="92"/>
                </a:cubicBezTo>
                <a:cubicBezTo>
                  <a:pt x="89" y="67"/>
                  <a:pt x="89" y="67"/>
                  <a:pt x="89" y="67"/>
                </a:cubicBezTo>
                <a:cubicBezTo>
                  <a:pt x="87" y="66"/>
                  <a:pt x="85" y="65"/>
                  <a:pt x="83" y="66"/>
                </a:cubicBezTo>
                <a:cubicBezTo>
                  <a:pt x="81" y="65"/>
                  <a:pt x="79" y="66"/>
                  <a:pt x="78" y="67"/>
                </a:cubicBezTo>
                <a:cubicBezTo>
                  <a:pt x="48" y="92"/>
                  <a:pt x="48" y="92"/>
                  <a:pt x="48" y="92"/>
                </a:cubicBezTo>
                <a:close/>
                <a:moveTo>
                  <a:pt x="65" y="38"/>
                </a:moveTo>
                <a:cubicBezTo>
                  <a:pt x="51" y="38"/>
                  <a:pt x="51" y="38"/>
                  <a:pt x="51" y="38"/>
                </a:cubicBezTo>
                <a:cubicBezTo>
                  <a:pt x="51" y="62"/>
                  <a:pt x="51" y="62"/>
                  <a:pt x="51" y="62"/>
                </a:cubicBezTo>
                <a:cubicBezTo>
                  <a:pt x="35" y="75"/>
                  <a:pt x="35" y="75"/>
                  <a:pt x="35" y="75"/>
                </a:cubicBezTo>
                <a:cubicBezTo>
                  <a:pt x="34" y="76"/>
                  <a:pt x="33" y="78"/>
                  <a:pt x="35" y="79"/>
                </a:cubicBezTo>
                <a:cubicBezTo>
                  <a:pt x="40" y="85"/>
                  <a:pt x="40" y="85"/>
                  <a:pt x="40" y="85"/>
                </a:cubicBezTo>
                <a:cubicBezTo>
                  <a:pt x="41" y="86"/>
                  <a:pt x="43" y="86"/>
                  <a:pt x="44" y="85"/>
                </a:cubicBezTo>
                <a:cubicBezTo>
                  <a:pt x="83" y="54"/>
                  <a:pt x="83" y="54"/>
                  <a:pt x="83" y="54"/>
                </a:cubicBezTo>
                <a:cubicBezTo>
                  <a:pt x="122" y="85"/>
                  <a:pt x="122" y="85"/>
                  <a:pt x="122" y="85"/>
                </a:cubicBezTo>
                <a:cubicBezTo>
                  <a:pt x="123" y="86"/>
                  <a:pt x="125" y="86"/>
                  <a:pt x="126" y="85"/>
                </a:cubicBezTo>
                <a:cubicBezTo>
                  <a:pt x="131" y="79"/>
                  <a:pt x="131" y="79"/>
                  <a:pt x="131" y="79"/>
                </a:cubicBezTo>
                <a:cubicBezTo>
                  <a:pt x="133" y="78"/>
                  <a:pt x="133" y="76"/>
                  <a:pt x="131" y="75"/>
                </a:cubicBezTo>
                <a:cubicBezTo>
                  <a:pt x="85" y="38"/>
                  <a:pt x="85" y="38"/>
                  <a:pt x="85" y="38"/>
                </a:cubicBezTo>
                <a:cubicBezTo>
                  <a:pt x="85" y="37"/>
                  <a:pt x="84" y="37"/>
                  <a:pt x="83" y="37"/>
                </a:cubicBezTo>
                <a:cubicBezTo>
                  <a:pt x="82" y="37"/>
                  <a:pt x="81" y="37"/>
                  <a:pt x="81" y="38"/>
                </a:cubicBezTo>
                <a:cubicBezTo>
                  <a:pt x="65" y="51"/>
                  <a:pt x="65" y="51"/>
                  <a:pt x="65" y="51"/>
                </a:cubicBezTo>
                <a:cubicBezTo>
                  <a:pt x="65" y="38"/>
                  <a:pt x="65" y="38"/>
                  <a:pt x="65" y="38"/>
                </a:cubicBezTo>
                <a:close/>
              </a:path>
            </a:pathLst>
          </a:custGeom>
          <a:solidFill>
            <a:srgbClr val="313159"/>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17" name="Freeform 72"/>
          <p:cNvSpPr>
            <a:spLocks noEditPoints="1"/>
          </p:cNvSpPr>
          <p:nvPr/>
        </p:nvSpPr>
        <p:spPr bwMode="auto">
          <a:xfrm>
            <a:off x="1631535" y="3510912"/>
            <a:ext cx="428270" cy="404974"/>
          </a:xfrm>
          <a:custGeom>
            <a:avLst/>
            <a:gdLst>
              <a:gd name="T0" fmla="*/ 30 w 213"/>
              <a:gd name="T1" fmla="*/ 85 h 201"/>
              <a:gd name="T2" fmla="*/ 109 w 213"/>
              <a:gd name="T3" fmla="*/ 6 h 201"/>
              <a:gd name="T4" fmla="*/ 156 w 213"/>
              <a:gd name="T5" fmla="*/ 151 h 201"/>
              <a:gd name="T6" fmla="*/ 46 w 213"/>
              <a:gd name="T7" fmla="*/ 134 h 201"/>
              <a:gd name="T8" fmla="*/ 30 w 213"/>
              <a:gd name="T9" fmla="*/ 85 h 201"/>
              <a:gd name="T10" fmla="*/ 140 w 213"/>
              <a:gd name="T11" fmla="*/ 30 h 201"/>
              <a:gd name="T12" fmla="*/ 167 w 213"/>
              <a:gd name="T13" fmla="*/ 112 h 201"/>
              <a:gd name="T14" fmla="*/ 159 w 213"/>
              <a:gd name="T15" fmla="*/ 115 h 201"/>
              <a:gd name="T16" fmla="*/ 156 w 213"/>
              <a:gd name="T17" fmla="*/ 106 h 201"/>
              <a:gd name="T18" fmla="*/ 158 w 213"/>
              <a:gd name="T19" fmla="*/ 98 h 201"/>
              <a:gd name="T20" fmla="*/ 143 w 213"/>
              <a:gd name="T21" fmla="*/ 47 h 201"/>
              <a:gd name="T22" fmla="*/ 135 w 213"/>
              <a:gd name="T23" fmla="*/ 41 h 201"/>
              <a:gd name="T24" fmla="*/ 132 w 213"/>
              <a:gd name="T25" fmla="*/ 33 h 201"/>
              <a:gd name="T26" fmla="*/ 140 w 213"/>
              <a:gd name="T27" fmla="*/ 30 h 201"/>
              <a:gd name="T28" fmla="*/ 158 w 213"/>
              <a:gd name="T29" fmla="*/ 3 h 201"/>
              <a:gd name="T30" fmla="*/ 198 w 213"/>
              <a:gd name="T31" fmla="*/ 123 h 201"/>
              <a:gd name="T32" fmla="*/ 188 w 213"/>
              <a:gd name="T33" fmla="*/ 127 h 201"/>
              <a:gd name="T34" fmla="*/ 183 w 213"/>
              <a:gd name="T35" fmla="*/ 116 h 201"/>
              <a:gd name="T36" fmla="*/ 186 w 213"/>
              <a:gd name="T37" fmla="*/ 105 h 201"/>
              <a:gd name="T38" fmla="*/ 161 w 213"/>
              <a:gd name="T39" fmla="*/ 24 h 201"/>
              <a:gd name="T40" fmla="*/ 151 w 213"/>
              <a:gd name="T41" fmla="*/ 17 h 201"/>
              <a:gd name="T42" fmla="*/ 148 w 213"/>
              <a:gd name="T43" fmla="*/ 6 h 201"/>
              <a:gd name="T44" fmla="*/ 158 w 213"/>
              <a:gd name="T45" fmla="*/ 3 h 201"/>
              <a:gd name="T46" fmla="*/ 32 w 213"/>
              <a:gd name="T47" fmla="*/ 142 h 201"/>
              <a:gd name="T48" fmla="*/ 25 w 213"/>
              <a:gd name="T49" fmla="*/ 144 h 201"/>
              <a:gd name="T50" fmla="*/ 8 w 213"/>
              <a:gd name="T51" fmla="*/ 134 h 201"/>
              <a:gd name="T52" fmla="*/ 0 w 213"/>
              <a:gd name="T53" fmla="*/ 112 h 201"/>
              <a:gd name="T54" fmla="*/ 9 w 213"/>
              <a:gd name="T55" fmla="*/ 94 h 201"/>
              <a:gd name="T56" fmla="*/ 24 w 213"/>
              <a:gd name="T57" fmla="*/ 88 h 201"/>
              <a:gd name="T58" fmla="*/ 40 w 213"/>
              <a:gd name="T59" fmla="*/ 138 h 201"/>
              <a:gd name="T60" fmla="*/ 32 w 213"/>
              <a:gd name="T61" fmla="*/ 141 h 201"/>
              <a:gd name="T62" fmla="*/ 32 w 213"/>
              <a:gd name="T63" fmla="*/ 142 h 201"/>
              <a:gd name="T64" fmla="*/ 43 w 213"/>
              <a:gd name="T65" fmla="*/ 145 h 201"/>
              <a:gd name="T66" fmla="*/ 83 w 213"/>
              <a:gd name="T67" fmla="*/ 188 h 201"/>
              <a:gd name="T68" fmla="*/ 43 w 213"/>
              <a:gd name="T69" fmla="*/ 201 h 201"/>
              <a:gd name="T70" fmla="*/ 27 w 213"/>
              <a:gd name="T71" fmla="*/ 151 h 201"/>
              <a:gd name="T72" fmla="*/ 43 w 213"/>
              <a:gd name="T73" fmla="*/ 145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13" h="201">
                <a:moveTo>
                  <a:pt x="30" y="85"/>
                </a:moveTo>
                <a:cubicBezTo>
                  <a:pt x="87" y="57"/>
                  <a:pt x="96" y="40"/>
                  <a:pt x="109" y="6"/>
                </a:cubicBezTo>
                <a:cubicBezTo>
                  <a:pt x="156" y="151"/>
                  <a:pt x="156" y="151"/>
                  <a:pt x="156" y="151"/>
                </a:cubicBezTo>
                <a:cubicBezTo>
                  <a:pt x="122" y="132"/>
                  <a:pt x="114" y="124"/>
                  <a:pt x="46" y="134"/>
                </a:cubicBezTo>
                <a:cubicBezTo>
                  <a:pt x="30" y="85"/>
                  <a:pt x="30" y="85"/>
                  <a:pt x="30" y="85"/>
                </a:cubicBezTo>
                <a:close/>
                <a:moveTo>
                  <a:pt x="140" y="30"/>
                </a:moveTo>
                <a:cubicBezTo>
                  <a:pt x="173" y="51"/>
                  <a:pt x="179" y="76"/>
                  <a:pt x="167" y="112"/>
                </a:cubicBezTo>
                <a:cubicBezTo>
                  <a:pt x="166" y="115"/>
                  <a:pt x="162" y="116"/>
                  <a:pt x="159" y="115"/>
                </a:cubicBezTo>
                <a:cubicBezTo>
                  <a:pt x="156" y="113"/>
                  <a:pt x="154" y="110"/>
                  <a:pt x="156" y="106"/>
                </a:cubicBezTo>
                <a:cubicBezTo>
                  <a:pt x="157" y="103"/>
                  <a:pt x="157" y="101"/>
                  <a:pt x="158" y="98"/>
                </a:cubicBezTo>
                <a:cubicBezTo>
                  <a:pt x="163" y="77"/>
                  <a:pt x="159" y="61"/>
                  <a:pt x="143" y="47"/>
                </a:cubicBezTo>
                <a:cubicBezTo>
                  <a:pt x="140" y="45"/>
                  <a:pt x="138" y="43"/>
                  <a:pt x="135" y="41"/>
                </a:cubicBezTo>
                <a:cubicBezTo>
                  <a:pt x="131" y="40"/>
                  <a:pt x="130" y="36"/>
                  <a:pt x="132" y="33"/>
                </a:cubicBezTo>
                <a:cubicBezTo>
                  <a:pt x="133" y="30"/>
                  <a:pt x="137" y="28"/>
                  <a:pt x="140" y="30"/>
                </a:cubicBezTo>
                <a:close/>
                <a:moveTo>
                  <a:pt x="158" y="3"/>
                </a:moveTo>
                <a:cubicBezTo>
                  <a:pt x="203" y="34"/>
                  <a:pt x="213" y="71"/>
                  <a:pt x="198" y="123"/>
                </a:cubicBezTo>
                <a:cubicBezTo>
                  <a:pt x="196" y="127"/>
                  <a:pt x="192" y="129"/>
                  <a:pt x="188" y="127"/>
                </a:cubicBezTo>
                <a:cubicBezTo>
                  <a:pt x="184" y="125"/>
                  <a:pt x="182" y="120"/>
                  <a:pt x="183" y="116"/>
                </a:cubicBezTo>
                <a:cubicBezTo>
                  <a:pt x="185" y="113"/>
                  <a:pt x="185" y="109"/>
                  <a:pt x="186" y="105"/>
                </a:cubicBezTo>
                <a:cubicBezTo>
                  <a:pt x="193" y="72"/>
                  <a:pt x="187" y="47"/>
                  <a:pt x="161" y="24"/>
                </a:cubicBezTo>
                <a:cubicBezTo>
                  <a:pt x="158" y="22"/>
                  <a:pt x="155" y="19"/>
                  <a:pt x="151" y="17"/>
                </a:cubicBezTo>
                <a:cubicBezTo>
                  <a:pt x="148" y="15"/>
                  <a:pt x="146" y="10"/>
                  <a:pt x="148" y="6"/>
                </a:cubicBezTo>
                <a:cubicBezTo>
                  <a:pt x="150" y="2"/>
                  <a:pt x="154" y="0"/>
                  <a:pt x="158" y="3"/>
                </a:cubicBezTo>
                <a:close/>
                <a:moveTo>
                  <a:pt x="32" y="142"/>
                </a:moveTo>
                <a:cubicBezTo>
                  <a:pt x="25" y="144"/>
                  <a:pt x="25" y="144"/>
                  <a:pt x="25" y="144"/>
                </a:cubicBezTo>
                <a:cubicBezTo>
                  <a:pt x="21" y="144"/>
                  <a:pt x="10" y="143"/>
                  <a:pt x="8" y="134"/>
                </a:cubicBezTo>
                <a:cubicBezTo>
                  <a:pt x="0" y="112"/>
                  <a:pt x="0" y="112"/>
                  <a:pt x="0" y="112"/>
                </a:cubicBezTo>
                <a:cubicBezTo>
                  <a:pt x="0" y="106"/>
                  <a:pt x="0" y="97"/>
                  <a:pt x="9" y="94"/>
                </a:cubicBezTo>
                <a:cubicBezTo>
                  <a:pt x="24" y="88"/>
                  <a:pt x="24" y="88"/>
                  <a:pt x="24" y="88"/>
                </a:cubicBezTo>
                <a:cubicBezTo>
                  <a:pt x="40" y="138"/>
                  <a:pt x="40" y="138"/>
                  <a:pt x="40" y="138"/>
                </a:cubicBezTo>
                <a:cubicBezTo>
                  <a:pt x="32" y="141"/>
                  <a:pt x="32" y="141"/>
                  <a:pt x="32" y="141"/>
                </a:cubicBezTo>
                <a:cubicBezTo>
                  <a:pt x="32" y="142"/>
                  <a:pt x="32" y="142"/>
                  <a:pt x="32" y="142"/>
                </a:cubicBezTo>
                <a:close/>
                <a:moveTo>
                  <a:pt x="43" y="145"/>
                </a:moveTo>
                <a:cubicBezTo>
                  <a:pt x="83" y="188"/>
                  <a:pt x="83" y="188"/>
                  <a:pt x="83" y="188"/>
                </a:cubicBezTo>
                <a:cubicBezTo>
                  <a:pt x="43" y="201"/>
                  <a:pt x="43" y="201"/>
                  <a:pt x="43" y="201"/>
                </a:cubicBezTo>
                <a:cubicBezTo>
                  <a:pt x="27" y="151"/>
                  <a:pt x="27" y="151"/>
                  <a:pt x="27" y="151"/>
                </a:cubicBezTo>
                <a:cubicBezTo>
                  <a:pt x="43" y="145"/>
                  <a:pt x="43" y="145"/>
                  <a:pt x="43" y="145"/>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dissolve">
                                      <p:cBhvr>
                                        <p:cTn id="16" dur="500"/>
                                        <p:tgtEl>
                                          <p:spTgt spid="11"/>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dissolve">
                                      <p:cBhvr>
                                        <p:cTn id="19" dur="500"/>
                                        <p:tgtEl>
                                          <p:spTgt spid="12"/>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dissolve">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74011" y="239999"/>
            <a:ext cx="2550426" cy="523220"/>
          </a:xfrm>
          <a:prstGeom prst="rect">
            <a:avLst/>
          </a:prstGeom>
          <a:noFill/>
        </p:spPr>
        <p:txBody>
          <a:bodyPr wrap="square" rtlCol="0">
            <a:spAutoFit/>
          </a:bodyPr>
          <a:lstStyle/>
          <a:p>
            <a:pPr algn="dist"/>
            <a:r>
              <a:rPr kumimoji="1" lang="zh-CN" altLang="en-US" sz="2800" dirty="0">
                <a:solidFill>
                  <a:srgbClr val="313159"/>
                </a:solidFill>
                <a:latin typeface="+mj-ea"/>
                <a:ea typeface="+mj-ea"/>
              </a:rPr>
              <a:t>运营方案制定</a:t>
            </a:r>
            <a:endParaRPr kumimoji="1" lang="zh-CN" altLang="en-US" sz="2800" dirty="0">
              <a:solidFill>
                <a:srgbClr val="313159"/>
              </a:solidFill>
              <a:latin typeface="+mj-ea"/>
              <a:ea typeface="+mj-ea"/>
            </a:endParaRPr>
          </a:p>
        </p:txBody>
      </p:sp>
      <p:sp>
        <p:nvSpPr>
          <p:cNvPr id="3" name="文本框 2"/>
          <p:cNvSpPr txBox="1"/>
          <p:nvPr/>
        </p:nvSpPr>
        <p:spPr>
          <a:xfrm>
            <a:off x="1192975" y="712419"/>
            <a:ext cx="2531462" cy="215444"/>
          </a:xfrm>
          <a:prstGeom prst="rect">
            <a:avLst/>
          </a:prstGeom>
          <a:noFill/>
        </p:spPr>
        <p:txBody>
          <a:bodyPr wrap="none" rtlCol="0">
            <a:spAutoFit/>
          </a:bodyPr>
          <a:lstStyle/>
          <a:p>
            <a:r>
              <a:rPr lang="en-GB" altLang="zh-CN" sz="800" dirty="0">
                <a:solidFill>
                  <a:schemeClr val="tx1">
                    <a:lumMod val="50000"/>
                    <a:lumOff val="50000"/>
                  </a:schemeClr>
                </a:solidFill>
                <a:latin typeface="+mn-ea"/>
              </a:rPr>
              <a:t>FILL IN THE TEXT OF THE DOCUMENT TITLE HERE</a:t>
            </a:r>
            <a:endParaRPr lang="en-GB" altLang="zh-CN" sz="800" dirty="0">
              <a:solidFill>
                <a:schemeClr val="tx1">
                  <a:lumMod val="50000"/>
                  <a:lumOff val="50000"/>
                </a:schemeClr>
              </a:solidFill>
              <a:latin typeface="+mn-ea"/>
            </a:endParaRPr>
          </a:p>
        </p:txBody>
      </p:sp>
      <p:sp>
        <p:nvSpPr>
          <p:cNvPr id="4" name="圆角矩形 3"/>
          <p:cNvSpPr/>
          <p:nvPr/>
        </p:nvSpPr>
        <p:spPr>
          <a:xfrm>
            <a:off x="4530213" y="4041279"/>
            <a:ext cx="2661432" cy="1474166"/>
          </a:xfrm>
          <a:prstGeom prst="roundRect">
            <a:avLst>
              <a:gd name="adj" fmla="val 4682"/>
            </a:avLst>
          </a:prstGeom>
          <a:solidFill>
            <a:schemeClr val="bg1"/>
          </a:solidFill>
          <a:ln>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5" name="圆角矩形 4"/>
          <p:cNvSpPr/>
          <p:nvPr/>
        </p:nvSpPr>
        <p:spPr>
          <a:xfrm>
            <a:off x="7362196" y="4041279"/>
            <a:ext cx="3748964" cy="1474166"/>
          </a:xfrm>
          <a:prstGeom prst="roundRect">
            <a:avLst>
              <a:gd name="adj" fmla="val 6807"/>
            </a:avLst>
          </a:prstGeom>
          <a:solidFill>
            <a:srgbClr val="31315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6" name="文本框 5"/>
          <p:cNvSpPr txBox="1"/>
          <p:nvPr/>
        </p:nvSpPr>
        <p:spPr>
          <a:xfrm>
            <a:off x="4414151" y="2210810"/>
            <a:ext cx="3329758" cy="461665"/>
          </a:xfrm>
          <a:prstGeom prst="rect">
            <a:avLst/>
          </a:prstGeom>
          <a:noFill/>
        </p:spPr>
        <p:txBody>
          <a:bodyPr wrap="none" rtlCol="0">
            <a:spAutoFit/>
          </a:bodyPr>
          <a:lstStyle/>
          <a:p>
            <a:r>
              <a:rPr kumimoji="1" lang="en-US" altLang="zh-CN" sz="2400" dirty="0">
                <a:solidFill>
                  <a:schemeClr val="tx1">
                    <a:lumMod val="75000"/>
                    <a:lumOff val="25000"/>
                  </a:schemeClr>
                </a:solidFill>
                <a:latin typeface="+mj-ea"/>
                <a:ea typeface="+mj-ea"/>
              </a:rPr>
              <a:t>BUSINESS</a:t>
            </a:r>
            <a:r>
              <a:rPr kumimoji="1" lang="zh-CN" altLang="en-US" sz="2400" dirty="0">
                <a:solidFill>
                  <a:schemeClr val="tx1">
                    <a:lumMod val="75000"/>
                    <a:lumOff val="25000"/>
                  </a:schemeClr>
                </a:solidFill>
                <a:latin typeface="+mj-ea"/>
                <a:ea typeface="+mj-ea"/>
              </a:rPr>
              <a:t> </a:t>
            </a:r>
            <a:r>
              <a:rPr kumimoji="1" lang="en-US" altLang="zh-CN" sz="2400" dirty="0">
                <a:solidFill>
                  <a:schemeClr val="tx1">
                    <a:lumMod val="75000"/>
                    <a:lumOff val="25000"/>
                  </a:schemeClr>
                </a:solidFill>
                <a:latin typeface="+mj-ea"/>
                <a:ea typeface="+mj-ea"/>
              </a:rPr>
              <a:t>SUMMARY</a:t>
            </a:r>
            <a:endParaRPr kumimoji="1" lang="zh-CN" altLang="en-US" sz="2400" dirty="0">
              <a:solidFill>
                <a:schemeClr val="tx1">
                  <a:lumMod val="75000"/>
                  <a:lumOff val="25000"/>
                </a:schemeClr>
              </a:solidFill>
              <a:latin typeface="+mj-ea"/>
              <a:ea typeface="+mj-ea"/>
            </a:endParaRPr>
          </a:p>
        </p:txBody>
      </p:sp>
      <p:sp>
        <p:nvSpPr>
          <p:cNvPr id="7" name="文本框 6"/>
          <p:cNvSpPr txBox="1"/>
          <p:nvPr/>
        </p:nvSpPr>
        <p:spPr>
          <a:xfrm>
            <a:off x="4423879" y="1920195"/>
            <a:ext cx="1620685" cy="307777"/>
          </a:xfrm>
          <a:prstGeom prst="rect">
            <a:avLst/>
          </a:prstGeom>
          <a:noFill/>
        </p:spPr>
        <p:txBody>
          <a:bodyPr wrap="square" rtlCol="0">
            <a:spAutoFit/>
          </a:bodyPr>
          <a:lstStyle/>
          <a:p>
            <a:pPr algn="dist"/>
            <a:r>
              <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endParaRPr kumimoji="1" lang="zh-CN" altLang="en-US" sz="1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endParaRPr>
          </a:p>
        </p:txBody>
      </p:sp>
      <p:sp>
        <p:nvSpPr>
          <p:cNvPr id="8" name="文本框 7"/>
          <p:cNvSpPr txBox="1"/>
          <p:nvPr/>
        </p:nvSpPr>
        <p:spPr>
          <a:xfrm>
            <a:off x="4397513" y="2732203"/>
            <a:ext cx="6867274" cy="937885"/>
          </a:xfrm>
          <a:prstGeom prst="rect">
            <a:avLst/>
          </a:prstGeom>
          <a:noFill/>
        </p:spPr>
        <p:txBody>
          <a:bodyPr wrap="square" rtlCol="0">
            <a:spAutoFit/>
          </a:bodyPr>
          <a:lstStyle/>
          <a:p>
            <a:pPr>
              <a:lnSpc>
                <a:spcPct val="130000"/>
              </a:lnSpc>
            </a:pPr>
            <a:r>
              <a:rPr kumimoji="1" lang="zh-CN" altLang="en-US" sz="1100" dirty="0">
                <a:solidFill>
                  <a:schemeClr val="tx1">
                    <a:lumMod val="50000"/>
                    <a:lumOff val="50000"/>
                  </a:schemeClr>
                </a:solidFill>
                <a:latin typeface="+mn-ea"/>
                <a:cs typeface="+mn-ea"/>
                <a:sym typeface="+mn-lt"/>
              </a:rPr>
              <a:t>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a:t>
            </a:r>
            <a:endParaRPr kumimoji="1" lang="zh-CN" altLang="en-US" sz="1100" dirty="0">
              <a:solidFill>
                <a:schemeClr val="tx1">
                  <a:lumMod val="50000"/>
                  <a:lumOff val="50000"/>
                </a:schemeClr>
              </a:solidFill>
              <a:latin typeface="+mn-ea"/>
              <a:cs typeface="+mn-ea"/>
              <a:sym typeface="+mn-lt"/>
            </a:endParaRPr>
          </a:p>
        </p:txBody>
      </p:sp>
      <p:sp>
        <p:nvSpPr>
          <p:cNvPr id="9" name="文本框 8"/>
          <p:cNvSpPr txBox="1"/>
          <p:nvPr/>
        </p:nvSpPr>
        <p:spPr>
          <a:xfrm>
            <a:off x="4700764" y="4531047"/>
            <a:ext cx="2328005" cy="671274"/>
          </a:xfrm>
          <a:prstGeom prst="rect">
            <a:avLst/>
          </a:prstGeom>
          <a:noFill/>
        </p:spPr>
        <p:txBody>
          <a:bodyPr wrap="square" rtlCol="0">
            <a:spAutoFit/>
          </a:bodyPr>
          <a:lstStyle/>
          <a:p>
            <a:pPr>
              <a:lnSpc>
                <a:spcPct val="120000"/>
              </a:lnSpc>
            </a:pPr>
            <a:r>
              <a:rPr kumimoji="1" lang="zh-CN" altLang="en-US" sz="1100" dirty="0">
                <a:solidFill>
                  <a:schemeClr val="tx1">
                    <a:lumMod val="50000"/>
                    <a:lumOff val="50000"/>
                  </a:schemeClr>
                </a:solidFill>
                <a:latin typeface="+mn-ea"/>
                <a:cs typeface="+mn-ea"/>
                <a:sym typeface="+mn-lt"/>
              </a:rPr>
              <a:t>您的内容打在这里，或者通过复制您的文本后，在此框中选择粘贴，并选择只保留文字。</a:t>
            </a:r>
            <a:endParaRPr kumimoji="1" lang="zh-CN" altLang="en-US" sz="1100" dirty="0">
              <a:solidFill>
                <a:schemeClr val="tx1">
                  <a:lumMod val="50000"/>
                  <a:lumOff val="50000"/>
                </a:schemeClr>
              </a:solidFill>
              <a:latin typeface="+mn-ea"/>
              <a:cs typeface="+mn-ea"/>
              <a:sym typeface="+mn-lt"/>
            </a:endParaRPr>
          </a:p>
        </p:txBody>
      </p:sp>
      <p:sp>
        <p:nvSpPr>
          <p:cNvPr id="10" name="文本框 9"/>
          <p:cNvSpPr txBox="1"/>
          <p:nvPr/>
        </p:nvSpPr>
        <p:spPr>
          <a:xfrm>
            <a:off x="4700764" y="4273504"/>
            <a:ext cx="1481699" cy="276999"/>
          </a:xfrm>
          <a:prstGeom prst="rect">
            <a:avLst/>
          </a:prstGeom>
          <a:noFill/>
        </p:spPr>
        <p:txBody>
          <a:bodyPr wrap="square" rtlCol="0">
            <a:spAutoFit/>
          </a:bodyPr>
          <a:lstStyle/>
          <a:p>
            <a:pPr algn="dist"/>
            <a:r>
              <a:rPr kumimoji="1" lang="zh-CN" altLang="en-US" sz="12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endParaRPr kumimoji="1" lang="zh-CN" altLang="en-US" sz="12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endParaRPr>
          </a:p>
        </p:txBody>
      </p:sp>
      <p:sp>
        <p:nvSpPr>
          <p:cNvPr id="11" name="文本框 10"/>
          <p:cNvSpPr txBox="1"/>
          <p:nvPr/>
        </p:nvSpPr>
        <p:spPr>
          <a:xfrm>
            <a:off x="8519752" y="4619762"/>
            <a:ext cx="2328005" cy="671274"/>
          </a:xfrm>
          <a:prstGeom prst="rect">
            <a:avLst/>
          </a:prstGeom>
          <a:noFill/>
        </p:spPr>
        <p:txBody>
          <a:bodyPr wrap="square" rtlCol="0">
            <a:spAutoFit/>
          </a:bodyPr>
          <a:lstStyle/>
          <a:p>
            <a:pPr>
              <a:lnSpc>
                <a:spcPct val="120000"/>
              </a:lnSpc>
            </a:pPr>
            <a:r>
              <a:rPr kumimoji="1" lang="zh-CN" altLang="en-US" sz="1100" dirty="0">
                <a:solidFill>
                  <a:schemeClr val="bg1"/>
                </a:solidFill>
                <a:latin typeface="+mn-ea"/>
                <a:cs typeface="+mn-ea"/>
                <a:sym typeface="+mn-lt"/>
              </a:rPr>
              <a:t>您的内容打在这里，或者通过复制您的文本后，在此框中选择粘贴，并选择只保留文字。</a:t>
            </a:r>
            <a:endParaRPr kumimoji="1" lang="zh-CN" altLang="en-US" sz="1100" dirty="0">
              <a:solidFill>
                <a:schemeClr val="bg1"/>
              </a:solidFill>
              <a:latin typeface="+mn-ea"/>
              <a:cs typeface="+mn-ea"/>
              <a:sym typeface="+mn-lt"/>
            </a:endParaRPr>
          </a:p>
        </p:txBody>
      </p:sp>
      <p:sp>
        <p:nvSpPr>
          <p:cNvPr id="12" name="文本框 11"/>
          <p:cNvSpPr txBox="1"/>
          <p:nvPr/>
        </p:nvSpPr>
        <p:spPr>
          <a:xfrm>
            <a:off x="8519752" y="4299285"/>
            <a:ext cx="1742964" cy="307777"/>
          </a:xfrm>
          <a:prstGeom prst="rect">
            <a:avLst/>
          </a:prstGeom>
          <a:noFill/>
        </p:spPr>
        <p:txBody>
          <a:bodyPr wrap="square" rtlCol="0">
            <a:spAutoFit/>
          </a:bodyPr>
          <a:lstStyle/>
          <a:p>
            <a:pPr algn="dist"/>
            <a:r>
              <a:rPr kumimoji="1" lang="zh-CN" altLang="en-US" sz="1400" b="1" dirty="0">
                <a:solidFill>
                  <a:schemeClr val="bg1"/>
                </a:solidFill>
                <a:latin typeface="Source Han Sans CN Bold" panose="020B0500000000000000" pitchFamily="34" charset="-128"/>
                <a:ea typeface="Source Han Sans CN Bold" panose="020B0500000000000000" pitchFamily="34" charset="-128"/>
                <a:cs typeface="+mn-ea"/>
                <a:sym typeface="+mn-lt"/>
              </a:rPr>
              <a:t>输入标题文字内容</a:t>
            </a:r>
            <a:endParaRPr kumimoji="1" lang="zh-CN" altLang="en-US" sz="1400" b="1" dirty="0">
              <a:solidFill>
                <a:schemeClr val="bg1"/>
              </a:solidFill>
              <a:latin typeface="Source Han Sans CN Bold" panose="020B0500000000000000" pitchFamily="34" charset="-128"/>
              <a:ea typeface="Source Han Sans CN Bold" panose="020B0500000000000000" pitchFamily="34" charset="-128"/>
              <a:cs typeface="+mn-ea"/>
              <a:sym typeface="+mn-lt"/>
            </a:endParaRPr>
          </a:p>
        </p:txBody>
      </p:sp>
      <p:sp>
        <p:nvSpPr>
          <p:cNvPr id="13" name="圆角矩形 12"/>
          <p:cNvSpPr/>
          <p:nvPr/>
        </p:nvSpPr>
        <p:spPr>
          <a:xfrm>
            <a:off x="1174011" y="1907495"/>
            <a:ext cx="2916582" cy="3576957"/>
          </a:xfrm>
          <a:prstGeom prst="roundRect">
            <a:avLst>
              <a:gd name="adj" fmla="val 5140"/>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grpSp>
        <p:nvGrpSpPr>
          <p:cNvPr id="14" name="组合 13"/>
          <p:cNvGrpSpPr/>
          <p:nvPr/>
        </p:nvGrpSpPr>
        <p:grpSpPr>
          <a:xfrm>
            <a:off x="7591935" y="4392514"/>
            <a:ext cx="809831" cy="793031"/>
            <a:chOff x="131763" y="2906713"/>
            <a:chExt cx="382587" cy="374650"/>
          </a:xfrm>
          <a:solidFill>
            <a:schemeClr val="bg1"/>
          </a:solidFill>
        </p:grpSpPr>
        <p:sp>
          <p:nvSpPr>
            <p:cNvPr id="15" name="Freeform 15"/>
            <p:cNvSpPr/>
            <p:nvPr/>
          </p:nvSpPr>
          <p:spPr bwMode="auto">
            <a:xfrm>
              <a:off x="219075" y="2906713"/>
              <a:ext cx="295275" cy="298450"/>
            </a:xfrm>
            <a:custGeom>
              <a:avLst/>
              <a:gdLst>
                <a:gd name="T0" fmla="*/ 23 w 165"/>
                <a:gd name="T1" fmla="*/ 0 h 167"/>
                <a:gd name="T2" fmla="*/ 142 w 165"/>
                <a:gd name="T3" fmla="*/ 0 h 167"/>
                <a:gd name="T4" fmla="*/ 165 w 165"/>
                <a:gd name="T5" fmla="*/ 24 h 167"/>
                <a:gd name="T6" fmla="*/ 165 w 165"/>
                <a:gd name="T7" fmla="*/ 111 h 167"/>
                <a:gd name="T8" fmla="*/ 158 w 165"/>
                <a:gd name="T9" fmla="*/ 128 h 167"/>
                <a:gd name="T10" fmla="*/ 142 w 165"/>
                <a:gd name="T11" fmla="*/ 135 h 167"/>
                <a:gd name="T12" fmla="*/ 117 w 165"/>
                <a:gd name="T13" fmla="*/ 135 h 167"/>
                <a:gd name="T14" fmla="*/ 93 w 165"/>
                <a:gd name="T15" fmla="*/ 164 h 167"/>
                <a:gd name="T16" fmla="*/ 93 w 165"/>
                <a:gd name="T17" fmla="*/ 164 h 167"/>
                <a:gd name="T18" fmla="*/ 86 w 165"/>
                <a:gd name="T19" fmla="*/ 165 h 167"/>
                <a:gd name="T20" fmla="*/ 84 w 165"/>
                <a:gd name="T21" fmla="*/ 161 h 167"/>
                <a:gd name="T22" fmla="*/ 84 w 165"/>
                <a:gd name="T23" fmla="*/ 161 h 167"/>
                <a:gd name="T24" fmla="*/ 84 w 165"/>
                <a:gd name="T25" fmla="*/ 135 h 167"/>
                <a:gd name="T26" fmla="*/ 40 w 165"/>
                <a:gd name="T27" fmla="*/ 135 h 167"/>
                <a:gd name="T28" fmla="*/ 47 w 165"/>
                <a:gd name="T29" fmla="*/ 124 h 167"/>
                <a:gd name="T30" fmla="*/ 89 w 165"/>
                <a:gd name="T31" fmla="*/ 124 h 167"/>
                <a:gd name="T32" fmla="*/ 94 w 165"/>
                <a:gd name="T33" fmla="*/ 129 h 167"/>
                <a:gd name="T34" fmla="*/ 94 w 165"/>
                <a:gd name="T35" fmla="*/ 146 h 167"/>
                <a:gd name="T36" fmla="*/ 110 w 165"/>
                <a:gd name="T37" fmla="*/ 126 h 167"/>
                <a:gd name="T38" fmla="*/ 114 w 165"/>
                <a:gd name="T39" fmla="*/ 124 h 167"/>
                <a:gd name="T40" fmla="*/ 142 w 165"/>
                <a:gd name="T41" fmla="*/ 124 h 167"/>
                <a:gd name="T42" fmla="*/ 151 w 165"/>
                <a:gd name="T43" fmla="*/ 120 h 167"/>
                <a:gd name="T44" fmla="*/ 155 w 165"/>
                <a:gd name="T45" fmla="*/ 111 h 167"/>
                <a:gd name="T46" fmla="*/ 155 w 165"/>
                <a:gd name="T47" fmla="*/ 24 h 167"/>
                <a:gd name="T48" fmla="*/ 142 w 165"/>
                <a:gd name="T49" fmla="*/ 11 h 167"/>
                <a:gd name="T50" fmla="*/ 23 w 165"/>
                <a:gd name="T51" fmla="*/ 11 h 167"/>
                <a:gd name="T52" fmla="*/ 10 w 165"/>
                <a:gd name="T53" fmla="*/ 24 h 167"/>
                <a:gd name="T54" fmla="*/ 10 w 165"/>
                <a:gd name="T55" fmla="*/ 59 h 167"/>
                <a:gd name="T56" fmla="*/ 9 w 165"/>
                <a:gd name="T57" fmla="*/ 59 h 167"/>
                <a:gd name="T58" fmla="*/ 0 w 165"/>
                <a:gd name="T59" fmla="*/ 62 h 167"/>
                <a:gd name="T60" fmla="*/ 0 w 165"/>
                <a:gd name="T61" fmla="*/ 24 h 167"/>
                <a:gd name="T62" fmla="*/ 23 w 165"/>
                <a:gd name="T6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5" h="167">
                  <a:moveTo>
                    <a:pt x="23" y="0"/>
                  </a:moveTo>
                  <a:cubicBezTo>
                    <a:pt x="142" y="0"/>
                    <a:pt x="142" y="0"/>
                    <a:pt x="142" y="0"/>
                  </a:cubicBezTo>
                  <a:cubicBezTo>
                    <a:pt x="155" y="0"/>
                    <a:pt x="165" y="11"/>
                    <a:pt x="165" y="24"/>
                  </a:cubicBezTo>
                  <a:cubicBezTo>
                    <a:pt x="165" y="111"/>
                    <a:pt x="165" y="111"/>
                    <a:pt x="165" y="111"/>
                  </a:cubicBezTo>
                  <a:cubicBezTo>
                    <a:pt x="165" y="118"/>
                    <a:pt x="162" y="124"/>
                    <a:pt x="158" y="128"/>
                  </a:cubicBezTo>
                  <a:cubicBezTo>
                    <a:pt x="154" y="132"/>
                    <a:pt x="148" y="135"/>
                    <a:pt x="142" y="135"/>
                  </a:cubicBezTo>
                  <a:cubicBezTo>
                    <a:pt x="117" y="135"/>
                    <a:pt x="117" y="135"/>
                    <a:pt x="117" y="135"/>
                  </a:cubicBezTo>
                  <a:cubicBezTo>
                    <a:pt x="93" y="164"/>
                    <a:pt x="93" y="164"/>
                    <a:pt x="93" y="164"/>
                  </a:cubicBezTo>
                  <a:cubicBezTo>
                    <a:pt x="93" y="164"/>
                    <a:pt x="93" y="164"/>
                    <a:pt x="93" y="164"/>
                  </a:cubicBezTo>
                  <a:cubicBezTo>
                    <a:pt x="92" y="166"/>
                    <a:pt x="88" y="167"/>
                    <a:pt x="86" y="165"/>
                  </a:cubicBezTo>
                  <a:cubicBezTo>
                    <a:pt x="85" y="164"/>
                    <a:pt x="84" y="163"/>
                    <a:pt x="84" y="161"/>
                  </a:cubicBezTo>
                  <a:cubicBezTo>
                    <a:pt x="84" y="161"/>
                    <a:pt x="84" y="161"/>
                    <a:pt x="84" y="161"/>
                  </a:cubicBezTo>
                  <a:cubicBezTo>
                    <a:pt x="84" y="135"/>
                    <a:pt x="84" y="135"/>
                    <a:pt x="84" y="135"/>
                  </a:cubicBezTo>
                  <a:cubicBezTo>
                    <a:pt x="40" y="135"/>
                    <a:pt x="40" y="135"/>
                    <a:pt x="40" y="135"/>
                  </a:cubicBezTo>
                  <a:cubicBezTo>
                    <a:pt x="43" y="132"/>
                    <a:pt x="44" y="128"/>
                    <a:pt x="47" y="124"/>
                  </a:cubicBezTo>
                  <a:cubicBezTo>
                    <a:pt x="89" y="124"/>
                    <a:pt x="89" y="124"/>
                    <a:pt x="89" y="124"/>
                  </a:cubicBezTo>
                  <a:cubicBezTo>
                    <a:pt x="92" y="124"/>
                    <a:pt x="94" y="127"/>
                    <a:pt x="94" y="129"/>
                  </a:cubicBezTo>
                  <a:cubicBezTo>
                    <a:pt x="94" y="146"/>
                    <a:pt x="94" y="146"/>
                    <a:pt x="94" y="146"/>
                  </a:cubicBezTo>
                  <a:cubicBezTo>
                    <a:pt x="110" y="126"/>
                    <a:pt x="110" y="126"/>
                    <a:pt x="110" y="126"/>
                  </a:cubicBezTo>
                  <a:cubicBezTo>
                    <a:pt x="111" y="125"/>
                    <a:pt x="112" y="124"/>
                    <a:pt x="114" y="124"/>
                  </a:cubicBezTo>
                  <a:cubicBezTo>
                    <a:pt x="142" y="124"/>
                    <a:pt x="142" y="124"/>
                    <a:pt x="142" y="124"/>
                  </a:cubicBezTo>
                  <a:cubicBezTo>
                    <a:pt x="145" y="124"/>
                    <a:pt x="148" y="123"/>
                    <a:pt x="151" y="120"/>
                  </a:cubicBezTo>
                  <a:cubicBezTo>
                    <a:pt x="153" y="118"/>
                    <a:pt x="155" y="115"/>
                    <a:pt x="155" y="111"/>
                  </a:cubicBezTo>
                  <a:cubicBezTo>
                    <a:pt x="155" y="24"/>
                    <a:pt x="155" y="24"/>
                    <a:pt x="155" y="24"/>
                  </a:cubicBezTo>
                  <a:cubicBezTo>
                    <a:pt x="155" y="17"/>
                    <a:pt x="149" y="11"/>
                    <a:pt x="142" y="11"/>
                  </a:cubicBezTo>
                  <a:cubicBezTo>
                    <a:pt x="23" y="11"/>
                    <a:pt x="23" y="11"/>
                    <a:pt x="23" y="11"/>
                  </a:cubicBezTo>
                  <a:cubicBezTo>
                    <a:pt x="16" y="11"/>
                    <a:pt x="10" y="17"/>
                    <a:pt x="10" y="24"/>
                  </a:cubicBezTo>
                  <a:cubicBezTo>
                    <a:pt x="10" y="59"/>
                    <a:pt x="10" y="59"/>
                    <a:pt x="10" y="59"/>
                  </a:cubicBezTo>
                  <a:cubicBezTo>
                    <a:pt x="9" y="59"/>
                    <a:pt x="9" y="59"/>
                    <a:pt x="9" y="59"/>
                  </a:cubicBezTo>
                  <a:cubicBezTo>
                    <a:pt x="6" y="59"/>
                    <a:pt x="3" y="61"/>
                    <a:pt x="0" y="62"/>
                  </a:cubicBezTo>
                  <a:cubicBezTo>
                    <a:pt x="0" y="24"/>
                    <a:pt x="0" y="24"/>
                    <a:pt x="0" y="24"/>
                  </a:cubicBezTo>
                  <a:cubicBezTo>
                    <a:pt x="0" y="11"/>
                    <a:pt x="10" y="0"/>
                    <a:pt x="2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16" name="Freeform 16"/>
            <p:cNvSpPr>
              <a:spLocks noEditPoints="1"/>
            </p:cNvSpPr>
            <p:nvPr/>
          </p:nvSpPr>
          <p:spPr bwMode="auto">
            <a:xfrm>
              <a:off x="131763" y="3024188"/>
              <a:ext cx="231775" cy="257175"/>
            </a:xfrm>
            <a:custGeom>
              <a:avLst/>
              <a:gdLst>
                <a:gd name="T0" fmla="*/ 88 w 130"/>
                <a:gd name="T1" fmla="*/ 51 h 144"/>
                <a:gd name="T2" fmla="*/ 65 w 130"/>
                <a:gd name="T3" fmla="*/ 74 h 144"/>
                <a:gd name="T4" fmla="*/ 41 w 130"/>
                <a:gd name="T5" fmla="*/ 51 h 144"/>
                <a:gd name="T6" fmla="*/ 39 w 130"/>
                <a:gd name="T7" fmla="*/ 51 h 144"/>
                <a:gd name="T8" fmla="*/ 35 w 130"/>
                <a:gd name="T9" fmla="*/ 48 h 144"/>
                <a:gd name="T10" fmla="*/ 33 w 130"/>
                <a:gd name="T11" fmla="*/ 37 h 144"/>
                <a:gd name="T12" fmla="*/ 37 w 130"/>
                <a:gd name="T13" fmla="*/ 33 h 144"/>
                <a:gd name="T14" fmla="*/ 38 w 130"/>
                <a:gd name="T15" fmla="*/ 32 h 144"/>
                <a:gd name="T16" fmla="*/ 37 w 130"/>
                <a:gd name="T17" fmla="*/ 27 h 144"/>
                <a:gd name="T18" fmla="*/ 37 w 130"/>
                <a:gd name="T19" fmla="*/ 22 h 144"/>
                <a:gd name="T20" fmla="*/ 56 w 130"/>
                <a:gd name="T21" fmla="*/ 4 h 144"/>
                <a:gd name="T22" fmla="*/ 58 w 130"/>
                <a:gd name="T23" fmla="*/ 4 h 144"/>
                <a:gd name="T24" fmla="*/ 58 w 130"/>
                <a:gd name="T25" fmla="*/ 3 h 144"/>
                <a:gd name="T26" fmla="*/ 75 w 130"/>
                <a:gd name="T27" fmla="*/ 3 h 144"/>
                <a:gd name="T28" fmla="*/ 80 w 130"/>
                <a:gd name="T29" fmla="*/ 5 h 144"/>
                <a:gd name="T30" fmla="*/ 92 w 130"/>
                <a:gd name="T31" fmla="*/ 22 h 144"/>
                <a:gd name="T32" fmla="*/ 92 w 130"/>
                <a:gd name="T33" fmla="*/ 27 h 144"/>
                <a:gd name="T34" fmla="*/ 91 w 130"/>
                <a:gd name="T35" fmla="*/ 32 h 144"/>
                <a:gd name="T36" fmla="*/ 92 w 130"/>
                <a:gd name="T37" fmla="*/ 33 h 144"/>
                <a:gd name="T38" fmla="*/ 95 w 130"/>
                <a:gd name="T39" fmla="*/ 37 h 144"/>
                <a:gd name="T40" fmla="*/ 94 w 130"/>
                <a:gd name="T41" fmla="*/ 48 h 144"/>
                <a:gd name="T42" fmla="*/ 89 w 130"/>
                <a:gd name="T43" fmla="*/ 51 h 144"/>
                <a:gd name="T44" fmla="*/ 88 w 130"/>
                <a:gd name="T45" fmla="*/ 51 h 144"/>
                <a:gd name="T46" fmla="*/ 65 w 130"/>
                <a:gd name="T47" fmla="*/ 86 h 144"/>
                <a:gd name="T48" fmla="*/ 74 w 130"/>
                <a:gd name="T49" fmla="*/ 87 h 144"/>
                <a:gd name="T50" fmla="*/ 69 w 130"/>
                <a:gd name="T51" fmla="*/ 97 h 144"/>
                <a:gd name="T52" fmla="*/ 75 w 130"/>
                <a:gd name="T53" fmla="*/ 144 h 144"/>
                <a:gd name="T54" fmla="*/ 55 w 130"/>
                <a:gd name="T55" fmla="*/ 144 h 144"/>
                <a:gd name="T56" fmla="*/ 61 w 130"/>
                <a:gd name="T57" fmla="*/ 97 h 144"/>
                <a:gd name="T58" fmla="*/ 56 w 130"/>
                <a:gd name="T59" fmla="*/ 87 h 144"/>
                <a:gd name="T60" fmla="*/ 65 w 130"/>
                <a:gd name="T61" fmla="*/ 86 h 144"/>
                <a:gd name="T62" fmla="*/ 3 w 130"/>
                <a:gd name="T63" fmla="*/ 144 h 144"/>
                <a:gd name="T64" fmla="*/ 0 w 130"/>
                <a:gd name="T65" fmla="*/ 109 h 144"/>
                <a:gd name="T66" fmla="*/ 0 w 130"/>
                <a:gd name="T67" fmla="*/ 106 h 144"/>
                <a:gd name="T68" fmla="*/ 13 w 130"/>
                <a:gd name="T69" fmla="*/ 94 h 144"/>
                <a:gd name="T70" fmla="*/ 41 w 130"/>
                <a:gd name="T71" fmla="*/ 83 h 144"/>
                <a:gd name="T72" fmla="*/ 42 w 130"/>
                <a:gd name="T73" fmla="*/ 83 h 144"/>
                <a:gd name="T74" fmla="*/ 53 w 130"/>
                <a:gd name="T75" fmla="*/ 144 h 144"/>
                <a:gd name="T76" fmla="*/ 3 w 130"/>
                <a:gd name="T77" fmla="*/ 144 h 144"/>
                <a:gd name="T78" fmla="*/ 127 w 130"/>
                <a:gd name="T79" fmla="*/ 144 h 144"/>
                <a:gd name="T80" fmla="*/ 77 w 130"/>
                <a:gd name="T81" fmla="*/ 144 h 144"/>
                <a:gd name="T82" fmla="*/ 88 w 130"/>
                <a:gd name="T83" fmla="*/ 83 h 144"/>
                <a:gd name="T84" fmla="*/ 88 w 130"/>
                <a:gd name="T85" fmla="*/ 83 h 144"/>
                <a:gd name="T86" fmla="*/ 117 w 130"/>
                <a:gd name="T87" fmla="*/ 94 h 144"/>
                <a:gd name="T88" fmla="*/ 130 w 130"/>
                <a:gd name="T89" fmla="*/ 106 h 144"/>
                <a:gd name="T90" fmla="*/ 130 w 130"/>
                <a:gd name="T91" fmla="*/ 109 h 144"/>
                <a:gd name="T92" fmla="*/ 127 w 130"/>
                <a:gd name="T93"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0" h="144">
                  <a:moveTo>
                    <a:pt x="88" y="51"/>
                  </a:moveTo>
                  <a:cubicBezTo>
                    <a:pt x="85" y="64"/>
                    <a:pt x="74" y="74"/>
                    <a:pt x="65" y="74"/>
                  </a:cubicBezTo>
                  <a:cubicBezTo>
                    <a:pt x="55" y="74"/>
                    <a:pt x="45" y="64"/>
                    <a:pt x="41" y="51"/>
                  </a:cubicBezTo>
                  <a:cubicBezTo>
                    <a:pt x="39" y="51"/>
                    <a:pt x="39" y="51"/>
                    <a:pt x="39" y="51"/>
                  </a:cubicBezTo>
                  <a:cubicBezTo>
                    <a:pt x="37" y="52"/>
                    <a:pt x="35" y="50"/>
                    <a:pt x="35" y="48"/>
                  </a:cubicBezTo>
                  <a:cubicBezTo>
                    <a:pt x="33" y="37"/>
                    <a:pt x="33" y="37"/>
                    <a:pt x="33" y="37"/>
                  </a:cubicBezTo>
                  <a:cubicBezTo>
                    <a:pt x="33" y="35"/>
                    <a:pt x="34" y="33"/>
                    <a:pt x="37" y="33"/>
                  </a:cubicBezTo>
                  <a:cubicBezTo>
                    <a:pt x="38" y="32"/>
                    <a:pt x="38" y="32"/>
                    <a:pt x="38" y="32"/>
                  </a:cubicBezTo>
                  <a:cubicBezTo>
                    <a:pt x="37" y="31"/>
                    <a:pt x="37" y="29"/>
                    <a:pt x="37" y="27"/>
                  </a:cubicBezTo>
                  <a:cubicBezTo>
                    <a:pt x="37" y="22"/>
                    <a:pt x="37" y="22"/>
                    <a:pt x="37" y="22"/>
                  </a:cubicBezTo>
                  <a:cubicBezTo>
                    <a:pt x="37" y="12"/>
                    <a:pt x="45" y="4"/>
                    <a:pt x="56" y="4"/>
                  </a:cubicBezTo>
                  <a:cubicBezTo>
                    <a:pt x="58" y="4"/>
                    <a:pt x="58" y="4"/>
                    <a:pt x="58" y="4"/>
                  </a:cubicBezTo>
                  <a:cubicBezTo>
                    <a:pt x="58" y="3"/>
                    <a:pt x="58" y="3"/>
                    <a:pt x="58" y="3"/>
                  </a:cubicBezTo>
                  <a:cubicBezTo>
                    <a:pt x="59" y="0"/>
                    <a:pt x="67" y="0"/>
                    <a:pt x="75" y="3"/>
                  </a:cubicBezTo>
                  <a:cubicBezTo>
                    <a:pt x="77" y="4"/>
                    <a:pt x="79" y="4"/>
                    <a:pt x="80" y="5"/>
                  </a:cubicBezTo>
                  <a:cubicBezTo>
                    <a:pt x="87" y="8"/>
                    <a:pt x="92" y="15"/>
                    <a:pt x="92" y="22"/>
                  </a:cubicBezTo>
                  <a:cubicBezTo>
                    <a:pt x="92" y="27"/>
                    <a:pt x="92" y="27"/>
                    <a:pt x="92" y="27"/>
                  </a:cubicBezTo>
                  <a:cubicBezTo>
                    <a:pt x="92" y="29"/>
                    <a:pt x="91" y="31"/>
                    <a:pt x="91" y="32"/>
                  </a:cubicBezTo>
                  <a:cubicBezTo>
                    <a:pt x="92" y="33"/>
                    <a:pt x="92" y="33"/>
                    <a:pt x="92" y="33"/>
                  </a:cubicBezTo>
                  <a:cubicBezTo>
                    <a:pt x="94" y="33"/>
                    <a:pt x="96" y="35"/>
                    <a:pt x="95" y="37"/>
                  </a:cubicBezTo>
                  <a:cubicBezTo>
                    <a:pt x="94" y="48"/>
                    <a:pt x="94" y="48"/>
                    <a:pt x="94" y="48"/>
                  </a:cubicBezTo>
                  <a:cubicBezTo>
                    <a:pt x="93" y="50"/>
                    <a:pt x="91" y="52"/>
                    <a:pt x="89" y="51"/>
                  </a:cubicBezTo>
                  <a:cubicBezTo>
                    <a:pt x="88" y="51"/>
                    <a:pt x="88" y="51"/>
                    <a:pt x="88" y="51"/>
                  </a:cubicBezTo>
                  <a:close/>
                  <a:moveTo>
                    <a:pt x="65" y="86"/>
                  </a:moveTo>
                  <a:cubicBezTo>
                    <a:pt x="74" y="87"/>
                    <a:pt x="74" y="87"/>
                    <a:pt x="74" y="87"/>
                  </a:cubicBezTo>
                  <a:cubicBezTo>
                    <a:pt x="69" y="97"/>
                    <a:pt x="69" y="97"/>
                    <a:pt x="69" y="97"/>
                  </a:cubicBezTo>
                  <a:cubicBezTo>
                    <a:pt x="75" y="144"/>
                    <a:pt x="75" y="144"/>
                    <a:pt x="75" y="144"/>
                  </a:cubicBezTo>
                  <a:cubicBezTo>
                    <a:pt x="55" y="144"/>
                    <a:pt x="55" y="144"/>
                    <a:pt x="55" y="144"/>
                  </a:cubicBezTo>
                  <a:cubicBezTo>
                    <a:pt x="61" y="97"/>
                    <a:pt x="61" y="97"/>
                    <a:pt x="61" y="97"/>
                  </a:cubicBezTo>
                  <a:cubicBezTo>
                    <a:pt x="56" y="87"/>
                    <a:pt x="56" y="87"/>
                    <a:pt x="56" y="87"/>
                  </a:cubicBezTo>
                  <a:cubicBezTo>
                    <a:pt x="65" y="86"/>
                    <a:pt x="65" y="86"/>
                    <a:pt x="65" y="86"/>
                  </a:cubicBezTo>
                  <a:close/>
                  <a:moveTo>
                    <a:pt x="3" y="144"/>
                  </a:moveTo>
                  <a:cubicBezTo>
                    <a:pt x="0" y="109"/>
                    <a:pt x="0" y="109"/>
                    <a:pt x="0" y="109"/>
                  </a:cubicBezTo>
                  <a:cubicBezTo>
                    <a:pt x="0" y="106"/>
                    <a:pt x="0" y="106"/>
                    <a:pt x="0" y="106"/>
                  </a:cubicBezTo>
                  <a:cubicBezTo>
                    <a:pt x="0" y="99"/>
                    <a:pt x="7" y="95"/>
                    <a:pt x="13" y="94"/>
                  </a:cubicBezTo>
                  <a:cubicBezTo>
                    <a:pt x="19" y="92"/>
                    <a:pt x="35" y="88"/>
                    <a:pt x="41" y="83"/>
                  </a:cubicBezTo>
                  <a:cubicBezTo>
                    <a:pt x="42" y="83"/>
                    <a:pt x="42" y="83"/>
                    <a:pt x="42" y="83"/>
                  </a:cubicBezTo>
                  <a:cubicBezTo>
                    <a:pt x="53" y="144"/>
                    <a:pt x="53" y="144"/>
                    <a:pt x="53" y="144"/>
                  </a:cubicBezTo>
                  <a:cubicBezTo>
                    <a:pt x="3" y="144"/>
                    <a:pt x="3" y="144"/>
                    <a:pt x="3" y="144"/>
                  </a:cubicBezTo>
                  <a:close/>
                  <a:moveTo>
                    <a:pt x="127" y="144"/>
                  </a:moveTo>
                  <a:cubicBezTo>
                    <a:pt x="77" y="144"/>
                    <a:pt x="77" y="144"/>
                    <a:pt x="77" y="144"/>
                  </a:cubicBezTo>
                  <a:cubicBezTo>
                    <a:pt x="88" y="83"/>
                    <a:pt x="88" y="83"/>
                    <a:pt x="88" y="83"/>
                  </a:cubicBezTo>
                  <a:cubicBezTo>
                    <a:pt x="88" y="83"/>
                    <a:pt x="88" y="83"/>
                    <a:pt x="88" y="83"/>
                  </a:cubicBezTo>
                  <a:cubicBezTo>
                    <a:pt x="95" y="88"/>
                    <a:pt x="111" y="92"/>
                    <a:pt x="117" y="94"/>
                  </a:cubicBezTo>
                  <a:cubicBezTo>
                    <a:pt x="123" y="95"/>
                    <a:pt x="130" y="99"/>
                    <a:pt x="130" y="106"/>
                  </a:cubicBezTo>
                  <a:cubicBezTo>
                    <a:pt x="130" y="109"/>
                    <a:pt x="130" y="109"/>
                    <a:pt x="130" y="109"/>
                  </a:cubicBezTo>
                  <a:cubicBezTo>
                    <a:pt x="127" y="144"/>
                    <a:pt x="127" y="144"/>
                    <a:pt x="127" y="1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dissolve">
                                      <p:cBhvr>
                                        <p:cTn id="10" dur="500"/>
                                        <p:tgtEl>
                                          <p:spTgt spid="7"/>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dissolve">
                                      <p:cBhvr>
                                        <p:cTn id="13" dur="500"/>
                                        <p:tgtEl>
                                          <p:spTgt spid="8"/>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dissolve">
                                      <p:cBhvr>
                                        <p:cTn id="19" dur="500"/>
                                        <p:tgtEl>
                                          <p:spTgt spid="10"/>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dissolv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dissolv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74011" y="239999"/>
            <a:ext cx="2550426" cy="523220"/>
          </a:xfrm>
          <a:prstGeom prst="rect">
            <a:avLst/>
          </a:prstGeom>
          <a:noFill/>
        </p:spPr>
        <p:txBody>
          <a:bodyPr wrap="square" rtlCol="0">
            <a:spAutoFit/>
          </a:bodyPr>
          <a:lstStyle/>
          <a:p>
            <a:pPr algn="dist"/>
            <a:r>
              <a:rPr kumimoji="1" lang="zh-CN" altLang="en-US" sz="2800" dirty="0">
                <a:solidFill>
                  <a:srgbClr val="313159"/>
                </a:solidFill>
                <a:latin typeface="+mj-ea"/>
                <a:ea typeface="+mj-ea"/>
              </a:rPr>
              <a:t>运营方案制定</a:t>
            </a:r>
            <a:endParaRPr kumimoji="1" lang="zh-CN" altLang="en-US" sz="2800" dirty="0">
              <a:solidFill>
                <a:srgbClr val="313159"/>
              </a:solidFill>
              <a:latin typeface="+mj-ea"/>
              <a:ea typeface="+mj-ea"/>
            </a:endParaRPr>
          </a:p>
        </p:txBody>
      </p:sp>
      <p:sp>
        <p:nvSpPr>
          <p:cNvPr id="3" name="文本框 2"/>
          <p:cNvSpPr txBox="1"/>
          <p:nvPr/>
        </p:nvSpPr>
        <p:spPr>
          <a:xfrm>
            <a:off x="1192975" y="712419"/>
            <a:ext cx="2531462" cy="215444"/>
          </a:xfrm>
          <a:prstGeom prst="rect">
            <a:avLst/>
          </a:prstGeom>
          <a:noFill/>
        </p:spPr>
        <p:txBody>
          <a:bodyPr wrap="none" rtlCol="0">
            <a:spAutoFit/>
          </a:bodyPr>
          <a:lstStyle/>
          <a:p>
            <a:r>
              <a:rPr lang="en-GB" altLang="zh-CN" sz="800" dirty="0">
                <a:solidFill>
                  <a:schemeClr val="tx1">
                    <a:lumMod val="50000"/>
                    <a:lumOff val="50000"/>
                  </a:schemeClr>
                </a:solidFill>
                <a:latin typeface="+mn-ea"/>
              </a:rPr>
              <a:t>FILL IN THE TEXT OF THE DOCUMENT TITLE HERE</a:t>
            </a:r>
            <a:endParaRPr lang="en-GB" altLang="zh-CN" sz="800" dirty="0">
              <a:solidFill>
                <a:schemeClr val="tx1">
                  <a:lumMod val="50000"/>
                  <a:lumOff val="50000"/>
                </a:schemeClr>
              </a:solidFill>
              <a:latin typeface="+mn-ea"/>
            </a:endParaRPr>
          </a:p>
        </p:txBody>
      </p:sp>
      <p:sp>
        <p:nvSpPr>
          <p:cNvPr id="4" name="圆角矩形 3"/>
          <p:cNvSpPr/>
          <p:nvPr/>
        </p:nvSpPr>
        <p:spPr>
          <a:xfrm>
            <a:off x="2283720" y="1640524"/>
            <a:ext cx="736600" cy="736600"/>
          </a:xfrm>
          <a:prstGeom prst="round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5" name="矩形 4"/>
          <p:cNvSpPr/>
          <p:nvPr/>
        </p:nvSpPr>
        <p:spPr>
          <a:xfrm>
            <a:off x="1962438" y="2562199"/>
            <a:ext cx="1379164" cy="283280"/>
          </a:xfrm>
          <a:prstGeom prst="rect">
            <a:avLst/>
          </a:prstGeom>
          <a:noFill/>
          <a:effectLst/>
        </p:spPr>
        <p:txBody>
          <a:bodyPr wrap="square" lIns="67181" tIns="33590" rIns="67181" bIns="33590">
            <a:spAutoFit/>
          </a:bodyPr>
          <a:lstStyle/>
          <a:p>
            <a:pPr algn="dist"/>
            <a:r>
              <a:rPr lang="zh-CN" altLang="en-US" sz="1400" dirty="0">
                <a:solidFill>
                  <a:schemeClr val="tx1">
                    <a:lumMod val="75000"/>
                    <a:lumOff val="25000"/>
                  </a:schemeClr>
                </a:solidFill>
                <a:latin typeface="+mj-ea"/>
                <a:ea typeface="+mj-ea"/>
                <a:cs typeface="+mn-ea"/>
                <a:sym typeface="Arial" panose="020B0604020202020204" pitchFamily="34" charset="0"/>
              </a:rPr>
              <a:t>此处输入标题</a:t>
            </a:r>
            <a:endParaRPr lang="en-US" altLang="zh-CN" sz="1400" dirty="0">
              <a:solidFill>
                <a:schemeClr val="tx1">
                  <a:lumMod val="75000"/>
                  <a:lumOff val="25000"/>
                </a:schemeClr>
              </a:solidFill>
              <a:latin typeface="+mj-ea"/>
              <a:ea typeface="+mj-ea"/>
              <a:cs typeface="+mn-ea"/>
              <a:sym typeface="Arial" panose="020B0604020202020204" pitchFamily="34" charset="0"/>
            </a:endParaRPr>
          </a:p>
        </p:txBody>
      </p:sp>
      <p:sp>
        <p:nvSpPr>
          <p:cNvPr id="6" name="Freeform"/>
          <p:cNvSpPr txBox="1"/>
          <p:nvPr>
            <p:custDataLst>
              <p:tags r:id="rId1"/>
            </p:custDataLst>
          </p:nvPr>
        </p:nvSpPr>
        <p:spPr>
          <a:xfrm>
            <a:off x="1406742" y="2883175"/>
            <a:ext cx="2490557" cy="774699"/>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此处添加详细文本描述，建议与标题相关并符合整体语言风格，语言描述尽量简洁生动</a:t>
            </a:r>
            <a:endParaRPr lang="id-ID"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sp>
        <p:nvSpPr>
          <p:cNvPr id="7" name="圆角矩形 6"/>
          <p:cNvSpPr/>
          <p:nvPr/>
        </p:nvSpPr>
        <p:spPr>
          <a:xfrm>
            <a:off x="5795334" y="1640524"/>
            <a:ext cx="736600" cy="736600"/>
          </a:xfrm>
          <a:prstGeom prst="round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8" name="矩形 7"/>
          <p:cNvSpPr/>
          <p:nvPr/>
        </p:nvSpPr>
        <p:spPr>
          <a:xfrm>
            <a:off x="5474052" y="2562199"/>
            <a:ext cx="1379164" cy="283280"/>
          </a:xfrm>
          <a:prstGeom prst="rect">
            <a:avLst/>
          </a:prstGeom>
          <a:noFill/>
          <a:effectLst/>
        </p:spPr>
        <p:txBody>
          <a:bodyPr wrap="square" lIns="67181" tIns="33590" rIns="67181" bIns="33590">
            <a:spAutoFit/>
          </a:bodyPr>
          <a:lstStyle/>
          <a:p>
            <a:pPr algn="dist"/>
            <a:r>
              <a:rPr lang="zh-CN" altLang="en-US" sz="1400" dirty="0">
                <a:solidFill>
                  <a:schemeClr val="tx1">
                    <a:lumMod val="75000"/>
                    <a:lumOff val="25000"/>
                  </a:schemeClr>
                </a:solidFill>
                <a:latin typeface="+mj-ea"/>
                <a:ea typeface="+mj-ea"/>
                <a:cs typeface="+mn-ea"/>
                <a:sym typeface="Arial" panose="020B0604020202020204" pitchFamily="34" charset="0"/>
              </a:rPr>
              <a:t>此处输入标题</a:t>
            </a:r>
            <a:endParaRPr lang="en-US" altLang="zh-CN" sz="1400" dirty="0">
              <a:solidFill>
                <a:schemeClr val="tx1">
                  <a:lumMod val="75000"/>
                  <a:lumOff val="25000"/>
                </a:schemeClr>
              </a:solidFill>
              <a:latin typeface="+mj-ea"/>
              <a:ea typeface="+mj-ea"/>
              <a:cs typeface="+mn-ea"/>
              <a:sym typeface="Arial" panose="020B0604020202020204" pitchFamily="34" charset="0"/>
            </a:endParaRPr>
          </a:p>
        </p:txBody>
      </p:sp>
      <p:sp>
        <p:nvSpPr>
          <p:cNvPr id="9" name="Freeform"/>
          <p:cNvSpPr txBox="1"/>
          <p:nvPr>
            <p:custDataLst>
              <p:tags r:id="rId2"/>
            </p:custDataLst>
          </p:nvPr>
        </p:nvSpPr>
        <p:spPr>
          <a:xfrm>
            <a:off x="4918356" y="2883175"/>
            <a:ext cx="2490557" cy="774699"/>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此处添加详细文本描述，建议与标题相关并符合整体语言风格，语言描述尽量简洁生动</a:t>
            </a:r>
            <a:endParaRPr lang="id-ID"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sp>
        <p:nvSpPr>
          <p:cNvPr id="10" name="圆角矩形 9"/>
          <p:cNvSpPr/>
          <p:nvPr/>
        </p:nvSpPr>
        <p:spPr>
          <a:xfrm>
            <a:off x="9306948" y="1640524"/>
            <a:ext cx="736600" cy="736600"/>
          </a:xfrm>
          <a:prstGeom prst="round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11" name="矩形 10"/>
          <p:cNvSpPr/>
          <p:nvPr/>
        </p:nvSpPr>
        <p:spPr>
          <a:xfrm>
            <a:off x="8985666" y="2562199"/>
            <a:ext cx="1379164" cy="283280"/>
          </a:xfrm>
          <a:prstGeom prst="rect">
            <a:avLst/>
          </a:prstGeom>
          <a:noFill/>
          <a:effectLst/>
        </p:spPr>
        <p:txBody>
          <a:bodyPr wrap="square" lIns="67181" tIns="33590" rIns="67181" bIns="33590">
            <a:spAutoFit/>
          </a:bodyPr>
          <a:lstStyle/>
          <a:p>
            <a:pPr algn="dist"/>
            <a:r>
              <a:rPr lang="zh-CN" altLang="en-US" sz="1400" dirty="0">
                <a:solidFill>
                  <a:schemeClr val="tx1">
                    <a:lumMod val="75000"/>
                    <a:lumOff val="25000"/>
                  </a:schemeClr>
                </a:solidFill>
                <a:latin typeface="+mj-ea"/>
                <a:ea typeface="+mj-ea"/>
                <a:cs typeface="+mn-ea"/>
                <a:sym typeface="Arial" panose="020B0604020202020204" pitchFamily="34" charset="0"/>
              </a:rPr>
              <a:t>此处输入标题</a:t>
            </a:r>
            <a:endParaRPr lang="en-US" altLang="zh-CN" sz="1400" dirty="0">
              <a:solidFill>
                <a:schemeClr val="tx1">
                  <a:lumMod val="75000"/>
                  <a:lumOff val="25000"/>
                </a:schemeClr>
              </a:solidFill>
              <a:latin typeface="+mj-ea"/>
              <a:ea typeface="+mj-ea"/>
              <a:cs typeface="+mn-ea"/>
              <a:sym typeface="Arial" panose="020B0604020202020204" pitchFamily="34" charset="0"/>
            </a:endParaRPr>
          </a:p>
        </p:txBody>
      </p:sp>
      <p:sp>
        <p:nvSpPr>
          <p:cNvPr id="12" name="Freeform"/>
          <p:cNvSpPr txBox="1"/>
          <p:nvPr>
            <p:custDataLst>
              <p:tags r:id="rId3"/>
            </p:custDataLst>
          </p:nvPr>
        </p:nvSpPr>
        <p:spPr>
          <a:xfrm>
            <a:off x="8429970" y="2883175"/>
            <a:ext cx="2490557" cy="774699"/>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此处添加详细文本描述，建议与标题相关并符合整体语言风格，语言描述尽量简洁生动</a:t>
            </a:r>
            <a:endParaRPr lang="id-ID"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sp>
        <p:nvSpPr>
          <p:cNvPr id="13" name="圆角矩形 12"/>
          <p:cNvSpPr/>
          <p:nvPr/>
        </p:nvSpPr>
        <p:spPr>
          <a:xfrm>
            <a:off x="2283720" y="4050955"/>
            <a:ext cx="736600" cy="736600"/>
          </a:xfrm>
          <a:prstGeom prst="round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14" name="矩形 13"/>
          <p:cNvSpPr/>
          <p:nvPr/>
        </p:nvSpPr>
        <p:spPr>
          <a:xfrm>
            <a:off x="1962438" y="4972630"/>
            <a:ext cx="1379164" cy="283280"/>
          </a:xfrm>
          <a:prstGeom prst="rect">
            <a:avLst/>
          </a:prstGeom>
          <a:noFill/>
          <a:effectLst/>
        </p:spPr>
        <p:txBody>
          <a:bodyPr wrap="square" lIns="67181" tIns="33590" rIns="67181" bIns="33590">
            <a:spAutoFit/>
          </a:bodyPr>
          <a:lstStyle/>
          <a:p>
            <a:pPr algn="dist"/>
            <a:r>
              <a:rPr lang="zh-CN" altLang="en-US" sz="1400" dirty="0">
                <a:solidFill>
                  <a:schemeClr val="tx1">
                    <a:lumMod val="75000"/>
                    <a:lumOff val="25000"/>
                  </a:schemeClr>
                </a:solidFill>
                <a:latin typeface="+mj-ea"/>
                <a:ea typeface="+mj-ea"/>
                <a:cs typeface="+mn-ea"/>
                <a:sym typeface="Arial" panose="020B0604020202020204" pitchFamily="34" charset="0"/>
              </a:rPr>
              <a:t>此处输入标题</a:t>
            </a:r>
            <a:endParaRPr lang="en-US" altLang="zh-CN" sz="1400" dirty="0">
              <a:solidFill>
                <a:schemeClr val="tx1">
                  <a:lumMod val="75000"/>
                  <a:lumOff val="25000"/>
                </a:schemeClr>
              </a:solidFill>
              <a:latin typeface="+mj-ea"/>
              <a:ea typeface="+mj-ea"/>
              <a:cs typeface="+mn-ea"/>
              <a:sym typeface="Arial" panose="020B0604020202020204" pitchFamily="34" charset="0"/>
            </a:endParaRPr>
          </a:p>
        </p:txBody>
      </p:sp>
      <p:sp>
        <p:nvSpPr>
          <p:cNvPr id="15" name="Freeform"/>
          <p:cNvSpPr txBox="1"/>
          <p:nvPr>
            <p:custDataLst>
              <p:tags r:id="rId4"/>
            </p:custDataLst>
          </p:nvPr>
        </p:nvSpPr>
        <p:spPr>
          <a:xfrm>
            <a:off x="1406742" y="5293606"/>
            <a:ext cx="2490557" cy="774699"/>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此处添加详细文本描述，建议与标题相关并符合整体语言风格，语言描述尽量简洁生动</a:t>
            </a:r>
            <a:endParaRPr lang="id-ID"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sp>
        <p:nvSpPr>
          <p:cNvPr id="16" name="圆角矩形 15"/>
          <p:cNvSpPr/>
          <p:nvPr/>
        </p:nvSpPr>
        <p:spPr>
          <a:xfrm>
            <a:off x="5795334" y="4050955"/>
            <a:ext cx="736600" cy="736600"/>
          </a:xfrm>
          <a:prstGeom prst="round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17" name="矩形 16"/>
          <p:cNvSpPr/>
          <p:nvPr/>
        </p:nvSpPr>
        <p:spPr>
          <a:xfrm>
            <a:off x="5474052" y="4972630"/>
            <a:ext cx="1379164" cy="283280"/>
          </a:xfrm>
          <a:prstGeom prst="rect">
            <a:avLst/>
          </a:prstGeom>
          <a:noFill/>
          <a:effectLst/>
        </p:spPr>
        <p:txBody>
          <a:bodyPr wrap="square" lIns="67181" tIns="33590" rIns="67181" bIns="33590">
            <a:spAutoFit/>
          </a:bodyPr>
          <a:lstStyle/>
          <a:p>
            <a:pPr algn="dist"/>
            <a:r>
              <a:rPr lang="zh-CN" altLang="en-US" sz="1400" dirty="0">
                <a:solidFill>
                  <a:schemeClr val="tx1">
                    <a:lumMod val="75000"/>
                    <a:lumOff val="25000"/>
                  </a:schemeClr>
                </a:solidFill>
                <a:latin typeface="+mj-ea"/>
                <a:ea typeface="+mj-ea"/>
                <a:cs typeface="+mn-ea"/>
                <a:sym typeface="Arial" panose="020B0604020202020204" pitchFamily="34" charset="0"/>
              </a:rPr>
              <a:t>此处输入标题</a:t>
            </a:r>
            <a:endParaRPr lang="en-US" altLang="zh-CN" sz="1400" dirty="0">
              <a:solidFill>
                <a:schemeClr val="tx1">
                  <a:lumMod val="75000"/>
                  <a:lumOff val="25000"/>
                </a:schemeClr>
              </a:solidFill>
              <a:latin typeface="+mj-ea"/>
              <a:ea typeface="+mj-ea"/>
              <a:cs typeface="+mn-ea"/>
              <a:sym typeface="Arial" panose="020B0604020202020204" pitchFamily="34" charset="0"/>
            </a:endParaRPr>
          </a:p>
        </p:txBody>
      </p:sp>
      <p:sp>
        <p:nvSpPr>
          <p:cNvPr id="18" name="Freeform"/>
          <p:cNvSpPr txBox="1"/>
          <p:nvPr>
            <p:custDataLst>
              <p:tags r:id="rId5"/>
            </p:custDataLst>
          </p:nvPr>
        </p:nvSpPr>
        <p:spPr>
          <a:xfrm>
            <a:off x="4918356" y="5293606"/>
            <a:ext cx="2490557" cy="774699"/>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此处添加详细文本描述，建议与标题相关并符合整体语言风格，语言描述尽量简洁生动</a:t>
            </a:r>
            <a:endParaRPr lang="id-ID"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sp>
        <p:nvSpPr>
          <p:cNvPr id="19" name="圆角矩形 18"/>
          <p:cNvSpPr/>
          <p:nvPr/>
        </p:nvSpPr>
        <p:spPr>
          <a:xfrm>
            <a:off x="9306948" y="4050955"/>
            <a:ext cx="736600" cy="736600"/>
          </a:xfrm>
          <a:prstGeom prst="round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20" name="矩形 19"/>
          <p:cNvSpPr/>
          <p:nvPr/>
        </p:nvSpPr>
        <p:spPr>
          <a:xfrm>
            <a:off x="8985666" y="4972630"/>
            <a:ext cx="1379164" cy="283280"/>
          </a:xfrm>
          <a:prstGeom prst="rect">
            <a:avLst/>
          </a:prstGeom>
          <a:noFill/>
          <a:effectLst/>
        </p:spPr>
        <p:txBody>
          <a:bodyPr wrap="square" lIns="67181" tIns="33590" rIns="67181" bIns="33590">
            <a:spAutoFit/>
          </a:bodyPr>
          <a:lstStyle/>
          <a:p>
            <a:pPr algn="dist"/>
            <a:r>
              <a:rPr lang="zh-CN" altLang="en-US" sz="1400" dirty="0">
                <a:solidFill>
                  <a:schemeClr val="tx1">
                    <a:lumMod val="75000"/>
                    <a:lumOff val="25000"/>
                  </a:schemeClr>
                </a:solidFill>
                <a:latin typeface="+mj-ea"/>
                <a:ea typeface="+mj-ea"/>
                <a:cs typeface="+mn-ea"/>
                <a:sym typeface="Arial" panose="020B0604020202020204" pitchFamily="34" charset="0"/>
              </a:rPr>
              <a:t>此处输入标题</a:t>
            </a:r>
            <a:endParaRPr lang="en-US" altLang="zh-CN" sz="1400" dirty="0">
              <a:solidFill>
                <a:schemeClr val="tx1">
                  <a:lumMod val="75000"/>
                  <a:lumOff val="25000"/>
                </a:schemeClr>
              </a:solidFill>
              <a:latin typeface="+mj-ea"/>
              <a:ea typeface="+mj-ea"/>
              <a:cs typeface="+mn-ea"/>
              <a:sym typeface="Arial" panose="020B0604020202020204" pitchFamily="34" charset="0"/>
            </a:endParaRPr>
          </a:p>
        </p:txBody>
      </p:sp>
      <p:sp>
        <p:nvSpPr>
          <p:cNvPr id="21" name="Freeform"/>
          <p:cNvSpPr txBox="1"/>
          <p:nvPr>
            <p:custDataLst>
              <p:tags r:id="rId6"/>
            </p:custDataLst>
          </p:nvPr>
        </p:nvSpPr>
        <p:spPr>
          <a:xfrm>
            <a:off x="8429970" y="5293606"/>
            <a:ext cx="2490557" cy="774699"/>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此处添加详细文本描述，建议与标题相关并符合整体语言风格，语言描述尽量简洁生动</a:t>
            </a:r>
            <a:endParaRPr lang="id-ID"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cxnSp>
        <p:nvCxnSpPr>
          <p:cNvPr id="22" name="直线连接符 21"/>
          <p:cNvCxnSpPr/>
          <p:nvPr/>
        </p:nvCxnSpPr>
        <p:spPr>
          <a:xfrm>
            <a:off x="3020320" y="2008824"/>
            <a:ext cx="27750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符 22"/>
          <p:cNvCxnSpPr/>
          <p:nvPr/>
        </p:nvCxnSpPr>
        <p:spPr>
          <a:xfrm>
            <a:off x="6531934" y="2008824"/>
            <a:ext cx="27750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符 23"/>
          <p:cNvCxnSpPr/>
          <p:nvPr/>
        </p:nvCxnSpPr>
        <p:spPr>
          <a:xfrm>
            <a:off x="3020320" y="4430387"/>
            <a:ext cx="27750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线连接符 24"/>
          <p:cNvCxnSpPr/>
          <p:nvPr/>
        </p:nvCxnSpPr>
        <p:spPr>
          <a:xfrm>
            <a:off x="6531934" y="4430387"/>
            <a:ext cx="27750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Freeform 23"/>
          <p:cNvSpPr>
            <a:spLocks noEditPoints="1"/>
          </p:cNvSpPr>
          <p:nvPr/>
        </p:nvSpPr>
        <p:spPr bwMode="auto">
          <a:xfrm>
            <a:off x="2477395" y="1822457"/>
            <a:ext cx="349250" cy="363538"/>
          </a:xfrm>
          <a:custGeom>
            <a:avLst/>
            <a:gdLst>
              <a:gd name="T0" fmla="*/ 27 w 196"/>
              <a:gd name="T1" fmla="*/ 0 h 204"/>
              <a:gd name="T2" fmla="*/ 102 w 196"/>
              <a:gd name="T3" fmla="*/ 0 h 204"/>
              <a:gd name="T4" fmla="*/ 129 w 196"/>
              <a:gd name="T5" fmla="*/ 27 h 204"/>
              <a:gd name="T6" fmla="*/ 129 w 196"/>
              <a:gd name="T7" fmla="*/ 33 h 204"/>
              <a:gd name="T8" fmla="*/ 111 w 196"/>
              <a:gd name="T9" fmla="*/ 38 h 204"/>
              <a:gd name="T10" fmla="*/ 100 w 196"/>
              <a:gd name="T11" fmla="*/ 24 h 204"/>
              <a:gd name="T12" fmla="*/ 30 w 196"/>
              <a:gd name="T13" fmla="*/ 24 h 204"/>
              <a:gd name="T14" fmla="*/ 18 w 196"/>
              <a:gd name="T15" fmla="*/ 36 h 204"/>
              <a:gd name="T16" fmla="*/ 18 w 196"/>
              <a:gd name="T17" fmla="*/ 151 h 204"/>
              <a:gd name="T18" fmla="*/ 30 w 196"/>
              <a:gd name="T19" fmla="*/ 162 h 204"/>
              <a:gd name="T20" fmla="*/ 100 w 196"/>
              <a:gd name="T21" fmla="*/ 162 h 204"/>
              <a:gd name="T22" fmla="*/ 111 w 196"/>
              <a:gd name="T23" fmla="*/ 152 h 204"/>
              <a:gd name="T24" fmla="*/ 111 w 196"/>
              <a:gd name="T25" fmla="*/ 149 h 204"/>
              <a:gd name="T26" fmla="*/ 129 w 196"/>
              <a:gd name="T27" fmla="*/ 145 h 204"/>
              <a:gd name="T28" fmla="*/ 129 w 196"/>
              <a:gd name="T29" fmla="*/ 178 h 204"/>
              <a:gd name="T30" fmla="*/ 102 w 196"/>
              <a:gd name="T31" fmla="*/ 204 h 204"/>
              <a:gd name="T32" fmla="*/ 27 w 196"/>
              <a:gd name="T33" fmla="*/ 204 h 204"/>
              <a:gd name="T34" fmla="*/ 0 w 196"/>
              <a:gd name="T35" fmla="*/ 178 h 204"/>
              <a:gd name="T36" fmla="*/ 0 w 196"/>
              <a:gd name="T37" fmla="*/ 27 h 204"/>
              <a:gd name="T38" fmla="*/ 27 w 196"/>
              <a:gd name="T39" fmla="*/ 0 h 204"/>
              <a:gd name="T40" fmla="*/ 64 w 196"/>
              <a:gd name="T41" fmla="*/ 62 h 204"/>
              <a:gd name="T42" fmla="*/ 167 w 196"/>
              <a:gd name="T43" fmla="*/ 33 h 204"/>
              <a:gd name="T44" fmla="*/ 173 w 196"/>
              <a:gd name="T45" fmla="*/ 31 h 204"/>
              <a:gd name="T46" fmla="*/ 174 w 196"/>
              <a:gd name="T47" fmla="*/ 37 h 204"/>
              <a:gd name="T48" fmla="*/ 194 w 196"/>
              <a:gd name="T49" fmla="*/ 109 h 204"/>
              <a:gd name="T50" fmla="*/ 196 w 196"/>
              <a:gd name="T51" fmla="*/ 115 h 204"/>
              <a:gd name="T52" fmla="*/ 190 w 196"/>
              <a:gd name="T53" fmla="*/ 117 h 204"/>
              <a:gd name="T54" fmla="*/ 87 w 196"/>
              <a:gd name="T55" fmla="*/ 146 h 204"/>
              <a:gd name="T56" fmla="*/ 81 w 196"/>
              <a:gd name="T57" fmla="*/ 147 h 204"/>
              <a:gd name="T58" fmla="*/ 80 w 196"/>
              <a:gd name="T59" fmla="*/ 142 h 204"/>
              <a:gd name="T60" fmla="*/ 59 w 196"/>
              <a:gd name="T61" fmla="*/ 69 h 204"/>
              <a:gd name="T62" fmla="*/ 58 w 196"/>
              <a:gd name="T63" fmla="*/ 64 h 204"/>
              <a:gd name="T64" fmla="*/ 64 w 196"/>
              <a:gd name="T65" fmla="*/ 62 h 204"/>
              <a:gd name="T66" fmla="*/ 82 w 196"/>
              <a:gd name="T67" fmla="*/ 69 h 204"/>
              <a:gd name="T68" fmla="*/ 127 w 196"/>
              <a:gd name="T69" fmla="*/ 90 h 204"/>
              <a:gd name="T70" fmla="*/ 154 w 196"/>
              <a:gd name="T71" fmla="*/ 49 h 204"/>
              <a:gd name="T72" fmla="*/ 82 w 196"/>
              <a:gd name="T73" fmla="*/ 69 h 204"/>
              <a:gd name="T74" fmla="*/ 166 w 196"/>
              <a:gd name="T75" fmla="*/ 53 h 204"/>
              <a:gd name="T76" fmla="*/ 134 w 196"/>
              <a:gd name="T77" fmla="*/ 101 h 204"/>
              <a:gd name="T78" fmla="*/ 132 w 196"/>
              <a:gd name="T79" fmla="*/ 106 h 204"/>
              <a:gd name="T80" fmla="*/ 127 w 196"/>
              <a:gd name="T81" fmla="*/ 103 h 204"/>
              <a:gd name="T82" fmla="*/ 75 w 196"/>
              <a:gd name="T83" fmla="*/ 79 h 204"/>
              <a:gd name="T84" fmla="*/ 90 w 196"/>
              <a:gd name="T85" fmla="*/ 132 h 204"/>
              <a:gd name="T86" fmla="*/ 181 w 196"/>
              <a:gd name="T87" fmla="*/ 107 h 204"/>
              <a:gd name="T88" fmla="*/ 166 w 196"/>
              <a:gd name="T89" fmla="*/ 53 h 204"/>
              <a:gd name="T90" fmla="*/ 64 w 196"/>
              <a:gd name="T91" fmla="*/ 173 h 204"/>
              <a:gd name="T92" fmla="*/ 75 w 196"/>
              <a:gd name="T93" fmla="*/ 183 h 204"/>
              <a:gd name="T94" fmla="*/ 64 w 196"/>
              <a:gd name="T95" fmla="*/ 194 h 204"/>
              <a:gd name="T96" fmla="*/ 54 w 196"/>
              <a:gd name="T97" fmla="*/ 183 h 204"/>
              <a:gd name="T98" fmla="*/ 64 w 196"/>
              <a:gd name="T99" fmla="*/ 173 h 204"/>
              <a:gd name="T100" fmla="*/ 50 w 196"/>
              <a:gd name="T101" fmla="*/ 9 h 204"/>
              <a:gd name="T102" fmla="*/ 79 w 196"/>
              <a:gd name="T103" fmla="*/ 9 h 204"/>
              <a:gd name="T104" fmla="*/ 84 w 196"/>
              <a:gd name="T105" fmla="*/ 12 h 204"/>
              <a:gd name="T106" fmla="*/ 84 w 196"/>
              <a:gd name="T107" fmla="*/ 12 h 204"/>
              <a:gd name="T108" fmla="*/ 79 w 196"/>
              <a:gd name="T109" fmla="*/ 16 h 204"/>
              <a:gd name="T110" fmla="*/ 50 w 196"/>
              <a:gd name="T111" fmla="*/ 16 h 204"/>
              <a:gd name="T112" fmla="*/ 45 w 196"/>
              <a:gd name="T113" fmla="*/ 12 h 204"/>
              <a:gd name="T114" fmla="*/ 45 w 196"/>
              <a:gd name="T115" fmla="*/ 12 h 204"/>
              <a:gd name="T116" fmla="*/ 50 w 196"/>
              <a:gd name="T117" fmla="*/ 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6" h="204">
                <a:moveTo>
                  <a:pt x="27" y="0"/>
                </a:moveTo>
                <a:cubicBezTo>
                  <a:pt x="102" y="0"/>
                  <a:pt x="102" y="0"/>
                  <a:pt x="102" y="0"/>
                </a:cubicBezTo>
                <a:cubicBezTo>
                  <a:pt x="117" y="0"/>
                  <a:pt x="129" y="12"/>
                  <a:pt x="129" y="27"/>
                </a:cubicBezTo>
                <a:cubicBezTo>
                  <a:pt x="129" y="33"/>
                  <a:pt x="129" y="33"/>
                  <a:pt x="129" y="33"/>
                </a:cubicBezTo>
                <a:cubicBezTo>
                  <a:pt x="111" y="38"/>
                  <a:pt x="111" y="38"/>
                  <a:pt x="111" y="38"/>
                </a:cubicBezTo>
                <a:cubicBezTo>
                  <a:pt x="111" y="32"/>
                  <a:pt x="106" y="24"/>
                  <a:pt x="100" y="24"/>
                </a:cubicBezTo>
                <a:cubicBezTo>
                  <a:pt x="30" y="24"/>
                  <a:pt x="30" y="24"/>
                  <a:pt x="30" y="24"/>
                </a:cubicBezTo>
                <a:cubicBezTo>
                  <a:pt x="23" y="24"/>
                  <a:pt x="18" y="29"/>
                  <a:pt x="18" y="36"/>
                </a:cubicBezTo>
                <a:cubicBezTo>
                  <a:pt x="18" y="151"/>
                  <a:pt x="18" y="151"/>
                  <a:pt x="18" y="151"/>
                </a:cubicBezTo>
                <a:cubicBezTo>
                  <a:pt x="18" y="157"/>
                  <a:pt x="23" y="162"/>
                  <a:pt x="30" y="162"/>
                </a:cubicBezTo>
                <a:cubicBezTo>
                  <a:pt x="100" y="162"/>
                  <a:pt x="100" y="162"/>
                  <a:pt x="100" y="162"/>
                </a:cubicBezTo>
                <a:cubicBezTo>
                  <a:pt x="106" y="162"/>
                  <a:pt x="111" y="158"/>
                  <a:pt x="111" y="152"/>
                </a:cubicBezTo>
                <a:cubicBezTo>
                  <a:pt x="111" y="149"/>
                  <a:pt x="111" y="149"/>
                  <a:pt x="111" y="149"/>
                </a:cubicBezTo>
                <a:cubicBezTo>
                  <a:pt x="129" y="145"/>
                  <a:pt x="129" y="145"/>
                  <a:pt x="129" y="145"/>
                </a:cubicBezTo>
                <a:cubicBezTo>
                  <a:pt x="129" y="178"/>
                  <a:pt x="129" y="178"/>
                  <a:pt x="129" y="178"/>
                </a:cubicBezTo>
                <a:cubicBezTo>
                  <a:pt x="129" y="192"/>
                  <a:pt x="117" y="204"/>
                  <a:pt x="102" y="204"/>
                </a:cubicBezTo>
                <a:cubicBezTo>
                  <a:pt x="27" y="204"/>
                  <a:pt x="27" y="204"/>
                  <a:pt x="27" y="204"/>
                </a:cubicBezTo>
                <a:cubicBezTo>
                  <a:pt x="12" y="204"/>
                  <a:pt x="0" y="192"/>
                  <a:pt x="0" y="178"/>
                </a:cubicBezTo>
                <a:cubicBezTo>
                  <a:pt x="0" y="27"/>
                  <a:pt x="0" y="27"/>
                  <a:pt x="0" y="27"/>
                </a:cubicBezTo>
                <a:cubicBezTo>
                  <a:pt x="0" y="12"/>
                  <a:pt x="12" y="0"/>
                  <a:pt x="27" y="0"/>
                </a:cubicBezTo>
                <a:close/>
                <a:moveTo>
                  <a:pt x="64" y="62"/>
                </a:moveTo>
                <a:cubicBezTo>
                  <a:pt x="167" y="33"/>
                  <a:pt x="167" y="33"/>
                  <a:pt x="167" y="33"/>
                </a:cubicBezTo>
                <a:cubicBezTo>
                  <a:pt x="173" y="31"/>
                  <a:pt x="173" y="31"/>
                  <a:pt x="173" y="31"/>
                </a:cubicBezTo>
                <a:cubicBezTo>
                  <a:pt x="174" y="37"/>
                  <a:pt x="174" y="37"/>
                  <a:pt x="174" y="37"/>
                </a:cubicBezTo>
                <a:cubicBezTo>
                  <a:pt x="194" y="109"/>
                  <a:pt x="194" y="109"/>
                  <a:pt x="194" y="109"/>
                </a:cubicBezTo>
                <a:cubicBezTo>
                  <a:pt x="196" y="115"/>
                  <a:pt x="196" y="115"/>
                  <a:pt x="196" y="115"/>
                </a:cubicBezTo>
                <a:cubicBezTo>
                  <a:pt x="190" y="117"/>
                  <a:pt x="190" y="117"/>
                  <a:pt x="190" y="117"/>
                </a:cubicBezTo>
                <a:cubicBezTo>
                  <a:pt x="87" y="146"/>
                  <a:pt x="87" y="146"/>
                  <a:pt x="87" y="146"/>
                </a:cubicBezTo>
                <a:cubicBezTo>
                  <a:pt x="81" y="147"/>
                  <a:pt x="81" y="147"/>
                  <a:pt x="81" y="147"/>
                </a:cubicBezTo>
                <a:cubicBezTo>
                  <a:pt x="80" y="142"/>
                  <a:pt x="80" y="142"/>
                  <a:pt x="80" y="142"/>
                </a:cubicBezTo>
                <a:cubicBezTo>
                  <a:pt x="59" y="69"/>
                  <a:pt x="59" y="69"/>
                  <a:pt x="59" y="69"/>
                </a:cubicBezTo>
                <a:cubicBezTo>
                  <a:pt x="58" y="64"/>
                  <a:pt x="58" y="64"/>
                  <a:pt x="58" y="64"/>
                </a:cubicBezTo>
                <a:cubicBezTo>
                  <a:pt x="64" y="62"/>
                  <a:pt x="64" y="62"/>
                  <a:pt x="64" y="62"/>
                </a:cubicBezTo>
                <a:close/>
                <a:moveTo>
                  <a:pt x="82" y="69"/>
                </a:moveTo>
                <a:cubicBezTo>
                  <a:pt x="127" y="90"/>
                  <a:pt x="127" y="90"/>
                  <a:pt x="127" y="90"/>
                </a:cubicBezTo>
                <a:cubicBezTo>
                  <a:pt x="154" y="49"/>
                  <a:pt x="154" y="49"/>
                  <a:pt x="154" y="49"/>
                </a:cubicBezTo>
                <a:cubicBezTo>
                  <a:pt x="82" y="69"/>
                  <a:pt x="82" y="69"/>
                  <a:pt x="82" y="69"/>
                </a:cubicBezTo>
                <a:close/>
                <a:moveTo>
                  <a:pt x="166" y="53"/>
                </a:moveTo>
                <a:cubicBezTo>
                  <a:pt x="134" y="101"/>
                  <a:pt x="134" y="101"/>
                  <a:pt x="134" y="101"/>
                </a:cubicBezTo>
                <a:cubicBezTo>
                  <a:pt x="132" y="106"/>
                  <a:pt x="132" y="106"/>
                  <a:pt x="132" y="106"/>
                </a:cubicBezTo>
                <a:cubicBezTo>
                  <a:pt x="127" y="103"/>
                  <a:pt x="127" y="103"/>
                  <a:pt x="127" y="103"/>
                </a:cubicBezTo>
                <a:cubicBezTo>
                  <a:pt x="75" y="79"/>
                  <a:pt x="75" y="79"/>
                  <a:pt x="75" y="79"/>
                </a:cubicBezTo>
                <a:cubicBezTo>
                  <a:pt x="90" y="132"/>
                  <a:pt x="90" y="132"/>
                  <a:pt x="90" y="132"/>
                </a:cubicBezTo>
                <a:cubicBezTo>
                  <a:pt x="181" y="107"/>
                  <a:pt x="181" y="107"/>
                  <a:pt x="181" y="107"/>
                </a:cubicBezTo>
                <a:cubicBezTo>
                  <a:pt x="166" y="53"/>
                  <a:pt x="166" y="53"/>
                  <a:pt x="166" y="53"/>
                </a:cubicBezTo>
                <a:close/>
                <a:moveTo>
                  <a:pt x="64" y="173"/>
                </a:moveTo>
                <a:cubicBezTo>
                  <a:pt x="70" y="173"/>
                  <a:pt x="75" y="177"/>
                  <a:pt x="75" y="183"/>
                </a:cubicBezTo>
                <a:cubicBezTo>
                  <a:pt x="75" y="189"/>
                  <a:pt x="70" y="194"/>
                  <a:pt x="64" y="194"/>
                </a:cubicBezTo>
                <a:cubicBezTo>
                  <a:pt x="59" y="194"/>
                  <a:pt x="54" y="189"/>
                  <a:pt x="54" y="183"/>
                </a:cubicBezTo>
                <a:cubicBezTo>
                  <a:pt x="54" y="177"/>
                  <a:pt x="59" y="173"/>
                  <a:pt x="64" y="173"/>
                </a:cubicBezTo>
                <a:close/>
                <a:moveTo>
                  <a:pt x="50" y="9"/>
                </a:moveTo>
                <a:cubicBezTo>
                  <a:pt x="79" y="9"/>
                  <a:pt x="79" y="9"/>
                  <a:pt x="79" y="9"/>
                </a:cubicBezTo>
                <a:cubicBezTo>
                  <a:pt x="82" y="9"/>
                  <a:pt x="84" y="10"/>
                  <a:pt x="84" y="12"/>
                </a:cubicBezTo>
                <a:cubicBezTo>
                  <a:pt x="84" y="12"/>
                  <a:pt x="84" y="12"/>
                  <a:pt x="84" y="12"/>
                </a:cubicBezTo>
                <a:cubicBezTo>
                  <a:pt x="84" y="15"/>
                  <a:pt x="82" y="16"/>
                  <a:pt x="79" y="16"/>
                </a:cubicBezTo>
                <a:cubicBezTo>
                  <a:pt x="50" y="16"/>
                  <a:pt x="50" y="16"/>
                  <a:pt x="50" y="16"/>
                </a:cubicBezTo>
                <a:cubicBezTo>
                  <a:pt x="47" y="16"/>
                  <a:pt x="45" y="15"/>
                  <a:pt x="45" y="12"/>
                </a:cubicBezTo>
                <a:cubicBezTo>
                  <a:pt x="45" y="12"/>
                  <a:pt x="45" y="12"/>
                  <a:pt x="45" y="12"/>
                </a:cubicBezTo>
                <a:cubicBezTo>
                  <a:pt x="45" y="10"/>
                  <a:pt x="47" y="9"/>
                  <a:pt x="50" y="9"/>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grpSp>
        <p:nvGrpSpPr>
          <p:cNvPr id="27" name="组合 26"/>
          <p:cNvGrpSpPr/>
          <p:nvPr/>
        </p:nvGrpSpPr>
        <p:grpSpPr>
          <a:xfrm>
            <a:off x="5980278" y="1839822"/>
            <a:ext cx="366713" cy="301625"/>
            <a:chOff x="3441272" y="1946897"/>
            <a:chExt cx="366713" cy="301625"/>
          </a:xfrm>
          <a:solidFill>
            <a:schemeClr val="bg1"/>
          </a:solidFill>
        </p:grpSpPr>
        <p:sp>
          <p:nvSpPr>
            <p:cNvPr id="28" name="Freeform 61"/>
            <p:cNvSpPr/>
            <p:nvPr/>
          </p:nvSpPr>
          <p:spPr bwMode="auto">
            <a:xfrm>
              <a:off x="3441272" y="2045322"/>
              <a:ext cx="315913" cy="117475"/>
            </a:xfrm>
            <a:custGeom>
              <a:avLst/>
              <a:gdLst>
                <a:gd name="T0" fmla="*/ 83 w 177"/>
                <a:gd name="T1" fmla="*/ 64 h 66"/>
                <a:gd name="T2" fmla="*/ 8 w 177"/>
                <a:gd name="T3" fmla="*/ 11 h 66"/>
                <a:gd name="T4" fmla="*/ 9 w 177"/>
                <a:gd name="T5" fmla="*/ 0 h 66"/>
                <a:gd name="T6" fmla="*/ 169 w 177"/>
                <a:gd name="T7" fmla="*/ 0 h 66"/>
                <a:gd name="T8" fmla="*/ 169 w 177"/>
                <a:gd name="T9" fmla="*/ 11 h 66"/>
                <a:gd name="T10" fmla="*/ 94 w 177"/>
                <a:gd name="T11" fmla="*/ 64 h 66"/>
                <a:gd name="T12" fmla="*/ 83 w 177"/>
                <a:gd name="T13" fmla="*/ 64 h 66"/>
              </a:gdLst>
              <a:ahLst/>
              <a:cxnLst>
                <a:cxn ang="0">
                  <a:pos x="T0" y="T1"/>
                </a:cxn>
                <a:cxn ang="0">
                  <a:pos x="T2" y="T3"/>
                </a:cxn>
                <a:cxn ang="0">
                  <a:pos x="T4" y="T5"/>
                </a:cxn>
                <a:cxn ang="0">
                  <a:pos x="T6" y="T7"/>
                </a:cxn>
                <a:cxn ang="0">
                  <a:pos x="T8" y="T9"/>
                </a:cxn>
                <a:cxn ang="0">
                  <a:pos x="T10" y="T11"/>
                </a:cxn>
                <a:cxn ang="0">
                  <a:pos x="T12" y="T13"/>
                </a:cxn>
              </a:cxnLst>
              <a:rect l="0" t="0" r="r" b="b"/>
              <a:pathLst>
                <a:path w="177" h="66">
                  <a:moveTo>
                    <a:pt x="83" y="64"/>
                  </a:moveTo>
                  <a:cubicBezTo>
                    <a:pt x="8" y="11"/>
                    <a:pt x="8" y="11"/>
                    <a:pt x="8" y="11"/>
                  </a:cubicBezTo>
                  <a:cubicBezTo>
                    <a:pt x="4" y="7"/>
                    <a:pt x="0" y="0"/>
                    <a:pt x="9" y="0"/>
                  </a:cubicBezTo>
                  <a:cubicBezTo>
                    <a:pt x="169" y="0"/>
                    <a:pt x="169" y="0"/>
                    <a:pt x="169" y="0"/>
                  </a:cubicBezTo>
                  <a:cubicBezTo>
                    <a:pt x="177" y="0"/>
                    <a:pt x="173" y="7"/>
                    <a:pt x="169" y="11"/>
                  </a:cubicBezTo>
                  <a:cubicBezTo>
                    <a:pt x="94" y="64"/>
                    <a:pt x="94" y="64"/>
                    <a:pt x="94" y="64"/>
                  </a:cubicBezTo>
                  <a:cubicBezTo>
                    <a:pt x="91" y="66"/>
                    <a:pt x="86" y="66"/>
                    <a:pt x="83"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29" name="Freeform 62"/>
            <p:cNvSpPr/>
            <p:nvPr/>
          </p:nvSpPr>
          <p:spPr bwMode="auto">
            <a:xfrm>
              <a:off x="3450797" y="2161209"/>
              <a:ext cx="300038" cy="87313"/>
            </a:xfrm>
            <a:custGeom>
              <a:avLst/>
              <a:gdLst>
                <a:gd name="T0" fmla="*/ 162 w 168"/>
                <a:gd name="T1" fmla="*/ 49 h 49"/>
                <a:gd name="T2" fmla="*/ 162 w 168"/>
                <a:gd name="T3" fmla="*/ 40 h 49"/>
                <a:gd name="T4" fmla="*/ 110 w 168"/>
                <a:gd name="T5" fmla="*/ 4 h 49"/>
                <a:gd name="T6" fmla="*/ 102 w 168"/>
                <a:gd name="T7" fmla="*/ 1 h 49"/>
                <a:gd name="T8" fmla="*/ 92 w 168"/>
                <a:gd name="T9" fmla="*/ 8 h 49"/>
                <a:gd name="T10" fmla="*/ 84 w 168"/>
                <a:gd name="T11" fmla="*/ 10 h 49"/>
                <a:gd name="T12" fmla="*/ 75 w 168"/>
                <a:gd name="T13" fmla="*/ 8 h 49"/>
                <a:gd name="T14" fmla="*/ 65 w 168"/>
                <a:gd name="T15" fmla="*/ 1 h 49"/>
                <a:gd name="T16" fmla="*/ 57 w 168"/>
                <a:gd name="T17" fmla="*/ 4 h 49"/>
                <a:gd name="T18" fmla="*/ 5 w 168"/>
                <a:gd name="T19" fmla="*/ 40 h 49"/>
                <a:gd name="T20" fmla="*/ 5 w 168"/>
                <a:gd name="T21" fmla="*/ 49 h 49"/>
                <a:gd name="T22" fmla="*/ 162 w 168"/>
                <a:gd name="T23"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8" h="49">
                  <a:moveTo>
                    <a:pt x="162" y="49"/>
                  </a:moveTo>
                  <a:cubicBezTo>
                    <a:pt x="165" y="47"/>
                    <a:pt x="168" y="45"/>
                    <a:pt x="162" y="40"/>
                  </a:cubicBezTo>
                  <a:cubicBezTo>
                    <a:pt x="110" y="4"/>
                    <a:pt x="110" y="4"/>
                    <a:pt x="110" y="4"/>
                  </a:cubicBezTo>
                  <a:cubicBezTo>
                    <a:pt x="106" y="1"/>
                    <a:pt x="104" y="0"/>
                    <a:pt x="102" y="1"/>
                  </a:cubicBezTo>
                  <a:cubicBezTo>
                    <a:pt x="99" y="2"/>
                    <a:pt x="97" y="5"/>
                    <a:pt x="92" y="8"/>
                  </a:cubicBezTo>
                  <a:cubicBezTo>
                    <a:pt x="89" y="10"/>
                    <a:pt x="86" y="10"/>
                    <a:pt x="84" y="10"/>
                  </a:cubicBezTo>
                  <a:cubicBezTo>
                    <a:pt x="81" y="10"/>
                    <a:pt x="78" y="10"/>
                    <a:pt x="75" y="8"/>
                  </a:cubicBezTo>
                  <a:cubicBezTo>
                    <a:pt x="70" y="5"/>
                    <a:pt x="68" y="2"/>
                    <a:pt x="65" y="1"/>
                  </a:cubicBezTo>
                  <a:cubicBezTo>
                    <a:pt x="63" y="0"/>
                    <a:pt x="61" y="1"/>
                    <a:pt x="57" y="4"/>
                  </a:cubicBezTo>
                  <a:cubicBezTo>
                    <a:pt x="5" y="40"/>
                    <a:pt x="5" y="40"/>
                    <a:pt x="5" y="40"/>
                  </a:cubicBezTo>
                  <a:cubicBezTo>
                    <a:pt x="0" y="44"/>
                    <a:pt x="1" y="46"/>
                    <a:pt x="5" y="49"/>
                  </a:cubicBezTo>
                  <a:cubicBezTo>
                    <a:pt x="162" y="49"/>
                    <a:pt x="162" y="49"/>
                    <a:pt x="162" y="4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30" name="Freeform 63"/>
            <p:cNvSpPr/>
            <p:nvPr/>
          </p:nvSpPr>
          <p:spPr bwMode="auto">
            <a:xfrm>
              <a:off x="3442859" y="2075484"/>
              <a:ext cx="111125" cy="147638"/>
            </a:xfrm>
            <a:custGeom>
              <a:avLst/>
              <a:gdLst>
                <a:gd name="T0" fmla="*/ 60 w 62"/>
                <a:gd name="T1" fmla="*/ 39 h 83"/>
                <a:gd name="T2" fmla="*/ 60 w 62"/>
                <a:gd name="T3" fmla="*/ 45 h 83"/>
                <a:gd name="T4" fmla="*/ 7 w 62"/>
                <a:gd name="T5" fmla="*/ 81 h 83"/>
                <a:gd name="T6" fmla="*/ 0 w 62"/>
                <a:gd name="T7" fmla="*/ 79 h 83"/>
                <a:gd name="T8" fmla="*/ 0 w 62"/>
                <a:gd name="T9" fmla="*/ 4 h 83"/>
                <a:gd name="T10" fmla="*/ 7 w 62"/>
                <a:gd name="T11" fmla="*/ 2 h 83"/>
                <a:gd name="T12" fmla="*/ 60 w 62"/>
                <a:gd name="T13" fmla="*/ 39 h 83"/>
              </a:gdLst>
              <a:ahLst/>
              <a:cxnLst>
                <a:cxn ang="0">
                  <a:pos x="T0" y="T1"/>
                </a:cxn>
                <a:cxn ang="0">
                  <a:pos x="T2" y="T3"/>
                </a:cxn>
                <a:cxn ang="0">
                  <a:pos x="T4" y="T5"/>
                </a:cxn>
                <a:cxn ang="0">
                  <a:pos x="T6" y="T7"/>
                </a:cxn>
                <a:cxn ang="0">
                  <a:pos x="T8" y="T9"/>
                </a:cxn>
                <a:cxn ang="0">
                  <a:pos x="T10" y="T11"/>
                </a:cxn>
                <a:cxn ang="0">
                  <a:pos x="T12" y="T13"/>
                </a:cxn>
              </a:cxnLst>
              <a:rect l="0" t="0" r="r" b="b"/>
              <a:pathLst>
                <a:path w="62" h="83">
                  <a:moveTo>
                    <a:pt x="60" y="39"/>
                  </a:moveTo>
                  <a:cubicBezTo>
                    <a:pt x="62" y="41"/>
                    <a:pt x="62" y="43"/>
                    <a:pt x="60" y="45"/>
                  </a:cubicBezTo>
                  <a:cubicBezTo>
                    <a:pt x="7" y="81"/>
                    <a:pt x="7" y="81"/>
                    <a:pt x="7" y="81"/>
                  </a:cubicBezTo>
                  <a:cubicBezTo>
                    <a:pt x="3" y="83"/>
                    <a:pt x="0" y="82"/>
                    <a:pt x="0" y="79"/>
                  </a:cubicBezTo>
                  <a:cubicBezTo>
                    <a:pt x="0" y="4"/>
                    <a:pt x="0" y="4"/>
                    <a:pt x="0" y="4"/>
                  </a:cubicBezTo>
                  <a:cubicBezTo>
                    <a:pt x="0" y="1"/>
                    <a:pt x="4" y="0"/>
                    <a:pt x="7" y="2"/>
                  </a:cubicBezTo>
                  <a:cubicBezTo>
                    <a:pt x="60" y="39"/>
                    <a:pt x="60" y="39"/>
                    <a:pt x="6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31" name="Freeform 64"/>
            <p:cNvSpPr/>
            <p:nvPr/>
          </p:nvSpPr>
          <p:spPr bwMode="auto">
            <a:xfrm>
              <a:off x="3644472" y="2075484"/>
              <a:ext cx="111125" cy="147638"/>
            </a:xfrm>
            <a:custGeom>
              <a:avLst/>
              <a:gdLst>
                <a:gd name="T0" fmla="*/ 2 w 62"/>
                <a:gd name="T1" fmla="*/ 39 h 83"/>
                <a:gd name="T2" fmla="*/ 2 w 62"/>
                <a:gd name="T3" fmla="*/ 45 h 83"/>
                <a:gd name="T4" fmla="*/ 55 w 62"/>
                <a:gd name="T5" fmla="*/ 81 h 83"/>
                <a:gd name="T6" fmla="*/ 62 w 62"/>
                <a:gd name="T7" fmla="*/ 79 h 83"/>
                <a:gd name="T8" fmla="*/ 62 w 62"/>
                <a:gd name="T9" fmla="*/ 4 h 83"/>
                <a:gd name="T10" fmla="*/ 55 w 62"/>
                <a:gd name="T11" fmla="*/ 2 h 83"/>
                <a:gd name="T12" fmla="*/ 2 w 62"/>
                <a:gd name="T13" fmla="*/ 39 h 83"/>
              </a:gdLst>
              <a:ahLst/>
              <a:cxnLst>
                <a:cxn ang="0">
                  <a:pos x="T0" y="T1"/>
                </a:cxn>
                <a:cxn ang="0">
                  <a:pos x="T2" y="T3"/>
                </a:cxn>
                <a:cxn ang="0">
                  <a:pos x="T4" y="T5"/>
                </a:cxn>
                <a:cxn ang="0">
                  <a:pos x="T6" y="T7"/>
                </a:cxn>
                <a:cxn ang="0">
                  <a:pos x="T8" y="T9"/>
                </a:cxn>
                <a:cxn ang="0">
                  <a:pos x="T10" y="T11"/>
                </a:cxn>
                <a:cxn ang="0">
                  <a:pos x="T12" y="T13"/>
                </a:cxn>
              </a:cxnLst>
              <a:rect l="0" t="0" r="r" b="b"/>
              <a:pathLst>
                <a:path w="62" h="83">
                  <a:moveTo>
                    <a:pt x="2" y="39"/>
                  </a:moveTo>
                  <a:cubicBezTo>
                    <a:pt x="0" y="41"/>
                    <a:pt x="0" y="43"/>
                    <a:pt x="2" y="45"/>
                  </a:cubicBezTo>
                  <a:cubicBezTo>
                    <a:pt x="55" y="81"/>
                    <a:pt x="55" y="81"/>
                    <a:pt x="55" y="81"/>
                  </a:cubicBezTo>
                  <a:cubicBezTo>
                    <a:pt x="59" y="83"/>
                    <a:pt x="62" y="82"/>
                    <a:pt x="62" y="79"/>
                  </a:cubicBezTo>
                  <a:cubicBezTo>
                    <a:pt x="62" y="4"/>
                    <a:pt x="62" y="4"/>
                    <a:pt x="62" y="4"/>
                  </a:cubicBezTo>
                  <a:cubicBezTo>
                    <a:pt x="62" y="1"/>
                    <a:pt x="58" y="0"/>
                    <a:pt x="55" y="2"/>
                  </a:cubicBezTo>
                  <a:cubicBezTo>
                    <a:pt x="2" y="39"/>
                    <a:pt x="2" y="39"/>
                    <a:pt x="2"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32" name="Freeform 65"/>
            <p:cNvSpPr/>
            <p:nvPr/>
          </p:nvSpPr>
          <p:spPr bwMode="auto">
            <a:xfrm>
              <a:off x="3495247" y="1946897"/>
              <a:ext cx="312738" cy="84138"/>
            </a:xfrm>
            <a:custGeom>
              <a:avLst/>
              <a:gdLst>
                <a:gd name="T0" fmla="*/ 43 w 175"/>
                <a:gd name="T1" fmla="*/ 47 h 47"/>
                <a:gd name="T2" fmla="*/ 7 w 175"/>
                <a:gd name="T3" fmla="*/ 12 h 47"/>
                <a:gd name="T4" fmla="*/ 8 w 175"/>
                <a:gd name="T5" fmla="*/ 1 h 47"/>
                <a:gd name="T6" fmla="*/ 167 w 175"/>
                <a:gd name="T7" fmla="*/ 24 h 47"/>
                <a:gd name="T8" fmla="*/ 165 w 175"/>
                <a:gd name="T9" fmla="*/ 35 h 47"/>
                <a:gd name="T10" fmla="*/ 142 w 175"/>
                <a:gd name="T11" fmla="*/ 47 h 47"/>
                <a:gd name="T12" fmla="*/ 43 w 175"/>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175" h="47">
                  <a:moveTo>
                    <a:pt x="43" y="47"/>
                  </a:moveTo>
                  <a:cubicBezTo>
                    <a:pt x="7" y="12"/>
                    <a:pt x="7" y="12"/>
                    <a:pt x="7" y="12"/>
                  </a:cubicBezTo>
                  <a:cubicBezTo>
                    <a:pt x="2" y="8"/>
                    <a:pt x="0" y="0"/>
                    <a:pt x="8" y="1"/>
                  </a:cubicBezTo>
                  <a:cubicBezTo>
                    <a:pt x="167" y="24"/>
                    <a:pt x="167" y="24"/>
                    <a:pt x="167" y="24"/>
                  </a:cubicBezTo>
                  <a:cubicBezTo>
                    <a:pt x="175" y="25"/>
                    <a:pt x="170" y="32"/>
                    <a:pt x="165" y="35"/>
                  </a:cubicBezTo>
                  <a:cubicBezTo>
                    <a:pt x="142" y="47"/>
                    <a:pt x="142" y="47"/>
                    <a:pt x="142" y="47"/>
                  </a:cubicBezTo>
                  <a:cubicBezTo>
                    <a:pt x="43" y="47"/>
                    <a:pt x="43" y="47"/>
                    <a:pt x="43" y="4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33" name="Freeform 66"/>
            <p:cNvSpPr/>
            <p:nvPr/>
          </p:nvSpPr>
          <p:spPr bwMode="auto">
            <a:xfrm>
              <a:off x="3766709" y="2180259"/>
              <a:ext cx="1588" cy="6350"/>
            </a:xfrm>
            <a:custGeom>
              <a:avLst/>
              <a:gdLst>
                <a:gd name="T0" fmla="*/ 0 w 1"/>
                <a:gd name="T1" fmla="*/ 3 h 3"/>
                <a:gd name="T2" fmla="*/ 0 w 1"/>
                <a:gd name="T3" fmla="*/ 0 h 3"/>
                <a:gd name="T4" fmla="*/ 0 w 1"/>
                <a:gd name="T5" fmla="*/ 3 h 3"/>
              </a:gdLst>
              <a:ahLst/>
              <a:cxnLst>
                <a:cxn ang="0">
                  <a:pos x="T0" y="T1"/>
                </a:cxn>
                <a:cxn ang="0">
                  <a:pos x="T2" y="T3"/>
                </a:cxn>
                <a:cxn ang="0">
                  <a:pos x="T4" y="T5"/>
                </a:cxn>
              </a:cxnLst>
              <a:rect l="0" t="0" r="r" b="b"/>
              <a:pathLst>
                <a:path w="1" h="3">
                  <a:moveTo>
                    <a:pt x="0" y="3"/>
                  </a:moveTo>
                  <a:cubicBezTo>
                    <a:pt x="1" y="2"/>
                    <a:pt x="1" y="1"/>
                    <a:pt x="0" y="0"/>
                  </a:cubicBezTo>
                  <a:cubicBezTo>
                    <a:pt x="0" y="3"/>
                    <a:pt x="0" y="3"/>
                    <a:pt x="0" y="3"/>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34" name="Freeform 67"/>
            <p:cNvSpPr/>
            <p:nvPr/>
          </p:nvSpPr>
          <p:spPr bwMode="auto">
            <a:xfrm>
              <a:off x="3484134" y="1977059"/>
              <a:ext cx="69850" cy="53975"/>
            </a:xfrm>
            <a:custGeom>
              <a:avLst/>
              <a:gdLst>
                <a:gd name="T0" fmla="*/ 0 w 39"/>
                <a:gd name="T1" fmla="*/ 30 h 30"/>
                <a:gd name="T2" fmla="*/ 4 w 39"/>
                <a:gd name="T3" fmla="*/ 4 h 30"/>
                <a:gd name="T4" fmla="*/ 11 w 39"/>
                <a:gd name="T5" fmla="*/ 3 h 30"/>
                <a:gd name="T6" fmla="*/ 39 w 39"/>
                <a:gd name="T7" fmla="*/ 30 h 30"/>
                <a:gd name="T8" fmla="*/ 0 w 39"/>
                <a:gd name="T9" fmla="*/ 30 h 30"/>
              </a:gdLst>
              <a:ahLst/>
              <a:cxnLst>
                <a:cxn ang="0">
                  <a:pos x="T0" y="T1"/>
                </a:cxn>
                <a:cxn ang="0">
                  <a:pos x="T2" y="T3"/>
                </a:cxn>
                <a:cxn ang="0">
                  <a:pos x="T4" y="T5"/>
                </a:cxn>
                <a:cxn ang="0">
                  <a:pos x="T6" y="T7"/>
                </a:cxn>
                <a:cxn ang="0">
                  <a:pos x="T8" y="T9"/>
                </a:cxn>
              </a:cxnLst>
              <a:rect l="0" t="0" r="r" b="b"/>
              <a:pathLst>
                <a:path w="39" h="30">
                  <a:moveTo>
                    <a:pt x="0" y="30"/>
                  </a:moveTo>
                  <a:cubicBezTo>
                    <a:pt x="4" y="4"/>
                    <a:pt x="4" y="4"/>
                    <a:pt x="4" y="4"/>
                  </a:cubicBezTo>
                  <a:cubicBezTo>
                    <a:pt x="4" y="1"/>
                    <a:pt x="8" y="0"/>
                    <a:pt x="11" y="3"/>
                  </a:cubicBezTo>
                  <a:cubicBezTo>
                    <a:pt x="39" y="30"/>
                    <a:pt x="39" y="30"/>
                    <a:pt x="39" y="30"/>
                  </a:cubicBezTo>
                  <a:cubicBezTo>
                    <a:pt x="0" y="30"/>
                    <a:pt x="0" y="30"/>
                    <a:pt x="0" y="3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35" name="Freeform 68"/>
            <p:cNvSpPr/>
            <p:nvPr/>
          </p:nvSpPr>
          <p:spPr bwMode="auto">
            <a:xfrm>
              <a:off x="3766709" y="2019922"/>
              <a:ext cx="33338" cy="147638"/>
            </a:xfrm>
            <a:custGeom>
              <a:avLst/>
              <a:gdLst>
                <a:gd name="T0" fmla="*/ 0 w 19"/>
                <a:gd name="T1" fmla="*/ 80 h 83"/>
                <a:gd name="T2" fmla="*/ 1 w 19"/>
                <a:gd name="T3" fmla="*/ 80 h 83"/>
                <a:gd name="T4" fmla="*/ 8 w 19"/>
                <a:gd name="T5" fmla="*/ 79 h 83"/>
                <a:gd name="T6" fmla="*/ 19 w 19"/>
                <a:gd name="T7" fmla="*/ 5 h 83"/>
                <a:gd name="T8" fmla="*/ 12 w 19"/>
                <a:gd name="T9" fmla="*/ 2 h 83"/>
                <a:gd name="T10" fmla="*/ 0 w 19"/>
                <a:gd name="T11" fmla="*/ 8 h 83"/>
                <a:gd name="T12" fmla="*/ 0 w 19"/>
                <a:gd name="T13" fmla="*/ 80 h 83"/>
              </a:gdLst>
              <a:ahLst/>
              <a:cxnLst>
                <a:cxn ang="0">
                  <a:pos x="T0" y="T1"/>
                </a:cxn>
                <a:cxn ang="0">
                  <a:pos x="T2" y="T3"/>
                </a:cxn>
                <a:cxn ang="0">
                  <a:pos x="T4" y="T5"/>
                </a:cxn>
                <a:cxn ang="0">
                  <a:pos x="T6" y="T7"/>
                </a:cxn>
                <a:cxn ang="0">
                  <a:pos x="T8" y="T9"/>
                </a:cxn>
                <a:cxn ang="0">
                  <a:pos x="T10" y="T11"/>
                </a:cxn>
                <a:cxn ang="0">
                  <a:pos x="T12" y="T13"/>
                </a:cxn>
              </a:cxnLst>
              <a:rect l="0" t="0" r="r" b="b"/>
              <a:pathLst>
                <a:path w="19" h="83">
                  <a:moveTo>
                    <a:pt x="0" y="80"/>
                  </a:moveTo>
                  <a:cubicBezTo>
                    <a:pt x="1" y="80"/>
                    <a:pt x="1" y="80"/>
                    <a:pt x="1" y="80"/>
                  </a:cubicBezTo>
                  <a:cubicBezTo>
                    <a:pt x="4" y="83"/>
                    <a:pt x="8" y="82"/>
                    <a:pt x="8" y="79"/>
                  </a:cubicBezTo>
                  <a:cubicBezTo>
                    <a:pt x="19" y="5"/>
                    <a:pt x="19" y="5"/>
                    <a:pt x="19" y="5"/>
                  </a:cubicBezTo>
                  <a:cubicBezTo>
                    <a:pt x="19" y="2"/>
                    <a:pt x="16" y="0"/>
                    <a:pt x="12" y="2"/>
                  </a:cubicBezTo>
                  <a:cubicBezTo>
                    <a:pt x="0" y="8"/>
                    <a:pt x="0" y="8"/>
                    <a:pt x="0" y="8"/>
                  </a:cubicBezTo>
                  <a:cubicBezTo>
                    <a:pt x="0" y="80"/>
                    <a:pt x="0" y="80"/>
                    <a:pt x="0" y="8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grpSp>
      <p:sp>
        <p:nvSpPr>
          <p:cNvPr id="36" name="Freeform 42"/>
          <p:cNvSpPr>
            <a:spLocks noEditPoints="1"/>
          </p:cNvSpPr>
          <p:nvPr/>
        </p:nvSpPr>
        <p:spPr bwMode="auto">
          <a:xfrm>
            <a:off x="9505876" y="1801909"/>
            <a:ext cx="338745" cy="392157"/>
          </a:xfrm>
          <a:custGeom>
            <a:avLst/>
            <a:gdLst>
              <a:gd name="T0" fmla="*/ 159 w 172"/>
              <a:gd name="T1" fmla="*/ 36 h 199"/>
              <a:gd name="T2" fmla="*/ 124 w 172"/>
              <a:gd name="T3" fmla="*/ 36 h 199"/>
              <a:gd name="T4" fmla="*/ 86 w 172"/>
              <a:gd name="T5" fmla="*/ 0 h 199"/>
              <a:gd name="T6" fmla="*/ 49 w 172"/>
              <a:gd name="T7" fmla="*/ 36 h 199"/>
              <a:gd name="T8" fmla="*/ 12 w 172"/>
              <a:gd name="T9" fmla="*/ 36 h 199"/>
              <a:gd name="T10" fmla="*/ 0 w 172"/>
              <a:gd name="T11" fmla="*/ 49 h 199"/>
              <a:gd name="T12" fmla="*/ 11 w 172"/>
              <a:gd name="T13" fmla="*/ 62 h 199"/>
              <a:gd name="T14" fmla="*/ 11 w 172"/>
              <a:gd name="T15" fmla="*/ 162 h 199"/>
              <a:gd name="T16" fmla="*/ 49 w 172"/>
              <a:gd name="T17" fmla="*/ 199 h 199"/>
              <a:gd name="T18" fmla="*/ 124 w 172"/>
              <a:gd name="T19" fmla="*/ 199 h 199"/>
              <a:gd name="T20" fmla="*/ 159 w 172"/>
              <a:gd name="T21" fmla="*/ 162 h 199"/>
              <a:gd name="T22" fmla="*/ 159 w 172"/>
              <a:gd name="T23" fmla="*/ 62 h 199"/>
              <a:gd name="T24" fmla="*/ 172 w 172"/>
              <a:gd name="T25" fmla="*/ 49 h 199"/>
              <a:gd name="T26" fmla="*/ 159 w 172"/>
              <a:gd name="T27" fmla="*/ 36 h 199"/>
              <a:gd name="T28" fmla="*/ 86 w 172"/>
              <a:gd name="T29" fmla="*/ 22 h 199"/>
              <a:gd name="T30" fmla="*/ 99 w 172"/>
              <a:gd name="T31" fmla="*/ 36 h 199"/>
              <a:gd name="T32" fmla="*/ 74 w 172"/>
              <a:gd name="T33" fmla="*/ 36 h 199"/>
              <a:gd name="T34" fmla="*/ 86 w 172"/>
              <a:gd name="T35" fmla="*/ 22 h 199"/>
              <a:gd name="T36" fmla="*/ 136 w 172"/>
              <a:gd name="T37" fmla="*/ 163 h 199"/>
              <a:gd name="T38" fmla="*/ 123 w 172"/>
              <a:gd name="T39" fmla="*/ 176 h 199"/>
              <a:gd name="T40" fmla="*/ 48 w 172"/>
              <a:gd name="T41" fmla="*/ 176 h 199"/>
              <a:gd name="T42" fmla="*/ 36 w 172"/>
              <a:gd name="T43" fmla="*/ 163 h 199"/>
              <a:gd name="T44" fmla="*/ 36 w 172"/>
              <a:gd name="T45" fmla="*/ 63 h 199"/>
              <a:gd name="T46" fmla="*/ 136 w 172"/>
              <a:gd name="T47" fmla="*/ 63 h 199"/>
              <a:gd name="T48" fmla="*/ 136 w 172"/>
              <a:gd name="T49" fmla="*/ 163 h 199"/>
              <a:gd name="T50" fmla="*/ 55 w 172"/>
              <a:gd name="T51" fmla="*/ 149 h 199"/>
              <a:gd name="T52" fmla="*/ 64 w 172"/>
              <a:gd name="T53" fmla="*/ 142 h 199"/>
              <a:gd name="T54" fmla="*/ 64 w 172"/>
              <a:gd name="T55" fmla="*/ 93 h 199"/>
              <a:gd name="T56" fmla="*/ 55 w 172"/>
              <a:gd name="T57" fmla="*/ 86 h 199"/>
              <a:gd name="T58" fmla="*/ 47 w 172"/>
              <a:gd name="T59" fmla="*/ 93 h 199"/>
              <a:gd name="T60" fmla="*/ 47 w 172"/>
              <a:gd name="T61" fmla="*/ 142 h 199"/>
              <a:gd name="T62" fmla="*/ 55 w 172"/>
              <a:gd name="T63" fmla="*/ 149 h 199"/>
              <a:gd name="T64" fmla="*/ 115 w 172"/>
              <a:gd name="T65" fmla="*/ 149 h 199"/>
              <a:gd name="T66" fmla="*/ 124 w 172"/>
              <a:gd name="T67" fmla="*/ 142 h 199"/>
              <a:gd name="T68" fmla="*/ 124 w 172"/>
              <a:gd name="T69" fmla="*/ 93 h 199"/>
              <a:gd name="T70" fmla="*/ 115 w 172"/>
              <a:gd name="T71" fmla="*/ 86 h 199"/>
              <a:gd name="T72" fmla="*/ 107 w 172"/>
              <a:gd name="T73" fmla="*/ 93 h 199"/>
              <a:gd name="T74" fmla="*/ 107 w 172"/>
              <a:gd name="T75" fmla="*/ 142 h 199"/>
              <a:gd name="T76" fmla="*/ 115 w 172"/>
              <a:gd name="T77" fmla="*/ 149 h 199"/>
              <a:gd name="T78" fmla="*/ 84 w 172"/>
              <a:gd name="T79" fmla="*/ 149 h 199"/>
              <a:gd name="T80" fmla="*/ 93 w 172"/>
              <a:gd name="T81" fmla="*/ 142 h 199"/>
              <a:gd name="T82" fmla="*/ 93 w 172"/>
              <a:gd name="T83" fmla="*/ 93 h 199"/>
              <a:gd name="T84" fmla="*/ 84 w 172"/>
              <a:gd name="T85" fmla="*/ 86 h 199"/>
              <a:gd name="T86" fmla="*/ 76 w 172"/>
              <a:gd name="T87" fmla="*/ 93 h 199"/>
              <a:gd name="T88" fmla="*/ 76 w 172"/>
              <a:gd name="T89" fmla="*/ 142 h 199"/>
              <a:gd name="T90" fmla="*/ 84 w 172"/>
              <a:gd name="T91" fmla="*/ 14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2" h="199">
                <a:moveTo>
                  <a:pt x="159" y="36"/>
                </a:moveTo>
                <a:cubicBezTo>
                  <a:pt x="124" y="36"/>
                  <a:pt x="124" y="36"/>
                  <a:pt x="124" y="36"/>
                </a:cubicBezTo>
                <a:cubicBezTo>
                  <a:pt x="124" y="15"/>
                  <a:pt x="107" y="0"/>
                  <a:pt x="86" y="0"/>
                </a:cubicBezTo>
                <a:cubicBezTo>
                  <a:pt x="66" y="0"/>
                  <a:pt x="49" y="15"/>
                  <a:pt x="49" y="36"/>
                </a:cubicBezTo>
                <a:cubicBezTo>
                  <a:pt x="12" y="36"/>
                  <a:pt x="12" y="36"/>
                  <a:pt x="12" y="36"/>
                </a:cubicBezTo>
                <a:cubicBezTo>
                  <a:pt x="5" y="36"/>
                  <a:pt x="0" y="42"/>
                  <a:pt x="0" y="49"/>
                </a:cubicBezTo>
                <a:cubicBezTo>
                  <a:pt x="0" y="56"/>
                  <a:pt x="4" y="62"/>
                  <a:pt x="11" y="62"/>
                </a:cubicBezTo>
                <a:cubicBezTo>
                  <a:pt x="11" y="162"/>
                  <a:pt x="11" y="162"/>
                  <a:pt x="11" y="162"/>
                </a:cubicBezTo>
                <a:cubicBezTo>
                  <a:pt x="11" y="183"/>
                  <a:pt x="29" y="199"/>
                  <a:pt x="49" y="199"/>
                </a:cubicBezTo>
                <a:cubicBezTo>
                  <a:pt x="124" y="199"/>
                  <a:pt x="124" y="199"/>
                  <a:pt x="124" y="199"/>
                </a:cubicBezTo>
                <a:cubicBezTo>
                  <a:pt x="144" y="199"/>
                  <a:pt x="159" y="183"/>
                  <a:pt x="159" y="162"/>
                </a:cubicBezTo>
                <a:cubicBezTo>
                  <a:pt x="159" y="62"/>
                  <a:pt x="159" y="62"/>
                  <a:pt x="159" y="62"/>
                </a:cubicBezTo>
                <a:cubicBezTo>
                  <a:pt x="166" y="62"/>
                  <a:pt x="172" y="56"/>
                  <a:pt x="172" y="49"/>
                </a:cubicBezTo>
                <a:cubicBezTo>
                  <a:pt x="172" y="42"/>
                  <a:pt x="166" y="36"/>
                  <a:pt x="159" y="36"/>
                </a:cubicBezTo>
                <a:close/>
                <a:moveTo>
                  <a:pt x="86" y="22"/>
                </a:moveTo>
                <a:cubicBezTo>
                  <a:pt x="93" y="22"/>
                  <a:pt x="99" y="29"/>
                  <a:pt x="99" y="36"/>
                </a:cubicBezTo>
                <a:cubicBezTo>
                  <a:pt x="74" y="36"/>
                  <a:pt x="74" y="36"/>
                  <a:pt x="74" y="36"/>
                </a:cubicBezTo>
                <a:cubicBezTo>
                  <a:pt x="74" y="29"/>
                  <a:pt x="80" y="22"/>
                  <a:pt x="86" y="22"/>
                </a:cubicBezTo>
                <a:close/>
                <a:moveTo>
                  <a:pt x="136" y="163"/>
                </a:moveTo>
                <a:cubicBezTo>
                  <a:pt x="136" y="170"/>
                  <a:pt x="130" y="176"/>
                  <a:pt x="123" y="176"/>
                </a:cubicBezTo>
                <a:cubicBezTo>
                  <a:pt x="48" y="176"/>
                  <a:pt x="48" y="176"/>
                  <a:pt x="48" y="176"/>
                </a:cubicBezTo>
                <a:cubicBezTo>
                  <a:pt x="41" y="176"/>
                  <a:pt x="36" y="170"/>
                  <a:pt x="36" y="163"/>
                </a:cubicBezTo>
                <a:cubicBezTo>
                  <a:pt x="36" y="63"/>
                  <a:pt x="36" y="63"/>
                  <a:pt x="36" y="63"/>
                </a:cubicBezTo>
                <a:cubicBezTo>
                  <a:pt x="136" y="63"/>
                  <a:pt x="136" y="63"/>
                  <a:pt x="136" y="63"/>
                </a:cubicBezTo>
                <a:lnTo>
                  <a:pt x="136" y="163"/>
                </a:lnTo>
                <a:close/>
                <a:moveTo>
                  <a:pt x="55" y="149"/>
                </a:moveTo>
                <a:cubicBezTo>
                  <a:pt x="58" y="149"/>
                  <a:pt x="64" y="146"/>
                  <a:pt x="64" y="142"/>
                </a:cubicBezTo>
                <a:cubicBezTo>
                  <a:pt x="64" y="93"/>
                  <a:pt x="64" y="93"/>
                  <a:pt x="64" y="93"/>
                </a:cubicBezTo>
                <a:cubicBezTo>
                  <a:pt x="64" y="89"/>
                  <a:pt x="58" y="86"/>
                  <a:pt x="55" y="86"/>
                </a:cubicBezTo>
                <a:cubicBezTo>
                  <a:pt x="51" y="86"/>
                  <a:pt x="47" y="89"/>
                  <a:pt x="47" y="93"/>
                </a:cubicBezTo>
                <a:cubicBezTo>
                  <a:pt x="47" y="142"/>
                  <a:pt x="47" y="142"/>
                  <a:pt x="47" y="142"/>
                </a:cubicBezTo>
                <a:cubicBezTo>
                  <a:pt x="47" y="146"/>
                  <a:pt x="51" y="149"/>
                  <a:pt x="55" y="149"/>
                </a:cubicBezTo>
                <a:close/>
                <a:moveTo>
                  <a:pt x="115" y="149"/>
                </a:moveTo>
                <a:cubicBezTo>
                  <a:pt x="118" y="149"/>
                  <a:pt x="124" y="146"/>
                  <a:pt x="124" y="142"/>
                </a:cubicBezTo>
                <a:cubicBezTo>
                  <a:pt x="124" y="93"/>
                  <a:pt x="124" y="93"/>
                  <a:pt x="124" y="93"/>
                </a:cubicBezTo>
                <a:cubicBezTo>
                  <a:pt x="124" y="89"/>
                  <a:pt x="118" y="86"/>
                  <a:pt x="115" y="86"/>
                </a:cubicBezTo>
                <a:cubicBezTo>
                  <a:pt x="111" y="86"/>
                  <a:pt x="107" y="89"/>
                  <a:pt x="107" y="93"/>
                </a:cubicBezTo>
                <a:cubicBezTo>
                  <a:pt x="107" y="142"/>
                  <a:pt x="107" y="142"/>
                  <a:pt x="107" y="142"/>
                </a:cubicBezTo>
                <a:cubicBezTo>
                  <a:pt x="107" y="146"/>
                  <a:pt x="111" y="149"/>
                  <a:pt x="115" y="149"/>
                </a:cubicBezTo>
                <a:close/>
                <a:moveTo>
                  <a:pt x="84" y="149"/>
                </a:moveTo>
                <a:cubicBezTo>
                  <a:pt x="87" y="149"/>
                  <a:pt x="93" y="146"/>
                  <a:pt x="93" y="142"/>
                </a:cubicBezTo>
                <a:cubicBezTo>
                  <a:pt x="93" y="93"/>
                  <a:pt x="93" y="93"/>
                  <a:pt x="93" y="93"/>
                </a:cubicBezTo>
                <a:cubicBezTo>
                  <a:pt x="93" y="89"/>
                  <a:pt x="87" y="86"/>
                  <a:pt x="84" y="86"/>
                </a:cubicBezTo>
                <a:cubicBezTo>
                  <a:pt x="80" y="86"/>
                  <a:pt x="76" y="89"/>
                  <a:pt x="76" y="93"/>
                </a:cubicBezTo>
                <a:cubicBezTo>
                  <a:pt x="76" y="142"/>
                  <a:pt x="76" y="142"/>
                  <a:pt x="76" y="142"/>
                </a:cubicBezTo>
                <a:cubicBezTo>
                  <a:pt x="76" y="146"/>
                  <a:pt x="80" y="149"/>
                  <a:pt x="84" y="149"/>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grpSp>
        <p:nvGrpSpPr>
          <p:cNvPr id="37" name="组合 36"/>
          <p:cNvGrpSpPr/>
          <p:nvPr/>
        </p:nvGrpSpPr>
        <p:grpSpPr>
          <a:xfrm>
            <a:off x="2460727" y="4235918"/>
            <a:ext cx="382587" cy="374650"/>
            <a:chOff x="131763" y="2906713"/>
            <a:chExt cx="382587" cy="374650"/>
          </a:xfrm>
          <a:solidFill>
            <a:schemeClr val="bg1"/>
          </a:solidFill>
        </p:grpSpPr>
        <p:sp>
          <p:nvSpPr>
            <p:cNvPr id="38" name="Freeform 15"/>
            <p:cNvSpPr/>
            <p:nvPr/>
          </p:nvSpPr>
          <p:spPr bwMode="auto">
            <a:xfrm>
              <a:off x="219075" y="2906713"/>
              <a:ext cx="295275" cy="298450"/>
            </a:xfrm>
            <a:custGeom>
              <a:avLst/>
              <a:gdLst>
                <a:gd name="T0" fmla="*/ 23 w 165"/>
                <a:gd name="T1" fmla="*/ 0 h 167"/>
                <a:gd name="T2" fmla="*/ 142 w 165"/>
                <a:gd name="T3" fmla="*/ 0 h 167"/>
                <a:gd name="T4" fmla="*/ 165 w 165"/>
                <a:gd name="T5" fmla="*/ 24 h 167"/>
                <a:gd name="T6" fmla="*/ 165 w 165"/>
                <a:gd name="T7" fmla="*/ 111 h 167"/>
                <a:gd name="T8" fmla="*/ 158 w 165"/>
                <a:gd name="T9" fmla="*/ 128 h 167"/>
                <a:gd name="T10" fmla="*/ 142 w 165"/>
                <a:gd name="T11" fmla="*/ 135 h 167"/>
                <a:gd name="T12" fmla="*/ 117 w 165"/>
                <a:gd name="T13" fmla="*/ 135 h 167"/>
                <a:gd name="T14" fmla="*/ 93 w 165"/>
                <a:gd name="T15" fmla="*/ 164 h 167"/>
                <a:gd name="T16" fmla="*/ 93 w 165"/>
                <a:gd name="T17" fmla="*/ 164 h 167"/>
                <a:gd name="T18" fmla="*/ 86 w 165"/>
                <a:gd name="T19" fmla="*/ 165 h 167"/>
                <a:gd name="T20" fmla="*/ 84 w 165"/>
                <a:gd name="T21" fmla="*/ 161 h 167"/>
                <a:gd name="T22" fmla="*/ 84 w 165"/>
                <a:gd name="T23" fmla="*/ 161 h 167"/>
                <a:gd name="T24" fmla="*/ 84 w 165"/>
                <a:gd name="T25" fmla="*/ 135 h 167"/>
                <a:gd name="T26" fmla="*/ 40 w 165"/>
                <a:gd name="T27" fmla="*/ 135 h 167"/>
                <a:gd name="T28" fmla="*/ 47 w 165"/>
                <a:gd name="T29" fmla="*/ 124 h 167"/>
                <a:gd name="T30" fmla="*/ 89 w 165"/>
                <a:gd name="T31" fmla="*/ 124 h 167"/>
                <a:gd name="T32" fmla="*/ 94 w 165"/>
                <a:gd name="T33" fmla="*/ 129 h 167"/>
                <a:gd name="T34" fmla="*/ 94 w 165"/>
                <a:gd name="T35" fmla="*/ 146 h 167"/>
                <a:gd name="T36" fmla="*/ 110 w 165"/>
                <a:gd name="T37" fmla="*/ 126 h 167"/>
                <a:gd name="T38" fmla="*/ 114 w 165"/>
                <a:gd name="T39" fmla="*/ 124 h 167"/>
                <a:gd name="T40" fmla="*/ 142 w 165"/>
                <a:gd name="T41" fmla="*/ 124 h 167"/>
                <a:gd name="T42" fmla="*/ 151 w 165"/>
                <a:gd name="T43" fmla="*/ 120 h 167"/>
                <a:gd name="T44" fmla="*/ 155 w 165"/>
                <a:gd name="T45" fmla="*/ 111 h 167"/>
                <a:gd name="T46" fmla="*/ 155 w 165"/>
                <a:gd name="T47" fmla="*/ 24 h 167"/>
                <a:gd name="T48" fmla="*/ 142 w 165"/>
                <a:gd name="T49" fmla="*/ 11 h 167"/>
                <a:gd name="T50" fmla="*/ 23 w 165"/>
                <a:gd name="T51" fmla="*/ 11 h 167"/>
                <a:gd name="T52" fmla="*/ 10 w 165"/>
                <a:gd name="T53" fmla="*/ 24 h 167"/>
                <a:gd name="T54" fmla="*/ 10 w 165"/>
                <a:gd name="T55" fmla="*/ 59 h 167"/>
                <a:gd name="T56" fmla="*/ 9 w 165"/>
                <a:gd name="T57" fmla="*/ 59 h 167"/>
                <a:gd name="T58" fmla="*/ 0 w 165"/>
                <a:gd name="T59" fmla="*/ 62 h 167"/>
                <a:gd name="T60" fmla="*/ 0 w 165"/>
                <a:gd name="T61" fmla="*/ 24 h 167"/>
                <a:gd name="T62" fmla="*/ 23 w 165"/>
                <a:gd name="T6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5" h="167">
                  <a:moveTo>
                    <a:pt x="23" y="0"/>
                  </a:moveTo>
                  <a:cubicBezTo>
                    <a:pt x="142" y="0"/>
                    <a:pt x="142" y="0"/>
                    <a:pt x="142" y="0"/>
                  </a:cubicBezTo>
                  <a:cubicBezTo>
                    <a:pt x="155" y="0"/>
                    <a:pt x="165" y="11"/>
                    <a:pt x="165" y="24"/>
                  </a:cubicBezTo>
                  <a:cubicBezTo>
                    <a:pt x="165" y="111"/>
                    <a:pt x="165" y="111"/>
                    <a:pt x="165" y="111"/>
                  </a:cubicBezTo>
                  <a:cubicBezTo>
                    <a:pt x="165" y="118"/>
                    <a:pt x="162" y="124"/>
                    <a:pt x="158" y="128"/>
                  </a:cubicBezTo>
                  <a:cubicBezTo>
                    <a:pt x="154" y="132"/>
                    <a:pt x="148" y="135"/>
                    <a:pt x="142" y="135"/>
                  </a:cubicBezTo>
                  <a:cubicBezTo>
                    <a:pt x="117" y="135"/>
                    <a:pt x="117" y="135"/>
                    <a:pt x="117" y="135"/>
                  </a:cubicBezTo>
                  <a:cubicBezTo>
                    <a:pt x="93" y="164"/>
                    <a:pt x="93" y="164"/>
                    <a:pt x="93" y="164"/>
                  </a:cubicBezTo>
                  <a:cubicBezTo>
                    <a:pt x="93" y="164"/>
                    <a:pt x="93" y="164"/>
                    <a:pt x="93" y="164"/>
                  </a:cubicBezTo>
                  <a:cubicBezTo>
                    <a:pt x="92" y="166"/>
                    <a:pt x="88" y="167"/>
                    <a:pt x="86" y="165"/>
                  </a:cubicBezTo>
                  <a:cubicBezTo>
                    <a:pt x="85" y="164"/>
                    <a:pt x="84" y="163"/>
                    <a:pt x="84" y="161"/>
                  </a:cubicBezTo>
                  <a:cubicBezTo>
                    <a:pt x="84" y="161"/>
                    <a:pt x="84" y="161"/>
                    <a:pt x="84" y="161"/>
                  </a:cubicBezTo>
                  <a:cubicBezTo>
                    <a:pt x="84" y="135"/>
                    <a:pt x="84" y="135"/>
                    <a:pt x="84" y="135"/>
                  </a:cubicBezTo>
                  <a:cubicBezTo>
                    <a:pt x="40" y="135"/>
                    <a:pt x="40" y="135"/>
                    <a:pt x="40" y="135"/>
                  </a:cubicBezTo>
                  <a:cubicBezTo>
                    <a:pt x="43" y="132"/>
                    <a:pt x="44" y="128"/>
                    <a:pt x="47" y="124"/>
                  </a:cubicBezTo>
                  <a:cubicBezTo>
                    <a:pt x="89" y="124"/>
                    <a:pt x="89" y="124"/>
                    <a:pt x="89" y="124"/>
                  </a:cubicBezTo>
                  <a:cubicBezTo>
                    <a:pt x="92" y="124"/>
                    <a:pt x="94" y="127"/>
                    <a:pt x="94" y="129"/>
                  </a:cubicBezTo>
                  <a:cubicBezTo>
                    <a:pt x="94" y="146"/>
                    <a:pt x="94" y="146"/>
                    <a:pt x="94" y="146"/>
                  </a:cubicBezTo>
                  <a:cubicBezTo>
                    <a:pt x="110" y="126"/>
                    <a:pt x="110" y="126"/>
                    <a:pt x="110" y="126"/>
                  </a:cubicBezTo>
                  <a:cubicBezTo>
                    <a:pt x="111" y="125"/>
                    <a:pt x="112" y="124"/>
                    <a:pt x="114" y="124"/>
                  </a:cubicBezTo>
                  <a:cubicBezTo>
                    <a:pt x="142" y="124"/>
                    <a:pt x="142" y="124"/>
                    <a:pt x="142" y="124"/>
                  </a:cubicBezTo>
                  <a:cubicBezTo>
                    <a:pt x="145" y="124"/>
                    <a:pt x="148" y="123"/>
                    <a:pt x="151" y="120"/>
                  </a:cubicBezTo>
                  <a:cubicBezTo>
                    <a:pt x="153" y="118"/>
                    <a:pt x="155" y="115"/>
                    <a:pt x="155" y="111"/>
                  </a:cubicBezTo>
                  <a:cubicBezTo>
                    <a:pt x="155" y="24"/>
                    <a:pt x="155" y="24"/>
                    <a:pt x="155" y="24"/>
                  </a:cubicBezTo>
                  <a:cubicBezTo>
                    <a:pt x="155" y="17"/>
                    <a:pt x="149" y="11"/>
                    <a:pt x="142" y="11"/>
                  </a:cubicBezTo>
                  <a:cubicBezTo>
                    <a:pt x="23" y="11"/>
                    <a:pt x="23" y="11"/>
                    <a:pt x="23" y="11"/>
                  </a:cubicBezTo>
                  <a:cubicBezTo>
                    <a:pt x="16" y="11"/>
                    <a:pt x="10" y="17"/>
                    <a:pt x="10" y="24"/>
                  </a:cubicBezTo>
                  <a:cubicBezTo>
                    <a:pt x="10" y="59"/>
                    <a:pt x="10" y="59"/>
                    <a:pt x="10" y="59"/>
                  </a:cubicBezTo>
                  <a:cubicBezTo>
                    <a:pt x="9" y="59"/>
                    <a:pt x="9" y="59"/>
                    <a:pt x="9" y="59"/>
                  </a:cubicBezTo>
                  <a:cubicBezTo>
                    <a:pt x="6" y="59"/>
                    <a:pt x="3" y="61"/>
                    <a:pt x="0" y="62"/>
                  </a:cubicBezTo>
                  <a:cubicBezTo>
                    <a:pt x="0" y="24"/>
                    <a:pt x="0" y="24"/>
                    <a:pt x="0" y="24"/>
                  </a:cubicBezTo>
                  <a:cubicBezTo>
                    <a:pt x="0" y="11"/>
                    <a:pt x="10" y="0"/>
                    <a:pt x="2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39" name="Freeform 16"/>
            <p:cNvSpPr>
              <a:spLocks noEditPoints="1"/>
            </p:cNvSpPr>
            <p:nvPr/>
          </p:nvSpPr>
          <p:spPr bwMode="auto">
            <a:xfrm>
              <a:off x="131763" y="3024188"/>
              <a:ext cx="231775" cy="257175"/>
            </a:xfrm>
            <a:custGeom>
              <a:avLst/>
              <a:gdLst>
                <a:gd name="T0" fmla="*/ 88 w 130"/>
                <a:gd name="T1" fmla="*/ 51 h 144"/>
                <a:gd name="T2" fmla="*/ 65 w 130"/>
                <a:gd name="T3" fmla="*/ 74 h 144"/>
                <a:gd name="T4" fmla="*/ 41 w 130"/>
                <a:gd name="T5" fmla="*/ 51 h 144"/>
                <a:gd name="T6" fmla="*/ 39 w 130"/>
                <a:gd name="T7" fmla="*/ 51 h 144"/>
                <a:gd name="T8" fmla="*/ 35 w 130"/>
                <a:gd name="T9" fmla="*/ 48 h 144"/>
                <a:gd name="T10" fmla="*/ 33 w 130"/>
                <a:gd name="T11" fmla="*/ 37 h 144"/>
                <a:gd name="T12" fmla="*/ 37 w 130"/>
                <a:gd name="T13" fmla="*/ 33 h 144"/>
                <a:gd name="T14" fmla="*/ 38 w 130"/>
                <a:gd name="T15" fmla="*/ 32 h 144"/>
                <a:gd name="T16" fmla="*/ 37 w 130"/>
                <a:gd name="T17" fmla="*/ 27 h 144"/>
                <a:gd name="T18" fmla="*/ 37 w 130"/>
                <a:gd name="T19" fmla="*/ 22 h 144"/>
                <a:gd name="T20" fmla="*/ 56 w 130"/>
                <a:gd name="T21" fmla="*/ 4 h 144"/>
                <a:gd name="T22" fmla="*/ 58 w 130"/>
                <a:gd name="T23" fmla="*/ 4 h 144"/>
                <a:gd name="T24" fmla="*/ 58 w 130"/>
                <a:gd name="T25" fmla="*/ 3 h 144"/>
                <a:gd name="T26" fmla="*/ 75 w 130"/>
                <a:gd name="T27" fmla="*/ 3 h 144"/>
                <a:gd name="T28" fmla="*/ 80 w 130"/>
                <a:gd name="T29" fmla="*/ 5 h 144"/>
                <a:gd name="T30" fmla="*/ 92 w 130"/>
                <a:gd name="T31" fmla="*/ 22 h 144"/>
                <a:gd name="T32" fmla="*/ 92 w 130"/>
                <a:gd name="T33" fmla="*/ 27 h 144"/>
                <a:gd name="T34" fmla="*/ 91 w 130"/>
                <a:gd name="T35" fmla="*/ 32 h 144"/>
                <a:gd name="T36" fmla="*/ 92 w 130"/>
                <a:gd name="T37" fmla="*/ 33 h 144"/>
                <a:gd name="T38" fmla="*/ 95 w 130"/>
                <a:gd name="T39" fmla="*/ 37 h 144"/>
                <a:gd name="T40" fmla="*/ 94 w 130"/>
                <a:gd name="T41" fmla="*/ 48 h 144"/>
                <a:gd name="T42" fmla="*/ 89 w 130"/>
                <a:gd name="T43" fmla="*/ 51 h 144"/>
                <a:gd name="T44" fmla="*/ 88 w 130"/>
                <a:gd name="T45" fmla="*/ 51 h 144"/>
                <a:gd name="T46" fmla="*/ 65 w 130"/>
                <a:gd name="T47" fmla="*/ 86 h 144"/>
                <a:gd name="T48" fmla="*/ 74 w 130"/>
                <a:gd name="T49" fmla="*/ 87 h 144"/>
                <a:gd name="T50" fmla="*/ 69 w 130"/>
                <a:gd name="T51" fmla="*/ 97 h 144"/>
                <a:gd name="T52" fmla="*/ 75 w 130"/>
                <a:gd name="T53" fmla="*/ 144 h 144"/>
                <a:gd name="T54" fmla="*/ 55 w 130"/>
                <a:gd name="T55" fmla="*/ 144 h 144"/>
                <a:gd name="T56" fmla="*/ 61 w 130"/>
                <a:gd name="T57" fmla="*/ 97 h 144"/>
                <a:gd name="T58" fmla="*/ 56 w 130"/>
                <a:gd name="T59" fmla="*/ 87 h 144"/>
                <a:gd name="T60" fmla="*/ 65 w 130"/>
                <a:gd name="T61" fmla="*/ 86 h 144"/>
                <a:gd name="T62" fmla="*/ 3 w 130"/>
                <a:gd name="T63" fmla="*/ 144 h 144"/>
                <a:gd name="T64" fmla="*/ 0 w 130"/>
                <a:gd name="T65" fmla="*/ 109 h 144"/>
                <a:gd name="T66" fmla="*/ 0 w 130"/>
                <a:gd name="T67" fmla="*/ 106 h 144"/>
                <a:gd name="T68" fmla="*/ 13 w 130"/>
                <a:gd name="T69" fmla="*/ 94 h 144"/>
                <a:gd name="T70" fmla="*/ 41 w 130"/>
                <a:gd name="T71" fmla="*/ 83 h 144"/>
                <a:gd name="T72" fmla="*/ 42 w 130"/>
                <a:gd name="T73" fmla="*/ 83 h 144"/>
                <a:gd name="T74" fmla="*/ 53 w 130"/>
                <a:gd name="T75" fmla="*/ 144 h 144"/>
                <a:gd name="T76" fmla="*/ 3 w 130"/>
                <a:gd name="T77" fmla="*/ 144 h 144"/>
                <a:gd name="T78" fmla="*/ 127 w 130"/>
                <a:gd name="T79" fmla="*/ 144 h 144"/>
                <a:gd name="T80" fmla="*/ 77 w 130"/>
                <a:gd name="T81" fmla="*/ 144 h 144"/>
                <a:gd name="T82" fmla="*/ 88 w 130"/>
                <a:gd name="T83" fmla="*/ 83 h 144"/>
                <a:gd name="T84" fmla="*/ 88 w 130"/>
                <a:gd name="T85" fmla="*/ 83 h 144"/>
                <a:gd name="T86" fmla="*/ 117 w 130"/>
                <a:gd name="T87" fmla="*/ 94 h 144"/>
                <a:gd name="T88" fmla="*/ 130 w 130"/>
                <a:gd name="T89" fmla="*/ 106 h 144"/>
                <a:gd name="T90" fmla="*/ 130 w 130"/>
                <a:gd name="T91" fmla="*/ 109 h 144"/>
                <a:gd name="T92" fmla="*/ 127 w 130"/>
                <a:gd name="T93"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0" h="144">
                  <a:moveTo>
                    <a:pt x="88" y="51"/>
                  </a:moveTo>
                  <a:cubicBezTo>
                    <a:pt x="85" y="64"/>
                    <a:pt x="74" y="74"/>
                    <a:pt x="65" y="74"/>
                  </a:cubicBezTo>
                  <a:cubicBezTo>
                    <a:pt x="55" y="74"/>
                    <a:pt x="45" y="64"/>
                    <a:pt x="41" y="51"/>
                  </a:cubicBezTo>
                  <a:cubicBezTo>
                    <a:pt x="39" y="51"/>
                    <a:pt x="39" y="51"/>
                    <a:pt x="39" y="51"/>
                  </a:cubicBezTo>
                  <a:cubicBezTo>
                    <a:pt x="37" y="52"/>
                    <a:pt x="35" y="50"/>
                    <a:pt x="35" y="48"/>
                  </a:cubicBezTo>
                  <a:cubicBezTo>
                    <a:pt x="33" y="37"/>
                    <a:pt x="33" y="37"/>
                    <a:pt x="33" y="37"/>
                  </a:cubicBezTo>
                  <a:cubicBezTo>
                    <a:pt x="33" y="35"/>
                    <a:pt x="34" y="33"/>
                    <a:pt x="37" y="33"/>
                  </a:cubicBezTo>
                  <a:cubicBezTo>
                    <a:pt x="38" y="32"/>
                    <a:pt x="38" y="32"/>
                    <a:pt x="38" y="32"/>
                  </a:cubicBezTo>
                  <a:cubicBezTo>
                    <a:pt x="37" y="31"/>
                    <a:pt x="37" y="29"/>
                    <a:pt x="37" y="27"/>
                  </a:cubicBezTo>
                  <a:cubicBezTo>
                    <a:pt x="37" y="22"/>
                    <a:pt x="37" y="22"/>
                    <a:pt x="37" y="22"/>
                  </a:cubicBezTo>
                  <a:cubicBezTo>
                    <a:pt x="37" y="12"/>
                    <a:pt x="45" y="4"/>
                    <a:pt x="56" y="4"/>
                  </a:cubicBezTo>
                  <a:cubicBezTo>
                    <a:pt x="58" y="4"/>
                    <a:pt x="58" y="4"/>
                    <a:pt x="58" y="4"/>
                  </a:cubicBezTo>
                  <a:cubicBezTo>
                    <a:pt x="58" y="3"/>
                    <a:pt x="58" y="3"/>
                    <a:pt x="58" y="3"/>
                  </a:cubicBezTo>
                  <a:cubicBezTo>
                    <a:pt x="59" y="0"/>
                    <a:pt x="67" y="0"/>
                    <a:pt x="75" y="3"/>
                  </a:cubicBezTo>
                  <a:cubicBezTo>
                    <a:pt x="77" y="4"/>
                    <a:pt x="79" y="4"/>
                    <a:pt x="80" y="5"/>
                  </a:cubicBezTo>
                  <a:cubicBezTo>
                    <a:pt x="87" y="8"/>
                    <a:pt x="92" y="15"/>
                    <a:pt x="92" y="22"/>
                  </a:cubicBezTo>
                  <a:cubicBezTo>
                    <a:pt x="92" y="27"/>
                    <a:pt x="92" y="27"/>
                    <a:pt x="92" y="27"/>
                  </a:cubicBezTo>
                  <a:cubicBezTo>
                    <a:pt x="92" y="29"/>
                    <a:pt x="91" y="31"/>
                    <a:pt x="91" y="32"/>
                  </a:cubicBezTo>
                  <a:cubicBezTo>
                    <a:pt x="92" y="33"/>
                    <a:pt x="92" y="33"/>
                    <a:pt x="92" y="33"/>
                  </a:cubicBezTo>
                  <a:cubicBezTo>
                    <a:pt x="94" y="33"/>
                    <a:pt x="96" y="35"/>
                    <a:pt x="95" y="37"/>
                  </a:cubicBezTo>
                  <a:cubicBezTo>
                    <a:pt x="94" y="48"/>
                    <a:pt x="94" y="48"/>
                    <a:pt x="94" y="48"/>
                  </a:cubicBezTo>
                  <a:cubicBezTo>
                    <a:pt x="93" y="50"/>
                    <a:pt x="91" y="52"/>
                    <a:pt x="89" y="51"/>
                  </a:cubicBezTo>
                  <a:cubicBezTo>
                    <a:pt x="88" y="51"/>
                    <a:pt x="88" y="51"/>
                    <a:pt x="88" y="51"/>
                  </a:cubicBezTo>
                  <a:close/>
                  <a:moveTo>
                    <a:pt x="65" y="86"/>
                  </a:moveTo>
                  <a:cubicBezTo>
                    <a:pt x="74" y="87"/>
                    <a:pt x="74" y="87"/>
                    <a:pt x="74" y="87"/>
                  </a:cubicBezTo>
                  <a:cubicBezTo>
                    <a:pt x="69" y="97"/>
                    <a:pt x="69" y="97"/>
                    <a:pt x="69" y="97"/>
                  </a:cubicBezTo>
                  <a:cubicBezTo>
                    <a:pt x="75" y="144"/>
                    <a:pt x="75" y="144"/>
                    <a:pt x="75" y="144"/>
                  </a:cubicBezTo>
                  <a:cubicBezTo>
                    <a:pt x="55" y="144"/>
                    <a:pt x="55" y="144"/>
                    <a:pt x="55" y="144"/>
                  </a:cubicBezTo>
                  <a:cubicBezTo>
                    <a:pt x="61" y="97"/>
                    <a:pt x="61" y="97"/>
                    <a:pt x="61" y="97"/>
                  </a:cubicBezTo>
                  <a:cubicBezTo>
                    <a:pt x="56" y="87"/>
                    <a:pt x="56" y="87"/>
                    <a:pt x="56" y="87"/>
                  </a:cubicBezTo>
                  <a:cubicBezTo>
                    <a:pt x="65" y="86"/>
                    <a:pt x="65" y="86"/>
                    <a:pt x="65" y="86"/>
                  </a:cubicBezTo>
                  <a:close/>
                  <a:moveTo>
                    <a:pt x="3" y="144"/>
                  </a:moveTo>
                  <a:cubicBezTo>
                    <a:pt x="0" y="109"/>
                    <a:pt x="0" y="109"/>
                    <a:pt x="0" y="109"/>
                  </a:cubicBezTo>
                  <a:cubicBezTo>
                    <a:pt x="0" y="106"/>
                    <a:pt x="0" y="106"/>
                    <a:pt x="0" y="106"/>
                  </a:cubicBezTo>
                  <a:cubicBezTo>
                    <a:pt x="0" y="99"/>
                    <a:pt x="7" y="95"/>
                    <a:pt x="13" y="94"/>
                  </a:cubicBezTo>
                  <a:cubicBezTo>
                    <a:pt x="19" y="92"/>
                    <a:pt x="35" y="88"/>
                    <a:pt x="41" y="83"/>
                  </a:cubicBezTo>
                  <a:cubicBezTo>
                    <a:pt x="42" y="83"/>
                    <a:pt x="42" y="83"/>
                    <a:pt x="42" y="83"/>
                  </a:cubicBezTo>
                  <a:cubicBezTo>
                    <a:pt x="53" y="144"/>
                    <a:pt x="53" y="144"/>
                    <a:pt x="53" y="144"/>
                  </a:cubicBezTo>
                  <a:cubicBezTo>
                    <a:pt x="3" y="144"/>
                    <a:pt x="3" y="144"/>
                    <a:pt x="3" y="144"/>
                  </a:cubicBezTo>
                  <a:close/>
                  <a:moveTo>
                    <a:pt x="127" y="144"/>
                  </a:moveTo>
                  <a:cubicBezTo>
                    <a:pt x="77" y="144"/>
                    <a:pt x="77" y="144"/>
                    <a:pt x="77" y="144"/>
                  </a:cubicBezTo>
                  <a:cubicBezTo>
                    <a:pt x="88" y="83"/>
                    <a:pt x="88" y="83"/>
                    <a:pt x="88" y="83"/>
                  </a:cubicBezTo>
                  <a:cubicBezTo>
                    <a:pt x="88" y="83"/>
                    <a:pt x="88" y="83"/>
                    <a:pt x="88" y="83"/>
                  </a:cubicBezTo>
                  <a:cubicBezTo>
                    <a:pt x="95" y="88"/>
                    <a:pt x="111" y="92"/>
                    <a:pt x="117" y="94"/>
                  </a:cubicBezTo>
                  <a:cubicBezTo>
                    <a:pt x="123" y="95"/>
                    <a:pt x="130" y="99"/>
                    <a:pt x="130" y="106"/>
                  </a:cubicBezTo>
                  <a:cubicBezTo>
                    <a:pt x="130" y="109"/>
                    <a:pt x="130" y="109"/>
                    <a:pt x="130" y="109"/>
                  </a:cubicBezTo>
                  <a:cubicBezTo>
                    <a:pt x="127" y="144"/>
                    <a:pt x="127" y="144"/>
                    <a:pt x="127" y="1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grpSp>
      <p:sp>
        <p:nvSpPr>
          <p:cNvPr id="40" name="Freeform 60"/>
          <p:cNvSpPr>
            <a:spLocks noEditPoints="1"/>
          </p:cNvSpPr>
          <p:nvPr/>
        </p:nvSpPr>
        <p:spPr bwMode="auto">
          <a:xfrm>
            <a:off x="6015203" y="4246192"/>
            <a:ext cx="296863" cy="357188"/>
          </a:xfrm>
          <a:custGeom>
            <a:avLst/>
            <a:gdLst>
              <a:gd name="T0" fmla="*/ 83 w 166"/>
              <a:gd name="T1" fmla="*/ 0 h 200"/>
              <a:gd name="T2" fmla="*/ 166 w 166"/>
              <a:gd name="T3" fmla="*/ 83 h 200"/>
              <a:gd name="T4" fmla="*/ 112 w 166"/>
              <a:gd name="T5" fmla="*/ 160 h 200"/>
              <a:gd name="T6" fmla="*/ 83 w 166"/>
              <a:gd name="T7" fmla="*/ 200 h 200"/>
              <a:gd name="T8" fmla="*/ 54 w 166"/>
              <a:gd name="T9" fmla="*/ 160 h 200"/>
              <a:gd name="T10" fmla="*/ 0 w 166"/>
              <a:gd name="T11" fmla="*/ 83 h 200"/>
              <a:gd name="T12" fmla="*/ 83 w 166"/>
              <a:gd name="T13" fmla="*/ 0 h 200"/>
              <a:gd name="T14" fmla="*/ 48 w 166"/>
              <a:gd name="T15" fmla="*/ 92 h 200"/>
              <a:gd name="T16" fmla="*/ 48 w 166"/>
              <a:gd name="T17" fmla="*/ 126 h 200"/>
              <a:gd name="T18" fmla="*/ 73 w 166"/>
              <a:gd name="T19" fmla="*/ 126 h 200"/>
              <a:gd name="T20" fmla="*/ 73 w 166"/>
              <a:gd name="T21" fmla="*/ 94 h 200"/>
              <a:gd name="T22" fmla="*/ 94 w 166"/>
              <a:gd name="T23" fmla="*/ 94 h 200"/>
              <a:gd name="T24" fmla="*/ 94 w 166"/>
              <a:gd name="T25" fmla="*/ 126 h 200"/>
              <a:gd name="T26" fmla="*/ 118 w 166"/>
              <a:gd name="T27" fmla="*/ 126 h 200"/>
              <a:gd name="T28" fmla="*/ 118 w 166"/>
              <a:gd name="T29" fmla="*/ 92 h 200"/>
              <a:gd name="T30" fmla="*/ 89 w 166"/>
              <a:gd name="T31" fmla="*/ 67 h 200"/>
              <a:gd name="T32" fmla="*/ 83 w 166"/>
              <a:gd name="T33" fmla="*/ 66 h 200"/>
              <a:gd name="T34" fmla="*/ 78 w 166"/>
              <a:gd name="T35" fmla="*/ 67 h 200"/>
              <a:gd name="T36" fmla="*/ 48 w 166"/>
              <a:gd name="T37" fmla="*/ 92 h 200"/>
              <a:gd name="T38" fmla="*/ 65 w 166"/>
              <a:gd name="T39" fmla="*/ 38 h 200"/>
              <a:gd name="T40" fmla="*/ 51 w 166"/>
              <a:gd name="T41" fmla="*/ 38 h 200"/>
              <a:gd name="T42" fmla="*/ 51 w 166"/>
              <a:gd name="T43" fmla="*/ 62 h 200"/>
              <a:gd name="T44" fmla="*/ 35 w 166"/>
              <a:gd name="T45" fmla="*/ 75 h 200"/>
              <a:gd name="T46" fmla="*/ 35 w 166"/>
              <a:gd name="T47" fmla="*/ 79 h 200"/>
              <a:gd name="T48" fmla="*/ 40 w 166"/>
              <a:gd name="T49" fmla="*/ 85 h 200"/>
              <a:gd name="T50" fmla="*/ 44 w 166"/>
              <a:gd name="T51" fmla="*/ 85 h 200"/>
              <a:gd name="T52" fmla="*/ 83 w 166"/>
              <a:gd name="T53" fmla="*/ 54 h 200"/>
              <a:gd name="T54" fmla="*/ 122 w 166"/>
              <a:gd name="T55" fmla="*/ 85 h 200"/>
              <a:gd name="T56" fmla="*/ 126 w 166"/>
              <a:gd name="T57" fmla="*/ 85 h 200"/>
              <a:gd name="T58" fmla="*/ 131 w 166"/>
              <a:gd name="T59" fmla="*/ 79 h 200"/>
              <a:gd name="T60" fmla="*/ 131 w 166"/>
              <a:gd name="T61" fmla="*/ 75 h 200"/>
              <a:gd name="T62" fmla="*/ 85 w 166"/>
              <a:gd name="T63" fmla="*/ 38 h 200"/>
              <a:gd name="T64" fmla="*/ 83 w 166"/>
              <a:gd name="T65" fmla="*/ 37 h 200"/>
              <a:gd name="T66" fmla="*/ 81 w 166"/>
              <a:gd name="T67" fmla="*/ 38 h 200"/>
              <a:gd name="T68" fmla="*/ 65 w 166"/>
              <a:gd name="T69" fmla="*/ 51 h 200"/>
              <a:gd name="T70" fmla="*/ 65 w 166"/>
              <a:gd name="T71" fmla="*/ 38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6" h="200">
                <a:moveTo>
                  <a:pt x="83" y="0"/>
                </a:moveTo>
                <a:cubicBezTo>
                  <a:pt x="129" y="0"/>
                  <a:pt x="166" y="37"/>
                  <a:pt x="166" y="83"/>
                </a:cubicBezTo>
                <a:cubicBezTo>
                  <a:pt x="166" y="118"/>
                  <a:pt x="143" y="149"/>
                  <a:pt x="112" y="160"/>
                </a:cubicBezTo>
                <a:cubicBezTo>
                  <a:pt x="83" y="200"/>
                  <a:pt x="83" y="200"/>
                  <a:pt x="83" y="200"/>
                </a:cubicBezTo>
                <a:cubicBezTo>
                  <a:pt x="54" y="160"/>
                  <a:pt x="54" y="160"/>
                  <a:pt x="54" y="160"/>
                </a:cubicBezTo>
                <a:cubicBezTo>
                  <a:pt x="23" y="149"/>
                  <a:pt x="0" y="118"/>
                  <a:pt x="0" y="83"/>
                </a:cubicBezTo>
                <a:cubicBezTo>
                  <a:pt x="0" y="37"/>
                  <a:pt x="37" y="0"/>
                  <a:pt x="83" y="0"/>
                </a:cubicBezTo>
                <a:close/>
                <a:moveTo>
                  <a:pt x="48" y="92"/>
                </a:moveTo>
                <a:cubicBezTo>
                  <a:pt x="48" y="126"/>
                  <a:pt x="48" y="126"/>
                  <a:pt x="48" y="126"/>
                </a:cubicBezTo>
                <a:cubicBezTo>
                  <a:pt x="73" y="126"/>
                  <a:pt x="73" y="126"/>
                  <a:pt x="73" y="126"/>
                </a:cubicBezTo>
                <a:cubicBezTo>
                  <a:pt x="73" y="94"/>
                  <a:pt x="73" y="94"/>
                  <a:pt x="73" y="94"/>
                </a:cubicBezTo>
                <a:cubicBezTo>
                  <a:pt x="94" y="94"/>
                  <a:pt x="94" y="94"/>
                  <a:pt x="94" y="94"/>
                </a:cubicBezTo>
                <a:cubicBezTo>
                  <a:pt x="94" y="126"/>
                  <a:pt x="94" y="126"/>
                  <a:pt x="94" y="126"/>
                </a:cubicBezTo>
                <a:cubicBezTo>
                  <a:pt x="118" y="126"/>
                  <a:pt x="118" y="126"/>
                  <a:pt x="118" y="126"/>
                </a:cubicBezTo>
                <a:cubicBezTo>
                  <a:pt x="118" y="92"/>
                  <a:pt x="118" y="92"/>
                  <a:pt x="118" y="92"/>
                </a:cubicBezTo>
                <a:cubicBezTo>
                  <a:pt x="89" y="67"/>
                  <a:pt x="89" y="67"/>
                  <a:pt x="89" y="67"/>
                </a:cubicBezTo>
                <a:cubicBezTo>
                  <a:pt x="87" y="66"/>
                  <a:pt x="85" y="65"/>
                  <a:pt x="83" y="66"/>
                </a:cubicBezTo>
                <a:cubicBezTo>
                  <a:pt x="81" y="65"/>
                  <a:pt x="79" y="66"/>
                  <a:pt x="78" y="67"/>
                </a:cubicBezTo>
                <a:cubicBezTo>
                  <a:pt x="48" y="92"/>
                  <a:pt x="48" y="92"/>
                  <a:pt x="48" y="92"/>
                </a:cubicBezTo>
                <a:close/>
                <a:moveTo>
                  <a:pt x="65" y="38"/>
                </a:moveTo>
                <a:cubicBezTo>
                  <a:pt x="51" y="38"/>
                  <a:pt x="51" y="38"/>
                  <a:pt x="51" y="38"/>
                </a:cubicBezTo>
                <a:cubicBezTo>
                  <a:pt x="51" y="62"/>
                  <a:pt x="51" y="62"/>
                  <a:pt x="51" y="62"/>
                </a:cubicBezTo>
                <a:cubicBezTo>
                  <a:pt x="35" y="75"/>
                  <a:pt x="35" y="75"/>
                  <a:pt x="35" y="75"/>
                </a:cubicBezTo>
                <a:cubicBezTo>
                  <a:pt x="34" y="76"/>
                  <a:pt x="33" y="78"/>
                  <a:pt x="35" y="79"/>
                </a:cubicBezTo>
                <a:cubicBezTo>
                  <a:pt x="40" y="85"/>
                  <a:pt x="40" y="85"/>
                  <a:pt x="40" y="85"/>
                </a:cubicBezTo>
                <a:cubicBezTo>
                  <a:pt x="41" y="86"/>
                  <a:pt x="43" y="86"/>
                  <a:pt x="44" y="85"/>
                </a:cubicBezTo>
                <a:cubicBezTo>
                  <a:pt x="83" y="54"/>
                  <a:pt x="83" y="54"/>
                  <a:pt x="83" y="54"/>
                </a:cubicBezTo>
                <a:cubicBezTo>
                  <a:pt x="122" y="85"/>
                  <a:pt x="122" y="85"/>
                  <a:pt x="122" y="85"/>
                </a:cubicBezTo>
                <a:cubicBezTo>
                  <a:pt x="123" y="86"/>
                  <a:pt x="125" y="86"/>
                  <a:pt x="126" y="85"/>
                </a:cubicBezTo>
                <a:cubicBezTo>
                  <a:pt x="131" y="79"/>
                  <a:pt x="131" y="79"/>
                  <a:pt x="131" y="79"/>
                </a:cubicBezTo>
                <a:cubicBezTo>
                  <a:pt x="133" y="78"/>
                  <a:pt x="133" y="76"/>
                  <a:pt x="131" y="75"/>
                </a:cubicBezTo>
                <a:cubicBezTo>
                  <a:pt x="85" y="38"/>
                  <a:pt x="85" y="38"/>
                  <a:pt x="85" y="38"/>
                </a:cubicBezTo>
                <a:cubicBezTo>
                  <a:pt x="85" y="37"/>
                  <a:pt x="84" y="37"/>
                  <a:pt x="83" y="37"/>
                </a:cubicBezTo>
                <a:cubicBezTo>
                  <a:pt x="82" y="37"/>
                  <a:pt x="81" y="37"/>
                  <a:pt x="81" y="38"/>
                </a:cubicBezTo>
                <a:cubicBezTo>
                  <a:pt x="65" y="51"/>
                  <a:pt x="65" y="51"/>
                  <a:pt x="65" y="51"/>
                </a:cubicBezTo>
                <a:cubicBezTo>
                  <a:pt x="65" y="38"/>
                  <a:pt x="65" y="38"/>
                  <a:pt x="65" y="3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41" name="Freeform 69"/>
          <p:cNvSpPr>
            <a:spLocks noEditPoints="1"/>
          </p:cNvSpPr>
          <p:nvPr/>
        </p:nvSpPr>
        <p:spPr bwMode="auto">
          <a:xfrm>
            <a:off x="9513323" y="4259730"/>
            <a:ext cx="323850" cy="350838"/>
          </a:xfrm>
          <a:custGeom>
            <a:avLst/>
            <a:gdLst>
              <a:gd name="T0" fmla="*/ 16 w 182"/>
              <a:gd name="T1" fmla="*/ 0 h 196"/>
              <a:gd name="T2" fmla="*/ 139 w 182"/>
              <a:gd name="T3" fmla="*/ 0 h 196"/>
              <a:gd name="T4" fmla="*/ 155 w 182"/>
              <a:gd name="T5" fmla="*/ 16 h 196"/>
              <a:gd name="T6" fmla="*/ 155 w 182"/>
              <a:gd name="T7" fmla="*/ 180 h 196"/>
              <a:gd name="T8" fmla="*/ 139 w 182"/>
              <a:gd name="T9" fmla="*/ 196 h 196"/>
              <a:gd name="T10" fmla="*/ 16 w 182"/>
              <a:gd name="T11" fmla="*/ 196 h 196"/>
              <a:gd name="T12" fmla="*/ 0 w 182"/>
              <a:gd name="T13" fmla="*/ 180 h 196"/>
              <a:gd name="T14" fmla="*/ 0 w 182"/>
              <a:gd name="T15" fmla="*/ 16 h 196"/>
              <a:gd name="T16" fmla="*/ 16 w 182"/>
              <a:gd name="T17" fmla="*/ 0 h 196"/>
              <a:gd name="T18" fmla="*/ 76 w 182"/>
              <a:gd name="T19" fmla="*/ 44 h 196"/>
              <a:gd name="T20" fmla="*/ 94 w 182"/>
              <a:gd name="T21" fmla="*/ 64 h 196"/>
              <a:gd name="T22" fmla="*/ 76 w 182"/>
              <a:gd name="T23" fmla="*/ 93 h 196"/>
              <a:gd name="T24" fmla="*/ 57 w 182"/>
              <a:gd name="T25" fmla="*/ 64 h 196"/>
              <a:gd name="T26" fmla="*/ 76 w 182"/>
              <a:gd name="T27" fmla="*/ 44 h 196"/>
              <a:gd name="T28" fmla="*/ 76 w 182"/>
              <a:gd name="T29" fmla="*/ 107 h 196"/>
              <a:gd name="T30" fmla="*/ 89 w 182"/>
              <a:gd name="T31" fmla="*/ 97 h 196"/>
              <a:gd name="T32" fmla="*/ 98 w 182"/>
              <a:gd name="T33" fmla="*/ 100 h 196"/>
              <a:gd name="T34" fmla="*/ 115 w 182"/>
              <a:gd name="T35" fmla="*/ 118 h 196"/>
              <a:gd name="T36" fmla="*/ 115 w 182"/>
              <a:gd name="T37" fmla="*/ 127 h 196"/>
              <a:gd name="T38" fmla="*/ 37 w 182"/>
              <a:gd name="T39" fmla="*/ 127 h 196"/>
              <a:gd name="T40" fmla="*/ 37 w 182"/>
              <a:gd name="T41" fmla="*/ 118 h 196"/>
              <a:gd name="T42" fmla="*/ 53 w 182"/>
              <a:gd name="T43" fmla="*/ 100 h 196"/>
              <a:gd name="T44" fmla="*/ 63 w 182"/>
              <a:gd name="T45" fmla="*/ 97 h 196"/>
              <a:gd name="T46" fmla="*/ 76 w 182"/>
              <a:gd name="T47" fmla="*/ 107 h 196"/>
              <a:gd name="T48" fmla="*/ 162 w 182"/>
              <a:gd name="T49" fmla="*/ 29 h 196"/>
              <a:gd name="T50" fmla="*/ 182 w 182"/>
              <a:gd name="T51" fmla="*/ 29 h 196"/>
              <a:gd name="T52" fmla="*/ 182 w 182"/>
              <a:gd name="T53" fmla="*/ 56 h 196"/>
              <a:gd name="T54" fmla="*/ 162 w 182"/>
              <a:gd name="T55" fmla="*/ 56 h 196"/>
              <a:gd name="T56" fmla="*/ 162 w 182"/>
              <a:gd name="T57" fmla="*/ 29 h 196"/>
              <a:gd name="T58" fmla="*/ 162 w 182"/>
              <a:gd name="T59" fmla="*/ 63 h 196"/>
              <a:gd name="T60" fmla="*/ 182 w 182"/>
              <a:gd name="T61" fmla="*/ 63 h 196"/>
              <a:gd name="T62" fmla="*/ 182 w 182"/>
              <a:gd name="T63" fmla="*/ 90 h 196"/>
              <a:gd name="T64" fmla="*/ 162 w 182"/>
              <a:gd name="T65" fmla="*/ 90 h 196"/>
              <a:gd name="T66" fmla="*/ 162 w 182"/>
              <a:gd name="T67" fmla="*/ 63 h 196"/>
              <a:gd name="T68" fmla="*/ 162 w 182"/>
              <a:gd name="T69" fmla="*/ 97 h 196"/>
              <a:gd name="T70" fmla="*/ 182 w 182"/>
              <a:gd name="T71" fmla="*/ 97 h 196"/>
              <a:gd name="T72" fmla="*/ 182 w 182"/>
              <a:gd name="T73" fmla="*/ 124 h 196"/>
              <a:gd name="T74" fmla="*/ 162 w 182"/>
              <a:gd name="T75" fmla="*/ 124 h 196"/>
              <a:gd name="T76" fmla="*/ 162 w 182"/>
              <a:gd name="T77" fmla="*/ 97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2" h="196">
                <a:moveTo>
                  <a:pt x="16" y="0"/>
                </a:moveTo>
                <a:cubicBezTo>
                  <a:pt x="139" y="0"/>
                  <a:pt x="139" y="0"/>
                  <a:pt x="139" y="0"/>
                </a:cubicBezTo>
                <a:cubicBezTo>
                  <a:pt x="148" y="0"/>
                  <a:pt x="155" y="7"/>
                  <a:pt x="155" y="16"/>
                </a:cubicBezTo>
                <a:cubicBezTo>
                  <a:pt x="155" y="180"/>
                  <a:pt x="155" y="180"/>
                  <a:pt x="155" y="180"/>
                </a:cubicBezTo>
                <a:cubicBezTo>
                  <a:pt x="155" y="189"/>
                  <a:pt x="148" y="196"/>
                  <a:pt x="139" y="196"/>
                </a:cubicBezTo>
                <a:cubicBezTo>
                  <a:pt x="16" y="196"/>
                  <a:pt x="16" y="196"/>
                  <a:pt x="16" y="196"/>
                </a:cubicBezTo>
                <a:cubicBezTo>
                  <a:pt x="7" y="196"/>
                  <a:pt x="0" y="189"/>
                  <a:pt x="0" y="180"/>
                </a:cubicBezTo>
                <a:cubicBezTo>
                  <a:pt x="0" y="16"/>
                  <a:pt x="0" y="16"/>
                  <a:pt x="0" y="16"/>
                </a:cubicBezTo>
                <a:cubicBezTo>
                  <a:pt x="0" y="7"/>
                  <a:pt x="7" y="0"/>
                  <a:pt x="16" y="0"/>
                </a:cubicBezTo>
                <a:close/>
                <a:moveTo>
                  <a:pt x="76" y="44"/>
                </a:moveTo>
                <a:cubicBezTo>
                  <a:pt x="86" y="44"/>
                  <a:pt x="94" y="50"/>
                  <a:pt x="94" y="64"/>
                </a:cubicBezTo>
                <a:cubicBezTo>
                  <a:pt x="94" y="79"/>
                  <a:pt x="86" y="93"/>
                  <a:pt x="76" y="93"/>
                </a:cubicBezTo>
                <a:cubicBezTo>
                  <a:pt x="66" y="93"/>
                  <a:pt x="57" y="79"/>
                  <a:pt x="57" y="64"/>
                </a:cubicBezTo>
                <a:cubicBezTo>
                  <a:pt x="57" y="50"/>
                  <a:pt x="66" y="44"/>
                  <a:pt x="76" y="44"/>
                </a:cubicBezTo>
                <a:close/>
                <a:moveTo>
                  <a:pt x="76" y="107"/>
                </a:moveTo>
                <a:cubicBezTo>
                  <a:pt x="85" y="107"/>
                  <a:pt x="85" y="96"/>
                  <a:pt x="89" y="97"/>
                </a:cubicBezTo>
                <a:cubicBezTo>
                  <a:pt x="93" y="98"/>
                  <a:pt x="95" y="99"/>
                  <a:pt x="98" y="100"/>
                </a:cubicBezTo>
                <a:cubicBezTo>
                  <a:pt x="107" y="104"/>
                  <a:pt x="115" y="108"/>
                  <a:pt x="115" y="118"/>
                </a:cubicBezTo>
                <a:cubicBezTo>
                  <a:pt x="115" y="127"/>
                  <a:pt x="115" y="127"/>
                  <a:pt x="115" y="127"/>
                </a:cubicBezTo>
                <a:cubicBezTo>
                  <a:pt x="83" y="141"/>
                  <a:pt x="64" y="138"/>
                  <a:pt x="37" y="127"/>
                </a:cubicBezTo>
                <a:cubicBezTo>
                  <a:pt x="37" y="118"/>
                  <a:pt x="37" y="118"/>
                  <a:pt x="37" y="118"/>
                </a:cubicBezTo>
                <a:cubicBezTo>
                  <a:pt x="37" y="107"/>
                  <a:pt x="45" y="104"/>
                  <a:pt x="53" y="100"/>
                </a:cubicBezTo>
                <a:cubicBezTo>
                  <a:pt x="57" y="99"/>
                  <a:pt x="59" y="98"/>
                  <a:pt x="63" y="97"/>
                </a:cubicBezTo>
                <a:cubicBezTo>
                  <a:pt x="66" y="96"/>
                  <a:pt x="68" y="107"/>
                  <a:pt x="76" y="107"/>
                </a:cubicBezTo>
                <a:close/>
                <a:moveTo>
                  <a:pt x="162" y="29"/>
                </a:moveTo>
                <a:cubicBezTo>
                  <a:pt x="182" y="29"/>
                  <a:pt x="182" y="29"/>
                  <a:pt x="182" y="29"/>
                </a:cubicBezTo>
                <a:cubicBezTo>
                  <a:pt x="182" y="56"/>
                  <a:pt x="182" y="56"/>
                  <a:pt x="182" y="56"/>
                </a:cubicBezTo>
                <a:cubicBezTo>
                  <a:pt x="162" y="56"/>
                  <a:pt x="162" y="56"/>
                  <a:pt x="162" y="56"/>
                </a:cubicBezTo>
                <a:cubicBezTo>
                  <a:pt x="162" y="29"/>
                  <a:pt x="162" y="29"/>
                  <a:pt x="162" y="29"/>
                </a:cubicBezTo>
                <a:close/>
                <a:moveTo>
                  <a:pt x="162" y="63"/>
                </a:moveTo>
                <a:cubicBezTo>
                  <a:pt x="182" y="63"/>
                  <a:pt x="182" y="63"/>
                  <a:pt x="182" y="63"/>
                </a:cubicBezTo>
                <a:cubicBezTo>
                  <a:pt x="182" y="90"/>
                  <a:pt x="182" y="90"/>
                  <a:pt x="182" y="90"/>
                </a:cubicBezTo>
                <a:cubicBezTo>
                  <a:pt x="162" y="90"/>
                  <a:pt x="162" y="90"/>
                  <a:pt x="162" y="90"/>
                </a:cubicBezTo>
                <a:cubicBezTo>
                  <a:pt x="162" y="63"/>
                  <a:pt x="162" y="63"/>
                  <a:pt x="162" y="63"/>
                </a:cubicBezTo>
                <a:close/>
                <a:moveTo>
                  <a:pt x="162" y="97"/>
                </a:moveTo>
                <a:cubicBezTo>
                  <a:pt x="182" y="97"/>
                  <a:pt x="182" y="97"/>
                  <a:pt x="182" y="97"/>
                </a:cubicBezTo>
                <a:cubicBezTo>
                  <a:pt x="182" y="124"/>
                  <a:pt x="182" y="124"/>
                  <a:pt x="182" y="124"/>
                </a:cubicBezTo>
                <a:cubicBezTo>
                  <a:pt x="162" y="124"/>
                  <a:pt x="162" y="124"/>
                  <a:pt x="162" y="124"/>
                </a:cubicBezTo>
                <a:cubicBezTo>
                  <a:pt x="162" y="97"/>
                  <a:pt x="162" y="97"/>
                  <a:pt x="162" y="97"/>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linds(horizontal)">
                                      <p:cBhvr>
                                        <p:cTn id="25" dur="500"/>
                                        <p:tgtEl>
                                          <p:spTgt spid="10"/>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linds(horizontal)">
                                      <p:cBhvr>
                                        <p:cTn id="28" dur="500"/>
                                        <p:tgtEl>
                                          <p:spTgt spid="11"/>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linds(horizontal)">
                                      <p:cBhvr>
                                        <p:cTn id="31" dur="500"/>
                                        <p:tgtEl>
                                          <p:spTgt spid="12"/>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blinds(horizontal)">
                                      <p:cBhvr>
                                        <p:cTn id="34" dur="500"/>
                                        <p:tgtEl>
                                          <p:spTgt spid="13"/>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linds(horizontal)">
                                      <p:cBhvr>
                                        <p:cTn id="37" dur="500"/>
                                        <p:tgtEl>
                                          <p:spTgt spid="14"/>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blinds(horizontal)">
                                      <p:cBhvr>
                                        <p:cTn id="40" dur="500"/>
                                        <p:tgtEl>
                                          <p:spTgt spid="15"/>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blinds(horizontal)">
                                      <p:cBhvr>
                                        <p:cTn id="43" dur="500"/>
                                        <p:tgtEl>
                                          <p:spTgt spid="16"/>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blinds(horizontal)">
                                      <p:cBhvr>
                                        <p:cTn id="46" dur="500"/>
                                        <p:tgtEl>
                                          <p:spTgt spid="17"/>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blinds(horizontal)">
                                      <p:cBhvr>
                                        <p:cTn id="49" dur="500"/>
                                        <p:tgtEl>
                                          <p:spTgt spid="18"/>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blinds(horizontal)">
                                      <p:cBhvr>
                                        <p:cTn id="52" dur="500"/>
                                        <p:tgtEl>
                                          <p:spTgt spid="19"/>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blinds(horizontal)">
                                      <p:cBhvr>
                                        <p:cTn id="55" dur="500"/>
                                        <p:tgtEl>
                                          <p:spTgt spid="20"/>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blinds(horizontal)">
                                      <p:cBhvr>
                                        <p:cTn id="58" dur="500"/>
                                        <p:tgtEl>
                                          <p:spTgt spid="21"/>
                                        </p:tgtEl>
                                      </p:cBhvr>
                                    </p:animEffect>
                                  </p:childTnLst>
                                </p:cTn>
                              </p:par>
                              <p:par>
                                <p:cTn id="59" presetID="3" presetClass="entr" presetSubtype="10" fill="hold"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blinds(horizontal)">
                                      <p:cBhvr>
                                        <p:cTn id="61" dur="500"/>
                                        <p:tgtEl>
                                          <p:spTgt spid="22"/>
                                        </p:tgtEl>
                                      </p:cBhvr>
                                    </p:animEffect>
                                  </p:childTnLst>
                                </p:cTn>
                              </p:par>
                              <p:par>
                                <p:cTn id="62" presetID="3" presetClass="entr" presetSubtype="10" fill="hold"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blinds(horizontal)">
                                      <p:cBhvr>
                                        <p:cTn id="64" dur="500"/>
                                        <p:tgtEl>
                                          <p:spTgt spid="23"/>
                                        </p:tgtEl>
                                      </p:cBhvr>
                                    </p:animEffect>
                                  </p:childTnLst>
                                </p:cTn>
                              </p:par>
                              <p:par>
                                <p:cTn id="65" presetID="3" presetClass="entr" presetSubtype="10"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blinds(horizontal)">
                                      <p:cBhvr>
                                        <p:cTn id="67" dur="500"/>
                                        <p:tgtEl>
                                          <p:spTgt spid="24"/>
                                        </p:tgtEl>
                                      </p:cBhvr>
                                    </p:animEffect>
                                  </p:childTnLst>
                                </p:cTn>
                              </p:par>
                              <p:par>
                                <p:cTn id="68" presetID="3" presetClass="entr" presetSubtype="10" fill="hold"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blinds(horizontal)">
                                      <p:cBhvr>
                                        <p:cTn id="7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p:bldP spid="9" grpId="0"/>
      <p:bldP spid="10" grpId="0" animBg="1"/>
      <p:bldP spid="11" grpId="0"/>
      <p:bldP spid="12" grpId="0"/>
      <p:bldP spid="13" grpId="0" animBg="1"/>
      <p:bldP spid="14" grpId="0"/>
      <p:bldP spid="15" grpId="0"/>
      <p:bldP spid="16" grpId="0" animBg="1"/>
      <p:bldP spid="17" grpId="0"/>
      <p:bldP spid="18" grpId="0"/>
      <p:bldP spid="19" grpId="0" animBg="1"/>
      <p:bldP spid="20"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7709709" y="3338948"/>
            <a:ext cx="5080000" cy="5080000"/>
          </a:xfrm>
          <a:prstGeom prst="ellipse">
            <a:avLst/>
          </a:prstGeom>
          <a:gradFill flip="none" rotWithShape="1">
            <a:gsLst>
              <a:gs pos="0">
                <a:srgbClr val="A3E4EC"/>
              </a:gs>
              <a:gs pos="57000">
                <a:srgbClr val="FEEFA0"/>
              </a:gs>
              <a:gs pos="100000">
                <a:srgbClr val="FF7CA9"/>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7" name="组合 6"/>
          <p:cNvGrpSpPr/>
          <p:nvPr/>
        </p:nvGrpSpPr>
        <p:grpSpPr>
          <a:xfrm>
            <a:off x="11457940" y="468969"/>
            <a:ext cx="248919" cy="807719"/>
            <a:chOff x="8648700" y="1473200"/>
            <a:chExt cx="248919" cy="807719"/>
          </a:xfrm>
        </p:grpSpPr>
        <p:grpSp>
          <p:nvGrpSpPr>
            <p:cNvPr id="8" name="组合 7"/>
            <p:cNvGrpSpPr/>
            <p:nvPr/>
          </p:nvGrpSpPr>
          <p:grpSpPr>
            <a:xfrm>
              <a:off x="8648700" y="1473200"/>
              <a:ext cx="248919" cy="45719"/>
              <a:chOff x="8420100" y="1473200"/>
              <a:chExt cx="248919" cy="45719"/>
            </a:xfrm>
          </p:grpSpPr>
          <p:sp>
            <p:nvSpPr>
              <p:cNvPr id="18" name="椭圆 17"/>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椭圆 18"/>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9" name="组合 8"/>
            <p:cNvGrpSpPr/>
            <p:nvPr/>
          </p:nvGrpSpPr>
          <p:grpSpPr>
            <a:xfrm>
              <a:off x="8648700" y="1727200"/>
              <a:ext cx="248919" cy="45719"/>
              <a:chOff x="8420100" y="1473200"/>
              <a:chExt cx="248919" cy="45719"/>
            </a:xfrm>
          </p:grpSpPr>
          <p:sp>
            <p:nvSpPr>
              <p:cNvPr id="16" name="椭圆 15"/>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0" name="组合 9"/>
            <p:cNvGrpSpPr/>
            <p:nvPr/>
          </p:nvGrpSpPr>
          <p:grpSpPr>
            <a:xfrm>
              <a:off x="8648700" y="1981200"/>
              <a:ext cx="248919" cy="45719"/>
              <a:chOff x="8420100" y="1473200"/>
              <a:chExt cx="248919" cy="45719"/>
            </a:xfrm>
          </p:grpSpPr>
          <p:sp>
            <p:nvSpPr>
              <p:cNvPr id="14" name="椭圆 13"/>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1" name="组合 10"/>
            <p:cNvGrpSpPr/>
            <p:nvPr/>
          </p:nvGrpSpPr>
          <p:grpSpPr>
            <a:xfrm>
              <a:off x="8648700" y="2235200"/>
              <a:ext cx="248919" cy="45719"/>
              <a:chOff x="8420100" y="1473200"/>
              <a:chExt cx="248919" cy="45719"/>
            </a:xfrm>
          </p:grpSpPr>
          <p:sp>
            <p:nvSpPr>
              <p:cNvPr id="12" name="椭圆 11"/>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20" name="椭圆 19"/>
          <p:cNvSpPr/>
          <p:nvPr/>
        </p:nvSpPr>
        <p:spPr>
          <a:xfrm>
            <a:off x="9870774" y="4635118"/>
            <a:ext cx="1822812" cy="1822812"/>
          </a:xfrm>
          <a:prstGeom prst="ellipse">
            <a:avLst/>
          </a:prstGeom>
          <a:gradFill flip="none" rotWithShape="1">
            <a:gsLst>
              <a:gs pos="44000">
                <a:srgbClr val="FECFA2"/>
              </a:gs>
              <a:gs pos="100000">
                <a:srgbClr val="FF7CA9"/>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p:cNvSpPr/>
          <p:nvPr/>
        </p:nvSpPr>
        <p:spPr>
          <a:xfrm>
            <a:off x="10403568" y="2336014"/>
            <a:ext cx="535029" cy="53502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p:nvSpPr>
        <p:spPr>
          <a:xfrm>
            <a:off x="812800" y="468969"/>
            <a:ext cx="1143000" cy="179089"/>
          </a:xfrm>
          <a:prstGeom prst="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三角形 22"/>
          <p:cNvSpPr/>
          <p:nvPr/>
        </p:nvSpPr>
        <p:spPr>
          <a:xfrm rot="10800000">
            <a:off x="6781014" y="5873614"/>
            <a:ext cx="701561" cy="604794"/>
          </a:xfrm>
          <a:prstGeom prst="triangl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p:cNvSpPr txBox="1"/>
          <p:nvPr/>
        </p:nvSpPr>
        <p:spPr>
          <a:xfrm>
            <a:off x="714209" y="5928154"/>
            <a:ext cx="3743787" cy="276999"/>
          </a:xfrm>
          <a:prstGeom prst="rect">
            <a:avLst/>
          </a:prstGeom>
          <a:noFill/>
        </p:spPr>
        <p:txBody>
          <a:bodyPr wrap="square" rtlCol="0">
            <a:spAutoFit/>
          </a:bodyPr>
          <a:lstStyle/>
          <a:p>
            <a:pPr algn="dist"/>
            <a:r>
              <a:rPr kumimoji="1" lang="zh-CN" altLang="en-US" sz="1200" dirty="0">
                <a:solidFill>
                  <a:schemeClr val="tx1">
                    <a:lumMod val="50000"/>
                    <a:lumOff val="50000"/>
                  </a:schemeClr>
                </a:solidFill>
                <a:latin typeface="+mn-ea"/>
              </a:rPr>
              <a:t>千库网商务办公系列</a:t>
            </a:r>
            <a:r>
              <a:rPr kumimoji="1" lang="en-US" altLang="zh-CN" sz="1200" dirty="0">
                <a:solidFill>
                  <a:schemeClr val="tx1">
                    <a:lumMod val="50000"/>
                    <a:lumOff val="50000"/>
                  </a:schemeClr>
                </a:solidFill>
                <a:latin typeface="+mn-ea"/>
              </a:rPr>
              <a:t>PPT</a:t>
            </a:r>
            <a:r>
              <a:rPr kumimoji="1" lang="zh-CN" altLang="en-US" sz="1200" dirty="0">
                <a:solidFill>
                  <a:schemeClr val="tx1">
                    <a:lumMod val="50000"/>
                    <a:lumOff val="50000"/>
                  </a:schemeClr>
                </a:solidFill>
                <a:latin typeface="+mn-ea"/>
              </a:rPr>
              <a:t>模板</a:t>
            </a:r>
            <a:endParaRPr kumimoji="1" lang="zh-CN" altLang="en-US" sz="1200" dirty="0">
              <a:solidFill>
                <a:schemeClr val="tx1">
                  <a:lumMod val="50000"/>
                  <a:lumOff val="50000"/>
                </a:schemeClr>
              </a:solidFill>
              <a:latin typeface="+mn-ea"/>
            </a:endParaRPr>
          </a:p>
        </p:txBody>
      </p:sp>
      <p:sp>
        <p:nvSpPr>
          <p:cNvPr id="25" name="椭圆 24"/>
          <p:cNvSpPr/>
          <p:nvPr/>
        </p:nvSpPr>
        <p:spPr>
          <a:xfrm>
            <a:off x="10193853" y="2774527"/>
            <a:ext cx="3186449" cy="3186449"/>
          </a:xfrm>
          <a:prstGeom prst="ellips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椭圆 25"/>
          <p:cNvSpPr/>
          <p:nvPr/>
        </p:nvSpPr>
        <p:spPr>
          <a:xfrm>
            <a:off x="347797" y="6457930"/>
            <a:ext cx="877118" cy="877118"/>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p:nvSpPr>
        <p:spPr>
          <a:xfrm>
            <a:off x="895755" y="6457930"/>
            <a:ext cx="877118" cy="877118"/>
          </a:xfrm>
          <a:prstGeom prst="ellips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8" name="组合 27"/>
          <p:cNvGrpSpPr/>
          <p:nvPr/>
        </p:nvGrpSpPr>
        <p:grpSpPr>
          <a:xfrm rot="5400000">
            <a:off x="8334508" y="5548495"/>
            <a:ext cx="248919" cy="807719"/>
            <a:chOff x="8648700" y="1473200"/>
            <a:chExt cx="248919" cy="807719"/>
          </a:xfrm>
        </p:grpSpPr>
        <p:grpSp>
          <p:nvGrpSpPr>
            <p:cNvPr id="29" name="组合 28"/>
            <p:cNvGrpSpPr/>
            <p:nvPr/>
          </p:nvGrpSpPr>
          <p:grpSpPr>
            <a:xfrm>
              <a:off x="8648700" y="1473200"/>
              <a:ext cx="248919" cy="45719"/>
              <a:chOff x="8420100" y="1473200"/>
              <a:chExt cx="248919" cy="45719"/>
            </a:xfrm>
          </p:grpSpPr>
          <p:sp>
            <p:nvSpPr>
              <p:cNvPr id="39" name="椭圆 38"/>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椭圆 39"/>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0" name="组合 29"/>
            <p:cNvGrpSpPr/>
            <p:nvPr/>
          </p:nvGrpSpPr>
          <p:grpSpPr>
            <a:xfrm>
              <a:off x="8648700" y="1727200"/>
              <a:ext cx="248919" cy="45719"/>
              <a:chOff x="8420100" y="1473200"/>
              <a:chExt cx="248919" cy="45719"/>
            </a:xfrm>
          </p:grpSpPr>
          <p:sp>
            <p:nvSpPr>
              <p:cNvPr id="37" name="椭圆 36"/>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1" name="组合 30"/>
            <p:cNvGrpSpPr/>
            <p:nvPr/>
          </p:nvGrpSpPr>
          <p:grpSpPr>
            <a:xfrm>
              <a:off x="8648700" y="1981200"/>
              <a:ext cx="248919" cy="45719"/>
              <a:chOff x="8420100" y="1473200"/>
              <a:chExt cx="248919" cy="45719"/>
            </a:xfrm>
          </p:grpSpPr>
          <p:sp>
            <p:nvSpPr>
              <p:cNvPr id="35" name="椭圆 34"/>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2" name="组合 31"/>
            <p:cNvGrpSpPr/>
            <p:nvPr/>
          </p:nvGrpSpPr>
          <p:grpSpPr>
            <a:xfrm>
              <a:off x="8648700" y="2235200"/>
              <a:ext cx="248919" cy="45719"/>
              <a:chOff x="8420100" y="1473200"/>
              <a:chExt cx="248919" cy="45719"/>
            </a:xfrm>
          </p:grpSpPr>
          <p:sp>
            <p:nvSpPr>
              <p:cNvPr id="33" name="椭圆 32"/>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椭圆 33"/>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54" name="三角形 53"/>
          <p:cNvSpPr/>
          <p:nvPr/>
        </p:nvSpPr>
        <p:spPr>
          <a:xfrm>
            <a:off x="8817108" y="526925"/>
            <a:ext cx="869724" cy="749763"/>
          </a:xfrm>
          <a:prstGeom prst="triangl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三角形 54"/>
          <p:cNvSpPr/>
          <p:nvPr/>
        </p:nvSpPr>
        <p:spPr>
          <a:xfrm>
            <a:off x="9505407" y="1377751"/>
            <a:ext cx="439050" cy="378491"/>
          </a:xfrm>
          <a:prstGeom prst="triangl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文本框 1"/>
          <p:cNvSpPr txBox="1"/>
          <p:nvPr/>
        </p:nvSpPr>
        <p:spPr>
          <a:xfrm>
            <a:off x="688809" y="2723481"/>
            <a:ext cx="6887978" cy="1323439"/>
          </a:xfrm>
          <a:prstGeom prst="rect">
            <a:avLst/>
          </a:prstGeom>
          <a:noFill/>
        </p:spPr>
        <p:txBody>
          <a:bodyPr wrap="square" rtlCol="0">
            <a:spAutoFit/>
          </a:bodyPr>
          <a:lstStyle/>
          <a:p>
            <a:pPr algn="dist"/>
            <a:r>
              <a:rPr kumimoji="1" lang="zh-CN" altLang="en-US" sz="8000" dirty="0">
                <a:solidFill>
                  <a:srgbClr val="313159"/>
                </a:solidFill>
                <a:latin typeface="+mj-ea"/>
                <a:ea typeface="+mj-ea"/>
              </a:rPr>
              <a:t>问题不足改进</a:t>
            </a:r>
            <a:endParaRPr kumimoji="1" lang="zh-CN" altLang="en-US" sz="8000" dirty="0">
              <a:solidFill>
                <a:srgbClr val="313159"/>
              </a:solidFill>
              <a:latin typeface="+mj-ea"/>
              <a:ea typeface="+mj-ea"/>
            </a:endParaRPr>
          </a:p>
        </p:txBody>
      </p:sp>
      <p:sp>
        <p:nvSpPr>
          <p:cNvPr id="3" name="文本框 2"/>
          <p:cNvSpPr txBox="1"/>
          <p:nvPr/>
        </p:nvSpPr>
        <p:spPr>
          <a:xfrm>
            <a:off x="739609" y="2319911"/>
            <a:ext cx="3147015" cy="523220"/>
          </a:xfrm>
          <a:prstGeom prst="rect">
            <a:avLst/>
          </a:prstGeom>
          <a:noFill/>
        </p:spPr>
        <p:txBody>
          <a:bodyPr wrap="none" rtlCol="0">
            <a:spAutoFit/>
          </a:bodyPr>
          <a:lstStyle/>
          <a:p>
            <a:r>
              <a:rPr kumimoji="1" lang="zh-CN" altLang="en-US" sz="2800" dirty="0">
                <a:solidFill>
                  <a:schemeClr val="tx1">
                    <a:lumMod val="75000"/>
                    <a:lumOff val="25000"/>
                  </a:schemeClr>
                </a:solidFill>
                <a:latin typeface="+mj-ea"/>
                <a:ea typeface="+mj-ea"/>
              </a:rPr>
              <a:t>第三部分 </a:t>
            </a:r>
            <a:r>
              <a:rPr kumimoji="1" lang="en-US" altLang="zh-CN" sz="2800" dirty="0">
                <a:solidFill>
                  <a:schemeClr val="tx1">
                    <a:lumMod val="75000"/>
                    <a:lumOff val="25000"/>
                  </a:schemeClr>
                </a:solidFill>
                <a:latin typeface="+mj-ea"/>
                <a:ea typeface="+mj-ea"/>
              </a:rPr>
              <a:t>PART</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03</a:t>
            </a:r>
            <a:endParaRPr kumimoji="1" lang="zh-CN" altLang="en-US" sz="2800" dirty="0">
              <a:solidFill>
                <a:schemeClr val="tx1">
                  <a:lumMod val="75000"/>
                  <a:lumOff val="25000"/>
                </a:schemeClr>
              </a:solidFill>
              <a:latin typeface="+mj-ea"/>
              <a:ea typeface="+mj-ea"/>
            </a:endParaRPr>
          </a:p>
        </p:txBody>
      </p:sp>
      <p:sp>
        <p:nvSpPr>
          <p:cNvPr id="4" name="文本框 3"/>
          <p:cNvSpPr txBox="1"/>
          <p:nvPr/>
        </p:nvSpPr>
        <p:spPr>
          <a:xfrm>
            <a:off x="701509" y="3996454"/>
            <a:ext cx="6887978" cy="535852"/>
          </a:xfrm>
          <a:prstGeom prst="rect">
            <a:avLst/>
          </a:prstGeom>
          <a:noFill/>
        </p:spPr>
        <p:txBody>
          <a:bodyPr wrap="square" rtlCol="0">
            <a:spAutoFit/>
          </a:bodyPr>
          <a:lstStyle/>
          <a:p>
            <a:pPr>
              <a:lnSpc>
                <a:spcPct val="150000"/>
              </a:lnSpc>
            </a:pPr>
            <a:r>
              <a:rPr lang="en-GB" altLang="zh-CN" sz="1050" dirty="0">
                <a:solidFill>
                  <a:schemeClr val="bg1">
                    <a:lumMod val="50000"/>
                  </a:schemeClr>
                </a:solidFill>
                <a:latin typeface="+mn-ea"/>
              </a:rPr>
              <a:t>your content is entered here, or by copying your text, select paste in this box and choose to retain only text. your content is typed here, or by copying your text, select paste in this box.</a:t>
            </a:r>
            <a:endParaRPr lang="en-GB" altLang="zh-CN" sz="1050" dirty="0">
              <a:solidFill>
                <a:schemeClr val="bg1">
                  <a:lumMod val="50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74011" y="239999"/>
            <a:ext cx="2550426" cy="523220"/>
          </a:xfrm>
          <a:prstGeom prst="rect">
            <a:avLst/>
          </a:prstGeom>
          <a:noFill/>
        </p:spPr>
        <p:txBody>
          <a:bodyPr wrap="square" rtlCol="0">
            <a:spAutoFit/>
          </a:bodyPr>
          <a:lstStyle/>
          <a:p>
            <a:pPr algn="dist"/>
            <a:r>
              <a:rPr kumimoji="1" lang="zh-CN" altLang="en-US" sz="2800" dirty="0">
                <a:solidFill>
                  <a:srgbClr val="313159"/>
                </a:solidFill>
                <a:latin typeface="+mj-ea"/>
                <a:ea typeface="+mj-ea"/>
              </a:rPr>
              <a:t>问题不足改进</a:t>
            </a:r>
            <a:endParaRPr kumimoji="1" lang="zh-CN" altLang="en-US" sz="2800" dirty="0">
              <a:solidFill>
                <a:srgbClr val="313159"/>
              </a:solidFill>
              <a:latin typeface="+mj-ea"/>
              <a:ea typeface="+mj-ea"/>
            </a:endParaRPr>
          </a:p>
        </p:txBody>
      </p:sp>
      <p:sp>
        <p:nvSpPr>
          <p:cNvPr id="3" name="文本框 2"/>
          <p:cNvSpPr txBox="1"/>
          <p:nvPr/>
        </p:nvSpPr>
        <p:spPr>
          <a:xfrm>
            <a:off x="1192975" y="712419"/>
            <a:ext cx="2531462" cy="215444"/>
          </a:xfrm>
          <a:prstGeom prst="rect">
            <a:avLst/>
          </a:prstGeom>
          <a:noFill/>
        </p:spPr>
        <p:txBody>
          <a:bodyPr wrap="none" rtlCol="0">
            <a:spAutoFit/>
          </a:bodyPr>
          <a:lstStyle/>
          <a:p>
            <a:r>
              <a:rPr lang="en-GB" altLang="zh-CN" sz="800" dirty="0">
                <a:solidFill>
                  <a:schemeClr val="tx1">
                    <a:lumMod val="50000"/>
                    <a:lumOff val="50000"/>
                  </a:schemeClr>
                </a:solidFill>
                <a:latin typeface="+mn-ea"/>
              </a:rPr>
              <a:t>FILL IN THE TEXT OF THE DOCUMENT TITLE HERE</a:t>
            </a:r>
            <a:endParaRPr lang="en-GB" altLang="zh-CN" sz="800" dirty="0">
              <a:solidFill>
                <a:schemeClr val="tx1">
                  <a:lumMod val="50000"/>
                  <a:lumOff val="50000"/>
                </a:schemeClr>
              </a:solidFill>
              <a:latin typeface="+mn-ea"/>
            </a:endParaRPr>
          </a:p>
        </p:txBody>
      </p:sp>
      <p:sp>
        <p:nvSpPr>
          <p:cNvPr id="4" name="圆角矩形 3"/>
          <p:cNvSpPr/>
          <p:nvPr/>
        </p:nvSpPr>
        <p:spPr>
          <a:xfrm>
            <a:off x="1330233" y="2309664"/>
            <a:ext cx="3107076" cy="1116593"/>
          </a:xfrm>
          <a:prstGeom prst="roundRect">
            <a:avLst>
              <a:gd name="adj" fmla="val 9306"/>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5" name="文本框 4"/>
          <p:cNvSpPr txBox="1"/>
          <p:nvPr/>
        </p:nvSpPr>
        <p:spPr>
          <a:xfrm>
            <a:off x="2259913" y="2444506"/>
            <a:ext cx="1384065" cy="338554"/>
          </a:xfrm>
          <a:prstGeom prst="rect">
            <a:avLst/>
          </a:prstGeom>
          <a:noFill/>
        </p:spPr>
        <p:txBody>
          <a:bodyPr wrap="square" rtlCol="0">
            <a:spAutoFit/>
          </a:bodyPr>
          <a:lstStyle/>
          <a:p>
            <a:pPr algn="dist"/>
            <a:r>
              <a:rPr kumimoji="1" lang="zh-CN" altLang="en-US" sz="1600" dirty="0">
                <a:solidFill>
                  <a:schemeClr val="bg1"/>
                </a:solidFill>
                <a:latin typeface="Source Han Sans CN Regular" panose="020B0500000000000000" pitchFamily="34" charset="-128"/>
              </a:rPr>
              <a:t>输入标题</a:t>
            </a:r>
            <a:endParaRPr kumimoji="1" lang="zh-CN" altLang="en-US" sz="1600" dirty="0">
              <a:solidFill>
                <a:schemeClr val="bg1"/>
              </a:solidFill>
              <a:latin typeface="Source Han Sans CN Regular" panose="020B0500000000000000" pitchFamily="34" charset="-128"/>
            </a:endParaRPr>
          </a:p>
        </p:txBody>
      </p:sp>
      <p:sp>
        <p:nvSpPr>
          <p:cNvPr id="6" name="文本框 5"/>
          <p:cNvSpPr txBox="1"/>
          <p:nvPr/>
        </p:nvSpPr>
        <p:spPr>
          <a:xfrm>
            <a:off x="2247213" y="2758689"/>
            <a:ext cx="2006561" cy="479298"/>
          </a:xfrm>
          <a:prstGeom prst="rect">
            <a:avLst/>
          </a:prstGeom>
          <a:noFill/>
        </p:spPr>
        <p:txBody>
          <a:bodyPr wrap="square" rtlCol="0">
            <a:spAutoFit/>
          </a:bodyPr>
          <a:lstStyle/>
          <a:p>
            <a:pPr>
              <a:lnSpc>
                <a:spcPct val="130000"/>
              </a:lnSpc>
            </a:pPr>
            <a:r>
              <a:rPr kumimoji="1" lang="zh-CN" altLang="en-US" sz="1050" dirty="0">
                <a:solidFill>
                  <a:schemeClr val="bg1"/>
                </a:solidFill>
                <a:latin typeface="+mn-ea"/>
                <a:cs typeface="+mn-ea"/>
                <a:sym typeface="+mn-lt"/>
              </a:rPr>
              <a:t>感谢您使用我们的</a:t>
            </a:r>
            <a:r>
              <a:rPr kumimoji="1" lang="en-US" altLang="zh-CN" sz="1050" dirty="0">
                <a:solidFill>
                  <a:schemeClr val="bg1"/>
                </a:solidFill>
                <a:latin typeface="+mn-ea"/>
                <a:cs typeface="+mn-ea"/>
                <a:sym typeface="+mn-lt"/>
              </a:rPr>
              <a:t>PPT</a:t>
            </a:r>
            <a:r>
              <a:rPr kumimoji="1" lang="zh-CN" altLang="en-US" sz="1050" dirty="0">
                <a:solidFill>
                  <a:schemeClr val="bg1"/>
                </a:solidFill>
                <a:latin typeface="+mn-ea"/>
                <a:cs typeface="+mn-ea"/>
                <a:sym typeface="+mn-lt"/>
              </a:rPr>
              <a:t>模板，请在此输入您需要的文字内容</a:t>
            </a:r>
            <a:endParaRPr kumimoji="1" lang="zh-CN" altLang="en-US" sz="1050" dirty="0">
              <a:solidFill>
                <a:schemeClr val="bg1"/>
              </a:solidFill>
              <a:latin typeface="+mn-ea"/>
              <a:cs typeface="+mn-ea"/>
              <a:sym typeface="+mn-lt"/>
            </a:endParaRPr>
          </a:p>
        </p:txBody>
      </p:sp>
      <p:sp>
        <p:nvSpPr>
          <p:cNvPr id="7" name="圆角矩形 6"/>
          <p:cNvSpPr/>
          <p:nvPr/>
        </p:nvSpPr>
        <p:spPr>
          <a:xfrm>
            <a:off x="1330233" y="3979217"/>
            <a:ext cx="3107076" cy="1116593"/>
          </a:xfrm>
          <a:prstGeom prst="roundRect">
            <a:avLst>
              <a:gd name="adj" fmla="val 9306"/>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8" name="文本框 7"/>
          <p:cNvSpPr txBox="1"/>
          <p:nvPr/>
        </p:nvSpPr>
        <p:spPr>
          <a:xfrm>
            <a:off x="2259913" y="4114059"/>
            <a:ext cx="1384065" cy="338554"/>
          </a:xfrm>
          <a:prstGeom prst="rect">
            <a:avLst/>
          </a:prstGeom>
          <a:noFill/>
        </p:spPr>
        <p:txBody>
          <a:bodyPr wrap="square" rtlCol="0">
            <a:spAutoFit/>
          </a:bodyPr>
          <a:lstStyle/>
          <a:p>
            <a:pPr algn="dist"/>
            <a:r>
              <a:rPr kumimoji="1" lang="zh-CN" altLang="en-US" sz="1600" dirty="0">
                <a:solidFill>
                  <a:schemeClr val="bg1"/>
                </a:solidFill>
                <a:latin typeface="Source Han Sans CN Regular" panose="020B0500000000000000" pitchFamily="34" charset="-128"/>
              </a:rPr>
              <a:t>输入标题</a:t>
            </a:r>
            <a:endParaRPr kumimoji="1" lang="zh-CN" altLang="en-US" sz="1600" dirty="0">
              <a:solidFill>
                <a:schemeClr val="bg1"/>
              </a:solidFill>
              <a:latin typeface="Source Han Sans CN Regular" panose="020B0500000000000000" pitchFamily="34" charset="-128"/>
            </a:endParaRPr>
          </a:p>
        </p:txBody>
      </p:sp>
      <p:sp>
        <p:nvSpPr>
          <p:cNvPr id="9" name="文本框 8"/>
          <p:cNvSpPr txBox="1"/>
          <p:nvPr/>
        </p:nvSpPr>
        <p:spPr>
          <a:xfrm>
            <a:off x="2247213" y="4428242"/>
            <a:ext cx="2006561" cy="479298"/>
          </a:xfrm>
          <a:prstGeom prst="rect">
            <a:avLst/>
          </a:prstGeom>
          <a:noFill/>
        </p:spPr>
        <p:txBody>
          <a:bodyPr wrap="square" rtlCol="0">
            <a:spAutoFit/>
          </a:bodyPr>
          <a:lstStyle/>
          <a:p>
            <a:pPr>
              <a:lnSpc>
                <a:spcPct val="130000"/>
              </a:lnSpc>
            </a:pPr>
            <a:r>
              <a:rPr kumimoji="1" lang="zh-CN" altLang="en-US" sz="1050" dirty="0">
                <a:solidFill>
                  <a:schemeClr val="bg1"/>
                </a:solidFill>
                <a:latin typeface="+mn-ea"/>
                <a:cs typeface="+mn-ea"/>
                <a:sym typeface="+mn-lt"/>
              </a:rPr>
              <a:t>感谢您使用我们的</a:t>
            </a:r>
            <a:r>
              <a:rPr kumimoji="1" lang="en-US" altLang="zh-CN" sz="1050" dirty="0">
                <a:solidFill>
                  <a:schemeClr val="bg1"/>
                </a:solidFill>
                <a:latin typeface="+mn-ea"/>
                <a:cs typeface="+mn-ea"/>
                <a:sym typeface="+mn-lt"/>
              </a:rPr>
              <a:t>PPT</a:t>
            </a:r>
            <a:r>
              <a:rPr kumimoji="1" lang="zh-CN" altLang="en-US" sz="1050" dirty="0">
                <a:solidFill>
                  <a:schemeClr val="bg1"/>
                </a:solidFill>
                <a:latin typeface="+mn-ea"/>
                <a:cs typeface="+mn-ea"/>
                <a:sym typeface="+mn-lt"/>
              </a:rPr>
              <a:t>模板，请在此输入您需要的文字内容</a:t>
            </a:r>
            <a:endParaRPr kumimoji="1" lang="zh-CN" altLang="en-US" sz="1050" dirty="0">
              <a:solidFill>
                <a:schemeClr val="bg1"/>
              </a:solidFill>
              <a:latin typeface="+mn-ea"/>
              <a:cs typeface="+mn-ea"/>
              <a:sym typeface="+mn-lt"/>
            </a:endParaRPr>
          </a:p>
        </p:txBody>
      </p:sp>
      <p:sp>
        <p:nvSpPr>
          <p:cNvPr id="10" name="圆角矩形 9"/>
          <p:cNvSpPr/>
          <p:nvPr/>
        </p:nvSpPr>
        <p:spPr>
          <a:xfrm>
            <a:off x="4616890" y="2309664"/>
            <a:ext cx="3107076" cy="1116593"/>
          </a:xfrm>
          <a:prstGeom prst="roundRect">
            <a:avLst>
              <a:gd name="adj" fmla="val 9306"/>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11" name="文本框 10"/>
          <p:cNvSpPr txBox="1"/>
          <p:nvPr/>
        </p:nvSpPr>
        <p:spPr>
          <a:xfrm>
            <a:off x="5546570" y="2444506"/>
            <a:ext cx="1384065" cy="338554"/>
          </a:xfrm>
          <a:prstGeom prst="rect">
            <a:avLst/>
          </a:prstGeom>
          <a:noFill/>
        </p:spPr>
        <p:txBody>
          <a:bodyPr wrap="square" rtlCol="0">
            <a:spAutoFit/>
          </a:bodyPr>
          <a:lstStyle/>
          <a:p>
            <a:pPr algn="dist"/>
            <a:r>
              <a:rPr kumimoji="1" lang="zh-CN" altLang="en-US" sz="1600" dirty="0">
                <a:solidFill>
                  <a:schemeClr val="bg1"/>
                </a:solidFill>
                <a:latin typeface="Source Han Sans CN Regular" panose="020B0500000000000000" pitchFamily="34" charset="-128"/>
              </a:rPr>
              <a:t>输入标题</a:t>
            </a:r>
            <a:endParaRPr kumimoji="1" lang="zh-CN" altLang="en-US" sz="1600" dirty="0">
              <a:solidFill>
                <a:schemeClr val="bg1"/>
              </a:solidFill>
              <a:latin typeface="Source Han Sans CN Regular" panose="020B0500000000000000" pitchFamily="34" charset="-128"/>
            </a:endParaRPr>
          </a:p>
        </p:txBody>
      </p:sp>
      <p:sp>
        <p:nvSpPr>
          <p:cNvPr id="12" name="文本框 11"/>
          <p:cNvSpPr txBox="1"/>
          <p:nvPr/>
        </p:nvSpPr>
        <p:spPr>
          <a:xfrm>
            <a:off x="5533870" y="2758689"/>
            <a:ext cx="2006561" cy="479298"/>
          </a:xfrm>
          <a:prstGeom prst="rect">
            <a:avLst/>
          </a:prstGeom>
          <a:noFill/>
        </p:spPr>
        <p:txBody>
          <a:bodyPr wrap="square" rtlCol="0">
            <a:spAutoFit/>
          </a:bodyPr>
          <a:lstStyle/>
          <a:p>
            <a:pPr>
              <a:lnSpc>
                <a:spcPct val="130000"/>
              </a:lnSpc>
            </a:pPr>
            <a:r>
              <a:rPr kumimoji="1" lang="zh-CN" altLang="en-US" sz="1050" dirty="0">
                <a:solidFill>
                  <a:schemeClr val="bg1"/>
                </a:solidFill>
                <a:latin typeface="+mn-ea"/>
                <a:cs typeface="+mn-ea"/>
                <a:sym typeface="+mn-lt"/>
              </a:rPr>
              <a:t>感谢您使用我们的</a:t>
            </a:r>
            <a:r>
              <a:rPr kumimoji="1" lang="en-US" altLang="zh-CN" sz="1050" dirty="0">
                <a:solidFill>
                  <a:schemeClr val="bg1"/>
                </a:solidFill>
                <a:latin typeface="+mn-ea"/>
                <a:cs typeface="+mn-ea"/>
                <a:sym typeface="+mn-lt"/>
              </a:rPr>
              <a:t>PPT</a:t>
            </a:r>
            <a:r>
              <a:rPr kumimoji="1" lang="zh-CN" altLang="en-US" sz="1050" dirty="0">
                <a:solidFill>
                  <a:schemeClr val="bg1"/>
                </a:solidFill>
                <a:latin typeface="+mn-ea"/>
                <a:cs typeface="+mn-ea"/>
                <a:sym typeface="+mn-lt"/>
              </a:rPr>
              <a:t>模板，请在此输入您需要的文字内容</a:t>
            </a:r>
            <a:endParaRPr kumimoji="1" lang="zh-CN" altLang="en-US" sz="1050" dirty="0">
              <a:solidFill>
                <a:schemeClr val="bg1"/>
              </a:solidFill>
              <a:latin typeface="+mn-ea"/>
              <a:cs typeface="+mn-ea"/>
              <a:sym typeface="+mn-lt"/>
            </a:endParaRPr>
          </a:p>
        </p:txBody>
      </p:sp>
      <p:sp>
        <p:nvSpPr>
          <p:cNvPr id="13" name="圆角矩形 12"/>
          <p:cNvSpPr/>
          <p:nvPr/>
        </p:nvSpPr>
        <p:spPr>
          <a:xfrm>
            <a:off x="4616890" y="3979217"/>
            <a:ext cx="3107076" cy="1116593"/>
          </a:xfrm>
          <a:prstGeom prst="roundRect">
            <a:avLst>
              <a:gd name="adj" fmla="val 10226"/>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14" name="文本框 13"/>
          <p:cNvSpPr txBox="1"/>
          <p:nvPr/>
        </p:nvSpPr>
        <p:spPr>
          <a:xfrm>
            <a:off x="5546570" y="4114059"/>
            <a:ext cx="1384065" cy="338554"/>
          </a:xfrm>
          <a:prstGeom prst="rect">
            <a:avLst/>
          </a:prstGeom>
          <a:noFill/>
        </p:spPr>
        <p:txBody>
          <a:bodyPr wrap="square" rtlCol="0">
            <a:spAutoFit/>
          </a:bodyPr>
          <a:lstStyle/>
          <a:p>
            <a:pPr algn="dist"/>
            <a:r>
              <a:rPr kumimoji="1" lang="zh-CN" altLang="en-US" sz="1600" dirty="0">
                <a:solidFill>
                  <a:schemeClr val="bg1"/>
                </a:solidFill>
                <a:latin typeface="Source Han Sans CN Regular" panose="020B0500000000000000" pitchFamily="34" charset="-128"/>
              </a:rPr>
              <a:t>输入标题</a:t>
            </a:r>
            <a:endParaRPr kumimoji="1" lang="zh-CN" altLang="en-US" sz="1600" dirty="0">
              <a:solidFill>
                <a:schemeClr val="bg1"/>
              </a:solidFill>
              <a:latin typeface="Source Han Sans CN Regular" panose="020B0500000000000000" pitchFamily="34" charset="-128"/>
            </a:endParaRPr>
          </a:p>
        </p:txBody>
      </p:sp>
      <p:sp>
        <p:nvSpPr>
          <p:cNvPr id="15" name="文本框 14"/>
          <p:cNvSpPr txBox="1"/>
          <p:nvPr/>
        </p:nvSpPr>
        <p:spPr>
          <a:xfrm>
            <a:off x="5533870" y="4428242"/>
            <a:ext cx="2006561" cy="479298"/>
          </a:xfrm>
          <a:prstGeom prst="rect">
            <a:avLst/>
          </a:prstGeom>
          <a:noFill/>
        </p:spPr>
        <p:txBody>
          <a:bodyPr wrap="square" rtlCol="0">
            <a:spAutoFit/>
          </a:bodyPr>
          <a:lstStyle/>
          <a:p>
            <a:pPr>
              <a:lnSpc>
                <a:spcPct val="130000"/>
              </a:lnSpc>
            </a:pPr>
            <a:r>
              <a:rPr kumimoji="1" lang="zh-CN" altLang="en-US" sz="1050" dirty="0">
                <a:solidFill>
                  <a:schemeClr val="bg1"/>
                </a:solidFill>
                <a:latin typeface="+mn-ea"/>
                <a:cs typeface="+mn-ea"/>
                <a:sym typeface="+mn-lt"/>
              </a:rPr>
              <a:t>感谢您使用我们的</a:t>
            </a:r>
            <a:r>
              <a:rPr kumimoji="1" lang="en-US" altLang="zh-CN" sz="1050" dirty="0">
                <a:solidFill>
                  <a:schemeClr val="bg1"/>
                </a:solidFill>
                <a:latin typeface="+mn-ea"/>
                <a:cs typeface="+mn-ea"/>
                <a:sym typeface="+mn-lt"/>
              </a:rPr>
              <a:t>PPT</a:t>
            </a:r>
            <a:r>
              <a:rPr kumimoji="1" lang="zh-CN" altLang="en-US" sz="1050" dirty="0">
                <a:solidFill>
                  <a:schemeClr val="bg1"/>
                </a:solidFill>
                <a:latin typeface="+mn-ea"/>
                <a:cs typeface="+mn-ea"/>
                <a:sym typeface="+mn-lt"/>
              </a:rPr>
              <a:t>模板，请在此输入您需要的文字内容</a:t>
            </a:r>
            <a:endParaRPr kumimoji="1" lang="zh-CN" altLang="en-US" sz="1050" dirty="0">
              <a:solidFill>
                <a:schemeClr val="bg1"/>
              </a:solidFill>
              <a:latin typeface="+mn-ea"/>
              <a:cs typeface="+mn-ea"/>
              <a:sym typeface="+mn-lt"/>
            </a:endParaRPr>
          </a:p>
        </p:txBody>
      </p:sp>
      <p:sp>
        <p:nvSpPr>
          <p:cNvPr id="16" name="圆角矩形 15"/>
          <p:cNvSpPr/>
          <p:nvPr/>
        </p:nvSpPr>
        <p:spPr>
          <a:xfrm>
            <a:off x="7903547" y="2309664"/>
            <a:ext cx="3107076" cy="1116593"/>
          </a:xfrm>
          <a:prstGeom prst="roundRect">
            <a:avLst>
              <a:gd name="adj" fmla="val 8386"/>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17" name="文本框 16"/>
          <p:cNvSpPr txBox="1"/>
          <p:nvPr/>
        </p:nvSpPr>
        <p:spPr>
          <a:xfrm>
            <a:off x="8833227" y="2444506"/>
            <a:ext cx="1384065" cy="338554"/>
          </a:xfrm>
          <a:prstGeom prst="rect">
            <a:avLst/>
          </a:prstGeom>
          <a:noFill/>
        </p:spPr>
        <p:txBody>
          <a:bodyPr wrap="square" rtlCol="0">
            <a:spAutoFit/>
          </a:bodyPr>
          <a:lstStyle/>
          <a:p>
            <a:pPr algn="dist"/>
            <a:r>
              <a:rPr kumimoji="1" lang="zh-CN" altLang="en-US" sz="1600" dirty="0">
                <a:solidFill>
                  <a:schemeClr val="bg1"/>
                </a:solidFill>
                <a:latin typeface="Source Han Sans CN Regular" panose="020B0500000000000000" pitchFamily="34" charset="-128"/>
              </a:rPr>
              <a:t>输入标题</a:t>
            </a:r>
            <a:endParaRPr kumimoji="1" lang="zh-CN" altLang="en-US" sz="1600" dirty="0">
              <a:solidFill>
                <a:schemeClr val="bg1"/>
              </a:solidFill>
              <a:latin typeface="Source Han Sans CN Regular" panose="020B0500000000000000" pitchFamily="34" charset="-128"/>
            </a:endParaRPr>
          </a:p>
        </p:txBody>
      </p:sp>
      <p:sp>
        <p:nvSpPr>
          <p:cNvPr id="18" name="文本框 17"/>
          <p:cNvSpPr txBox="1"/>
          <p:nvPr/>
        </p:nvSpPr>
        <p:spPr>
          <a:xfrm>
            <a:off x="8820527" y="2758689"/>
            <a:ext cx="2006561" cy="479298"/>
          </a:xfrm>
          <a:prstGeom prst="rect">
            <a:avLst/>
          </a:prstGeom>
          <a:noFill/>
        </p:spPr>
        <p:txBody>
          <a:bodyPr wrap="square" rtlCol="0">
            <a:spAutoFit/>
          </a:bodyPr>
          <a:lstStyle/>
          <a:p>
            <a:pPr>
              <a:lnSpc>
                <a:spcPct val="130000"/>
              </a:lnSpc>
            </a:pPr>
            <a:r>
              <a:rPr kumimoji="1" lang="zh-CN" altLang="en-US" sz="1050" dirty="0">
                <a:solidFill>
                  <a:schemeClr val="bg1"/>
                </a:solidFill>
                <a:latin typeface="+mn-ea"/>
                <a:cs typeface="+mn-ea"/>
                <a:sym typeface="+mn-lt"/>
              </a:rPr>
              <a:t>感谢您使用我们的</a:t>
            </a:r>
            <a:r>
              <a:rPr kumimoji="1" lang="en-US" altLang="zh-CN" sz="1050" dirty="0">
                <a:solidFill>
                  <a:schemeClr val="bg1"/>
                </a:solidFill>
                <a:latin typeface="+mn-ea"/>
                <a:cs typeface="+mn-ea"/>
                <a:sym typeface="+mn-lt"/>
              </a:rPr>
              <a:t>PPT</a:t>
            </a:r>
            <a:r>
              <a:rPr kumimoji="1" lang="zh-CN" altLang="en-US" sz="1050" dirty="0">
                <a:solidFill>
                  <a:schemeClr val="bg1"/>
                </a:solidFill>
                <a:latin typeface="+mn-ea"/>
                <a:cs typeface="+mn-ea"/>
                <a:sym typeface="+mn-lt"/>
              </a:rPr>
              <a:t>模板，请在此输入您需要的文字内容</a:t>
            </a:r>
            <a:endParaRPr kumimoji="1" lang="zh-CN" altLang="en-US" sz="1050" dirty="0">
              <a:solidFill>
                <a:schemeClr val="bg1"/>
              </a:solidFill>
              <a:latin typeface="+mn-ea"/>
              <a:cs typeface="+mn-ea"/>
              <a:sym typeface="+mn-lt"/>
            </a:endParaRPr>
          </a:p>
        </p:txBody>
      </p:sp>
      <p:sp>
        <p:nvSpPr>
          <p:cNvPr id="19" name="圆角矩形 18"/>
          <p:cNvSpPr/>
          <p:nvPr/>
        </p:nvSpPr>
        <p:spPr>
          <a:xfrm>
            <a:off x="7903547" y="3979217"/>
            <a:ext cx="3107076" cy="1116593"/>
          </a:xfrm>
          <a:prstGeom prst="roundRect">
            <a:avLst>
              <a:gd name="adj" fmla="val 9306"/>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20" name="文本框 19"/>
          <p:cNvSpPr txBox="1"/>
          <p:nvPr/>
        </p:nvSpPr>
        <p:spPr>
          <a:xfrm>
            <a:off x="8833227" y="4114059"/>
            <a:ext cx="1384065" cy="338554"/>
          </a:xfrm>
          <a:prstGeom prst="rect">
            <a:avLst/>
          </a:prstGeom>
          <a:noFill/>
        </p:spPr>
        <p:txBody>
          <a:bodyPr wrap="square" rtlCol="0">
            <a:spAutoFit/>
          </a:bodyPr>
          <a:lstStyle/>
          <a:p>
            <a:pPr algn="dist"/>
            <a:r>
              <a:rPr kumimoji="1" lang="zh-CN" altLang="en-US" sz="1600" dirty="0">
                <a:solidFill>
                  <a:schemeClr val="bg1"/>
                </a:solidFill>
                <a:latin typeface="Source Han Sans CN Regular" panose="020B0500000000000000" pitchFamily="34" charset="-128"/>
              </a:rPr>
              <a:t>输入标题</a:t>
            </a:r>
            <a:endParaRPr kumimoji="1" lang="zh-CN" altLang="en-US" sz="1600" dirty="0">
              <a:solidFill>
                <a:schemeClr val="bg1"/>
              </a:solidFill>
              <a:latin typeface="Source Han Sans CN Regular" panose="020B0500000000000000" pitchFamily="34" charset="-128"/>
            </a:endParaRPr>
          </a:p>
        </p:txBody>
      </p:sp>
      <p:sp>
        <p:nvSpPr>
          <p:cNvPr id="21" name="文本框 20"/>
          <p:cNvSpPr txBox="1"/>
          <p:nvPr/>
        </p:nvSpPr>
        <p:spPr>
          <a:xfrm>
            <a:off x="8820527" y="4428242"/>
            <a:ext cx="2006561" cy="479298"/>
          </a:xfrm>
          <a:prstGeom prst="rect">
            <a:avLst/>
          </a:prstGeom>
          <a:noFill/>
        </p:spPr>
        <p:txBody>
          <a:bodyPr wrap="square" rtlCol="0">
            <a:spAutoFit/>
          </a:bodyPr>
          <a:lstStyle/>
          <a:p>
            <a:pPr>
              <a:lnSpc>
                <a:spcPct val="130000"/>
              </a:lnSpc>
            </a:pPr>
            <a:r>
              <a:rPr kumimoji="1" lang="zh-CN" altLang="en-US" sz="1050" dirty="0">
                <a:solidFill>
                  <a:schemeClr val="bg1"/>
                </a:solidFill>
                <a:latin typeface="+mn-ea"/>
                <a:cs typeface="+mn-ea"/>
                <a:sym typeface="+mn-lt"/>
              </a:rPr>
              <a:t>感谢您使用我们的</a:t>
            </a:r>
            <a:r>
              <a:rPr kumimoji="1" lang="en-US" altLang="zh-CN" sz="1050" dirty="0">
                <a:solidFill>
                  <a:schemeClr val="bg1"/>
                </a:solidFill>
                <a:latin typeface="+mn-ea"/>
                <a:cs typeface="+mn-ea"/>
                <a:sym typeface="+mn-lt"/>
              </a:rPr>
              <a:t>PPT</a:t>
            </a:r>
            <a:r>
              <a:rPr kumimoji="1" lang="zh-CN" altLang="en-US" sz="1050" dirty="0">
                <a:solidFill>
                  <a:schemeClr val="bg1"/>
                </a:solidFill>
                <a:latin typeface="+mn-ea"/>
                <a:cs typeface="+mn-ea"/>
                <a:sym typeface="+mn-lt"/>
              </a:rPr>
              <a:t>模板，请在此输入您需要的文字内容</a:t>
            </a:r>
            <a:endParaRPr kumimoji="1" lang="zh-CN" altLang="en-US" sz="1050" dirty="0">
              <a:solidFill>
                <a:schemeClr val="bg1"/>
              </a:solidFill>
              <a:latin typeface="+mn-ea"/>
              <a:cs typeface="+mn-ea"/>
              <a:sym typeface="+mn-lt"/>
            </a:endParaRPr>
          </a:p>
        </p:txBody>
      </p:sp>
      <p:sp>
        <p:nvSpPr>
          <p:cNvPr id="22" name="Freeform 46"/>
          <p:cNvSpPr>
            <a:spLocks noEditPoints="1"/>
          </p:cNvSpPr>
          <p:nvPr/>
        </p:nvSpPr>
        <p:spPr bwMode="auto">
          <a:xfrm>
            <a:off x="8208485" y="2705733"/>
            <a:ext cx="352425" cy="311150"/>
          </a:xfrm>
          <a:custGeom>
            <a:avLst/>
            <a:gdLst>
              <a:gd name="T0" fmla="*/ 10 w 197"/>
              <a:gd name="T1" fmla="*/ 127 h 175"/>
              <a:gd name="T2" fmla="*/ 0 w 197"/>
              <a:gd name="T3" fmla="*/ 117 h 175"/>
              <a:gd name="T4" fmla="*/ 0 w 197"/>
              <a:gd name="T5" fmla="*/ 80 h 175"/>
              <a:gd name="T6" fmla="*/ 10 w 197"/>
              <a:gd name="T7" fmla="*/ 71 h 175"/>
              <a:gd name="T8" fmla="*/ 188 w 197"/>
              <a:gd name="T9" fmla="*/ 71 h 175"/>
              <a:gd name="T10" fmla="*/ 197 w 197"/>
              <a:gd name="T11" fmla="*/ 80 h 175"/>
              <a:gd name="T12" fmla="*/ 197 w 197"/>
              <a:gd name="T13" fmla="*/ 117 h 175"/>
              <a:gd name="T14" fmla="*/ 188 w 197"/>
              <a:gd name="T15" fmla="*/ 127 h 175"/>
              <a:gd name="T16" fmla="*/ 10 w 197"/>
              <a:gd name="T17" fmla="*/ 127 h 175"/>
              <a:gd name="T18" fmla="*/ 36 w 197"/>
              <a:gd name="T19" fmla="*/ 133 h 175"/>
              <a:gd name="T20" fmla="*/ 36 w 197"/>
              <a:gd name="T21" fmla="*/ 175 h 175"/>
              <a:gd name="T22" fmla="*/ 160 w 197"/>
              <a:gd name="T23" fmla="*/ 175 h 175"/>
              <a:gd name="T24" fmla="*/ 160 w 197"/>
              <a:gd name="T25" fmla="*/ 133 h 175"/>
              <a:gd name="T26" fmla="*/ 36 w 197"/>
              <a:gd name="T27" fmla="*/ 133 h 175"/>
              <a:gd name="T28" fmla="*/ 37 w 197"/>
              <a:gd name="T29" fmla="*/ 64 h 175"/>
              <a:gd name="T30" fmla="*/ 160 w 197"/>
              <a:gd name="T31" fmla="*/ 64 h 175"/>
              <a:gd name="T32" fmla="*/ 160 w 197"/>
              <a:gd name="T33" fmla="*/ 36 h 175"/>
              <a:gd name="T34" fmla="*/ 121 w 197"/>
              <a:gd name="T35" fmla="*/ 36 h 175"/>
              <a:gd name="T36" fmla="*/ 121 w 197"/>
              <a:gd name="T37" fmla="*/ 0 h 175"/>
              <a:gd name="T38" fmla="*/ 37 w 197"/>
              <a:gd name="T39" fmla="*/ 0 h 175"/>
              <a:gd name="T40" fmla="*/ 37 w 197"/>
              <a:gd name="T41" fmla="*/ 64 h 175"/>
              <a:gd name="T42" fmla="*/ 128 w 197"/>
              <a:gd name="T43" fmla="*/ 3 h 175"/>
              <a:gd name="T44" fmla="*/ 128 w 197"/>
              <a:gd name="T45" fmla="*/ 30 h 175"/>
              <a:gd name="T46" fmla="*/ 154 w 197"/>
              <a:gd name="T47" fmla="*/ 30 h 175"/>
              <a:gd name="T48" fmla="*/ 128 w 197"/>
              <a:gd name="T49" fmla="*/ 3 h 175"/>
              <a:gd name="T50" fmla="*/ 183 w 197"/>
              <a:gd name="T51" fmla="*/ 84 h 175"/>
              <a:gd name="T52" fmla="*/ 173 w 197"/>
              <a:gd name="T53" fmla="*/ 84 h 175"/>
              <a:gd name="T54" fmla="*/ 170 w 197"/>
              <a:gd name="T55" fmla="*/ 87 h 175"/>
              <a:gd name="T56" fmla="*/ 170 w 197"/>
              <a:gd name="T57" fmla="*/ 97 h 175"/>
              <a:gd name="T58" fmla="*/ 173 w 197"/>
              <a:gd name="T59" fmla="*/ 100 h 175"/>
              <a:gd name="T60" fmla="*/ 183 w 197"/>
              <a:gd name="T61" fmla="*/ 100 h 175"/>
              <a:gd name="T62" fmla="*/ 186 w 197"/>
              <a:gd name="T63" fmla="*/ 97 h 175"/>
              <a:gd name="T64" fmla="*/ 186 w 197"/>
              <a:gd name="T65" fmla="*/ 87 h 175"/>
              <a:gd name="T66" fmla="*/ 183 w 197"/>
              <a:gd name="T67" fmla="*/ 84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7" h="175">
                <a:moveTo>
                  <a:pt x="10" y="127"/>
                </a:moveTo>
                <a:cubicBezTo>
                  <a:pt x="5" y="127"/>
                  <a:pt x="0" y="122"/>
                  <a:pt x="0" y="117"/>
                </a:cubicBezTo>
                <a:cubicBezTo>
                  <a:pt x="0" y="80"/>
                  <a:pt x="0" y="80"/>
                  <a:pt x="0" y="80"/>
                </a:cubicBezTo>
                <a:cubicBezTo>
                  <a:pt x="0" y="75"/>
                  <a:pt x="5" y="71"/>
                  <a:pt x="10" y="71"/>
                </a:cubicBezTo>
                <a:cubicBezTo>
                  <a:pt x="17" y="71"/>
                  <a:pt x="170" y="71"/>
                  <a:pt x="188" y="71"/>
                </a:cubicBezTo>
                <a:cubicBezTo>
                  <a:pt x="193" y="71"/>
                  <a:pt x="197" y="75"/>
                  <a:pt x="197" y="80"/>
                </a:cubicBezTo>
                <a:cubicBezTo>
                  <a:pt x="197" y="117"/>
                  <a:pt x="197" y="117"/>
                  <a:pt x="197" y="117"/>
                </a:cubicBezTo>
                <a:cubicBezTo>
                  <a:pt x="197" y="122"/>
                  <a:pt x="193" y="127"/>
                  <a:pt x="188" y="127"/>
                </a:cubicBezTo>
                <a:cubicBezTo>
                  <a:pt x="181" y="127"/>
                  <a:pt x="16" y="127"/>
                  <a:pt x="10" y="127"/>
                </a:cubicBezTo>
                <a:close/>
                <a:moveTo>
                  <a:pt x="36" y="133"/>
                </a:moveTo>
                <a:cubicBezTo>
                  <a:pt x="36" y="175"/>
                  <a:pt x="36" y="175"/>
                  <a:pt x="36" y="175"/>
                </a:cubicBezTo>
                <a:cubicBezTo>
                  <a:pt x="160" y="175"/>
                  <a:pt x="160" y="175"/>
                  <a:pt x="160" y="175"/>
                </a:cubicBezTo>
                <a:cubicBezTo>
                  <a:pt x="160" y="133"/>
                  <a:pt x="160" y="133"/>
                  <a:pt x="160" y="133"/>
                </a:cubicBezTo>
                <a:cubicBezTo>
                  <a:pt x="36" y="133"/>
                  <a:pt x="36" y="133"/>
                  <a:pt x="36" y="133"/>
                </a:cubicBezTo>
                <a:close/>
                <a:moveTo>
                  <a:pt x="37" y="64"/>
                </a:moveTo>
                <a:cubicBezTo>
                  <a:pt x="160" y="64"/>
                  <a:pt x="160" y="64"/>
                  <a:pt x="160" y="64"/>
                </a:cubicBezTo>
                <a:cubicBezTo>
                  <a:pt x="160" y="36"/>
                  <a:pt x="160" y="36"/>
                  <a:pt x="160" y="36"/>
                </a:cubicBezTo>
                <a:cubicBezTo>
                  <a:pt x="121" y="36"/>
                  <a:pt x="121" y="36"/>
                  <a:pt x="121" y="36"/>
                </a:cubicBezTo>
                <a:cubicBezTo>
                  <a:pt x="121" y="0"/>
                  <a:pt x="121" y="0"/>
                  <a:pt x="121" y="0"/>
                </a:cubicBezTo>
                <a:cubicBezTo>
                  <a:pt x="37" y="0"/>
                  <a:pt x="37" y="0"/>
                  <a:pt x="37" y="0"/>
                </a:cubicBezTo>
                <a:cubicBezTo>
                  <a:pt x="37" y="64"/>
                  <a:pt x="37" y="64"/>
                  <a:pt x="37" y="64"/>
                </a:cubicBezTo>
                <a:close/>
                <a:moveTo>
                  <a:pt x="128" y="3"/>
                </a:moveTo>
                <a:cubicBezTo>
                  <a:pt x="128" y="30"/>
                  <a:pt x="128" y="30"/>
                  <a:pt x="128" y="30"/>
                </a:cubicBezTo>
                <a:cubicBezTo>
                  <a:pt x="154" y="30"/>
                  <a:pt x="154" y="30"/>
                  <a:pt x="154" y="30"/>
                </a:cubicBezTo>
                <a:cubicBezTo>
                  <a:pt x="128" y="3"/>
                  <a:pt x="128" y="3"/>
                  <a:pt x="128" y="3"/>
                </a:cubicBezTo>
                <a:close/>
                <a:moveTo>
                  <a:pt x="183" y="84"/>
                </a:moveTo>
                <a:cubicBezTo>
                  <a:pt x="173" y="84"/>
                  <a:pt x="173" y="84"/>
                  <a:pt x="173" y="84"/>
                </a:cubicBezTo>
                <a:cubicBezTo>
                  <a:pt x="171" y="84"/>
                  <a:pt x="170" y="85"/>
                  <a:pt x="170" y="87"/>
                </a:cubicBezTo>
                <a:cubicBezTo>
                  <a:pt x="170" y="97"/>
                  <a:pt x="170" y="97"/>
                  <a:pt x="170" y="97"/>
                </a:cubicBezTo>
                <a:cubicBezTo>
                  <a:pt x="170" y="99"/>
                  <a:pt x="171" y="100"/>
                  <a:pt x="173" y="100"/>
                </a:cubicBezTo>
                <a:cubicBezTo>
                  <a:pt x="183" y="100"/>
                  <a:pt x="183" y="100"/>
                  <a:pt x="183" y="100"/>
                </a:cubicBezTo>
                <a:cubicBezTo>
                  <a:pt x="184" y="100"/>
                  <a:pt x="186" y="99"/>
                  <a:pt x="186" y="97"/>
                </a:cubicBezTo>
                <a:cubicBezTo>
                  <a:pt x="186" y="87"/>
                  <a:pt x="186" y="87"/>
                  <a:pt x="186" y="87"/>
                </a:cubicBezTo>
                <a:cubicBezTo>
                  <a:pt x="186" y="85"/>
                  <a:pt x="184" y="84"/>
                  <a:pt x="183" y="84"/>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
        <p:nvSpPr>
          <p:cNvPr id="23" name="Freeform 71"/>
          <p:cNvSpPr>
            <a:spLocks noEditPoints="1"/>
          </p:cNvSpPr>
          <p:nvPr/>
        </p:nvSpPr>
        <p:spPr bwMode="auto">
          <a:xfrm>
            <a:off x="8192968" y="4404331"/>
            <a:ext cx="350838" cy="288925"/>
          </a:xfrm>
          <a:custGeom>
            <a:avLst/>
            <a:gdLst>
              <a:gd name="T0" fmla="*/ 100 w 197"/>
              <a:gd name="T1" fmla="*/ 0 h 162"/>
              <a:gd name="T2" fmla="*/ 196 w 197"/>
              <a:gd name="T3" fmla="*/ 62 h 162"/>
              <a:gd name="T4" fmla="*/ 172 w 197"/>
              <a:gd name="T5" fmla="*/ 76 h 162"/>
              <a:gd name="T6" fmla="*/ 142 w 197"/>
              <a:gd name="T7" fmla="*/ 36 h 162"/>
              <a:gd name="T8" fmla="*/ 38 w 197"/>
              <a:gd name="T9" fmla="*/ 44 h 162"/>
              <a:gd name="T10" fmla="*/ 2 w 197"/>
              <a:gd name="T11" fmla="*/ 68 h 162"/>
              <a:gd name="T12" fmla="*/ 5 w 197"/>
              <a:gd name="T13" fmla="*/ 23 h 162"/>
              <a:gd name="T14" fmla="*/ 63 w 197"/>
              <a:gd name="T15" fmla="*/ 88 h 162"/>
              <a:gd name="T16" fmla="*/ 81 w 197"/>
              <a:gd name="T17" fmla="*/ 93 h 162"/>
              <a:gd name="T18" fmla="*/ 75 w 197"/>
              <a:gd name="T19" fmla="*/ 110 h 162"/>
              <a:gd name="T20" fmla="*/ 58 w 197"/>
              <a:gd name="T21" fmla="*/ 105 h 162"/>
              <a:gd name="T22" fmla="*/ 63 w 197"/>
              <a:gd name="T23" fmla="*/ 88 h 162"/>
              <a:gd name="T24" fmla="*/ 75 w 197"/>
              <a:gd name="T25" fmla="*/ 117 h 162"/>
              <a:gd name="T26" fmla="*/ 81 w 197"/>
              <a:gd name="T27" fmla="*/ 134 h 162"/>
              <a:gd name="T28" fmla="*/ 63 w 197"/>
              <a:gd name="T29" fmla="*/ 139 h 162"/>
              <a:gd name="T30" fmla="*/ 58 w 197"/>
              <a:gd name="T31" fmla="*/ 122 h 162"/>
              <a:gd name="T32" fmla="*/ 63 w 197"/>
              <a:gd name="T33" fmla="*/ 59 h 162"/>
              <a:gd name="T34" fmla="*/ 81 w 197"/>
              <a:gd name="T35" fmla="*/ 64 h 162"/>
              <a:gd name="T36" fmla="*/ 75 w 197"/>
              <a:gd name="T37" fmla="*/ 81 h 162"/>
              <a:gd name="T38" fmla="*/ 58 w 197"/>
              <a:gd name="T39" fmla="*/ 76 h 162"/>
              <a:gd name="T40" fmla="*/ 63 w 197"/>
              <a:gd name="T41" fmla="*/ 59 h 162"/>
              <a:gd name="T42" fmla="*/ 136 w 197"/>
              <a:gd name="T43" fmla="*/ 88 h 162"/>
              <a:gd name="T44" fmla="*/ 141 w 197"/>
              <a:gd name="T45" fmla="*/ 105 h 162"/>
              <a:gd name="T46" fmla="*/ 124 w 197"/>
              <a:gd name="T47" fmla="*/ 110 h 162"/>
              <a:gd name="T48" fmla="*/ 118 w 197"/>
              <a:gd name="T49" fmla="*/ 93 h 162"/>
              <a:gd name="T50" fmla="*/ 124 w 197"/>
              <a:gd name="T51" fmla="*/ 59 h 162"/>
              <a:gd name="T52" fmla="*/ 141 w 197"/>
              <a:gd name="T53" fmla="*/ 64 h 162"/>
              <a:gd name="T54" fmla="*/ 136 w 197"/>
              <a:gd name="T55" fmla="*/ 81 h 162"/>
              <a:gd name="T56" fmla="*/ 118 w 197"/>
              <a:gd name="T57" fmla="*/ 76 h 162"/>
              <a:gd name="T58" fmla="*/ 124 w 197"/>
              <a:gd name="T59" fmla="*/ 59 h 162"/>
              <a:gd name="T60" fmla="*/ 105 w 197"/>
              <a:gd name="T61" fmla="*/ 59 h 162"/>
              <a:gd name="T62" fmla="*/ 111 w 197"/>
              <a:gd name="T63" fmla="*/ 76 h 162"/>
              <a:gd name="T64" fmla="*/ 94 w 197"/>
              <a:gd name="T65" fmla="*/ 81 h 162"/>
              <a:gd name="T66" fmla="*/ 88 w 197"/>
              <a:gd name="T67" fmla="*/ 64 h 162"/>
              <a:gd name="T68" fmla="*/ 94 w 197"/>
              <a:gd name="T69" fmla="*/ 88 h 162"/>
              <a:gd name="T70" fmla="*/ 111 w 197"/>
              <a:gd name="T71" fmla="*/ 93 h 162"/>
              <a:gd name="T72" fmla="*/ 105 w 197"/>
              <a:gd name="T73" fmla="*/ 110 h 162"/>
              <a:gd name="T74" fmla="*/ 88 w 197"/>
              <a:gd name="T75" fmla="*/ 105 h 162"/>
              <a:gd name="T76" fmla="*/ 94 w 197"/>
              <a:gd name="T77" fmla="*/ 88 h 162"/>
              <a:gd name="T78" fmla="*/ 136 w 197"/>
              <a:gd name="T79" fmla="*/ 117 h 162"/>
              <a:gd name="T80" fmla="*/ 141 w 197"/>
              <a:gd name="T81" fmla="*/ 134 h 162"/>
              <a:gd name="T82" fmla="*/ 124 w 197"/>
              <a:gd name="T83" fmla="*/ 139 h 162"/>
              <a:gd name="T84" fmla="*/ 118 w 197"/>
              <a:gd name="T85" fmla="*/ 122 h 162"/>
              <a:gd name="T86" fmla="*/ 94 w 197"/>
              <a:gd name="T87" fmla="*/ 117 h 162"/>
              <a:gd name="T88" fmla="*/ 111 w 197"/>
              <a:gd name="T89" fmla="*/ 122 h 162"/>
              <a:gd name="T90" fmla="*/ 105 w 197"/>
              <a:gd name="T91" fmla="*/ 139 h 162"/>
              <a:gd name="T92" fmla="*/ 88 w 197"/>
              <a:gd name="T93" fmla="*/ 134 h 162"/>
              <a:gd name="T94" fmla="*/ 94 w 197"/>
              <a:gd name="T95" fmla="*/ 117 h 162"/>
              <a:gd name="T96" fmla="*/ 142 w 197"/>
              <a:gd name="T97" fmla="*/ 43 h 162"/>
              <a:gd name="T98" fmla="*/ 185 w 197"/>
              <a:gd name="T99" fmla="*/ 137 h 162"/>
              <a:gd name="T100" fmla="*/ 25 w 197"/>
              <a:gd name="T101" fmla="*/ 162 h 162"/>
              <a:gd name="T102" fmla="*/ 38 w 197"/>
              <a:gd name="T103" fmla="*/ 6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7" h="162">
                <a:moveTo>
                  <a:pt x="97" y="0"/>
                </a:moveTo>
                <a:cubicBezTo>
                  <a:pt x="100" y="0"/>
                  <a:pt x="100" y="0"/>
                  <a:pt x="100" y="0"/>
                </a:cubicBezTo>
                <a:cubicBezTo>
                  <a:pt x="126" y="1"/>
                  <a:pt x="177" y="4"/>
                  <a:pt x="192" y="23"/>
                </a:cubicBezTo>
                <a:cubicBezTo>
                  <a:pt x="197" y="29"/>
                  <a:pt x="197" y="59"/>
                  <a:pt x="196" y="62"/>
                </a:cubicBezTo>
                <a:cubicBezTo>
                  <a:pt x="195" y="68"/>
                  <a:pt x="195" y="68"/>
                  <a:pt x="195" y="68"/>
                </a:cubicBezTo>
                <a:cubicBezTo>
                  <a:pt x="194" y="74"/>
                  <a:pt x="187" y="77"/>
                  <a:pt x="172" y="76"/>
                </a:cubicBezTo>
                <a:cubicBezTo>
                  <a:pt x="159" y="44"/>
                  <a:pt x="159" y="44"/>
                  <a:pt x="159" y="44"/>
                </a:cubicBezTo>
                <a:cubicBezTo>
                  <a:pt x="155" y="39"/>
                  <a:pt x="150" y="36"/>
                  <a:pt x="142" y="36"/>
                </a:cubicBezTo>
                <a:cubicBezTo>
                  <a:pt x="54" y="36"/>
                  <a:pt x="54" y="36"/>
                  <a:pt x="54" y="36"/>
                </a:cubicBezTo>
                <a:cubicBezTo>
                  <a:pt x="47" y="36"/>
                  <a:pt x="42" y="39"/>
                  <a:pt x="38" y="44"/>
                </a:cubicBezTo>
                <a:cubicBezTo>
                  <a:pt x="25" y="76"/>
                  <a:pt x="25" y="76"/>
                  <a:pt x="25" y="76"/>
                </a:cubicBezTo>
                <a:cubicBezTo>
                  <a:pt x="10" y="77"/>
                  <a:pt x="3" y="74"/>
                  <a:pt x="2" y="68"/>
                </a:cubicBezTo>
                <a:cubicBezTo>
                  <a:pt x="0" y="62"/>
                  <a:pt x="0" y="62"/>
                  <a:pt x="0" y="62"/>
                </a:cubicBezTo>
                <a:cubicBezTo>
                  <a:pt x="0" y="59"/>
                  <a:pt x="0" y="29"/>
                  <a:pt x="5" y="23"/>
                </a:cubicBezTo>
                <a:cubicBezTo>
                  <a:pt x="20" y="4"/>
                  <a:pt x="71" y="1"/>
                  <a:pt x="97" y="0"/>
                </a:cubicBezTo>
                <a:close/>
                <a:moveTo>
                  <a:pt x="63" y="88"/>
                </a:moveTo>
                <a:cubicBezTo>
                  <a:pt x="75" y="88"/>
                  <a:pt x="75" y="88"/>
                  <a:pt x="75" y="88"/>
                </a:cubicBezTo>
                <a:cubicBezTo>
                  <a:pt x="78" y="88"/>
                  <a:pt x="81" y="90"/>
                  <a:pt x="81" y="93"/>
                </a:cubicBezTo>
                <a:cubicBezTo>
                  <a:pt x="81" y="105"/>
                  <a:pt x="81" y="105"/>
                  <a:pt x="81" y="105"/>
                </a:cubicBezTo>
                <a:cubicBezTo>
                  <a:pt x="81" y="108"/>
                  <a:pt x="78" y="110"/>
                  <a:pt x="75" y="110"/>
                </a:cubicBezTo>
                <a:cubicBezTo>
                  <a:pt x="63" y="110"/>
                  <a:pt x="63" y="110"/>
                  <a:pt x="63" y="110"/>
                </a:cubicBezTo>
                <a:cubicBezTo>
                  <a:pt x="60" y="110"/>
                  <a:pt x="58" y="108"/>
                  <a:pt x="58" y="105"/>
                </a:cubicBezTo>
                <a:cubicBezTo>
                  <a:pt x="58" y="93"/>
                  <a:pt x="58" y="93"/>
                  <a:pt x="58" y="93"/>
                </a:cubicBezTo>
                <a:cubicBezTo>
                  <a:pt x="58" y="90"/>
                  <a:pt x="60" y="88"/>
                  <a:pt x="63" y="88"/>
                </a:cubicBezTo>
                <a:close/>
                <a:moveTo>
                  <a:pt x="63" y="117"/>
                </a:moveTo>
                <a:cubicBezTo>
                  <a:pt x="75" y="117"/>
                  <a:pt x="75" y="117"/>
                  <a:pt x="75" y="117"/>
                </a:cubicBezTo>
                <a:cubicBezTo>
                  <a:pt x="78" y="117"/>
                  <a:pt x="81" y="120"/>
                  <a:pt x="81" y="122"/>
                </a:cubicBezTo>
                <a:cubicBezTo>
                  <a:pt x="81" y="134"/>
                  <a:pt x="81" y="134"/>
                  <a:pt x="81" y="134"/>
                </a:cubicBezTo>
                <a:cubicBezTo>
                  <a:pt x="81" y="137"/>
                  <a:pt x="78" y="139"/>
                  <a:pt x="75" y="139"/>
                </a:cubicBezTo>
                <a:cubicBezTo>
                  <a:pt x="63" y="139"/>
                  <a:pt x="63" y="139"/>
                  <a:pt x="63" y="139"/>
                </a:cubicBezTo>
                <a:cubicBezTo>
                  <a:pt x="60" y="139"/>
                  <a:pt x="58" y="137"/>
                  <a:pt x="58" y="134"/>
                </a:cubicBezTo>
                <a:cubicBezTo>
                  <a:pt x="58" y="122"/>
                  <a:pt x="58" y="122"/>
                  <a:pt x="58" y="122"/>
                </a:cubicBezTo>
                <a:cubicBezTo>
                  <a:pt x="58" y="120"/>
                  <a:pt x="60" y="117"/>
                  <a:pt x="63" y="117"/>
                </a:cubicBezTo>
                <a:close/>
                <a:moveTo>
                  <a:pt x="63" y="59"/>
                </a:moveTo>
                <a:cubicBezTo>
                  <a:pt x="75" y="59"/>
                  <a:pt x="75" y="59"/>
                  <a:pt x="75" y="59"/>
                </a:cubicBezTo>
                <a:cubicBezTo>
                  <a:pt x="78" y="59"/>
                  <a:pt x="81" y="61"/>
                  <a:pt x="81" y="64"/>
                </a:cubicBezTo>
                <a:cubicBezTo>
                  <a:pt x="81" y="76"/>
                  <a:pt x="81" y="76"/>
                  <a:pt x="81" y="76"/>
                </a:cubicBezTo>
                <a:cubicBezTo>
                  <a:pt x="81" y="79"/>
                  <a:pt x="78" y="81"/>
                  <a:pt x="75" y="81"/>
                </a:cubicBezTo>
                <a:cubicBezTo>
                  <a:pt x="63" y="81"/>
                  <a:pt x="63" y="81"/>
                  <a:pt x="63" y="81"/>
                </a:cubicBezTo>
                <a:cubicBezTo>
                  <a:pt x="60" y="81"/>
                  <a:pt x="58" y="79"/>
                  <a:pt x="58" y="76"/>
                </a:cubicBezTo>
                <a:cubicBezTo>
                  <a:pt x="58" y="64"/>
                  <a:pt x="58" y="64"/>
                  <a:pt x="58" y="64"/>
                </a:cubicBezTo>
                <a:cubicBezTo>
                  <a:pt x="58" y="61"/>
                  <a:pt x="60" y="59"/>
                  <a:pt x="63" y="59"/>
                </a:cubicBezTo>
                <a:close/>
                <a:moveTo>
                  <a:pt x="124" y="88"/>
                </a:moveTo>
                <a:cubicBezTo>
                  <a:pt x="136" y="88"/>
                  <a:pt x="136" y="88"/>
                  <a:pt x="136" y="88"/>
                </a:cubicBezTo>
                <a:cubicBezTo>
                  <a:pt x="139" y="88"/>
                  <a:pt x="141" y="90"/>
                  <a:pt x="141" y="93"/>
                </a:cubicBezTo>
                <a:cubicBezTo>
                  <a:pt x="141" y="105"/>
                  <a:pt x="141" y="105"/>
                  <a:pt x="141" y="105"/>
                </a:cubicBezTo>
                <a:cubicBezTo>
                  <a:pt x="141" y="108"/>
                  <a:pt x="139" y="110"/>
                  <a:pt x="136" y="110"/>
                </a:cubicBezTo>
                <a:cubicBezTo>
                  <a:pt x="124" y="110"/>
                  <a:pt x="124" y="110"/>
                  <a:pt x="124" y="110"/>
                </a:cubicBezTo>
                <a:cubicBezTo>
                  <a:pt x="121" y="110"/>
                  <a:pt x="118" y="108"/>
                  <a:pt x="118" y="105"/>
                </a:cubicBezTo>
                <a:cubicBezTo>
                  <a:pt x="118" y="93"/>
                  <a:pt x="118" y="93"/>
                  <a:pt x="118" y="93"/>
                </a:cubicBezTo>
                <a:cubicBezTo>
                  <a:pt x="118" y="90"/>
                  <a:pt x="121" y="88"/>
                  <a:pt x="124" y="88"/>
                </a:cubicBezTo>
                <a:close/>
                <a:moveTo>
                  <a:pt x="124" y="59"/>
                </a:moveTo>
                <a:cubicBezTo>
                  <a:pt x="136" y="59"/>
                  <a:pt x="136" y="59"/>
                  <a:pt x="136" y="59"/>
                </a:cubicBezTo>
                <a:cubicBezTo>
                  <a:pt x="139" y="59"/>
                  <a:pt x="141" y="61"/>
                  <a:pt x="141" y="64"/>
                </a:cubicBezTo>
                <a:cubicBezTo>
                  <a:pt x="141" y="76"/>
                  <a:pt x="141" y="76"/>
                  <a:pt x="141" y="76"/>
                </a:cubicBezTo>
                <a:cubicBezTo>
                  <a:pt x="141" y="79"/>
                  <a:pt x="139" y="81"/>
                  <a:pt x="136" y="81"/>
                </a:cubicBezTo>
                <a:cubicBezTo>
                  <a:pt x="124" y="81"/>
                  <a:pt x="124" y="81"/>
                  <a:pt x="124" y="81"/>
                </a:cubicBezTo>
                <a:cubicBezTo>
                  <a:pt x="121" y="81"/>
                  <a:pt x="118" y="79"/>
                  <a:pt x="118" y="76"/>
                </a:cubicBezTo>
                <a:cubicBezTo>
                  <a:pt x="118" y="64"/>
                  <a:pt x="118" y="64"/>
                  <a:pt x="118" y="64"/>
                </a:cubicBezTo>
                <a:cubicBezTo>
                  <a:pt x="118" y="61"/>
                  <a:pt x="121" y="59"/>
                  <a:pt x="124" y="59"/>
                </a:cubicBezTo>
                <a:close/>
                <a:moveTo>
                  <a:pt x="94" y="59"/>
                </a:moveTo>
                <a:cubicBezTo>
                  <a:pt x="105" y="59"/>
                  <a:pt x="105" y="59"/>
                  <a:pt x="105" y="59"/>
                </a:cubicBezTo>
                <a:cubicBezTo>
                  <a:pt x="109" y="59"/>
                  <a:pt x="111" y="61"/>
                  <a:pt x="111" y="64"/>
                </a:cubicBezTo>
                <a:cubicBezTo>
                  <a:pt x="111" y="76"/>
                  <a:pt x="111" y="76"/>
                  <a:pt x="111" y="76"/>
                </a:cubicBezTo>
                <a:cubicBezTo>
                  <a:pt x="111" y="79"/>
                  <a:pt x="109" y="81"/>
                  <a:pt x="105" y="81"/>
                </a:cubicBezTo>
                <a:cubicBezTo>
                  <a:pt x="94" y="81"/>
                  <a:pt x="94" y="81"/>
                  <a:pt x="94" y="81"/>
                </a:cubicBezTo>
                <a:cubicBezTo>
                  <a:pt x="90" y="81"/>
                  <a:pt x="88" y="79"/>
                  <a:pt x="88" y="76"/>
                </a:cubicBezTo>
                <a:cubicBezTo>
                  <a:pt x="88" y="64"/>
                  <a:pt x="88" y="64"/>
                  <a:pt x="88" y="64"/>
                </a:cubicBezTo>
                <a:cubicBezTo>
                  <a:pt x="88" y="61"/>
                  <a:pt x="90" y="59"/>
                  <a:pt x="94" y="59"/>
                </a:cubicBezTo>
                <a:close/>
                <a:moveTo>
                  <a:pt x="94" y="88"/>
                </a:moveTo>
                <a:cubicBezTo>
                  <a:pt x="105" y="88"/>
                  <a:pt x="105" y="88"/>
                  <a:pt x="105" y="88"/>
                </a:cubicBezTo>
                <a:cubicBezTo>
                  <a:pt x="109" y="88"/>
                  <a:pt x="111" y="90"/>
                  <a:pt x="111" y="93"/>
                </a:cubicBezTo>
                <a:cubicBezTo>
                  <a:pt x="111" y="105"/>
                  <a:pt x="111" y="105"/>
                  <a:pt x="111" y="105"/>
                </a:cubicBezTo>
                <a:cubicBezTo>
                  <a:pt x="111" y="108"/>
                  <a:pt x="109" y="110"/>
                  <a:pt x="105" y="110"/>
                </a:cubicBezTo>
                <a:cubicBezTo>
                  <a:pt x="94" y="110"/>
                  <a:pt x="94" y="110"/>
                  <a:pt x="94" y="110"/>
                </a:cubicBezTo>
                <a:cubicBezTo>
                  <a:pt x="90" y="110"/>
                  <a:pt x="88" y="108"/>
                  <a:pt x="88" y="105"/>
                </a:cubicBezTo>
                <a:cubicBezTo>
                  <a:pt x="88" y="93"/>
                  <a:pt x="88" y="93"/>
                  <a:pt x="88" y="93"/>
                </a:cubicBezTo>
                <a:cubicBezTo>
                  <a:pt x="88" y="90"/>
                  <a:pt x="90" y="88"/>
                  <a:pt x="94" y="88"/>
                </a:cubicBezTo>
                <a:close/>
                <a:moveTo>
                  <a:pt x="124" y="117"/>
                </a:moveTo>
                <a:cubicBezTo>
                  <a:pt x="136" y="117"/>
                  <a:pt x="136" y="117"/>
                  <a:pt x="136" y="117"/>
                </a:cubicBezTo>
                <a:cubicBezTo>
                  <a:pt x="139" y="117"/>
                  <a:pt x="141" y="120"/>
                  <a:pt x="141" y="122"/>
                </a:cubicBezTo>
                <a:cubicBezTo>
                  <a:pt x="141" y="134"/>
                  <a:pt x="141" y="134"/>
                  <a:pt x="141" y="134"/>
                </a:cubicBezTo>
                <a:cubicBezTo>
                  <a:pt x="141" y="137"/>
                  <a:pt x="139" y="139"/>
                  <a:pt x="136" y="139"/>
                </a:cubicBezTo>
                <a:cubicBezTo>
                  <a:pt x="124" y="139"/>
                  <a:pt x="124" y="139"/>
                  <a:pt x="124" y="139"/>
                </a:cubicBezTo>
                <a:cubicBezTo>
                  <a:pt x="121" y="139"/>
                  <a:pt x="118" y="137"/>
                  <a:pt x="118" y="134"/>
                </a:cubicBezTo>
                <a:cubicBezTo>
                  <a:pt x="118" y="122"/>
                  <a:pt x="118" y="122"/>
                  <a:pt x="118" y="122"/>
                </a:cubicBezTo>
                <a:cubicBezTo>
                  <a:pt x="118" y="120"/>
                  <a:pt x="121" y="117"/>
                  <a:pt x="124" y="117"/>
                </a:cubicBezTo>
                <a:close/>
                <a:moveTo>
                  <a:pt x="94" y="117"/>
                </a:moveTo>
                <a:cubicBezTo>
                  <a:pt x="105" y="117"/>
                  <a:pt x="105" y="117"/>
                  <a:pt x="105" y="117"/>
                </a:cubicBezTo>
                <a:cubicBezTo>
                  <a:pt x="109" y="117"/>
                  <a:pt x="111" y="120"/>
                  <a:pt x="111" y="122"/>
                </a:cubicBezTo>
                <a:cubicBezTo>
                  <a:pt x="111" y="134"/>
                  <a:pt x="111" y="134"/>
                  <a:pt x="111" y="134"/>
                </a:cubicBezTo>
                <a:cubicBezTo>
                  <a:pt x="111" y="137"/>
                  <a:pt x="109" y="139"/>
                  <a:pt x="105" y="139"/>
                </a:cubicBezTo>
                <a:cubicBezTo>
                  <a:pt x="94" y="139"/>
                  <a:pt x="94" y="139"/>
                  <a:pt x="94" y="139"/>
                </a:cubicBezTo>
                <a:cubicBezTo>
                  <a:pt x="91" y="139"/>
                  <a:pt x="88" y="137"/>
                  <a:pt x="88" y="134"/>
                </a:cubicBezTo>
                <a:cubicBezTo>
                  <a:pt x="88" y="122"/>
                  <a:pt x="88" y="122"/>
                  <a:pt x="88" y="122"/>
                </a:cubicBezTo>
                <a:cubicBezTo>
                  <a:pt x="88" y="120"/>
                  <a:pt x="90" y="117"/>
                  <a:pt x="94" y="117"/>
                </a:cubicBezTo>
                <a:close/>
                <a:moveTo>
                  <a:pt x="54" y="43"/>
                </a:moveTo>
                <a:cubicBezTo>
                  <a:pt x="142" y="43"/>
                  <a:pt x="142" y="43"/>
                  <a:pt x="142" y="43"/>
                </a:cubicBezTo>
                <a:cubicBezTo>
                  <a:pt x="152" y="43"/>
                  <a:pt x="156" y="51"/>
                  <a:pt x="159" y="60"/>
                </a:cubicBezTo>
                <a:cubicBezTo>
                  <a:pt x="185" y="137"/>
                  <a:pt x="185" y="137"/>
                  <a:pt x="185" y="137"/>
                </a:cubicBezTo>
                <a:cubicBezTo>
                  <a:pt x="188" y="145"/>
                  <a:pt x="181" y="162"/>
                  <a:pt x="172" y="162"/>
                </a:cubicBezTo>
                <a:cubicBezTo>
                  <a:pt x="25" y="162"/>
                  <a:pt x="25" y="162"/>
                  <a:pt x="25" y="162"/>
                </a:cubicBezTo>
                <a:cubicBezTo>
                  <a:pt x="16" y="162"/>
                  <a:pt x="9" y="145"/>
                  <a:pt x="12" y="137"/>
                </a:cubicBezTo>
                <a:cubicBezTo>
                  <a:pt x="38" y="60"/>
                  <a:pt x="38" y="60"/>
                  <a:pt x="38" y="60"/>
                </a:cubicBezTo>
                <a:cubicBezTo>
                  <a:pt x="40" y="51"/>
                  <a:pt x="45" y="43"/>
                  <a:pt x="54" y="43"/>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grpSp>
        <p:nvGrpSpPr>
          <p:cNvPr id="24" name="组合 23"/>
          <p:cNvGrpSpPr/>
          <p:nvPr/>
        </p:nvGrpSpPr>
        <p:grpSpPr>
          <a:xfrm>
            <a:off x="1573989" y="2719037"/>
            <a:ext cx="366051" cy="297846"/>
            <a:chOff x="6220283" y="6316623"/>
            <a:chExt cx="366051" cy="297846"/>
          </a:xfrm>
          <a:solidFill>
            <a:schemeClr val="bg1"/>
          </a:solidFill>
        </p:grpSpPr>
        <p:sp>
          <p:nvSpPr>
            <p:cNvPr id="25" name="AutoShape 5"/>
            <p:cNvSpPr/>
            <p:nvPr/>
          </p:nvSpPr>
          <p:spPr bwMode="auto">
            <a:xfrm>
              <a:off x="6488462" y="6416971"/>
              <a:ext cx="68830" cy="919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999" y="18900"/>
                  </a:moveTo>
                  <a:lnTo>
                    <a:pt x="3600" y="18900"/>
                  </a:lnTo>
                  <a:lnTo>
                    <a:pt x="3600" y="2700"/>
                  </a:lnTo>
                  <a:lnTo>
                    <a:pt x="7200" y="2700"/>
                  </a:lnTo>
                  <a:lnTo>
                    <a:pt x="17999" y="14850"/>
                  </a:lnTo>
                  <a:cubicBezTo>
                    <a:pt x="17999" y="14850"/>
                    <a:pt x="17999" y="18900"/>
                    <a:pt x="17999" y="18900"/>
                  </a:cubicBezTo>
                  <a:close/>
                  <a:moveTo>
                    <a:pt x="10195" y="1202"/>
                  </a:moveTo>
                  <a:cubicBezTo>
                    <a:pt x="9527" y="450"/>
                    <a:pt x="8402" y="0"/>
                    <a:pt x="7200" y="0"/>
                  </a:cubicBezTo>
                  <a:lnTo>
                    <a:pt x="3600" y="0"/>
                  </a:lnTo>
                  <a:cubicBezTo>
                    <a:pt x="1610" y="0"/>
                    <a:pt x="0" y="1207"/>
                    <a:pt x="0" y="2700"/>
                  </a:cubicBezTo>
                  <a:lnTo>
                    <a:pt x="0" y="18900"/>
                  </a:lnTo>
                  <a:cubicBezTo>
                    <a:pt x="0" y="20392"/>
                    <a:pt x="1610" y="21599"/>
                    <a:pt x="3600" y="21599"/>
                  </a:cubicBezTo>
                  <a:lnTo>
                    <a:pt x="17999" y="21599"/>
                  </a:lnTo>
                  <a:cubicBezTo>
                    <a:pt x="19989" y="21599"/>
                    <a:pt x="21600" y="20392"/>
                    <a:pt x="21600" y="18900"/>
                  </a:cubicBezTo>
                  <a:lnTo>
                    <a:pt x="21600" y="14850"/>
                  </a:lnTo>
                  <a:cubicBezTo>
                    <a:pt x="21600" y="14317"/>
                    <a:pt x="21389" y="13795"/>
                    <a:pt x="20995" y="13352"/>
                  </a:cubicBezTo>
                  <a:cubicBezTo>
                    <a:pt x="20995" y="13352"/>
                    <a:pt x="10195" y="1202"/>
                    <a:pt x="10195" y="1202"/>
                  </a:cubicBezTo>
                  <a:close/>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26" name="AutoShape 6"/>
            <p:cNvSpPr/>
            <p:nvPr/>
          </p:nvSpPr>
          <p:spPr bwMode="auto">
            <a:xfrm>
              <a:off x="6220283" y="6316623"/>
              <a:ext cx="366051" cy="29784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50" y="16615"/>
                  </a:moveTo>
                  <a:cubicBezTo>
                    <a:pt x="20250" y="17074"/>
                    <a:pt x="19948" y="17446"/>
                    <a:pt x="19575" y="17446"/>
                  </a:cubicBezTo>
                  <a:lnTo>
                    <a:pt x="18803" y="17446"/>
                  </a:lnTo>
                  <a:cubicBezTo>
                    <a:pt x="18501" y="16016"/>
                    <a:pt x="17453" y="14953"/>
                    <a:pt x="16200" y="14953"/>
                  </a:cubicBezTo>
                  <a:cubicBezTo>
                    <a:pt x="14945" y="14953"/>
                    <a:pt x="13897" y="16016"/>
                    <a:pt x="13595" y="17446"/>
                  </a:cubicBezTo>
                  <a:lnTo>
                    <a:pt x="10029" y="17446"/>
                  </a:lnTo>
                  <a:cubicBezTo>
                    <a:pt x="9727" y="16016"/>
                    <a:pt x="8679" y="14953"/>
                    <a:pt x="7425" y="14953"/>
                  </a:cubicBezTo>
                  <a:cubicBezTo>
                    <a:pt x="6170" y="14953"/>
                    <a:pt x="5122" y="16016"/>
                    <a:pt x="4820" y="17446"/>
                  </a:cubicBezTo>
                  <a:lnTo>
                    <a:pt x="4050" y="17446"/>
                  </a:lnTo>
                  <a:cubicBezTo>
                    <a:pt x="3677" y="17446"/>
                    <a:pt x="3375" y="17074"/>
                    <a:pt x="3375" y="16615"/>
                  </a:cubicBezTo>
                  <a:lnTo>
                    <a:pt x="3375" y="14123"/>
                  </a:lnTo>
                  <a:lnTo>
                    <a:pt x="12150" y="14123"/>
                  </a:lnTo>
                  <a:cubicBezTo>
                    <a:pt x="13266" y="14123"/>
                    <a:pt x="14175" y="13005"/>
                    <a:pt x="14175" y="11630"/>
                  </a:cubicBezTo>
                  <a:lnTo>
                    <a:pt x="14175" y="5815"/>
                  </a:lnTo>
                  <a:lnTo>
                    <a:pt x="16875" y="5815"/>
                  </a:lnTo>
                  <a:cubicBezTo>
                    <a:pt x="17100" y="5815"/>
                    <a:pt x="17311" y="5954"/>
                    <a:pt x="17436" y="6185"/>
                  </a:cubicBezTo>
                  <a:lnTo>
                    <a:pt x="20136" y="11169"/>
                  </a:lnTo>
                  <a:cubicBezTo>
                    <a:pt x="20210" y="11306"/>
                    <a:pt x="20250" y="11466"/>
                    <a:pt x="20250" y="11630"/>
                  </a:cubicBezTo>
                  <a:cubicBezTo>
                    <a:pt x="20250" y="11630"/>
                    <a:pt x="20250" y="16615"/>
                    <a:pt x="20250" y="16615"/>
                  </a:cubicBezTo>
                  <a:close/>
                  <a:moveTo>
                    <a:pt x="16200" y="19938"/>
                  </a:moveTo>
                  <a:cubicBezTo>
                    <a:pt x="15454" y="19938"/>
                    <a:pt x="14850" y="19193"/>
                    <a:pt x="14850" y="18276"/>
                  </a:cubicBezTo>
                  <a:cubicBezTo>
                    <a:pt x="14850" y="17360"/>
                    <a:pt x="15454" y="16615"/>
                    <a:pt x="16200" y="16615"/>
                  </a:cubicBezTo>
                  <a:cubicBezTo>
                    <a:pt x="16945" y="16615"/>
                    <a:pt x="17550" y="17360"/>
                    <a:pt x="17550" y="18276"/>
                  </a:cubicBezTo>
                  <a:cubicBezTo>
                    <a:pt x="17550" y="19193"/>
                    <a:pt x="16945" y="19938"/>
                    <a:pt x="16200" y="19938"/>
                  </a:cubicBezTo>
                  <a:moveTo>
                    <a:pt x="7425" y="19938"/>
                  </a:moveTo>
                  <a:cubicBezTo>
                    <a:pt x="6679" y="19938"/>
                    <a:pt x="6075" y="19193"/>
                    <a:pt x="6075" y="18276"/>
                  </a:cubicBezTo>
                  <a:cubicBezTo>
                    <a:pt x="6075" y="17360"/>
                    <a:pt x="6679" y="16615"/>
                    <a:pt x="7425" y="16615"/>
                  </a:cubicBezTo>
                  <a:cubicBezTo>
                    <a:pt x="8170" y="16615"/>
                    <a:pt x="8775" y="17360"/>
                    <a:pt x="8775" y="18276"/>
                  </a:cubicBezTo>
                  <a:cubicBezTo>
                    <a:pt x="8775" y="19193"/>
                    <a:pt x="8170" y="19938"/>
                    <a:pt x="7425" y="19938"/>
                  </a:cubicBezTo>
                  <a:moveTo>
                    <a:pt x="2024" y="12461"/>
                  </a:moveTo>
                  <a:cubicBezTo>
                    <a:pt x="1652" y="12461"/>
                    <a:pt x="1349" y="12089"/>
                    <a:pt x="1349" y="11630"/>
                  </a:cubicBezTo>
                  <a:lnTo>
                    <a:pt x="1349" y="2492"/>
                  </a:lnTo>
                  <a:cubicBezTo>
                    <a:pt x="1349" y="2033"/>
                    <a:pt x="1652" y="1661"/>
                    <a:pt x="2024" y="1661"/>
                  </a:cubicBezTo>
                  <a:lnTo>
                    <a:pt x="12150" y="1661"/>
                  </a:lnTo>
                  <a:cubicBezTo>
                    <a:pt x="12523" y="1661"/>
                    <a:pt x="12825" y="2033"/>
                    <a:pt x="12825" y="2492"/>
                  </a:cubicBezTo>
                  <a:lnTo>
                    <a:pt x="12825" y="4153"/>
                  </a:lnTo>
                  <a:lnTo>
                    <a:pt x="12825" y="5815"/>
                  </a:lnTo>
                  <a:lnTo>
                    <a:pt x="12825" y="11630"/>
                  </a:lnTo>
                  <a:cubicBezTo>
                    <a:pt x="12825" y="12089"/>
                    <a:pt x="12523" y="12461"/>
                    <a:pt x="12150" y="12461"/>
                  </a:cubicBezTo>
                  <a:cubicBezTo>
                    <a:pt x="12150" y="12461"/>
                    <a:pt x="2024" y="12461"/>
                    <a:pt x="2024" y="12461"/>
                  </a:cubicBezTo>
                  <a:close/>
                  <a:moveTo>
                    <a:pt x="21259" y="10248"/>
                  </a:moveTo>
                  <a:lnTo>
                    <a:pt x="18559" y="5263"/>
                  </a:lnTo>
                  <a:cubicBezTo>
                    <a:pt x="18182" y="4568"/>
                    <a:pt x="17552" y="4153"/>
                    <a:pt x="16875" y="4153"/>
                  </a:cubicBezTo>
                  <a:lnTo>
                    <a:pt x="14175" y="4153"/>
                  </a:lnTo>
                  <a:lnTo>
                    <a:pt x="14175" y="2492"/>
                  </a:lnTo>
                  <a:cubicBezTo>
                    <a:pt x="14175" y="1117"/>
                    <a:pt x="13266" y="0"/>
                    <a:pt x="12150" y="0"/>
                  </a:cubicBezTo>
                  <a:lnTo>
                    <a:pt x="2024" y="0"/>
                  </a:lnTo>
                  <a:cubicBezTo>
                    <a:pt x="908" y="0"/>
                    <a:pt x="0" y="1117"/>
                    <a:pt x="0" y="2492"/>
                  </a:cubicBezTo>
                  <a:lnTo>
                    <a:pt x="0" y="11630"/>
                  </a:lnTo>
                  <a:cubicBezTo>
                    <a:pt x="0" y="13005"/>
                    <a:pt x="908" y="14123"/>
                    <a:pt x="2024" y="14123"/>
                  </a:cubicBezTo>
                  <a:lnTo>
                    <a:pt x="2025" y="14123"/>
                  </a:lnTo>
                  <a:lnTo>
                    <a:pt x="2025" y="16615"/>
                  </a:lnTo>
                  <a:cubicBezTo>
                    <a:pt x="2025" y="17989"/>
                    <a:pt x="2933" y="19107"/>
                    <a:pt x="4050" y="19107"/>
                  </a:cubicBezTo>
                  <a:lnTo>
                    <a:pt x="4820" y="19107"/>
                  </a:lnTo>
                  <a:cubicBezTo>
                    <a:pt x="5122" y="20537"/>
                    <a:pt x="6170" y="21600"/>
                    <a:pt x="7425" y="21600"/>
                  </a:cubicBezTo>
                  <a:cubicBezTo>
                    <a:pt x="8679" y="21600"/>
                    <a:pt x="9727" y="20537"/>
                    <a:pt x="10029" y="19107"/>
                  </a:cubicBezTo>
                  <a:lnTo>
                    <a:pt x="13595" y="19107"/>
                  </a:lnTo>
                  <a:cubicBezTo>
                    <a:pt x="13897" y="20537"/>
                    <a:pt x="14945" y="21600"/>
                    <a:pt x="16200" y="21600"/>
                  </a:cubicBezTo>
                  <a:cubicBezTo>
                    <a:pt x="17453" y="21600"/>
                    <a:pt x="18501" y="20537"/>
                    <a:pt x="18803" y="19107"/>
                  </a:cubicBezTo>
                  <a:lnTo>
                    <a:pt x="19575" y="19107"/>
                  </a:lnTo>
                  <a:cubicBezTo>
                    <a:pt x="20691" y="19107"/>
                    <a:pt x="21599" y="17989"/>
                    <a:pt x="21599" y="16615"/>
                  </a:cubicBezTo>
                  <a:lnTo>
                    <a:pt x="21599" y="11630"/>
                  </a:lnTo>
                  <a:cubicBezTo>
                    <a:pt x="21599" y="11137"/>
                    <a:pt x="21482" y="10658"/>
                    <a:pt x="21259" y="10248"/>
                  </a:cubicBezTo>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grpSp>
      <p:grpSp>
        <p:nvGrpSpPr>
          <p:cNvPr id="27" name="组合 26"/>
          <p:cNvGrpSpPr/>
          <p:nvPr/>
        </p:nvGrpSpPr>
        <p:grpSpPr>
          <a:xfrm>
            <a:off x="1573989" y="4367312"/>
            <a:ext cx="366051" cy="366676"/>
            <a:chOff x="7578039" y="7202122"/>
            <a:chExt cx="366051" cy="366676"/>
          </a:xfrm>
          <a:solidFill>
            <a:schemeClr val="bg1"/>
          </a:solidFill>
        </p:grpSpPr>
        <p:sp>
          <p:nvSpPr>
            <p:cNvPr id="28" name="AutoShape 7"/>
            <p:cNvSpPr/>
            <p:nvPr/>
          </p:nvSpPr>
          <p:spPr bwMode="auto">
            <a:xfrm>
              <a:off x="7578039" y="7202122"/>
              <a:ext cx="366051" cy="366676"/>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29" name="AutoShape 8"/>
            <p:cNvSpPr/>
            <p:nvPr/>
          </p:nvSpPr>
          <p:spPr bwMode="auto">
            <a:xfrm>
              <a:off x="7738225" y="7362310"/>
              <a:ext cx="45678" cy="45678"/>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30" name="AutoShape 9"/>
            <p:cNvSpPr/>
            <p:nvPr/>
          </p:nvSpPr>
          <p:spPr bwMode="auto">
            <a:xfrm>
              <a:off x="7691921" y="7316631"/>
              <a:ext cx="137660" cy="13766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31" name="AutoShape 10"/>
            <p:cNvSpPr/>
            <p:nvPr/>
          </p:nvSpPr>
          <p:spPr bwMode="auto">
            <a:xfrm>
              <a:off x="7783905" y="7407987"/>
              <a:ext cx="56941" cy="58818"/>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32" name="AutoShape 11"/>
            <p:cNvSpPr/>
            <p:nvPr/>
          </p:nvSpPr>
          <p:spPr bwMode="auto">
            <a:xfrm>
              <a:off x="7806429" y="7431140"/>
              <a:ext cx="81970" cy="83847"/>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33" name="AutoShape 12"/>
            <p:cNvSpPr/>
            <p:nvPr/>
          </p:nvSpPr>
          <p:spPr bwMode="auto">
            <a:xfrm>
              <a:off x="7795166" y="7419876"/>
              <a:ext cx="69456" cy="70707"/>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34" name="AutoShape 13"/>
            <p:cNvSpPr/>
            <p:nvPr/>
          </p:nvSpPr>
          <p:spPr bwMode="auto">
            <a:xfrm>
              <a:off x="7680660" y="7305368"/>
              <a:ext cx="57567" cy="58192"/>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35" name="AutoShape 14"/>
            <p:cNvSpPr/>
            <p:nvPr/>
          </p:nvSpPr>
          <p:spPr bwMode="auto">
            <a:xfrm>
              <a:off x="7634980" y="7259689"/>
              <a:ext cx="81970" cy="83222"/>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36" name="AutoShape 15"/>
            <p:cNvSpPr/>
            <p:nvPr/>
          </p:nvSpPr>
          <p:spPr bwMode="auto">
            <a:xfrm>
              <a:off x="7658132" y="7282216"/>
              <a:ext cx="69456" cy="71333"/>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grpSp>
      <p:grpSp>
        <p:nvGrpSpPr>
          <p:cNvPr id="37" name="组合 36"/>
          <p:cNvGrpSpPr/>
          <p:nvPr/>
        </p:nvGrpSpPr>
        <p:grpSpPr>
          <a:xfrm>
            <a:off x="4906044" y="2687669"/>
            <a:ext cx="366050" cy="355413"/>
            <a:chOff x="6845312" y="7213386"/>
            <a:chExt cx="366050" cy="355413"/>
          </a:xfrm>
          <a:solidFill>
            <a:schemeClr val="bg1"/>
          </a:solidFill>
        </p:grpSpPr>
        <p:sp>
          <p:nvSpPr>
            <p:cNvPr id="38" name="AutoShape 16"/>
            <p:cNvSpPr/>
            <p:nvPr/>
          </p:nvSpPr>
          <p:spPr bwMode="auto">
            <a:xfrm>
              <a:off x="7028650" y="7407988"/>
              <a:ext cx="45678" cy="4630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4841"/>
                    <a:pt x="0" y="10800"/>
                  </a:cubicBezTo>
                  <a:cubicBezTo>
                    <a:pt x="0" y="16758"/>
                    <a:pt x="4838" y="21599"/>
                    <a:pt x="10800" y="21599"/>
                  </a:cubicBezTo>
                  <a:cubicBezTo>
                    <a:pt x="16761" y="21599"/>
                    <a:pt x="21600" y="16758"/>
                    <a:pt x="21600" y="10800"/>
                  </a:cubicBezTo>
                  <a:cubicBezTo>
                    <a:pt x="21600" y="4841"/>
                    <a:pt x="16761" y="0"/>
                    <a:pt x="10800" y="0"/>
                  </a:cubicBezTo>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39" name="AutoShape 17"/>
            <p:cNvSpPr/>
            <p:nvPr/>
          </p:nvSpPr>
          <p:spPr bwMode="auto">
            <a:xfrm>
              <a:off x="6845312" y="7213386"/>
              <a:ext cx="366050" cy="355413"/>
            </a:xfrm>
            <a:custGeom>
              <a:avLst/>
              <a:gdLst>
                <a:gd name="T0" fmla="*/ 10473 w 20946"/>
                <a:gd name="T1" fmla="*/ 10800 h 21600"/>
                <a:gd name="T2" fmla="*/ 10473 w 20946"/>
                <a:gd name="T3" fmla="*/ 10800 h 21600"/>
                <a:gd name="T4" fmla="*/ 10473 w 20946"/>
                <a:gd name="T5" fmla="*/ 10800 h 21600"/>
                <a:gd name="T6" fmla="*/ 10473 w 20946"/>
                <a:gd name="T7" fmla="*/ 10800 h 21600"/>
              </a:gdLst>
              <a:ahLst/>
              <a:cxnLst>
                <a:cxn ang="0">
                  <a:pos x="T0" y="T1"/>
                </a:cxn>
                <a:cxn ang="0">
                  <a:pos x="T2" y="T3"/>
                </a:cxn>
                <a:cxn ang="0">
                  <a:pos x="T4" y="T5"/>
                </a:cxn>
                <a:cxn ang="0">
                  <a:pos x="T6" y="T7"/>
                </a:cxn>
              </a:cxnLst>
              <a:rect l="0" t="0" r="r" b="b"/>
              <a:pathLst>
                <a:path w="20946" h="21600">
                  <a:moveTo>
                    <a:pt x="18509" y="15329"/>
                  </a:moveTo>
                  <a:lnTo>
                    <a:pt x="11782" y="15329"/>
                  </a:lnTo>
                  <a:cubicBezTo>
                    <a:pt x="10699" y="15329"/>
                    <a:pt x="9818" y="14391"/>
                    <a:pt x="9818" y="13238"/>
                  </a:cubicBezTo>
                  <a:cubicBezTo>
                    <a:pt x="9818" y="12086"/>
                    <a:pt x="10699" y="11148"/>
                    <a:pt x="11782" y="11148"/>
                  </a:cubicBezTo>
                  <a:lnTo>
                    <a:pt x="17673" y="11148"/>
                  </a:lnTo>
                  <a:cubicBezTo>
                    <a:pt x="18077" y="11142"/>
                    <a:pt x="18477" y="10934"/>
                    <a:pt x="18721" y="10588"/>
                  </a:cubicBezTo>
                  <a:cubicBezTo>
                    <a:pt x="18789" y="10491"/>
                    <a:pt x="18842" y="10381"/>
                    <a:pt x="18885" y="10267"/>
                  </a:cubicBezTo>
                  <a:cubicBezTo>
                    <a:pt x="18890" y="10251"/>
                    <a:pt x="18901" y="10239"/>
                    <a:pt x="18906" y="10224"/>
                  </a:cubicBezTo>
                  <a:cubicBezTo>
                    <a:pt x="19377" y="10880"/>
                    <a:pt x="19636" y="11686"/>
                    <a:pt x="19636" y="12541"/>
                  </a:cubicBezTo>
                  <a:cubicBezTo>
                    <a:pt x="19636" y="13613"/>
                    <a:pt x="19230" y="14607"/>
                    <a:pt x="18509" y="15329"/>
                  </a:cubicBezTo>
                  <a:moveTo>
                    <a:pt x="17673" y="17767"/>
                  </a:moveTo>
                  <a:cubicBezTo>
                    <a:pt x="17673" y="19114"/>
                    <a:pt x="16647" y="20206"/>
                    <a:pt x="15382" y="20206"/>
                  </a:cubicBezTo>
                  <a:lnTo>
                    <a:pt x="3600" y="20206"/>
                  </a:lnTo>
                  <a:cubicBezTo>
                    <a:pt x="2334" y="20206"/>
                    <a:pt x="1309" y="19114"/>
                    <a:pt x="1309" y="17767"/>
                  </a:cubicBezTo>
                  <a:lnTo>
                    <a:pt x="1309" y="6786"/>
                  </a:lnTo>
                  <a:cubicBezTo>
                    <a:pt x="1931" y="7334"/>
                    <a:pt x="2730" y="7664"/>
                    <a:pt x="3600" y="7664"/>
                  </a:cubicBezTo>
                  <a:lnTo>
                    <a:pt x="14400" y="7664"/>
                  </a:lnTo>
                  <a:lnTo>
                    <a:pt x="17018" y="7664"/>
                  </a:lnTo>
                  <a:cubicBezTo>
                    <a:pt x="17379" y="7664"/>
                    <a:pt x="17673" y="7976"/>
                    <a:pt x="17673" y="8361"/>
                  </a:cubicBezTo>
                  <a:lnTo>
                    <a:pt x="17673" y="9754"/>
                  </a:lnTo>
                  <a:lnTo>
                    <a:pt x="11782" y="9754"/>
                  </a:lnTo>
                  <a:cubicBezTo>
                    <a:pt x="9974" y="9754"/>
                    <a:pt x="8509" y="11314"/>
                    <a:pt x="8509" y="13238"/>
                  </a:cubicBezTo>
                  <a:cubicBezTo>
                    <a:pt x="8509" y="15163"/>
                    <a:pt x="9974" y="16722"/>
                    <a:pt x="11782" y="16722"/>
                  </a:cubicBezTo>
                  <a:lnTo>
                    <a:pt x="17673" y="16722"/>
                  </a:lnTo>
                  <a:cubicBezTo>
                    <a:pt x="17673" y="16722"/>
                    <a:pt x="17673" y="17767"/>
                    <a:pt x="17673" y="17767"/>
                  </a:cubicBezTo>
                  <a:close/>
                  <a:moveTo>
                    <a:pt x="16363" y="5574"/>
                  </a:moveTo>
                  <a:lnTo>
                    <a:pt x="16363" y="6270"/>
                  </a:lnTo>
                  <a:lnTo>
                    <a:pt x="14400" y="6270"/>
                  </a:lnTo>
                  <a:lnTo>
                    <a:pt x="3600" y="6270"/>
                  </a:lnTo>
                  <a:cubicBezTo>
                    <a:pt x="3246" y="6270"/>
                    <a:pt x="2916" y="6179"/>
                    <a:pt x="2617" y="6027"/>
                  </a:cubicBezTo>
                  <a:lnTo>
                    <a:pt x="2617" y="5574"/>
                  </a:lnTo>
                  <a:cubicBezTo>
                    <a:pt x="2617" y="5574"/>
                    <a:pt x="16363" y="5574"/>
                    <a:pt x="16363" y="5574"/>
                  </a:cubicBezTo>
                  <a:close/>
                  <a:moveTo>
                    <a:pt x="16363" y="4877"/>
                  </a:moveTo>
                  <a:lnTo>
                    <a:pt x="2617" y="4877"/>
                  </a:lnTo>
                  <a:lnTo>
                    <a:pt x="2617" y="4180"/>
                  </a:lnTo>
                  <a:lnTo>
                    <a:pt x="16363" y="4180"/>
                  </a:lnTo>
                  <a:cubicBezTo>
                    <a:pt x="16363" y="4180"/>
                    <a:pt x="16363" y="4877"/>
                    <a:pt x="16363" y="4877"/>
                  </a:cubicBezTo>
                  <a:close/>
                  <a:moveTo>
                    <a:pt x="16363" y="3483"/>
                  </a:moveTo>
                  <a:lnTo>
                    <a:pt x="2617" y="3483"/>
                  </a:lnTo>
                  <a:lnTo>
                    <a:pt x="2617" y="2787"/>
                  </a:lnTo>
                  <a:lnTo>
                    <a:pt x="16363" y="2787"/>
                  </a:lnTo>
                  <a:cubicBezTo>
                    <a:pt x="16363" y="2787"/>
                    <a:pt x="16363" y="3483"/>
                    <a:pt x="16363" y="3483"/>
                  </a:cubicBezTo>
                  <a:close/>
                  <a:moveTo>
                    <a:pt x="3600" y="1393"/>
                  </a:moveTo>
                  <a:lnTo>
                    <a:pt x="14400" y="1393"/>
                  </a:lnTo>
                  <a:lnTo>
                    <a:pt x="17018" y="1393"/>
                  </a:lnTo>
                  <a:cubicBezTo>
                    <a:pt x="17379" y="1393"/>
                    <a:pt x="17673" y="1705"/>
                    <a:pt x="17673" y="2090"/>
                  </a:cubicBezTo>
                  <a:lnTo>
                    <a:pt x="17673" y="3832"/>
                  </a:lnTo>
                  <a:lnTo>
                    <a:pt x="17673" y="4180"/>
                  </a:lnTo>
                  <a:lnTo>
                    <a:pt x="17673" y="6398"/>
                  </a:lnTo>
                  <a:cubicBezTo>
                    <a:pt x="17466" y="6321"/>
                    <a:pt x="17249" y="6270"/>
                    <a:pt x="17018" y="6270"/>
                  </a:cubicBezTo>
                  <a:lnTo>
                    <a:pt x="17018" y="5574"/>
                  </a:lnTo>
                  <a:lnTo>
                    <a:pt x="17018" y="4180"/>
                  </a:lnTo>
                  <a:lnTo>
                    <a:pt x="17018" y="2787"/>
                  </a:lnTo>
                  <a:cubicBezTo>
                    <a:pt x="17018" y="2401"/>
                    <a:pt x="16724" y="2090"/>
                    <a:pt x="16363" y="2090"/>
                  </a:cubicBezTo>
                  <a:lnTo>
                    <a:pt x="2617" y="2090"/>
                  </a:lnTo>
                  <a:cubicBezTo>
                    <a:pt x="2256" y="2090"/>
                    <a:pt x="1963" y="2401"/>
                    <a:pt x="1963" y="2787"/>
                  </a:cubicBezTo>
                  <a:lnTo>
                    <a:pt x="1963" y="4180"/>
                  </a:lnTo>
                  <a:lnTo>
                    <a:pt x="1963" y="5534"/>
                  </a:lnTo>
                  <a:cubicBezTo>
                    <a:pt x="1559" y="5094"/>
                    <a:pt x="1309" y="4495"/>
                    <a:pt x="1309" y="3832"/>
                  </a:cubicBezTo>
                  <a:cubicBezTo>
                    <a:pt x="1309" y="2485"/>
                    <a:pt x="2334" y="1393"/>
                    <a:pt x="3600" y="1393"/>
                  </a:cubicBezTo>
                  <a:moveTo>
                    <a:pt x="18983" y="8361"/>
                  </a:moveTo>
                  <a:lnTo>
                    <a:pt x="18982" y="8361"/>
                  </a:lnTo>
                  <a:lnTo>
                    <a:pt x="18982" y="4180"/>
                  </a:lnTo>
                  <a:lnTo>
                    <a:pt x="18982" y="3832"/>
                  </a:lnTo>
                  <a:lnTo>
                    <a:pt x="18982" y="2090"/>
                  </a:lnTo>
                  <a:cubicBezTo>
                    <a:pt x="18982" y="935"/>
                    <a:pt x="18102" y="0"/>
                    <a:pt x="17018" y="0"/>
                  </a:cubicBezTo>
                  <a:lnTo>
                    <a:pt x="14400" y="0"/>
                  </a:lnTo>
                  <a:lnTo>
                    <a:pt x="3600" y="0"/>
                  </a:lnTo>
                  <a:cubicBezTo>
                    <a:pt x="1614" y="0"/>
                    <a:pt x="0" y="1719"/>
                    <a:pt x="0" y="3832"/>
                  </a:cubicBezTo>
                  <a:lnTo>
                    <a:pt x="0" y="17767"/>
                  </a:lnTo>
                  <a:cubicBezTo>
                    <a:pt x="0" y="19880"/>
                    <a:pt x="1614" y="21600"/>
                    <a:pt x="3600" y="21600"/>
                  </a:cubicBezTo>
                  <a:lnTo>
                    <a:pt x="15382" y="21600"/>
                  </a:lnTo>
                  <a:cubicBezTo>
                    <a:pt x="17366" y="21600"/>
                    <a:pt x="18982" y="19880"/>
                    <a:pt x="18982" y="17767"/>
                  </a:cubicBezTo>
                  <a:lnTo>
                    <a:pt x="18982" y="16722"/>
                  </a:lnTo>
                  <a:lnTo>
                    <a:pt x="18983" y="16722"/>
                  </a:lnTo>
                  <a:cubicBezTo>
                    <a:pt x="21600" y="14631"/>
                    <a:pt x="21600" y="10452"/>
                    <a:pt x="18983" y="8361"/>
                  </a:cubicBezTo>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grpSp>
      <p:grpSp>
        <p:nvGrpSpPr>
          <p:cNvPr id="40" name="组合 39"/>
          <p:cNvGrpSpPr/>
          <p:nvPr/>
        </p:nvGrpSpPr>
        <p:grpSpPr>
          <a:xfrm>
            <a:off x="4893898" y="4354436"/>
            <a:ext cx="366050" cy="366676"/>
            <a:chOff x="6113210" y="7202122"/>
            <a:chExt cx="366050" cy="366676"/>
          </a:xfrm>
          <a:solidFill>
            <a:schemeClr val="bg1"/>
          </a:solidFill>
        </p:grpSpPr>
        <p:sp>
          <p:nvSpPr>
            <p:cNvPr id="41" name="AutoShape 18"/>
            <p:cNvSpPr/>
            <p:nvPr/>
          </p:nvSpPr>
          <p:spPr bwMode="auto">
            <a:xfrm>
              <a:off x="6113210" y="7202122"/>
              <a:ext cx="366050" cy="36667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799"/>
                  </a:moveTo>
                  <a:cubicBezTo>
                    <a:pt x="20249" y="20048"/>
                    <a:pt x="20048" y="20249"/>
                    <a:pt x="19799" y="20249"/>
                  </a:cubicBezTo>
                  <a:lnTo>
                    <a:pt x="1800" y="20249"/>
                  </a:lnTo>
                  <a:cubicBezTo>
                    <a:pt x="1551" y="20249"/>
                    <a:pt x="1349" y="20048"/>
                    <a:pt x="1349" y="19799"/>
                  </a:cubicBezTo>
                  <a:lnTo>
                    <a:pt x="1349" y="3824"/>
                  </a:lnTo>
                  <a:cubicBezTo>
                    <a:pt x="1349" y="3576"/>
                    <a:pt x="1551" y="3375"/>
                    <a:pt x="1800" y="3375"/>
                  </a:cubicBezTo>
                  <a:lnTo>
                    <a:pt x="4724" y="3375"/>
                  </a:lnTo>
                  <a:lnTo>
                    <a:pt x="4724" y="4725"/>
                  </a:lnTo>
                  <a:cubicBezTo>
                    <a:pt x="4724" y="5098"/>
                    <a:pt x="5027" y="5400"/>
                    <a:pt x="5399" y="5400"/>
                  </a:cubicBezTo>
                  <a:cubicBezTo>
                    <a:pt x="5772" y="5400"/>
                    <a:pt x="6074" y="5098"/>
                    <a:pt x="6074" y="4725"/>
                  </a:cubicBezTo>
                  <a:lnTo>
                    <a:pt x="6074" y="3375"/>
                  </a:lnTo>
                  <a:lnTo>
                    <a:pt x="10124" y="3375"/>
                  </a:lnTo>
                  <a:lnTo>
                    <a:pt x="10124" y="4725"/>
                  </a:lnTo>
                  <a:cubicBezTo>
                    <a:pt x="10124" y="5098"/>
                    <a:pt x="10427" y="5400"/>
                    <a:pt x="10800" y="5400"/>
                  </a:cubicBezTo>
                  <a:cubicBezTo>
                    <a:pt x="11172" y="5400"/>
                    <a:pt x="11474" y="5098"/>
                    <a:pt x="11474" y="4725"/>
                  </a:cubicBezTo>
                  <a:lnTo>
                    <a:pt x="11474" y="3375"/>
                  </a:lnTo>
                  <a:lnTo>
                    <a:pt x="15524" y="3375"/>
                  </a:lnTo>
                  <a:lnTo>
                    <a:pt x="15524" y="4725"/>
                  </a:lnTo>
                  <a:cubicBezTo>
                    <a:pt x="15524" y="5098"/>
                    <a:pt x="15827" y="5400"/>
                    <a:pt x="16199" y="5400"/>
                  </a:cubicBezTo>
                  <a:cubicBezTo>
                    <a:pt x="16572" y="5400"/>
                    <a:pt x="16874" y="5098"/>
                    <a:pt x="16874" y="4725"/>
                  </a:cubicBezTo>
                  <a:lnTo>
                    <a:pt x="16874" y="3375"/>
                  </a:lnTo>
                  <a:lnTo>
                    <a:pt x="19799" y="3375"/>
                  </a:lnTo>
                  <a:cubicBezTo>
                    <a:pt x="20048" y="3375"/>
                    <a:pt x="20249" y="3576"/>
                    <a:pt x="20249" y="3824"/>
                  </a:cubicBezTo>
                  <a:cubicBezTo>
                    <a:pt x="20249" y="3824"/>
                    <a:pt x="20249" y="19799"/>
                    <a:pt x="20249" y="19799"/>
                  </a:cubicBezTo>
                  <a:close/>
                  <a:moveTo>
                    <a:pt x="19799" y="2025"/>
                  </a:moveTo>
                  <a:lnTo>
                    <a:pt x="16874" y="2025"/>
                  </a:lnTo>
                  <a:lnTo>
                    <a:pt x="16874" y="675"/>
                  </a:lnTo>
                  <a:cubicBezTo>
                    <a:pt x="16874" y="301"/>
                    <a:pt x="16572" y="0"/>
                    <a:pt x="16199" y="0"/>
                  </a:cubicBezTo>
                  <a:cubicBezTo>
                    <a:pt x="15827" y="0"/>
                    <a:pt x="15524" y="301"/>
                    <a:pt x="15524" y="675"/>
                  </a:cubicBezTo>
                  <a:lnTo>
                    <a:pt x="15524" y="2025"/>
                  </a:lnTo>
                  <a:lnTo>
                    <a:pt x="11474" y="2025"/>
                  </a:lnTo>
                  <a:lnTo>
                    <a:pt x="11474" y="675"/>
                  </a:lnTo>
                  <a:cubicBezTo>
                    <a:pt x="11474" y="301"/>
                    <a:pt x="11172" y="0"/>
                    <a:pt x="10800" y="0"/>
                  </a:cubicBezTo>
                  <a:cubicBezTo>
                    <a:pt x="10427" y="0"/>
                    <a:pt x="10124" y="301"/>
                    <a:pt x="10124" y="675"/>
                  </a:cubicBezTo>
                  <a:lnTo>
                    <a:pt x="10124" y="2025"/>
                  </a:lnTo>
                  <a:lnTo>
                    <a:pt x="6074" y="2025"/>
                  </a:lnTo>
                  <a:lnTo>
                    <a:pt x="6074" y="675"/>
                  </a:lnTo>
                  <a:cubicBezTo>
                    <a:pt x="6074" y="301"/>
                    <a:pt x="5772" y="0"/>
                    <a:pt x="5399" y="0"/>
                  </a:cubicBezTo>
                  <a:cubicBezTo>
                    <a:pt x="5027" y="0"/>
                    <a:pt x="4724" y="301"/>
                    <a:pt x="4724" y="675"/>
                  </a:cubicBezTo>
                  <a:lnTo>
                    <a:pt x="4724" y="2025"/>
                  </a:lnTo>
                  <a:lnTo>
                    <a:pt x="1800" y="2025"/>
                  </a:lnTo>
                  <a:cubicBezTo>
                    <a:pt x="805" y="2025"/>
                    <a:pt x="0" y="2830"/>
                    <a:pt x="0" y="3824"/>
                  </a:cubicBezTo>
                  <a:lnTo>
                    <a:pt x="0" y="19799"/>
                  </a:lnTo>
                  <a:cubicBezTo>
                    <a:pt x="0" y="20793"/>
                    <a:pt x="805" y="21599"/>
                    <a:pt x="1800" y="21599"/>
                  </a:cubicBezTo>
                  <a:lnTo>
                    <a:pt x="19799" y="21599"/>
                  </a:lnTo>
                  <a:cubicBezTo>
                    <a:pt x="20794" y="21599"/>
                    <a:pt x="21600" y="20793"/>
                    <a:pt x="21600" y="19799"/>
                  </a:cubicBezTo>
                  <a:lnTo>
                    <a:pt x="21600" y="3824"/>
                  </a:lnTo>
                  <a:cubicBezTo>
                    <a:pt x="21600" y="2830"/>
                    <a:pt x="20794" y="2025"/>
                    <a:pt x="19799" y="2025"/>
                  </a:cubicBezTo>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42" name="AutoShape 19"/>
            <p:cNvSpPr/>
            <p:nvPr/>
          </p:nvSpPr>
          <p:spPr bwMode="auto">
            <a:xfrm>
              <a:off x="6193303" y="7339783"/>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43" name="AutoShape 20"/>
            <p:cNvSpPr/>
            <p:nvPr/>
          </p:nvSpPr>
          <p:spPr bwMode="auto">
            <a:xfrm>
              <a:off x="6193303" y="7396725"/>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44" name="AutoShape 21"/>
            <p:cNvSpPr/>
            <p:nvPr/>
          </p:nvSpPr>
          <p:spPr bwMode="auto">
            <a:xfrm>
              <a:off x="6193303" y="7454292"/>
              <a:ext cx="45678" cy="337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45" name="AutoShape 22"/>
            <p:cNvSpPr/>
            <p:nvPr/>
          </p:nvSpPr>
          <p:spPr bwMode="auto">
            <a:xfrm>
              <a:off x="6273396" y="7454292"/>
              <a:ext cx="45678" cy="337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46" name="AutoShape 23"/>
            <p:cNvSpPr/>
            <p:nvPr/>
          </p:nvSpPr>
          <p:spPr bwMode="auto">
            <a:xfrm>
              <a:off x="6273396" y="7396725"/>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47" name="AutoShape 24"/>
            <p:cNvSpPr/>
            <p:nvPr/>
          </p:nvSpPr>
          <p:spPr bwMode="auto">
            <a:xfrm>
              <a:off x="6273396" y="7339783"/>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48" name="AutoShape 25"/>
            <p:cNvSpPr/>
            <p:nvPr/>
          </p:nvSpPr>
          <p:spPr bwMode="auto">
            <a:xfrm>
              <a:off x="6353490" y="7454292"/>
              <a:ext cx="45678" cy="337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49" name="AutoShape 26"/>
            <p:cNvSpPr/>
            <p:nvPr/>
          </p:nvSpPr>
          <p:spPr bwMode="auto">
            <a:xfrm>
              <a:off x="6353490" y="7396725"/>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50" name="AutoShape 27"/>
            <p:cNvSpPr/>
            <p:nvPr/>
          </p:nvSpPr>
          <p:spPr bwMode="auto">
            <a:xfrm>
              <a:off x="6353490" y="7339783"/>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grpSp>
      <p:cxnSp>
        <p:nvCxnSpPr>
          <p:cNvPr id="51" name="直线连接符 50"/>
          <p:cNvCxnSpPr/>
          <p:nvPr/>
        </p:nvCxnSpPr>
        <p:spPr>
          <a:xfrm>
            <a:off x="2158525" y="2557028"/>
            <a:ext cx="0" cy="65890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直线连接符 51"/>
          <p:cNvCxnSpPr/>
          <p:nvPr/>
        </p:nvCxnSpPr>
        <p:spPr>
          <a:xfrm>
            <a:off x="2158525" y="4209416"/>
            <a:ext cx="0" cy="65890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直线连接符 52"/>
          <p:cNvCxnSpPr/>
          <p:nvPr/>
        </p:nvCxnSpPr>
        <p:spPr>
          <a:xfrm>
            <a:off x="5468591" y="2568811"/>
            <a:ext cx="0" cy="65890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直线连接符 53"/>
          <p:cNvCxnSpPr/>
          <p:nvPr/>
        </p:nvCxnSpPr>
        <p:spPr>
          <a:xfrm>
            <a:off x="5468591" y="4221199"/>
            <a:ext cx="0" cy="65890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直线连接符 54"/>
          <p:cNvCxnSpPr/>
          <p:nvPr/>
        </p:nvCxnSpPr>
        <p:spPr>
          <a:xfrm>
            <a:off x="8769157" y="2568811"/>
            <a:ext cx="0" cy="65890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直线连接符 55"/>
          <p:cNvCxnSpPr/>
          <p:nvPr/>
        </p:nvCxnSpPr>
        <p:spPr>
          <a:xfrm>
            <a:off x="8769157" y="4221199"/>
            <a:ext cx="0" cy="65890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dissolve">
                                      <p:cBhvr>
                                        <p:cTn id="40" dur="500"/>
                                        <p:tgtEl>
                                          <p:spTgt spid="15"/>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dissolve">
                                      <p:cBhvr>
                                        <p:cTn id="43" dur="500"/>
                                        <p:tgtEl>
                                          <p:spTgt spid="16"/>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dissolve">
                                      <p:cBhvr>
                                        <p:cTn id="46" dur="500"/>
                                        <p:tgtEl>
                                          <p:spTgt spid="17"/>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dissolve">
                                      <p:cBhvr>
                                        <p:cTn id="49" dur="500"/>
                                        <p:tgtEl>
                                          <p:spTgt spid="18"/>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dissolve">
                                      <p:cBhvr>
                                        <p:cTn id="52" dur="500"/>
                                        <p:tgtEl>
                                          <p:spTgt spid="19"/>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dissolve">
                                      <p:cBhvr>
                                        <p:cTn id="55" dur="500"/>
                                        <p:tgtEl>
                                          <p:spTgt spid="20"/>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dissolve">
                                      <p:cBhvr>
                                        <p:cTn id="5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p:bldP spid="9" grpId="0"/>
      <p:bldP spid="10" grpId="0" animBg="1"/>
      <p:bldP spid="11" grpId="0"/>
      <p:bldP spid="12" grpId="0"/>
      <p:bldP spid="13" grpId="0" animBg="1"/>
      <p:bldP spid="14" grpId="0"/>
      <p:bldP spid="15" grpId="0"/>
      <p:bldP spid="16" grpId="0" animBg="1"/>
      <p:bldP spid="17" grpId="0"/>
      <p:bldP spid="18" grpId="0"/>
      <p:bldP spid="19" grpId="0" animBg="1"/>
      <p:bldP spid="20"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74011" y="239999"/>
            <a:ext cx="2550426" cy="523220"/>
          </a:xfrm>
          <a:prstGeom prst="rect">
            <a:avLst/>
          </a:prstGeom>
          <a:noFill/>
        </p:spPr>
        <p:txBody>
          <a:bodyPr wrap="square" rtlCol="0">
            <a:spAutoFit/>
          </a:bodyPr>
          <a:lstStyle/>
          <a:p>
            <a:pPr algn="dist"/>
            <a:r>
              <a:rPr kumimoji="1" lang="zh-CN" altLang="en-US" sz="2800" dirty="0">
                <a:solidFill>
                  <a:srgbClr val="313159"/>
                </a:solidFill>
                <a:latin typeface="+mj-ea"/>
                <a:ea typeface="+mj-ea"/>
              </a:rPr>
              <a:t>问题不足改进</a:t>
            </a:r>
            <a:endParaRPr kumimoji="1" lang="zh-CN" altLang="en-US" sz="2800" dirty="0">
              <a:solidFill>
                <a:srgbClr val="313159"/>
              </a:solidFill>
              <a:latin typeface="+mj-ea"/>
              <a:ea typeface="+mj-ea"/>
            </a:endParaRPr>
          </a:p>
        </p:txBody>
      </p:sp>
      <p:sp>
        <p:nvSpPr>
          <p:cNvPr id="3" name="文本框 2"/>
          <p:cNvSpPr txBox="1"/>
          <p:nvPr/>
        </p:nvSpPr>
        <p:spPr>
          <a:xfrm>
            <a:off x="1192975" y="712419"/>
            <a:ext cx="2531462" cy="215444"/>
          </a:xfrm>
          <a:prstGeom prst="rect">
            <a:avLst/>
          </a:prstGeom>
          <a:noFill/>
        </p:spPr>
        <p:txBody>
          <a:bodyPr wrap="none" rtlCol="0">
            <a:spAutoFit/>
          </a:bodyPr>
          <a:lstStyle/>
          <a:p>
            <a:r>
              <a:rPr lang="en-GB" altLang="zh-CN" sz="800" dirty="0">
                <a:solidFill>
                  <a:schemeClr val="tx1">
                    <a:lumMod val="50000"/>
                    <a:lumOff val="50000"/>
                  </a:schemeClr>
                </a:solidFill>
                <a:latin typeface="+mn-ea"/>
              </a:rPr>
              <a:t>FILL IN THE TEXT OF THE DOCUMENT TITLE HERE</a:t>
            </a:r>
            <a:endParaRPr lang="en-GB" altLang="zh-CN" sz="800" dirty="0">
              <a:solidFill>
                <a:schemeClr val="tx1">
                  <a:lumMod val="50000"/>
                  <a:lumOff val="50000"/>
                </a:schemeClr>
              </a:solidFill>
              <a:latin typeface="+mn-ea"/>
            </a:endParaRPr>
          </a:p>
        </p:txBody>
      </p:sp>
      <p:sp>
        <p:nvSpPr>
          <p:cNvPr id="4" name="空心弧 3"/>
          <p:cNvSpPr/>
          <p:nvPr/>
        </p:nvSpPr>
        <p:spPr>
          <a:xfrm>
            <a:off x="4936801" y="2053244"/>
            <a:ext cx="1257300" cy="1257300"/>
          </a:xfrm>
          <a:prstGeom prst="blockArc">
            <a:avLst>
              <a:gd name="adj1" fmla="val 2629852"/>
              <a:gd name="adj2" fmla="val 20733456"/>
              <a:gd name="adj3" fmla="val 10683"/>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Source Han Sans CN Regular" panose="020B0500000000000000" pitchFamily="34" charset="-128"/>
            </a:endParaRPr>
          </a:p>
        </p:txBody>
      </p:sp>
      <p:sp>
        <p:nvSpPr>
          <p:cNvPr id="5" name="文本框 4"/>
          <p:cNvSpPr txBox="1"/>
          <p:nvPr/>
        </p:nvSpPr>
        <p:spPr>
          <a:xfrm>
            <a:off x="5221736" y="2428222"/>
            <a:ext cx="793807" cy="461665"/>
          </a:xfrm>
          <a:prstGeom prst="rect">
            <a:avLst/>
          </a:prstGeom>
          <a:noFill/>
        </p:spPr>
        <p:txBody>
          <a:bodyPr wrap="none" rtlCol="0">
            <a:spAutoFit/>
          </a:bodyPr>
          <a:lstStyle/>
          <a:p>
            <a:r>
              <a:rPr kumimoji="1" lang="en-US" altLang="zh-CN" sz="2400" dirty="0">
                <a:solidFill>
                  <a:schemeClr val="tx1">
                    <a:lumMod val="65000"/>
                    <a:lumOff val="35000"/>
                  </a:schemeClr>
                </a:solidFill>
                <a:latin typeface="+mj-ea"/>
                <a:ea typeface="+mj-ea"/>
              </a:rPr>
              <a:t>76</a:t>
            </a:r>
            <a:r>
              <a:rPr kumimoji="1" lang="en-US" altLang="zh-CN" dirty="0">
                <a:solidFill>
                  <a:schemeClr val="tx1">
                    <a:lumMod val="65000"/>
                    <a:lumOff val="35000"/>
                  </a:schemeClr>
                </a:solidFill>
                <a:latin typeface="+mj-ea"/>
                <a:ea typeface="+mj-ea"/>
              </a:rPr>
              <a:t>%</a:t>
            </a:r>
            <a:endParaRPr kumimoji="1" lang="zh-CN" altLang="en-US" sz="2400" dirty="0">
              <a:solidFill>
                <a:schemeClr val="tx1">
                  <a:lumMod val="65000"/>
                  <a:lumOff val="35000"/>
                </a:schemeClr>
              </a:solidFill>
              <a:latin typeface="+mj-ea"/>
              <a:ea typeface="+mj-ea"/>
            </a:endParaRPr>
          </a:p>
        </p:txBody>
      </p:sp>
      <p:sp>
        <p:nvSpPr>
          <p:cNvPr id="6" name="空心弧 5"/>
          <p:cNvSpPr/>
          <p:nvPr/>
        </p:nvSpPr>
        <p:spPr>
          <a:xfrm rot="16200000">
            <a:off x="7184701" y="2053244"/>
            <a:ext cx="1257300" cy="1257300"/>
          </a:xfrm>
          <a:prstGeom prst="blockArc">
            <a:avLst>
              <a:gd name="adj1" fmla="val 10780839"/>
              <a:gd name="adj2" fmla="val 8563073"/>
              <a:gd name="adj3" fmla="val 9529"/>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Source Han Sans CN Regular" panose="020B0500000000000000" pitchFamily="34" charset="-128"/>
            </a:endParaRPr>
          </a:p>
        </p:txBody>
      </p:sp>
      <p:sp>
        <p:nvSpPr>
          <p:cNvPr id="7" name="文本框 6"/>
          <p:cNvSpPr txBox="1"/>
          <p:nvPr/>
        </p:nvSpPr>
        <p:spPr>
          <a:xfrm>
            <a:off x="7469636" y="2428222"/>
            <a:ext cx="793807" cy="461665"/>
          </a:xfrm>
          <a:prstGeom prst="rect">
            <a:avLst/>
          </a:prstGeom>
          <a:noFill/>
        </p:spPr>
        <p:txBody>
          <a:bodyPr wrap="none" rtlCol="0">
            <a:spAutoFit/>
          </a:bodyPr>
          <a:lstStyle/>
          <a:p>
            <a:r>
              <a:rPr kumimoji="1" lang="en-US" altLang="zh-CN" sz="2400" dirty="0">
                <a:solidFill>
                  <a:schemeClr val="tx1">
                    <a:lumMod val="65000"/>
                    <a:lumOff val="35000"/>
                  </a:schemeClr>
                </a:solidFill>
                <a:latin typeface="+mj-ea"/>
                <a:ea typeface="+mj-ea"/>
              </a:rPr>
              <a:t>50</a:t>
            </a:r>
            <a:r>
              <a:rPr kumimoji="1" lang="en-US" altLang="zh-CN" dirty="0">
                <a:solidFill>
                  <a:schemeClr val="tx1">
                    <a:lumMod val="65000"/>
                    <a:lumOff val="35000"/>
                  </a:schemeClr>
                </a:solidFill>
                <a:latin typeface="+mj-ea"/>
                <a:ea typeface="+mj-ea"/>
              </a:rPr>
              <a:t>%</a:t>
            </a:r>
            <a:endParaRPr kumimoji="1" lang="zh-CN" altLang="en-US" sz="2400" dirty="0">
              <a:solidFill>
                <a:schemeClr val="tx1">
                  <a:lumMod val="65000"/>
                  <a:lumOff val="35000"/>
                </a:schemeClr>
              </a:solidFill>
              <a:latin typeface="+mj-ea"/>
              <a:ea typeface="+mj-ea"/>
            </a:endParaRPr>
          </a:p>
        </p:txBody>
      </p:sp>
      <p:sp>
        <p:nvSpPr>
          <p:cNvPr id="8" name="空心弧 7"/>
          <p:cNvSpPr/>
          <p:nvPr/>
        </p:nvSpPr>
        <p:spPr>
          <a:xfrm rot="20700000">
            <a:off x="9432601" y="2053244"/>
            <a:ext cx="1257300" cy="1257300"/>
          </a:xfrm>
          <a:prstGeom prst="blockArc">
            <a:avLst>
              <a:gd name="adj1" fmla="val 6899286"/>
              <a:gd name="adj2" fmla="val 3868623"/>
              <a:gd name="adj3" fmla="val 9062"/>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Source Han Sans CN Regular" panose="020B0500000000000000" pitchFamily="34" charset="-128"/>
            </a:endParaRPr>
          </a:p>
        </p:txBody>
      </p:sp>
      <p:sp>
        <p:nvSpPr>
          <p:cNvPr id="9" name="文本框 8"/>
          <p:cNvSpPr txBox="1"/>
          <p:nvPr/>
        </p:nvSpPr>
        <p:spPr>
          <a:xfrm>
            <a:off x="9717536" y="2428222"/>
            <a:ext cx="793807" cy="461665"/>
          </a:xfrm>
          <a:prstGeom prst="rect">
            <a:avLst/>
          </a:prstGeom>
          <a:noFill/>
        </p:spPr>
        <p:txBody>
          <a:bodyPr wrap="none" rtlCol="0">
            <a:spAutoFit/>
          </a:bodyPr>
          <a:lstStyle/>
          <a:p>
            <a:r>
              <a:rPr kumimoji="1" lang="en-US" altLang="zh-CN" sz="2400" dirty="0">
                <a:solidFill>
                  <a:schemeClr val="tx1">
                    <a:lumMod val="65000"/>
                    <a:lumOff val="35000"/>
                  </a:schemeClr>
                </a:solidFill>
                <a:latin typeface="+mj-ea"/>
                <a:ea typeface="+mj-ea"/>
              </a:rPr>
              <a:t>66</a:t>
            </a:r>
            <a:r>
              <a:rPr kumimoji="1" lang="en-US" altLang="zh-CN" dirty="0">
                <a:solidFill>
                  <a:schemeClr val="tx1">
                    <a:lumMod val="65000"/>
                    <a:lumOff val="35000"/>
                  </a:schemeClr>
                </a:solidFill>
                <a:latin typeface="+mj-ea"/>
                <a:ea typeface="+mj-ea"/>
              </a:rPr>
              <a:t>%</a:t>
            </a:r>
            <a:endParaRPr kumimoji="1" lang="zh-CN" altLang="en-US" sz="2400" dirty="0">
              <a:solidFill>
                <a:schemeClr val="tx1">
                  <a:lumMod val="65000"/>
                  <a:lumOff val="35000"/>
                </a:schemeClr>
              </a:solidFill>
              <a:latin typeface="+mj-ea"/>
              <a:ea typeface="+mj-ea"/>
            </a:endParaRPr>
          </a:p>
        </p:txBody>
      </p:sp>
      <p:sp>
        <p:nvSpPr>
          <p:cNvPr id="10" name="圆角矩形 9"/>
          <p:cNvSpPr/>
          <p:nvPr/>
        </p:nvSpPr>
        <p:spPr>
          <a:xfrm>
            <a:off x="1479667" y="2032696"/>
            <a:ext cx="2718615" cy="3652710"/>
          </a:xfrm>
          <a:prstGeom prst="roundRect">
            <a:avLst>
              <a:gd name="adj" fmla="val 5161"/>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11" name="矩形 10"/>
          <p:cNvSpPr/>
          <p:nvPr/>
        </p:nvSpPr>
        <p:spPr>
          <a:xfrm>
            <a:off x="4915596" y="3500194"/>
            <a:ext cx="1288779" cy="283280"/>
          </a:xfrm>
          <a:prstGeom prst="rect">
            <a:avLst/>
          </a:prstGeom>
          <a:noFill/>
          <a:effectLst/>
        </p:spPr>
        <p:txBody>
          <a:bodyPr wrap="square" lIns="67181" tIns="33590" rIns="67181" bIns="33590">
            <a:spAutoFit/>
          </a:bodyPr>
          <a:lstStyle/>
          <a:p>
            <a:pPr algn="dist"/>
            <a:r>
              <a:rPr lang="zh-CN" altLang="en-US" sz="1400" dirty="0">
                <a:solidFill>
                  <a:schemeClr val="tx1">
                    <a:lumMod val="75000"/>
                    <a:lumOff val="25000"/>
                  </a:schemeClr>
                </a:solidFill>
                <a:latin typeface="+mj-ea"/>
                <a:ea typeface="+mj-ea"/>
                <a:cs typeface="+mn-ea"/>
                <a:sym typeface="Arial" panose="020B0604020202020204" pitchFamily="34" charset="0"/>
              </a:rPr>
              <a:t>此处输入标题</a:t>
            </a:r>
            <a:endParaRPr lang="en-US" altLang="zh-CN" sz="1400" dirty="0">
              <a:solidFill>
                <a:schemeClr val="tx1">
                  <a:lumMod val="75000"/>
                  <a:lumOff val="25000"/>
                </a:schemeClr>
              </a:solidFill>
              <a:latin typeface="+mj-ea"/>
              <a:ea typeface="+mj-ea"/>
              <a:cs typeface="+mn-ea"/>
              <a:sym typeface="Arial" panose="020B0604020202020204" pitchFamily="34" charset="0"/>
            </a:endParaRPr>
          </a:p>
        </p:txBody>
      </p:sp>
      <p:sp>
        <p:nvSpPr>
          <p:cNvPr id="12" name="矩形 11"/>
          <p:cNvSpPr/>
          <p:nvPr/>
        </p:nvSpPr>
        <p:spPr>
          <a:xfrm>
            <a:off x="7126744" y="3499738"/>
            <a:ext cx="1288779" cy="283280"/>
          </a:xfrm>
          <a:prstGeom prst="rect">
            <a:avLst/>
          </a:prstGeom>
          <a:noFill/>
          <a:effectLst/>
        </p:spPr>
        <p:txBody>
          <a:bodyPr wrap="square" lIns="67181" tIns="33590" rIns="67181" bIns="33590">
            <a:spAutoFit/>
          </a:bodyPr>
          <a:lstStyle/>
          <a:p>
            <a:pPr algn="dist"/>
            <a:r>
              <a:rPr lang="zh-CN" altLang="en-US" sz="1400" dirty="0">
                <a:solidFill>
                  <a:schemeClr val="tx1">
                    <a:lumMod val="75000"/>
                    <a:lumOff val="25000"/>
                  </a:schemeClr>
                </a:solidFill>
                <a:latin typeface="+mj-ea"/>
                <a:ea typeface="+mj-ea"/>
                <a:cs typeface="+mn-ea"/>
                <a:sym typeface="Arial" panose="020B0604020202020204" pitchFamily="34" charset="0"/>
              </a:rPr>
              <a:t>此处输入标题</a:t>
            </a:r>
            <a:endParaRPr lang="en-US" altLang="zh-CN" sz="1400" dirty="0">
              <a:solidFill>
                <a:schemeClr val="tx1">
                  <a:lumMod val="75000"/>
                  <a:lumOff val="25000"/>
                </a:schemeClr>
              </a:solidFill>
              <a:latin typeface="+mj-ea"/>
              <a:ea typeface="+mj-ea"/>
              <a:cs typeface="+mn-ea"/>
              <a:sym typeface="Arial" panose="020B0604020202020204" pitchFamily="34" charset="0"/>
            </a:endParaRPr>
          </a:p>
        </p:txBody>
      </p:sp>
      <p:sp>
        <p:nvSpPr>
          <p:cNvPr id="13" name="矩形 12"/>
          <p:cNvSpPr/>
          <p:nvPr/>
        </p:nvSpPr>
        <p:spPr>
          <a:xfrm>
            <a:off x="9416861" y="3499738"/>
            <a:ext cx="1288779" cy="283280"/>
          </a:xfrm>
          <a:prstGeom prst="rect">
            <a:avLst/>
          </a:prstGeom>
          <a:noFill/>
          <a:effectLst/>
        </p:spPr>
        <p:txBody>
          <a:bodyPr wrap="square" lIns="67181" tIns="33590" rIns="67181" bIns="33590">
            <a:spAutoFit/>
          </a:bodyPr>
          <a:lstStyle/>
          <a:p>
            <a:pPr algn="dist"/>
            <a:r>
              <a:rPr lang="zh-CN" altLang="en-US" sz="1400" dirty="0">
                <a:solidFill>
                  <a:schemeClr val="tx1">
                    <a:lumMod val="75000"/>
                    <a:lumOff val="25000"/>
                  </a:schemeClr>
                </a:solidFill>
                <a:latin typeface="+mj-ea"/>
                <a:ea typeface="+mj-ea"/>
                <a:cs typeface="+mn-ea"/>
                <a:sym typeface="Arial" panose="020B0604020202020204" pitchFamily="34" charset="0"/>
              </a:rPr>
              <a:t>此处输入标题</a:t>
            </a:r>
            <a:endParaRPr lang="en-US" altLang="zh-CN" sz="1400" dirty="0">
              <a:solidFill>
                <a:schemeClr val="tx1">
                  <a:lumMod val="75000"/>
                  <a:lumOff val="25000"/>
                </a:schemeClr>
              </a:solidFill>
              <a:latin typeface="+mj-ea"/>
              <a:ea typeface="+mj-ea"/>
              <a:cs typeface="+mn-ea"/>
              <a:sym typeface="Arial" panose="020B0604020202020204" pitchFamily="34" charset="0"/>
            </a:endParaRPr>
          </a:p>
        </p:txBody>
      </p:sp>
      <p:sp>
        <p:nvSpPr>
          <p:cNvPr id="14" name="文本框 13"/>
          <p:cNvSpPr txBox="1"/>
          <p:nvPr/>
        </p:nvSpPr>
        <p:spPr>
          <a:xfrm>
            <a:off x="4915596" y="4725362"/>
            <a:ext cx="5564369" cy="774699"/>
          </a:xfrm>
          <a:prstGeom prst="rect">
            <a:avLst/>
          </a:prstGeom>
          <a:noFill/>
        </p:spPr>
        <p:txBody>
          <a:bodyPr wrap="square" rtlCol="0">
            <a:spAutoFit/>
          </a:bodyPr>
          <a:lstStyle/>
          <a:p>
            <a:pPr>
              <a:lnSpc>
                <a:spcPct val="13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zh-CN" altLang="en-US" sz="1200" dirty="0">
              <a:solidFill>
                <a:schemeClr val="tx1">
                  <a:lumMod val="50000"/>
                  <a:lumOff val="50000"/>
                </a:schemeClr>
              </a:solidFill>
              <a:latin typeface="+mn-ea"/>
              <a:cs typeface="+mn-ea"/>
              <a:sym typeface="+mn-lt"/>
            </a:endParaRPr>
          </a:p>
        </p:txBody>
      </p:sp>
      <p:sp>
        <p:nvSpPr>
          <p:cNvPr id="15" name="文本框 14"/>
          <p:cNvSpPr txBox="1"/>
          <p:nvPr/>
        </p:nvSpPr>
        <p:spPr>
          <a:xfrm>
            <a:off x="4915596" y="4186845"/>
            <a:ext cx="3329758" cy="461665"/>
          </a:xfrm>
          <a:prstGeom prst="rect">
            <a:avLst/>
          </a:prstGeom>
          <a:noFill/>
        </p:spPr>
        <p:txBody>
          <a:bodyPr wrap="none" rtlCol="0">
            <a:spAutoFit/>
          </a:bodyPr>
          <a:lstStyle/>
          <a:p>
            <a:r>
              <a:rPr kumimoji="1" lang="en-US" altLang="zh-CN" sz="2400" dirty="0">
                <a:solidFill>
                  <a:schemeClr val="tx1">
                    <a:lumMod val="75000"/>
                    <a:lumOff val="25000"/>
                  </a:schemeClr>
                </a:solidFill>
                <a:latin typeface="+mj-ea"/>
                <a:ea typeface="+mj-ea"/>
              </a:rPr>
              <a:t>BUSINESS</a:t>
            </a:r>
            <a:r>
              <a:rPr kumimoji="1" lang="zh-CN" altLang="en-US" sz="2400" dirty="0">
                <a:solidFill>
                  <a:schemeClr val="tx1">
                    <a:lumMod val="75000"/>
                    <a:lumOff val="25000"/>
                  </a:schemeClr>
                </a:solidFill>
                <a:latin typeface="+mj-ea"/>
                <a:ea typeface="+mj-ea"/>
              </a:rPr>
              <a:t> </a:t>
            </a:r>
            <a:r>
              <a:rPr kumimoji="1" lang="en-US" altLang="zh-CN" sz="2400" dirty="0">
                <a:solidFill>
                  <a:schemeClr val="tx1">
                    <a:lumMod val="75000"/>
                    <a:lumOff val="25000"/>
                  </a:schemeClr>
                </a:solidFill>
                <a:latin typeface="+mj-ea"/>
                <a:ea typeface="+mj-ea"/>
              </a:rPr>
              <a:t>SUMMARY</a:t>
            </a:r>
            <a:endParaRPr kumimoji="1" lang="zh-CN" altLang="en-US" sz="2400" dirty="0">
              <a:solidFill>
                <a:schemeClr val="tx1">
                  <a:lumMod val="75000"/>
                  <a:lumOff val="25000"/>
                </a:schemeClr>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checkerboard(across)">
                                      <p:cBhvr>
                                        <p:cTn id="28" dur="500"/>
                                        <p:tgtEl>
                                          <p:spTgt spid="11"/>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checkerboard(across)">
                                      <p:cBhvr>
                                        <p:cTn id="31" dur="500"/>
                                        <p:tgtEl>
                                          <p:spTgt spid="12"/>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checkerboard(across)">
                                      <p:cBhvr>
                                        <p:cTn id="34" dur="500"/>
                                        <p:tgtEl>
                                          <p:spTgt spid="1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dissolve">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P spid="8" grpId="0" animBg="1"/>
      <p:bldP spid="9" grpId="0"/>
      <p:bldP spid="10" grpId="0" animBg="1"/>
      <p:bldP spid="11" grpId="0"/>
      <p:bldP spid="12" grpId="0"/>
      <p:bldP spid="13" grpId="0"/>
      <p:bldP spid="14"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74011" y="239999"/>
            <a:ext cx="2550426" cy="523220"/>
          </a:xfrm>
          <a:prstGeom prst="rect">
            <a:avLst/>
          </a:prstGeom>
          <a:noFill/>
        </p:spPr>
        <p:txBody>
          <a:bodyPr wrap="square" rtlCol="0">
            <a:spAutoFit/>
          </a:bodyPr>
          <a:lstStyle/>
          <a:p>
            <a:pPr algn="dist"/>
            <a:r>
              <a:rPr kumimoji="1" lang="zh-CN" altLang="en-US" sz="2800" dirty="0">
                <a:solidFill>
                  <a:srgbClr val="313159"/>
                </a:solidFill>
                <a:latin typeface="+mj-ea"/>
                <a:ea typeface="+mj-ea"/>
              </a:rPr>
              <a:t>问题不足改进</a:t>
            </a:r>
            <a:endParaRPr kumimoji="1" lang="zh-CN" altLang="en-US" sz="2800" dirty="0">
              <a:solidFill>
                <a:srgbClr val="313159"/>
              </a:solidFill>
              <a:latin typeface="+mj-ea"/>
              <a:ea typeface="+mj-ea"/>
            </a:endParaRPr>
          </a:p>
        </p:txBody>
      </p:sp>
      <p:sp>
        <p:nvSpPr>
          <p:cNvPr id="3" name="文本框 2"/>
          <p:cNvSpPr txBox="1"/>
          <p:nvPr/>
        </p:nvSpPr>
        <p:spPr>
          <a:xfrm>
            <a:off x="1192975" y="712419"/>
            <a:ext cx="2531462" cy="215444"/>
          </a:xfrm>
          <a:prstGeom prst="rect">
            <a:avLst/>
          </a:prstGeom>
          <a:noFill/>
        </p:spPr>
        <p:txBody>
          <a:bodyPr wrap="none" rtlCol="0">
            <a:spAutoFit/>
          </a:bodyPr>
          <a:lstStyle/>
          <a:p>
            <a:r>
              <a:rPr lang="en-GB" altLang="zh-CN" sz="800" dirty="0">
                <a:solidFill>
                  <a:schemeClr val="tx1">
                    <a:lumMod val="50000"/>
                    <a:lumOff val="50000"/>
                  </a:schemeClr>
                </a:solidFill>
                <a:latin typeface="+mn-ea"/>
              </a:rPr>
              <a:t>FILL IN THE TEXT OF THE DOCUMENT TITLE HERE</a:t>
            </a:r>
            <a:endParaRPr lang="en-GB" altLang="zh-CN" sz="800" dirty="0">
              <a:solidFill>
                <a:schemeClr val="tx1">
                  <a:lumMod val="50000"/>
                  <a:lumOff val="50000"/>
                </a:schemeClr>
              </a:solidFill>
              <a:latin typeface="+mn-ea"/>
            </a:endParaRPr>
          </a:p>
        </p:txBody>
      </p:sp>
      <p:sp>
        <p:nvSpPr>
          <p:cNvPr id="4" name="文本框 3"/>
          <p:cNvSpPr txBox="1"/>
          <p:nvPr/>
        </p:nvSpPr>
        <p:spPr>
          <a:xfrm>
            <a:off x="1631713" y="2213991"/>
            <a:ext cx="2813532" cy="810928"/>
          </a:xfrm>
          <a:prstGeom prst="rect">
            <a:avLst/>
          </a:prstGeom>
          <a:noFill/>
        </p:spPr>
        <p:txBody>
          <a:bodyPr wrap="square" rtlCol="0">
            <a:spAutoFit/>
          </a:bodyPr>
          <a:lstStyle/>
          <a:p>
            <a:pPr marL="171450" indent="-171450">
              <a:lnSpc>
                <a:spcPct val="150000"/>
              </a:lnSpc>
              <a:buClr>
                <a:srgbClr val="313159"/>
              </a:buClr>
              <a:buFont typeface="Wingdings" panose="05000000000000000000" pitchFamily="2" charset="2"/>
              <a:buChar char="p"/>
            </a:pPr>
            <a:r>
              <a:rPr lang="zh-CN" altLang="en-US" sz="1100" dirty="0">
                <a:solidFill>
                  <a:schemeClr val="tx1">
                    <a:lumMod val="50000"/>
                    <a:lumOff val="50000"/>
                  </a:schemeClr>
                </a:solidFill>
                <a:latin typeface="+mn-ea"/>
              </a:rPr>
              <a:t>点击此处添加文字说明内容，可以通过复制您的文本内容，在此文本框粘贴并选择只保留文字。</a:t>
            </a:r>
            <a:endParaRPr lang="en-US" altLang="zh-CN" sz="1100" dirty="0">
              <a:solidFill>
                <a:schemeClr val="tx1">
                  <a:lumMod val="50000"/>
                  <a:lumOff val="50000"/>
                </a:schemeClr>
              </a:solidFill>
              <a:latin typeface="+mn-ea"/>
            </a:endParaRPr>
          </a:p>
        </p:txBody>
      </p:sp>
      <p:sp>
        <p:nvSpPr>
          <p:cNvPr id="5" name="文本框 4"/>
          <p:cNvSpPr txBox="1"/>
          <p:nvPr/>
        </p:nvSpPr>
        <p:spPr>
          <a:xfrm>
            <a:off x="1631713" y="3393702"/>
            <a:ext cx="2813532" cy="810928"/>
          </a:xfrm>
          <a:prstGeom prst="rect">
            <a:avLst/>
          </a:prstGeom>
          <a:noFill/>
        </p:spPr>
        <p:txBody>
          <a:bodyPr wrap="square" rtlCol="0">
            <a:spAutoFit/>
          </a:bodyPr>
          <a:lstStyle/>
          <a:p>
            <a:pPr marL="171450" indent="-171450">
              <a:lnSpc>
                <a:spcPct val="150000"/>
              </a:lnSpc>
              <a:buClr>
                <a:srgbClr val="313159"/>
              </a:buClr>
              <a:buFont typeface="Wingdings" panose="05000000000000000000" pitchFamily="2" charset="2"/>
              <a:buChar char="p"/>
            </a:pPr>
            <a:r>
              <a:rPr lang="zh-CN" altLang="en-US" sz="1100" dirty="0">
                <a:solidFill>
                  <a:schemeClr val="tx1">
                    <a:lumMod val="50000"/>
                    <a:lumOff val="50000"/>
                  </a:schemeClr>
                </a:solidFill>
                <a:latin typeface="+mn-ea"/>
              </a:rPr>
              <a:t>点击此处添加文字说明内容，可以通过复制您的文本内容，在此文本框粘贴并选择只保留文字。</a:t>
            </a:r>
            <a:endParaRPr lang="en-US" altLang="zh-CN" sz="1100" dirty="0">
              <a:solidFill>
                <a:schemeClr val="tx1">
                  <a:lumMod val="50000"/>
                  <a:lumOff val="50000"/>
                </a:schemeClr>
              </a:solidFill>
              <a:latin typeface="+mn-ea"/>
            </a:endParaRPr>
          </a:p>
        </p:txBody>
      </p:sp>
      <p:sp>
        <p:nvSpPr>
          <p:cNvPr id="6" name="文本框 5"/>
          <p:cNvSpPr txBox="1"/>
          <p:nvPr/>
        </p:nvSpPr>
        <p:spPr>
          <a:xfrm>
            <a:off x="1631713" y="4616790"/>
            <a:ext cx="2813532" cy="810928"/>
          </a:xfrm>
          <a:prstGeom prst="rect">
            <a:avLst/>
          </a:prstGeom>
          <a:noFill/>
        </p:spPr>
        <p:txBody>
          <a:bodyPr wrap="square" rtlCol="0">
            <a:spAutoFit/>
          </a:bodyPr>
          <a:lstStyle/>
          <a:p>
            <a:pPr marL="171450" indent="-171450">
              <a:lnSpc>
                <a:spcPct val="150000"/>
              </a:lnSpc>
              <a:buClr>
                <a:srgbClr val="313159"/>
              </a:buClr>
              <a:buFont typeface="Wingdings" panose="05000000000000000000" pitchFamily="2" charset="2"/>
              <a:buChar char="p"/>
            </a:pPr>
            <a:r>
              <a:rPr lang="zh-CN" altLang="en-US" sz="1100" dirty="0">
                <a:solidFill>
                  <a:schemeClr val="tx1">
                    <a:lumMod val="50000"/>
                    <a:lumOff val="50000"/>
                  </a:schemeClr>
                </a:solidFill>
                <a:latin typeface="+mn-ea"/>
              </a:rPr>
              <a:t>点击此处添加文字说明内容，可以通过复制您的文本内容，在此文本框粘贴并选择只保留文字。</a:t>
            </a:r>
            <a:endParaRPr lang="en-US" altLang="zh-CN" sz="1100" dirty="0">
              <a:solidFill>
                <a:schemeClr val="tx1">
                  <a:lumMod val="50000"/>
                  <a:lumOff val="50000"/>
                </a:schemeClr>
              </a:solidFill>
              <a:latin typeface="+mn-ea"/>
            </a:endParaRPr>
          </a:p>
        </p:txBody>
      </p:sp>
      <p:graphicFrame>
        <p:nvGraphicFramePr>
          <p:cNvPr id="7" name="表格 2"/>
          <p:cNvGraphicFramePr>
            <a:graphicFrameLocks noGrp="1"/>
          </p:cNvGraphicFramePr>
          <p:nvPr/>
        </p:nvGraphicFramePr>
        <p:xfrm>
          <a:off x="5053703" y="2295400"/>
          <a:ext cx="5721765" cy="2923823"/>
        </p:xfrm>
        <a:graphic>
          <a:graphicData uri="http://schemas.openxmlformats.org/drawingml/2006/table">
            <a:tbl>
              <a:tblPr firstRow="1" bandRow="1">
                <a:tableStyleId>{5C22544A-7EE6-4342-B048-85BDC9FD1C3A}</a:tableStyleId>
              </a:tblPr>
              <a:tblGrid>
                <a:gridCol w="1144353"/>
                <a:gridCol w="1144353"/>
                <a:gridCol w="1144353"/>
                <a:gridCol w="1144353"/>
                <a:gridCol w="1144353"/>
              </a:tblGrid>
              <a:tr h="417689">
                <a:tc>
                  <a:txBody>
                    <a:bodyPr/>
                    <a:lstStyle/>
                    <a:p>
                      <a:pPr algn="ctr"/>
                      <a:r>
                        <a:rPr lang="zh-CN" altLang="en-US" sz="1400" dirty="0">
                          <a:latin typeface="+mn-ea"/>
                          <a:ea typeface="+mn-ea"/>
                        </a:rPr>
                        <a:t>数据</a:t>
                      </a:r>
                      <a:r>
                        <a:rPr lang="en-US" altLang="zh-CN" sz="1400" dirty="0">
                          <a:latin typeface="+mn-ea"/>
                          <a:ea typeface="+mn-ea"/>
                        </a:rPr>
                        <a:t>-1</a:t>
                      </a:r>
                      <a:endParaRPr lang="zh-CN" altLang="en-US" sz="1400" dirty="0">
                        <a:latin typeface="+mn-ea"/>
                        <a:ea typeface="+mn-ea"/>
                      </a:endParaRPr>
                    </a:p>
                  </a:txBody>
                  <a:tcPr marL="102992" marR="102992" marT="51496" marB="51496">
                    <a:solidFill>
                      <a:srgbClr val="31315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dirty="0">
                          <a:latin typeface="+mn-ea"/>
                          <a:ea typeface="+mn-ea"/>
                        </a:rPr>
                        <a:t>数据</a:t>
                      </a:r>
                      <a:r>
                        <a:rPr lang="en-US" altLang="zh-CN" sz="1400" dirty="0">
                          <a:latin typeface="+mn-ea"/>
                          <a:ea typeface="+mn-ea"/>
                        </a:rPr>
                        <a:t>-2</a:t>
                      </a:r>
                      <a:endParaRPr lang="zh-CN" altLang="en-US" sz="1400" dirty="0">
                        <a:latin typeface="+mn-ea"/>
                        <a:ea typeface="+mn-ea"/>
                      </a:endParaRPr>
                    </a:p>
                  </a:txBody>
                  <a:tcPr marL="102992" marR="102992" marT="51496" marB="51496">
                    <a:solidFill>
                      <a:srgbClr val="31315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dirty="0">
                          <a:latin typeface="+mn-ea"/>
                          <a:ea typeface="+mn-ea"/>
                        </a:rPr>
                        <a:t>数据</a:t>
                      </a:r>
                      <a:r>
                        <a:rPr lang="en-US" altLang="zh-CN" sz="1400" dirty="0">
                          <a:latin typeface="+mn-ea"/>
                          <a:ea typeface="+mn-ea"/>
                        </a:rPr>
                        <a:t>-3</a:t>
                      </a:r>
                      <a:endParaRPr lang="zh-CN" altLang="en-US" sz="1400" dirty="0">
                        <a:latin typeface="+mn-ea"/>
                        <a:ea typeface="+mn-ea"/>
                      </a:endParaRPr>
                    </a:p>
                  </a:txBody>
                  <a:tcPr marL="102992" marR="102992" marT="51496" marB="51496">
                    <a:solidFill>
                      <a:srgbClr val="31315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dirty="0">
                          <a:latin typeface="+mn-ea"/>
                          <a:ea typeface="+mn-ea"/>
                        </a:rPr>
                        <a:t>数据</a:t>
                      </a:r>
                      <a:r>
                        <a:rPr lang="en-US" altLang="zh-CN" sz="1400" dirty="0">
                          <a:latin typeface="+mn-ea"/>
                          <a:ea typeface="+mn-ea"/>
                        </a:rPr>
                        <a:t>-4</a:t>
                      </a:r>
                      <a:endParaRPr lang="zh-CN" altLang="en-US" sz="1400" dirty="0">
                        <a:latin typeface="+mn-ea"/>
                        <a:ea typeface="+mn-ea"/>
                      </a:endParaRPr>
                    </a:p>
                  </a:txBody>
                  <a:tcPr marL="102992" marR="102992" marT="51496" marB="51496">
                    <a:solidFill>
                      <a:srgbClr val="31315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dirty="0">
                          <a:latin typeface="+mn-ea"/>
                          <a:ea typeface="+mn-ea"/>
                        </a:rPr>
                        <a:t>数据</a:t>
                      </a:r>
                      <a:r>
                        <a:rPr lang="en-US" altLang="zh-CN" sz="1400" dirty="0">
                          <a:latin typeface="+mn-ea"/>
                          <a:ea typeface="+mn-ea"/>
                        </a:rPr>
                        <a:t>-5</a:t>
                      </a:r>
                      <a:endParaRPr lang="zh-CN" altLang="en-US" sz="1400" dirty="0">
                        <a:latin typeface="+mn-ea"/>
                        <a:ea typeface="+mn-ea"/>
                      </a:endParaRPr>
                    </a:p>
                  </a:txBody>
                  <a:tcPr marL="102992" marR="102992" marT="51496" marB="51496">
                    <a:solidFill>
                      <a:srgbClr val="313159"/>
                    </a:solidFill>
                  </a:tcPr>
                </a:tc>
              </a:tr>
              <a:tr h="417689">
                <a:tc>
                  <a:txBody>
                    <a:bodyPr/>
                    <a:lstStyle/>
                    <a:p>
                      <a:pPr algn="ctr"/>
                      <a:r>
                        <a:rPr lang="en-US" altLang="zh-CN" sz="1200" dirty="0">
                          <a:solidFill>
                            <a:schemeClr val="tx1">
                              <a:lumMod val="50000"/>
                              <a:lumOff val="50000"/>
                            </a:schemeClr>
                          </a:solidFill>
                          <a:latin typeface="+mn-ea"/>
                          <a:ea typeface="+mn-ea"/>
                        </a:rPr>
                        <a:t>value</a:t>
                      </a:r>
                      <a:endParaRPr lang="zh-CN" altLang="en-US" sz="1200" dirty="0">
                        <a:solidFill>
                          <a:schemeClr val="tx1">
                            <a:lumMod val="50000"/>
                            <a:lumOff val="50000"/>
                          </a:schemeClr>
                        </a:solidFill>
                        <a:latin typeface="+mn-ea"/>
                        <a:ea typeface="+mn-ea"/>
                      </a:endParaRPr>
                    </a:p>
                  </a:txBody>
                  <a:tcPr marL="102992" marR="102992" marT="51496" marB="51496">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a:solidFill>
                            <a:schemeClr val="tx1">
                              <a:lumMod val="50000"/>
                              <a:lumOff val="50000"/>
                            </a:schemeClr>
                          </a:solidFill>
                          <a:latin typeface="+mn-ea"/>
                          <a:ea typeface="+mn-ea"/>
                        </a:rPr>
                        <a:t>value</a:t>
                      </a:r>
                      <a:endParaRPr lang="zh-CN" altLang="en-US" sz="1400">
                        <a:solidFill>
                          <a:schemeClr val="tx1">
                            <a:lumMod val="50000"/>
                            <a:lumOff val="50000"/>
                          </a:schemeClr>
                        </a:solidFill>
                        <a:latin typeface="+mn-ea"/>
                        <a:ea typeface="+mn-ea"/>
                      </a:endParaRPr>
                    </a:p>
                  </a:txBody>
                  <a:tcPr marL="102992" marR="102992" marT="51496" marB="51496">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a:solidFill>
                            <a:schemeClr val="tx1">
                              <a:lumMod val="50000"/>
                              <a:lumOff val="50000"/>
                            </a:schemeClr>
                          </a:solidFill>
                          <a:latin typeface="+mn-ea"/>
                          <a:ea typeface="+mn-ea"/>
                        </a:rPr>
                        <a:t>value</a:t>
                      </a:r>
                      <a:endParaRPr lang="zh-CN" altLang="en-US" sz="1400">
                        <a:solidFill>
                          <a:schemeClr val="tx1">
                            <a:lumMod val="50000"/>
                            <a:lumOff val="50000"/>
                          </a:schemeClr>
                        </a:solidFill>
                        <a:latin typeface="+mn-ea"/>
                        <a:ea typeface="+mn-ea"/>
                      </a:endParaRPr>
                    </a:p>
                  </a:txBody>
                  <a:tcPr marL="102992" marR="102992" marT="51496" marB="51496">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a:solidFill>
                            <a:schemeClr val="tx1">
                              <a:lumMod val="50000"/>
                              <a:lumOff val="50000"/>
                            </a:schemeClr>
                          </a:solidFill>
                          <a:latin typeface="+mn-ea"/>
                          <a:ea typeface="+mn-ea"/>
                        </a:rPr>
                        <a:t>value</a:t>
                      </a:r>
                      <a:endParaRPr lang="zh-CN" altLang="en-US" sz="1400">
                        <a:solidFill>
                          <a:schemeClr val="tx1">
                            <a:lumMod val="50000"/>
                            <a:lumOff val="50000"/>
                          </a:schemeClr>
                        </a:solidFill>
                        <a:latin typeface="+mn-ea"/>
                        <a:ea typeface="+mn-ea"/>
                      </a:endParaRPr>
                    </a:p>
                  </a:txBody>
                  <a:tcPr marL="102992" marR="102992" marT="51496" marB="51496">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a:solidFill>
                            <a:schemeClr val="tx1">
                              <a:lumMod val="50000"/>
                              <a:lumOff val="50000"/>
                            </a:schemeClr>
                          </a:solidFill>
                          <a:latin typeface="+mn-ea"/>
                          <a:ea typeface="+mn-ea"/>
                        </a:rPr>
                        <a:t>value</a:t>
                      </a:r>
                      <a:endParaRPr lang="zh-CN" altLang="en-US" sz="1400">
                        <a:solidFill>
                          <a:schemeClr val="tx1">
                            <a:lumMod val="50000"/>
                            <a:lumOff val="50000"/>
                          </a:schemeClr>
                        </a:solidFill>
                        <a:latin typeface="+mn-ea"/>
                        <a:ea typeface="+mn-ea"/>
                      </a:endParaRPr>
                    </a:p>
                  </a:txBody>
                  <a:tcPr marL="102992" marR="102992" marT="51496" marB="51496">
                    <a:solidFill>
                      <a:schemeClr val="bg1"/>
                    </a:solidFill>
                  </a:tcPr>
                </a:tc>
              </a:tr>
              <a:tr h="417689">
                <a:tc>
                  <a:txBody>
                    <a:bodyPr/>
                    <a:lstStyle/>
                    <a:p>
                      <a:pPr algn="ctr"/>
                      <a:r>
                        <a:rPr lang="en-US" altLang="zh-CN" sz="1400">
                          <a:latin typeface="+mn-ea"/>
                          <a:ea typeface="+mn-ea"/>
                        </a:rPr>
                        <a:t>-</a:t>
                      </a:r>
                      <a:endParaRPr lang="zh-CN" altLang="en-US" sz="1400">
                        <a:latin typeface="+mn-ea"/>
                        <a:ea typeface="+mn-ea"/>
                      </a:endParaRPr>
                    </a:p>
                  </a:txBody>
                  <a:tcPr marL="102992" marR="102992" marT="51496" marB="51496">
                    <a:solidFill>
                      <a:schemeClr val="bg1">
                        <a:lumMod val="95000"/>
                      </a:schemeClr>
                    </a:solidFill>
                  </a:tcPr>
                </a:tc>
                <a:tc>
                  <a:txBody>
                    <a:bodyPr/>
                    <a:lstStyle/>
                    <a:p>
                      <a:pPr algn="ctr"/>
                      <a:r>
                        <a:rPr lang="en-US" altLang="zh-CN" sz="1400">
                          <a:latin typeface="+mn-ea"/>
                          <a:ea typeface="+mn-ea"/>
                        </a:rPr>
                        <a:t>-</a:t>
                      </a:r>
                      <a:endParaRPr lang="zh-CN" altLang="en-US" sz="1400">
                        <a:latin typeface="+mn-ea"/>
                        <a:ea typeface="+mn-ea"/>
                      </a:endParaRPr>
                    </a:p>
                  </a:txBody>
                  <a:tcPr marL="102992" marR="102992" marT="51496" marB="51496">
                    <a:solidFill>
                      <a:schemeClr val="bg1">
                        <a:lumMod val="95000"/>
                      </a:schemeClr>
                    </a:solidFill>
                  </a:tcPr>
                </a:tc>
                <a:tc>
                  <a:txBody>
                    <a:bodyPr/>
                    <a:lstStyle/>
                    <a:p>
                      <a:pPr algn="ctr"/>
                      <a:r>
                        <a:rPr lang="en-US" altLang="zh-CN" sz="1400">
                          <a:latin typeface="+mn-ea"/>
                          <a:ea typeface="+mn-ea"/>
                        </a:rPr>
                        <a:t>-</a:t>
                      </a:r>
                      <a:endParaRPr lang="zh-CN" altLang="en-US" sz="1400">
                        <a:latin typeface="+mn-ea"/>
                        <a:ea typeface="+mn-ea"/>
                      </a:endParaRPr>
                    </a:p>
                  </a:txBody>
                  <a:tcPr marL="102992" marR="102992" marT="51496" marB="51496">
                    <a:solidFill>
                      <a:schemeClr val="bg1">
                        <a:lumMod val="95000"/>
                      </a:schemeClr>
                    </a:solidFill>
                  </a:tcPr>
                </a:tc>
                <a:tc>
                  <a:txBody>
                    <a:bodyPr/>
                    <a:lstStyle/>
                    <a:p>
                      <a:pPr algn="ctr"/>
                      <a:r>
                        <a:rPr lang="en-US" altLang="zh-CN" sz="1400">
                          <a:latin typeface="+mn-ea"/>
                          <a:ea typeface="+mn-ea"/>
                        </a:rPr>
                        <a:t>-</a:t>
                      </a:r>
                      <a:endParaRPr lang="zh-CN" altLang="en-US" sz="1400">
                        <a:latin typeface="+mn-ea"/>
                        <a:ea typeface="+mn-ea"/>
                      </a:endParaRPr>
                    </a:p>
                  </a:txBody>
                  <a:tcPr marL="102992" marR="102992" marT="51496" marB="51496">
                    <a:solidFill>
                      <a:schemeClr val="bg1">
                        <a:lumMod val="95000"/>
                      </a:schemeClr>
                    </a:solidFill>
                  </a:tcPr>
                </a:tc>
                <a:tc>
                  <a:txBody>
                    <a:bodyPr/>
                    <a:lstStyle/>
                    <a:p>
                      <a:pPr algn="ctr"/>
                      <a:r>
                        <a:rPr lang="en-US" altLang="zh-CN" sz="1400">
                          <a:latin typeface="+mn-ea"/>
                          <a:ea typeface="+mn-ea"/>
                        </a:rPr>
                        <a:t>-</a:t>
                      </a:r>
                      <a:endParaRPr lang="zh-CN" altLang="en-US" sz="1400">
                        <a:latin typeface="+mn-ea"/>
                        <a:ea typeface="+mn-ea"/>
                      </a:endParaRPr>
                    </a:p>
                  </a:txBody>
                  <a:tcPr marL="102992" marR="102992" marT="51496" marB="51496">
                    <a:solidFill>
                      <a:schemeClr val="bg1">
                        <a:lumMod val="95000"/>
                      </a:schemeClr>
                    </a:solidFill>
                  </a:tcPr>
                </a:tc>
              </a:tr>
              <a:tr h="417689">
                <a:tc>
                  <a:txBody>
                    <a:bodyPr/>
                    <a:lstStyle/>
                    <a:p>
                      <a:pPr algn="ctr"/>
                      <a:r>
                        <a:rPr lang="en-US" altLang="zh-CN" sz="1200" dirty="0">
                          <a:solidFill>
                            <a:schemeClr val="tx1">
                              <a:lumMod val="50000"/>
                              <a:lumOff val="50000"/>
                            </a:schemeClr>
                          </a:solidFill>
                          <a:latin typeface="+mn-ea"/>
                          <a:ea typeface="+mn-ea"/>
                        </a:rPr>
                        <a:t>2023</a:t>
                      </a:r>
                      <a:endParaRPr lang="zh-CN" altLang="en-US" sz="1200" dirty="0">
                        <a:solidFill>
                          <a:schemeClr val="tx1">
                            <a:lumMod val="50000"/>
                            <a:lumOff val="50000"/>
                          </a:schemeClr>
                        </a:solidFill>
                        <a:latin typeface="+mn-ea"/>
                        <a:ea typeface="+mn-ea"/>
                      </a:endParaRPr>
                    </a:p>
                  </a:txBody>
                  <a:tcPr marL="102992" marR="102992" marT="51496" marB="51496">
                    <a:solidFill>
                      <a:schemeClr val="bg1"/>
                    </a:solidFill>
                  </a:tcPr>
                </a:tc>
                <a:tc>
                  <a:txBody>
                    <a:bodyPr/>
                    <a:lstStyle/>
                    <a:p>
                      <a:pPr algn="ctr"/>
                      <a:r>
                        <a:rPr lang="en-US" altLang="zh-CN" sz="1200" dirty="0">
                          <a:solidFill>
                            <a:schemeClr val="tx1">
                              <a:lumMod val="50000"/>
                              <a:lumOff val="50000"/>
                            </a:schemeClr>
                          </a:solidFill>
                          <a:latin typeface="+mn-ea"/>
                          <a:ea typeface="+mn-ea"/>
                        </a:rPr>
                        <a:t>2024</a:t>
                      </a:r>
                      <a:endParaRPr lang="zh-CN" altLang="en-US" sz="1200" dirty="0">
                        <a:solidFill>
                          <a:schemeClr val="tx1">
                            <a:lumMod val="50000"/>
                            <a:lumOff val="50000"/>
                          </a:schemeClr>
                        </a:solidFill>
                        <a:latin typeface="+mn-ea"/>
                        <a:ea typeface="+mn-ea"/>
                      </a:endParaRPr>
                    </a:p>
                  </a:txBody>
                  <a:tcPr marL="102992" marR="102992" marT="51496" marB="51496">
                    <a:solidFill>
                      <a:schemeClr val="bg1"/>
                    </a:solidFill>
                  </a:tcPr>
                </a:tc>
                <a:tc>
                  <a:txBody>
                    <a:bodyPr/>
                    <a:lstStyle/>
                    <a:p>
                      <a:pPr algn="ctr"/>
                      <a:r>
                        <a:rPr lang="en-US" altLang="zh-CN" sz="1200" dirty="0">
                          <a:solidFill>
                            <a:schemeClr val="tx1">
                              <a:lumMod val="50000"/>
                              <a:lumOff val="50000"/>
                            </a:schemeClr>
                          </a:solidFill>
                          <a:latin typeface="+mn-ea"/>
                          <a:ea typeface="+mn-ea"/>
                        </a:rPr>
                        <a:t>2025</a:t>
                      </a:r>
                      <a:endParaRPr lang="zh-CN" altLang="en-US" sz="1200" dirty="0">
                        <a:solidFill>
                          <a:schemeClr val="tx1">
                            <a:lumMod val="50000"/>
                            <a:lumOff val="50000"/>
                          </a:schemeClr>
                        </a:solidFill>
                        <a:latin typeface="+mn-ea"/>
                        <a:ea typeface="+mn-ea"/>
                      </a:endParaRPr>
                    </a:p>
                  </a:txBody>
                  <a:tcPr marL="102992" marR="102992" marT="51496" marB="51496">
                    <a:solidFill>
                      <a:schemeClr val="bg1"/>
                    </a:solidFill>
                  </a:tcPr>
                </a:tc>
                <a:tc>
                  <a:txBody>
                    <a:bodyPr/>
                    <a:lstStyle/>
                    <a:p>
                      <a:pPr algn="ctr"/>
                      <a:r>
                        <a:rPr lang="en-US" altLang="zh-CN" sz="1200" dirty="0">
                          <a:solidFill>
                            <a:schemeClr val="tx1">
                              <a:lumMod val="50000"/>
                              <a:lumOff val="50000"/>
                            </a:schemeClr>
                          </a:solidFill>
                          <a:latin typeface="+mn-ea"/>
                          <a:ea typeface="+mn-ea"/>
                        </a:rPr>
                        <a:t>2026</a:t>
                      </a:r>
                      <a:endParaRPr lang="zh-CN" altLang="en-US" sz="1200" dirty="0">
                        <a:solidFill>
                          <a:schemeClr val="tx1">
                            <a:lumMod val="50000"/>
                            <a:lumOff val="50000"/>
                          </a:schemeClr>
                        </a:solidFill>
                        <a:latin typeface="+mn-ea"/>
                        <a:ea typeface="+mn-ea"/>
                      </a:endParaRPr>
                    </a:p>
                  </a:txBody>
                  <a:tcPr marL="102992" marR="102992" marT="51496" marB="51496">
                    <a:solidFill>
                      <a:schemeClr val="bg1"/>
                    </a:solidFill>
                  </a:tcPr>
                </a:tc>
                <a:tc>
                  <a:txBody>
                    <a:bodyPr/>
                    <a:lstStyle/>
                    <a:p>
                      <a:pPr algn="ctr"/>
                      <a:r>
                        <a:rPr lang="en-US" altLang="zh-CN" sz="1200" dirty="0">
                          <a:solidFill>
                            <a:schemeClr val="tx1">
                              <a:lumMod val="50000"/>
                              <a:lumOff val="50000"/>
                            </a:schemeClr>
                          </a:solidFill>
                          <a:latin typeface="+mn-ea"/>
                          <a:ea typeface="+mn-ea"/>
                        </a:rPr>
                        <a:t>2027</a:t>
                      </a:r>
                      <a:endParaRPr lang="zh-CN" altLang="en-US" sz="1200" dirty="0">
                        <a:solidFill>
                          <a:schemeClr val="tx1">
                            <a:lumMod val="50000"/>
                            <a:lumOff val="50000"/>
                          </a:schemeClr>
                        </a:solidFill>
                        <a:latin typeface="+mn-ea"/>
                        <a:ea typeface="+mn-ea"/>
                      </a:endParaRPr>
                    </a:p>
                  </a:txBody>
                  <a:tcPr marL="102992" marR="102992" marT="51496" marB="51496">
                    <a:solidFill>
                      <a:schemeClr val="bg1"/>
                    </a:solidFill>
                  </a:tcPr>
                </a:tc>
              </a:tr>
              <a:tr h="417689">
                <a:tc>
                  <a:txBody>
                    <a:bodyPr/>
                    <a:lstStyle/>
                    <a:p>
                      <a:pPr algn="ctr"/>
                      <a:r>
                        <a:rPr lang="en-US" altLang="zh-CN" sz="1400">
                          <a:latin typeface="+mn-ea"/>
                          <a:ea typeface="+mn-ea"/>
                        </a:rPr>
                        <a:t>-</a:t>
                      </a:r>
                      <a:endParaRPr lang="zh-CN" altLang="en-US" sz="1400">
                        <a:latin typeface="+mn-ea"/>
                        <a:ea typeface="+mn-ea"/>
                      </a:endParaRPr>
                    </a:p>
                  </a:txBody>
                  <a:tcPr marL="102992" marR="102992" marT="51496" marB="51496">
                    <a:solidFill>
                      <a:schemeClr val="bg1">
                        <a:lumMod val="95000"/>
                      </a:schemeClr>
                    </a:solidFill>
                  </a:tcPr>
                </a:tc>
                <a:tc>
                  <a:txBody>
                    <a:bodyPr/>
                    <a:lstStyle/>
                    <a:p>
                      <a:pPr algn="ctr"/>
                      <a:r>
                        <a:rPr lang="en-US" altLang="zh-CN" sz="1400">
                          <a:latin typeface="+mn-ea"/>
                          <a:ea typeface="+mn-ea"/>
                        </a:rPr>
                        <a:t>-</a:t>
                      </a:r>
                      <a:endParaRPr lang="zh-CN" altLang="en-US" sz="1400">
                        <a:latin typeface="+mn-ea"/>
                        <a:ea typeface="+mn-ea"/>
                      </a:endParaRPr>
                    </a:p>
                  </a:txBody>
                  <a:tcPr marL="102992" marR="102992" marT="51496" marB="51496">
                    <a:solidFill>
                      <a:schemeClr val="bg1">
                        <a:lumMod val="95000"/>
                      </a:schemeClr>
                    </a:solidFill>
                  </a:tcPr>
                </a:tc>
                <a:tc>
                  <a:txBody>
                    <a:bodyPr/>
                    <a:lstStyle/>
                    <a:p>
                      <a:pPr algn="ctr"/>
                      <a:r>
                        <a:rPr lang="en-US" altLang="zh-CN" sz="1400">
                          <a:latin typeface="+mn-ea"/>
                          <a:ea typeface="+mn-ea"/>
                        </a:rPr>
                        <a:t>-</a:t>
                      </a:r>
                      <a:endParaRPr lang="zh-CN" altLang="en-US" sz="1400">
                        <a:latin typeface="+mn-ea"/>
                        <a:ea typeface="+mn-ea"/>
                      </a:endParaRPr>
                    </a:p>
                  </a:txBody>
                  <a:tcPr marL="102992" marR="102992" marT="51496" marB="51496">
                    <a:solidFill>
                      <a:schemeClr val="bg1">
                        <a:lumMod val="95000"/>
                      </a:schemeClr>
                    </a:solidFill>
                  </a:tcPr>
                </a:tc>
                <a:tc>
                  <a:txBody>
                    <a:bodyPr/>
                    <a:lstStyle/>
                    <a:p>
                      <a:pPr algn="ctr"/>
                      <a:r>
                        <a:rPr lang="en-US" altLang="zh-CN" sz="1400">
                          <a:latin typeface="+mn-ea"/>
                          <a:ea typeface="+mn-ea"/>
                        </a:rPr>
                        <a:t>-</a:t>
                      </a:r>
                      <a:endParaRPr lang="zh-CN" altLang="en-US" sz="1400">
                        <a:latin typeface="+mn-ea"/>
                        <a:ea typeface="+mn-ea"/>
                      </a:endParaRPr>
                    </a:p>
                  </a:txBody>
                  <a:tcPr marL="102992" marR="102992" marT="51496" marB="51496">
                    <a:solidFill>
                      <a:schemeClr val="bg1">
                        <a:lumMod val="95000"/>
                      </a:schemeClr>
                    </a:solidFill>
                  </a:tcPr>
                </a:tc>
                <a:tc>
                  <a:txBody>
                    <a:bodyPr/>
                    <a:lstStyle/>
                    <a:p>
                      <a:pPr algn="ctr"/>
                      <a:r>
                        <a:rPr lang="en-US" altLang="zh-CN" sz="1400">
                          <a:latin typeface="+mn-ea"/>
                          <a:ea typeface="+mn-ea"/>
                        </a:rPr>
                        <a:t>-</a:t>
                      </a:r>
                      <a:endParaRPr lang="zh-CN" altLang="en-US" sz="1400">
                        <a:latin typeface="+mn-ea"/>
                        <a:ea typeface="+mn-ea"/>
                      </a:endParaRPr>
                    </a:p>
                  </a:txBody>
                  <a:tcPr marL="102992" marR="102992" marT="51496" marB="51496">
                    <a:solidFill>
                      <a:schemeClr val="bg1">
                        <a:lumMod val="95000"/>
                      </a:schemeClr>
                    </a:solidFill>
                  </a:tcPr>
                </a:tc>
              </a:tr>
              <a:tr h="417689">
                <a:tc>
                  <a:txBody>
                    <a:bodyPr/>
                    <a:lstStyle/>
                    <a:p>
                      <a:pPr algn="ctr"/>
                      <a:r>
                        <a:rPr lang="en-US" altLang="zh-CN" sz="1200" dirty="0">
                          <a:solidFill>
                            <a:schemeClr val="tx1">
                              <a:lumMod val="50000"/>
                              <a:lumOff val="50000"/>
                            </a:schemeClr>
                          </a:solidFill>
                          <a:latin typeface="+mn-ea"/>
                          <a:ea typeface="+mn-ea"/>
                        </a:rPr>
                        <a:t>Content-</a:t>
                      </a:r>
                      <a:r>
                        <a:rPr lang="en-US" altLang="zh-CN" sz="1400" dirty="0">
                          <a:solidFill>
                            <a:schemeClr val="tx1">
                              <a:lumMod val="50000"/>
                              <a:lumOff val="50000"/>
                            </a:schemeClr>
                          </a:solidFill>
                          <a:latin typeface="+mn-ea"/>
                          <a:ea typeface="+mn-ea"/>
                        </a:rPr>
                        <a:t>1</a:t>
                      </a:r>
                      <a:endParaRPr lang="en-US" altLang="zh-CN" sz="1200" dirty="0">
                        <a:solidFill>
                          <a:schemeClr val="tx1">
                            <a:lumMod val="50000"/>
                            <a:lumOff val="50000"/>
                          </a:schemeClr>
                        </a:solidFill>
                        <a:latin typeface="+mn-ea"/>
                        <a:ea typeface="+mn-ea"/>
                      </a:endParaRPr>
                    </a:p>
                  </a:txBody>
                  <a:tcPr marL="102992" marR="102992" marT="51496" marB="51496">
                    <a:solidFill>
                      <a:schemeClr val="bg1"/>
                    </a:solidFill>
                  </a:tcPr>
                </a:tc>
                <a:tc>
                  <a:txBody>
                    <a:bodyPr/>
                    <a:lstStyle/>
                    <a:p>
                      <a:pPr algn="ctr"/>
                      <a:r>
                        <a:rPr lang="en-US" altLang="zh-CN" sz="1200" dirty="0">
                          <a:solidFill>
                            <a:schemeClr val="tx1">
                              <a:lumMod val="50000"/>
                              <a:lumOff val="50000"/>
                            </a:schemeClr>
                          </a:solidFill>
                          <a:latin typeface="+mn-ea"/>
                          <a:ea typeface="+mn-ea"/>
                        </a:rPr>
                        <a:t>Content-</a:t>
                      </a:r>
                      <a:r>
                        <a:rPr lang="en-US" altLang="zh-CN" sz="1400" dirty="0">
                          <a:solidFill>
                            <a:schemeClr val="tx1">
                              <a:lumMod val="50000"/>
                              <a:lumOff val="50000"/>
                            </a:schemeClr>
                          </a:solidFill>
                          <a:latin typeface="+mn-ea"/>
                          <a:ea typeface="+mn-ea"/>
                        </a:rPr>
                        <a:t>2</a:t>
                      </a:r>
                      <a:endParaRPr lang="en-US" altLang="zh-CN" sz="1200" dirty="0">
                        <a:solidFill>
                          <a:schemeClr val="tx1">
                            <a:lumMod val="50000"/>
                            <a:lumOff val="50000"/>
                          </a:schemeClr>
                        </a:solidFill>
                        <a:latin typeface="+mn-ea"/>
                        <a:ea typeface="+mn-ea"/>
                      </a:endParaRPr>
                    </a:p>
                  </a:txBody>
                  <a:tcPr marL="102992" marR="102992" marT="51496" marB="51496">
                    <a:solidFill>
                      <a:schemeClr val="bg1"/>
                    </a:solidFill>
                  </a:tcPr>
                </a:tc>
                <a:tc>
                  <a:txBody>
                    <a:bodyPr/>
                    <a:lstStyle/>
                    <a:p>
                      <a:pPr algn="ctr"/>
                      <a:r>
                        <a:rPr lang="en-US" altLang="zh-CN" sz="1200" dirty="0">
                          <a:solidFill>
                            <a:schemeClr val="tx1">
                              <a:lumMod val="50000"/>
                              <a:lumOff val="50000"/>
                            </a:schemeClr>
                          </a:solidFill>
                          <a:latin typeface="+mn-ea"/>
                          <a:ea typeface="+mn-ea"/>
                        </a:rPr>
                        <a:t>Content-</a:t>
                      </a:r>
                      <a:r>
                        <a:rPr lang="en-US" altLang="zh-CN" sz="1400" dirty="0">
                          <a:solidFill>
                            <a:schemeClr val="tx1">
                              <a:lumMod val="50000"/>
                              <a:lumOff val="50000"/>
                            </a:schemeClr>
                          </a:solidFill>
                          <a:latin typeface="+mn-ea"/>
                          <a:ea typeface="+mn-ea"/>
                        </a:rPr>
                        <a:t>3</a:t>
                      </a:r>
                      <a:endParaRPr lang="en-US" altLang="zh-CN" sz="1200" dirty="0">
                        <a:solidFill>
                          <a:schemeClr val="tx1">
                            <a:lumMod val="50000"/>
                            <a:lumOff val="50000"/>
                          </a:schemeClr>
                        </a:solidFill>
                        <a:latin typeface="+mn-ea"/>
                        <a:ea typeface="+mn-ea"/>
                      </a:endParaRPr>
                    </a:p>
                  </a:txBody>
                  <a:tcPr marL="102992" marR="102992" marT="51496" marB="51496">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lumMod val="50000"/>
                              <a:lumOff val="50000"/>
                            </a:schemeClr>
                          </a:solidFill>
                          <a:latin typeface="+mn-ea"/>
                          <a:ea typeface="+mn-ea"/>
                        </a:rPr>
                        <a:t>Content-</a:t>
                      </a:r>
                      <a:r>
                        <a:rPr lang="en-US" altLang="zh-CN" sz="1400" dirty="0">
                          <a:solidFill>
                            <a:schemeClr val="tx1">
                              <a:lumMod val="50000"/>
                              <a:lumOff val="50000"/>
                            </a:schemeClr>
                          </a:solidFill>
                          <a:latin typeface="+mn-ea"/>
                          <a:ea typeface="+mn-ea"/>
                        </a:rPr>
                        <a:t>4</a:t>
                      </a:r>
                      <a:endParaRPr lang="en-US" altLang="zh-CN" sz="1200" dirty="0">
                        <a:solidFill>
                          <a:schemeClr val="tx1">
                            <a:lumMod val="50000"/>
                            <a:lumOff val="50000"/>
                          </a:schemeClr>
                        </a:solidFill>
                        <a:latin typeface="+mn-ea"/>
                        <a:ea typeface="+mn-ea"/>
                      </a:endParaRPr>
                    </a:p>
                  </a:txBody>
                  <a:tcPr marL="102992" marR="102992" marT="51496" marB="51496">
                    <a:solidFill>
                      <a:schemeClr val="bg1"/>
                    </a:solidFill>
                  </a:tcPr>
                </a:tc>
                <a:tc>
                  <a:txBody>
                    <a:bodyPr/>
                    <a:lstStyle/>
                    <a:p>
                      <a:pPr algn="ctr"/>
                      <a:r>
                        <a:rPr lang="en-US" altLang="zh-CN" sz="1200" dirty="0">
                          <a:solidFill>
                            <a:schemeClr val="tx1">
                              <a:lumMod val="50000"/>
                              <a:lumOff val="50000"/>
                            </a:schemeClr>
                          </a:solidFill>
                          <a:latin typeface="+mn-ea"/>
                          <a:ea typeface="+mn-ea"/>
                        </a:rPr>
                        <a:t>Content-</a:t>
                      </a:r>
                      <a:r>
                        <a:rPr lang="en-US" altLang="zh-CN" sz="1400" dirty="0">
                          <a:solidFill>
                            <a:schemeClr val="tx1">
                              <a:lumMod val="50000"/>
                              <a:lumOff val="50000"/>
                            </a:schemeClr>
                          </a:solidFill>
                          <a:latin typeface="+mn-ea"/>
                          <a:ea typeface="+mn-ea"/>
                        </a:rPr>
                        <a:t>5</a:t>
                      </a:r>
                      <a:endParaRPr lang="en-US" altLang="zh-CN" sz="1200" dirty="0">
                        <a:solidFill>
                          <a:schemeClr val="tx1">
                            <a:lumMod val="50000"/>
                            <a:lumOff val="50000"/>
                          </a:schemeClr>
                        </a:solidFill>
                        <a:latin typeface="+mn-ea"/>
                        <a:ea typeface="+mn-ea"/>
                      </a:endParaRPr>
                    </a:p>
                  </a:txBody>
                  <a:tcPr marL="102992" marR="102992" marT="51496" marB="51496">
                    <a:solidFill>
                      <a:schemeClr val="bg1"/>
                    </a:solidFill>
                  </a:tcPr>
                </a:tc>
              </a:tr>
              <a:tr h="417689">
                <a:tc>
                  <a:txBody>
                    <a:bodyPr/>
                    <a:lstStyle/>
                    <a:p>
                      <a:pPr algn="ctr"/>
                      <a:r>
                        <a:rPr lang="en-US" altLang="zh-CN" sz="1400">
                          <a:latin typeface="+mn-ea"/>
                          <a:ea typeface="+mn-ea"/>
                        </a:rPr>
                        <a:t>-</a:t>
                      </a:r>
                      <a:endParaRPr lang="zh-CN" altLang="en-US" sz="1400">
                        <a:latin typeface="+mn-ea"/>
                        <a:ea typeface="+mn-ea"/>
                      </a:endParaRPr>
                    </a:p>
                  </a:txBody>
                  <a:tcPr marL="102992" marR="102992" marT="51496" marB="51496">
                    <a:solidFill>
                      <a:schemeClr val="bg1">
                        <a:lumMod val="95000"/>
                      </a:schemeClr>
                    </a:solidFill>
                  </a:tcPr>
                </a:tc>
                <a:tc>
                  <a:txBody>
                    <a:bodyPr/>
                    <a:lstStyle/>
                    <a:p>
                      <a:pPr algn="ctr"/>
                      <a:r>
                        <a:rPr lang="en-US" altLang="zh-CN" sz="1400">
                          <a:latin typeface="+mn-ea"/>
                          <a:ea typeface="+mn-ea"/>
                        </a:rPr>
                        <a:t>-</a:t>
                      </a:r>
                      <a:endParaRPr lang="zh-CN" altLang="en-US" sz="1400">
                        <a:latin typeface="+mn-ea"/>
                        <a:ea typeface="+mn-ea"/>
                      </a:endParaRPr>
                    </a:p>
                  </a:txBody>
                  <a:tcPr marL="102992" marR="102992" marT="51496" marB="51496">
                    <a:solidFill>
                      <a:schemeClr val="bg1">
                        <a:lumMod val="95000"/>
                      </a:schemeClr>
                    </a:solidFill>
                  </a:tcPr>
                </a:tc>
                <a:tc>
                  <a:txBody>
                    <a:bodyPr/>
                    <a:lstStyle/>
                    <a:p>
                      <a:pPr algn="ctr"/>
                      <a:r>
                        <a:rPr lang="en-US" altLang="zh-CN" sz="1400">
                          <a:latin typeface="+mn-ea"/>
                          <a:ea typeface="+mn-ea"/>
                        </a:rPr>
                        <a:t>-</a:t>
                      </a:r>
                      <a:endParaRPr lang="zh-CN" altLang="en-US" sz="1400">
                        <a:latin typeface="+mn-ea"/>
                        <a:ea typeface="+mn-ea"/>
                      </a:endParaRPr>
                    </a:p>
                  </a:txBody>
                  <a:tcPr marL="102992" marR="102992" marT="51496" marB="51496">
                    <a:solidFill>
                      <a:schemeClr val="bg1">
                        <a:lumMod val="95000"/>
                      </a:schemeClr>
                    </a:solidFill>
                  </a:tcPr>
                </a:tc>
                <a:tc>
                  <a:txBody>
                    <a:bodyPr/>
                    <a:lstStyle/>
                    <a:p>
                      <a:pPr algn="ctr"/>
                      <a:r>
                        <a:rPr lang="en-US" altLang="zh-CN" sz="1400">
                          <a:latin typeface="+mn-ea"/>
                          <a:ea typeface="+mn-ea"/>
                        </a:rPr>
                        <a:t>-</a:t>
                      </a:r>
                      <a:endParaRPr lang="zh-CN" altLang="en-US" sz="1400">
                        <a:latin typeface="+mn-ea"/>
                        <a:ea typeface="+mn-ea"/>
                      </a:endParaRPr>
                    </a:p>
                  </a:txBody>
                  <a:tcPr marL="102992" marR="102992" marT="51496" marB="51496">
                    <a:solidFill>
                      <a:schemeClr val="bg1">
                        <a:lumMod val="95000"/>
                      </a:schemeClr>
                    </a:solidFill>
                  </a:tcPr>
                </a:tc>
                <a:tc>
                  <a:txBody>
                    <a:bodyPr/>
                    <a:lstStyle/>
                    <a:p>
                      <a:pPr algn="ctr"/>
                      <a:r>
                        <a:rPr lang="en-US" altLang="zh-CN" sz="1400" dirty="0">
                          <a:latin typeface="+mn-ea"/>
                          <a:ea typeface="+mn-ea"/>
                        </a:rPr>
                        <a:t>-</a:t>
                      </a:r>
                      <a:endParaRPr lang="zh-CN" altLang="en-US" sz="1400" dirty="0">
                        <a:latin typeface="+mn-ea"/>
                        <a:ea typeface="+mn-ea"/>
                      </a:endParaRPr>
                    </a:p>
                  </a:txBody>
                  <a:tcPr marL="102992" marR="102992" marT="51496" marB="51496">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dissolv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7709709" y="3338948"/>
            <a:ext cx="5080000" cy="5080000"/>
          </a:xfrm>
          <a:prstGeom prst="ellipse">
            <a:avLst/>
          </a:prstGeom>
          <a:gradFill flip="none" rotWithShape="1">
            <a:gsLst>
              <a:gs pos="0">
                <a:srgbClr val="A3E4EC"/>
              </a:gs>
              <a:gs pos="57000">
                <a:srgbClr val="FEEFA0"/>
              </a:gs>
              <a:gs pos="100000">
                <a:srgbClr val="FF7CA9"/>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7" name="组合 6"/>
          <p:cNvGrpSpPr/>
          <p:nvPr/>
        </p:nvGrpSpPr>
        <p:grpSpPr>
          <a:xfrm>
            <a:off x="11457940" y="468969"/>
            <a:ext cx="248919" cy="807719"/>
            <a:chOff x="8648700" y="1473200"/>
            <a:chExt cx="248919" cy="807719"/>
          </a:xfrm>
        </p:grpSpPr>
        <p:grpSp>
          <p:nvGrpSpPr>
            <p:cNvPr id="8" name="组合 7"/>
            <p:cNvGrpSpPr/>
            <p:nvPr/>
          </p:nvGrpSpPr>
          <p:grpSpPr>
            <a:xfrm>
              <a:off x="8648700" y="1473200"/>
              <a:ext cx="248919" cy="45719"/>
              <a:chOff x="8420100" y="1473200"/>
              <a:chExt cx="248919" cy="45719"/>
            </a:xfrm>
          </p:grpSpPr>
          <p:sp>
            <p:nvSpPr>
              <p:cNvPr id="18" name="椭圆 17"/>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椭圆 18"/>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9" name="组合 8"/>
            <p:cNvGrpSpPr/>
            <p:nvPr/>
          </p:nvGrpSpPr>
          <p:grpSpPr>
            <a:xfrm>
              <a:off x="8648700" y="1727200"/>
              <a:ext cx="248919" cy="45719"/>
              <a:chOff x="8420100" y="1473200"/>
              <a:chExt cx="248919" cy="45719"/>
            </a:xfrm>
          </p:grpSpPr>
          <p:sp>
            <p:nvSpPr>
              <p:cNvPr id="16" name="椭圆 15"/>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0" name="组合 9"/>
            <p:cNvGrpSpPr/>
            <p:nvPr/>
          </p:nvGrpSpPr>
          <p:grpSpPr>
            <a:xfrm>
              <a:off x="8648700" y="1981200"/>
              <a:ext cx="248919" cy="45719"/>
              <a:chOff x="8420100" y="1473200"/>
              <a:chExt cx="248919" cy="45719"/>
            </a:xfrm>
          </p:grpSpPr>
          <p:sp>
            <p:nvSpPr>
              <p:cNvPr id="14" name="椭圆 13"/>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1" name="组合 10"/>
            <p:cNvGrpSpPr/>
            <p:nvPr/>
          </p:nvGrpSpPr>
          <p:grpSpPr>
            <a:xfrm>
              <a:off x="8648700" y="2235200"/>
              <a:ext cx="248919" cy="45719"/>
              <a:chOff x="8420100" y="1473200"/>
              <a:chExt cx="248919" cy="45719"/>
            </a:xfrm>
          </p:grpSpPr>
          <p:sp>
            <p:nvSpPr>
              <p:cNvPr id="12" name="椭圆 11"/>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20" name="椭圆 19"/>
          <p:cNvSpPr/>
          <p:nvPr/>
        </p:nvSpPr>
        <p:spPr>
          <a:xfrm>
            <a:off x="9870774" y="4635118"/>
            <a:ext cx="1822812" cy="1822812"/>
          </a:xfrm>
          <a:prstGeom prst="ellipse">
            <a:avLst/>
          </a:prstGeom>
          <a:gradFill flip="none" rotWithShape="1">
            <a:gsLst>
              <a:gs pos="44000">
                <a:srgbClr val="FECFA2"/>
              </a:gs>
              <a:gs pos="100000">
                <a:srgbClr val="FF7CA9"/>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p:cNvSpPr/>
          <p:nvPr/>
        </p:nvSpPr>
        <p:spPr>
          <a:xfrm>
            <a:off x="10403568" y="2336014"/>
            <a:ext cx="535029" cy="53502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p:nvSpPr>
        <p:spPr>
          <a:xfrm>
            <a:off x="812800" y="468969"/>
            <a:ext cx="1143000" cy="179089"/>
          </a:xfrm>
          <a:prstGeom prst="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三角形 22"/>
          <p:cNvSpPr/>
          <p:nvPr/>
        </p:nvSpPr>
        <p:spPr>
          <a:xfrm rot="10800000">
            <a:off x="6781014" y="5873614"/>
            <a:ext cx="701561" cy="604794"/>
          </a:xfrm>
          <a:prstGeom prst="triangl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p:cNvSpPr txBox="1"/>
          <p:nvPr/>
        </p:nvSpPr>
        <p:spPr>
          <a:xfrm>
            <a:off x="714209" y="5928154"/>
            <a:ext cx="3743787" cy="276999"/>
          </a:xfrm>
          <a:prstGeom prst="rect">
            <a:avLst/>
          </a:prstGeom>
          <a:noFill/>
        </p:spPr>
        <p:txBody>
          <a:bodyPr wrap="square" rtlCol="0">
            <a:spAutoFit/>
          </a:bodyPr>
          <a:lstStyle/>
          <a:p>
            <a:pPr algn="dist"/>
            <a:r>
              <a:rPr kumimoji="1" lang="zh-CN" altLang="en-US" sz="1200" dirty="0">
                <a:solidFill>
                  <a:schemeClr val="tx1">
                    <a:lumMod val="50000"/>
                    <a:lumOff val="50000"/>
                  </a:schemeClr>
                </a:solidFill>
                <a:latin typeface="+mn-ea"/>
              </a:rPr>
              <a:t>千库网商务办公系列</a:t>
            </a:r>
            <a:r>
              <a:rPr kumimoji="1" lang="en-US" altLang="zh-CN" sz="1200" dirty="0">
                <a:solidFill>
                  <a:schemeClr val="tx1">
                    <a:lumMod val="50000"/>
                    <a:lumOff val="50000"/>
                  </a:schemeClr>
                </a:solidFill>
                <a:latin typeface="+mn-ea"/>
              </a:rPr>
              <a:t>PPT</a:t>
            </a:r>
            <a:r>
              <a:rPr kumimoji="1" lang="zh-CN" altLang="en-US" sz="1200" dirty="0">
                <a:solidFill>
                  <a:schemeClr val="tx1">
                    <a:lumMod val="50000"/>
                    <a:lumOff val="50000"/>
                  </a:schemeClr>
                </a:solidFill>
                <a:latin typeface="+mn-ea"/>
              </a:rPr>
              <a:t>模板</a:t>
            </a:r>
            <a:endParaRPr kumimoji="1" lang="zh-CN" altLang="en-US" sz="1200" dirty="0">
              <a:solidFill>
                <a:schemeClr val="tx1">
                  <a:lumMod val="50000"/>
                  <a:lumOff val="50000"/>
                </a:schemeClr>
              </a:solidFill>
              <a:latin typeface="+mn-ea"/>
            </a:endParaRPr>
          </a:p>
        </p:txBody>
      </p:sp>
      <p:sp>
        <p:nvSpPr>
          <p:cNvPr id="25" name="椭圆 24"/>
          <p:cNvSpPr/>
          <p:nvPr/>
        </p:nvSpPr>
        <p:spPr>
          <a:xfrm>
            <a:off x="10193853" y="2774527"/>
            <a:ext cx="3186449" cy="3186449"/>
          </a:xfrm>
          <a:prstGeom prst="ellips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椭圆 25"/>
          <p:cNvSpPr/>
          <p:nvPr/>
        </p:nvSpPr>
        <p:spPr>
          <a:xfrm>
            <a:off x="347797" y="6457930"/>
            <a:ext cx="877118" cy="877118"/>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p:nvSpPr>
        <p:spPr>
          <a:xfrm>
            <a:off x="895755" y="6457930"/>
            <a:ext cx="877118" cy="877118"/>
          </a:xfrm>
          <a:prstGeom prst="ellips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8" name="组合 27"/>
          <p:cNvGrpSpPr/>
          <p:nvPr/>
        </p:nvGrpSpPr>
        <p:grpSpPr>
          <a:xfrm rot="5400000">
            <a:off x="8334508" y="5548495"/>
            <a:ext cx="248919" cy="807719"/>
            <a:chOff x="8648700" y="1473200"/>
            <a:chExt cx="248919" cy="807719"/>
          </a:xfrm>
        </p:grpSpPr>
        <p:grpSp>
          <p:nvGrpSpPr>
            <p:cNvPr id="29" name="组合 28"/>
            <p:cNvGrpSpPr/>
            <p:nvPr/>
          </p:nvGrpSpPr>
          <p:grpSpPr>
            <a:xfrm>
              <a:off x="8648700" y="1473200"/>
              <a:ext cx="248919" cy="45719"/>
              <a:chOff x="8420100" y="1473200"/>
              <a:chExt cx="248919" cy="45719"/>
            </a:xfrm>
          </p:grpSpPr>
          <p:sp>
            <p:nvSpPr>
              <p:cNvPr id="39" name="椭圆 38"/>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椭圆 39"/>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0" name="组合 29"/>
            <p:cNvGrpSpPr/>
            <p:nvPr/>
          </p:nvGrpSpPr>
          <p:grpSpPr>
            <a:xfrm>
              <a:off x="8648700" y="1727200"/>
              <a:ext cx="248919" cy="45719"/>
              <a:chOff x="8420100" y="1473200"/>
              <a:chExt cx="248919" cy="45719"/>
            </a:xfrm>
          </p:grpSpPr>
          <p:sp>
            <p:nvSpPr>
              <p:cNvPr id="37" name="椭圆 36"/>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1" name="组合 30"/>
            <p:cNvGrpSpPr/>
            <p:nvPr/>
          </p:nvGrpSpPr>
          <p:grpSpPr>
            <a:xfrm>
              <a:off x="8648700" y="1981200"/>
              <a:ext cx="248919" cy="45719"/>
              <a:chOff x="8420100" y="1473200"/>
              <a:chExt cx="248919" cy="45719"/>
            </a:xfrm>
          </p:grpSpPr>
          <p:sp>
            <p:nvSpPr>
              <p:cNvPr id="35" name="椭圆 34"/>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2" name="组合 31"/>
            <p:cNvGrpSpPr/>
            <p:nvPr/>
          </p:nvGrpSpPr>
          <p:grpSpPr>
            <a:xfrm>
              <a:off x="8648700" y="2235200"/>
              <a:ext cx="248919" cy="45719"/>
              <a:chOff x="8420100" y="1473200"/>
              <a:chExt cx="248919" cy="45719"/>
            </a:xfrm>
          </p:grpSpPr>
          <p:sp>
            <p:nvSpPr>
              <p:cNvPr id="33" name="椭圆 32"/>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椭圆 33"/>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54" name="三角形 53"/>
          <p:cNvSpPr/>
          <p:nvPr/>
        </p:nvSpPr>
        <p:spPr>
          <a:xfrm>
            <a:off x="8817108" y="526925"/>
            <a:ext cx="869724" cy="749763"/>
          </a:xfrm>
          <a:prstGeom prst="triangl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三角形 54"/>
          <p:cNvSpPr/>
          <p:nvPr/>
        </p:nvSpPr>
        <p:spPr>
          <a:xfrm>
            <a:off x="9505407" y="1377751"/>
            <a:ext cx="439050" cy="378491"/>
          </a:xfrm>
          <a:prstGeom prst="triangl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文本框 1"/>
          <p:cNvSpPr txBox="1"/>
          <p:nvPr/>
        </p:nvSpPr>
        <p:spPr>
          <a:xfrm>
            <a:off x="688809" y="2723481"/>
            <a:ext cx="6887978" cy="1323439"/>
          </a:xfrm>
          <a:prstGeom prst="rect">
            <a:avLst/>
          </a:prstGeom>
          <a:noFill/>
        </p:spPr>
        <p:txBody>
          <a:bodyPr wrap="square" rtlCol="0">
            <a:spAutoFit/>
          </a:bodyPr>
          <a:lstStyle/>
          <a:p>
            <a:pPr algn="dist"/>
            <a:r>
              <a:rPr kumimoji="1" lang="zh-CN" altLang="en-US" sz="8000" dirty="0">
                <a:solidFill>
                  <a:srgbClr val="313159"/>
                </a:solidFill>
                <a:latin typeface="+mj-ea"/>
                <a:ea typeface="+mj-ea"/>
              </a:rPr>
              <a:t>销售目标计划</a:t>
            </a:r>
            <a:endParaRPr kumimoji="1" lang="zh-CN" altLang="en-US" sz="8000" dirty="0">
              <a:solidFill>
                <a:srgbClr val="313159"/>
              </a:solidFill>
              <a:latin typeface="+mj-ea"/>
              <a:ea typeface="+mj-ea"/>
            </a:endParaRPr>
          </a:p>
        </p:txBody>
      </p:sp>
      <p:sp>
        <p:nvSpPr>
          <p:cNvPr id="3" name="文本框 2"/>
          <p:cNvSpPr txBox="1"/>
          <p:nvPr/>
        </p:nvSpPr>
        <p:spPr>
          <a:xfrm>
            <a:off x="739609" y="2319911"/>
            <a:ext cx="3147015" cy="523220"/>
          </a:xfrm>
          <a:prstGeom prst="rect">
            <a:avLst/>
          </a:prstGeom>
          <a:noFill/>
        </p:spPr>
        <p:txBody>
          <a:bodyPr wrap="none" rtlCol="0">
            <a:spAutoFit/>
          </a:bodyPr>
          <a:lstStyle/>
          <a:p>
            <a:r>
              <a:rPr kumimoji="1" lang="zh-CN" altLang="en-US" sz="2800" dirty="0">
                <a:solidFill>
                  <a:schemeClr val="tx1">
                    <a:lumMod val="75000"/>
                    <a:lumOff val="25000"/>
                  </a:schemeClr>
                </a:solidFill>
                <a:latin typeface="+mj-ea"/>
                <a:ea typeface="+mj-ea"/>
              </a:rPr>
              <a:t>第四部分 </a:t>
            </a:r>
            <a:r>
              <a:rPr kumimoji="1" lang="en-US" altLang="zh-CN" sz="2800" dirty="0">
                <a:solidFill>
                  <a:schemeClr val="tx1">
                    <a:lumMod val="75000"/>
                    <a:lumOff val="25000"/>
                  </a:schemeClr>
                </a:solidFill>
                <a:latin typeface="+mj-ea"/>
                <a:ea typeface="+mj-ea"/>
              </a:rPr>
              <a:t>PART</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04</a:t>
            </a:r>
            <a:endParaRPr kumimoji="1" lang="zh-CN" altLang="en-US" sz="2800" dirty="0">
              <a:solidFill>
                <a:schemeClr val="tx1">
                  <a:lumMod val="75000"/>
                  <a:lumOff val="25000"/>
                </a:schemeClr>
              </a:solidFill>
              <a:latin typeface="+mj-ea"/>
              <a:ea typeface="+mj-ea"/>
            </a:endParaRPr>
          </a:p>
        </p:txBody>
      </p:sp>
      <p:sp>
        <p:nvSpPr>
          <p:cNvPr id="4" name="文本框 3"/>
          <p:cNvSpPr txBox="1"/>
          <p:nvPr/>
        </p:nvSpPr>
        <p:spPr>
          <a:xfrm>
            <a:off x="701509" y="3996454"/>
            <a:ext cx="6887978" cy="535852"/>
          </a:xfrm>
          <a:prstGeom prst="rect">
            <a:avLst/>
          </a:prstGeom>
          <a:noFill/>
        </p:spPr>
        <p:txBody>
          <a:bodyPr wrap="square" rtlCol="0">
            <a:spAutoFit/>
          </a:bodyPr>
          <a:lstStyle/>
          <a:p>
            <a:pPr>
              <a:lnSpc>
                <a:spcPct val="150000"/>
              </a:lnSpc>
            </a:pPr>
            <a:r>
              <a:rPr lang="en-GB" altLang="zh-CN" sz="1050" dirty="0">
                <a:solidFill>
                  <a:schemeClr val="bg1">
                    <a:lumMod val="50000"/>
                  </a:schemeClr>
                </a:solidFill>
                <a:latin typeface="+mn-ea"/>
              </a:rPr>
              <a:t>your content is entered here, or by copying your text, select paste in this box and choose to retain only text. your content is typed here, or by copying your text, select paste in this box.</a:t>
            </a:r>
            <a:endParaRPr lang="en-GB" altLang="zh-CN" sz="1050" dirty="0">
              <a:solidFill>
                <a:schemeClr val="bg1">
                  <a:lumMod val="50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74011" y="239999"/>
            <a:ext cx="2550426" cy="523220"/>
          </a:xfrm>
          <a:prstGeom prst="rect">
            <a:avLst/>
          </a:prstGeom>
          <a:noFill/>
        </p:spPr>
        <p:txBody>
          <a:bodyPr wrap="square" rtlCol="0">
            <a:spAutoFit/>
          </a:bodyPr>
          <a:lstStyle/>
          <a:p>
            <a:pPr algn="dist"/>
            <a:r>
              <a:rPr kumimoji="1" lang="zh-CN" altLang="en-US" sz="2800" dirty="0">
                <a:solidFill>
                  <a:srgbClr val="313159"/>
                </a:solidFill>
                <a:latin typeface="+mj-ea"/>
                <a:ea typeface="+mj-ea"/>
              </a:rPr>
              <a:t>销售目标计划</a:t>
            </a:r>
            <a:endParaRPr kumimoji="1" lang="zh-CN" altLang="en-US" sz="2800" dirty="0">
              <a:solidFill>
                <a:srgbClr val="313159"/>
              </a:solidFill>
              <a:latin typeface="+mj-ea"/>
              <a:ea typeface="+mj-ea"/>
            </a:endParaRPr>
          </a:p>
        </p:txBody>
      </p:sp>
      <p:sp>
        <p:nvSpPr>
          <p:cNvPr id="3" name="文本框 2"/>
          <p:cNvSpPr txBox="1"/>
          <p:nvPr/>
        </p:nvSpPr>
        <p:spPr>
          <a:xfrm>
            <a:off x="1192975" y="712419"/>
            <a:ext cx="2531462" cy="215444"/>
          </a:xfrm>
          <a:prstGeom prst="rect">
            <a:avLst/>
          </a:prstGeom>
          <a:noFill/>
        </p:spPr>
        <p:txBody>
          <a:bodyPr wrap="none" rtlCol="0">
            <a:spAutoFit/>
          </a:bodyPr>
          <a:lstStyle/>
          <a:p>
            <a:r>
              <a:rPr lang="en-GB" altLang="zh-CN" sz="800" dirty="0">
                <a:solidFill>
                  <a:schemeClr val="tx1">
                    <a:lumMod val="50000"/>
                    <a:lumOff val="50000"/>
                  </a:schemeClr>
                </a:solidFill>
                <a:latin typeface="+mn-ea"/>
              </a:rPr>
              <a:t>FILL IN THE TEXT OF THE DOCUMENT TITLE HERE</a:t>
            </a:r>
            <a:endParaRPr lang="en-GB" altLang="zh-CN" sz="800" dirty="0">
              <a:solidFill>
                <a:schemeClr val="tx1">
                  <a:lumMod val="50000"/>
                  <a:lumOff val="50000"/>
                </a:schemeClr>
              </a:solidFill>
              <a:latin typeface="+mn-ea"/>
            </a:endParaRPr>
          </a:p>
        </p:txBody>
      </p:sp>
      <p:sp>
        <p:nvSpPr>
          <p:cNvPr id="4" name="圆角矩形 3"/>
          <p:cNvSpPr/>
          <p:nvPr/>
        </p:nvSpPr>
        <p:spPr>
          <a:xfrm>
            <a:off x="5651287" y="2990440"/>
            <a:ext cx="3455676" cy="1308100"/>
          </a:xfrm>
          <a:prstGeom prst="roundRect">
            <a:avLst>
              <a:gd name="adj" fmla="val 6801"/>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5" name="文本框 4"/>
          <p:cNvSpPr txBox="1"/>
          <p:nvPr/>
        </p:nvSpPr>
        <p:spPr>
          <a:xfrm>
            <a:off x="6039485" y="3445662"/>
            <a:ext cx="2723823" cy="369332"/>
          </a:xfrm>
          <a:prstGeom prst="rect">
            <a:avLst/>
          </a:prstGeom>
          <a:noFill/>
        </p:spPr>
        <p:txBody>
          <a:bodyPr wrap="none" rtlCol="0">
            <a:spAutoFit/>
          </a:bodyPr>
          <a:lstStyle/>
          <a:p>
            <a:r>
              <a:rPr kumimoji="1" lang="zh-CN" altLang="en-US" dirty="0">
                <a:solidFill>
                  <a:schemeClr val="bg1"/>
                </a:solidFill>
                <a:latin typeface="+mj-ea"/>
              </a:rPr>
              <a:t>请再此输入标题文字内容</a:t>
            </a:r>
            <a:endParaRPr kumimoji="1" lang="zh-CN" altLang="en-US" dirty="0">
              <a:solidFill>
                <a:schemeClr val="bg1"/>
              </a:solidFill>
              <a:latin typeface="+mj-ea"/>
            </a:endParaRPr>
          </a:p>
        </p:txBody>
      </p:sp>
      <p:sp>
        <p:nvSpPr>
          <p:cNvPr id="6" name="文本框 5"/>
          <p:cNvSpPr txBox="1"/>
          <p:nvPr/>
        </p:nvSpPr>
        <p:spPr>
          <a:xfrm>
            <a:off x="9455606" y="3394894"/>
            <a:ext cx="705642" cy="276999"/>
          </a:xfrm>
          <a:prstGeom prst="rect">
            <a:avLst/>
          </a:prstGeom>
          <a:noFill/>
        </p:spPr>
        <p:txBody>
          <a:bodyPr wrap="none" rtlCol="0">
            <a:spAutoFit/>
          </a:bodyPr>
          <a:lstStyle/>
          <a:p>
            <a:r>
              <a:rPr kumimoji="1" lang="zh-CN" altLang="en-US" sz="1200">
                <a:solidFill>
                  <a:schemeClr val="tx1">
                    <a:lumMod val="75000"/>
                    <a:lumOff val="25000"/>
                  </a:schemeClr>
                </a:solidFill>
                <a:latin typeface="+mj-ea"/>
                <a:ea typeface="+mj-ea"/>
              </a:rPr>
              <a:t>流程 </a:t>
            </a:r>
            <a:r>
              <a:rPr kumimoji="1" lang="en-US" altLang="zh-CN" sz="1200">
                <a:solidFill>
                  <a:schemeClr val="tx1">
                    <a:lumMod val="75000"/>
                    <a:lumOff val="25000"/>
                  </a:schemeClr>
                </a:solidFill>
                <a:latin typeface="+mj-ea"/>
                <a:ea typeface="+mj-ea"/>
              </a:rPr>
              <a:t>03</a:t>
            </a:r>
            <a:endParaRPr kumimoji="1" lang="zh-CN" altLang="en-US" sz="1200">
              <a:solidFill>
                <a:schemeClr val="tx1">
                  <a:lumMod val="75000"/>
                  <a:lumOff val="25000"/>
                </a:schemeClr>
              </a:solidFill>
              <a:latin typeface="+mj-ea"/>
              <a:ea typeface="+mj-ea"/>
            </a:endParaRPr>
          </a:p>
        </p:txBody>
      </p:sp>
      <p:sp>
        <p:nvSpPr>
          <p:cNvPr id="7" name="文本框 6"/>
          <p:cNvSpPr txBox="1"/>
          <p:nvPr/>
        </p:nvSpPr>
        <p:spPr>
          <a:xfrm>
            <a:off x="9428788" y="3683105"/>
            <a:ext cx="2144802" cy="534634"/>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rPr>
              <a:t>单击此处添加内容，内容要与标题相符，直接复制粘贴。</a:t>
            </a:r>
            <a:endParaRPr lang="zh-CN" altLang="en-US" sz="1200" dirty="0">
              <a:solidFill>
                <a:schemeClr val="tx1">
                  <a:lumMod val="50000"/>
                  <a:lumOff val="50000"/>
                </a:schemeClr>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endParaRPr>
          </a:p>
        </p:txBody>
      </p:sp>
      <p:sp>
        <p:nvSpPr>
          <p:cNvPr id="8" name="文本框 7"/>
          <p:cNvSpPr txBox="1"/>
          <p:nvPr/>
        </p:nvSpPr>
        <p:spPr>
          <a:xfrm>
            <a:off x="5678105" y="1965034"/>
            <a:ext cx="710451" cy="276999"/>
          </a:xfrm>
          <a:prstGeom prst="rect">
            <a:avLst/>
          </a:prstGeom>
          <a:noFill/>
        </p:spPr>
        <p:txBody>
          <a:bodyPr wrap="none" rtlCol="0">
            <a:spAutoFit/>
          </a:bodyPr>
          <a:lstStyle/>
          <a:p>
            <a:r>
              <a:rPr kumimoji="1" lang="zh-CN" altLang="en-US" sz="1200">
                <a:solidFill>
                  <a:schemeClr val="tx1">
                    <a:lumMod val="75000"/>
                    <a:lumOff val="25000"/>
                  </a:schemeClr>
                </a:solidFill>
                <a:latin typeface="+mj-ea"/>
                <a:ea typeface="+mj-ea"/>
              </a:rPr>
              <a:t>流程 </a:t>
            </a:r>
            <a:r>
              <a:rPr kumimoji="1" lang="en-US" altLang="zh-CN" sz="1200">
                <a:solidFill>
                  <a:schemeClr val="tx1">
                    <a:lumMod val="75000"/>
                    <a:lumOff val="25000"/>
                  </a:schemeClr>
                </a:solidFill>
                <a:latin typeface="+mj-ea"/>
                <a:ea typeface="+mj-ea"/>
              </a:rPr>
              <a:t>01</a:t>
            </a:r>
            <a:endParaRPr kumimoji="1" lang="zh-CN" altLang="en-US" sz="1200">
              <a:solidFill>
                <a:schemeClr val="tx1">
                  <a:lumMod val="75000"/>
                  <a:lumOff val="25000"/>
                </a:schemeClr>
              </a:solidFill>
              <a:latin typeface="+mj-ea"/>
              <a:ea typeface="+mj-ea"/>
            </a:endParaRPr>
          </a:p>
        </p:txBody>
      </p:sp>
      <p:sp>
        <p:nvSpPr>
          <p:cNvPr id="9" name="文本框 8"/>
          <p:cNvSpPr txBox="1"/>
          <p:nvPr/>
        </p:nvSpPr>
        <p:spPr>
          <a:xfrm>
            <a:off x="5651287" y="2253245"/>
            <a:ext cx="2144802" cy="534634"/>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rPr>
              <a:t>单击此处添加内容，内容要与标题相符，直接复制粘贴。</a:t>
            </a:r>
            <a:endParaRPr lang="zh-CN" altLang="en-US" sz="1200" dirty="0">
              <a:solidFill>
                <a:schemeClr val="tx1">
                  <a:lumMod val="50000"/>
                  <a:lumOff val="50000"/>
                </a:schemeClr>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endParaRPr>
          </a:p>
        </p:txBody>
      </p:sp>
      <p:sp>
        <p:nvSpPr>
          <p:cNvPr id="10" name="文本框 9"/>
          <p:cNvSpPr txBox="1"/>
          <p:nvPr/>
        </p:nvSpPr>
        <p:spPr>
          <a:xfrm>
            <a:off x="8383205" y="1965034"/>
            <a:ext cx="710451" cy="276999"/>
          </a:xfrm>
          <a:prstGeom prst="rect">
            <a:avLst/>
          </a:prstGeom>
          <a:noFill/>
        </p:spPr>
        <p:txBody>
          <a:bodyPr wrap="none" rtlCol="0">
            <a:spAutoFit/>
          </a:bodyPr>
          <a:lstStyle/>
          <a:p>
            <a:r>
              <a:rPr kumimoji="1" lang="zh-CN" altLang="en-US" sz="1200">
                <a:solidFill>
                  <a:schemeClr val="tx1">
                    <a:lumMod val="75000"/>
                    <a:lumOff val="25000"/>
                  </a:schemeClr>
                </a:solidFill>
                <a:latin typeface="+mj-ea"/>
                <a:ea typeface="+mj-ea"/>
              </a:rPr>
              <a:t>流程 </a:t>
            </a:r>
            <a:r>
              <a:rPr kumimoji="1" lang="en-US" altLang="zh-CN" sz="1200">
                <a:solidFill>
                  <a:schemeClr val="tx1">
                    <a:lumMod val="75000"/>
                    <a:lumOff val="25000"/>
                  </a:schemeClr>
                </a:solidFill>
                <a:latin typeface="+mj-ea"/>
                <a:ea typeface="+mj-ea"/>
              </a:rPr>
              <a:t>02</a:t>
            </a:r>
            <a:endParaRPr kumimoji="1" lang="zh-CN" altLang="en-US" sz="1200">
              <a:solidFill>
                <a:schemeClr val="tx1">
                  <a:lumMod val="75000"/>
                  <a:lumOff val="25000"/>
                </a:schemeClr>
              </a:solidFill>
              <a:latin typeface="+mj-ea"/>
              <a:ea typeface="+mj-ea"/>
            </a:endParaRPr>
          </a:p>
        </p:txBody>
      </p:sp>
      <p:sp>
        <p:nvSpPr>
          <p:cNvPr id="11" name="文本框 10"/>
          <p:cNvSpPr txBox="1"/>
          <p:nvPr/>
        </p:nvSpPr>
        <p:spPr>
          <a:xfrm>
            <a:off x="8356387" y="2253245"/>
            <a:ext cx="2144802" cy="534634"/>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rPr>
              <a:t>单击此处添加内容，内容要与标题相符，直接复制粘贴。</a:t>
            </a:r>
            <a:endParaRPr lang="zh-CN" altLang="en-US" sz="1200" dirty="0">
              <a:solidFill>
                <a:schemeClr val="tx1">
                  <a:lumMod val="50000"/>
                  <a:lumOff val="50000"/>
                </a:schemeClr>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endParaRPr>
          </a:p>
        </p:txBody>
      </p:sp>
      <p:sp>
        <p:nvSpPr>
          <p:cNvPr id="12" name="文本框 11"/>
          <p:cNvSpPr txBox="1"/>
          <p:nvPr/>
        </p:nvSpPr>
        <p:spPr>
          <a:xfrm>
            <a:off x="5694649" y="4763237"/>
            <a:ext cx="710451" cy="276999"/>
          </a:xfrm>
          <a:prstGeom prst="rect">
            <a:avLst/>
          </a:prstGeom>
          <a:noFill/>
        </p:spPr>
        <p:txBody>
          <a:bodyPr wrap="none" rtlCol="0">
            <a:spAutoFit/>
          </a:bodyPr>
          <a:lstStyle/>
          <a:p>
            <a:r>
              <a:rPr kumimoji="1" lang="zh-CN" altLang="en-US" sz="1200" dirty="0">
                <a:solidFill>
                  <a:schemeClr val="tx1">
                    <a:lumMod val="75000"/>
                    <a:lumOff val="25000"/>
                  </a:schemeClr>
                </a:solidFill>
                <a:latin typeface="+mj-ea"/>
                <a:ea typeface="+mj-ea"/>
              </a:rPr>
              <a:t>流程 </a:t>
            </a:r>
            <a:r>
              <a:rPr kumimoji="1" lang="en-US" altLang="zh-CN" sz="1200" dirty="0">
                <a:solidFill>
                  <a:schemeClr val="tx1">
                    <a:lumMod val="75000"/>
                    <a:lumOff val="25000"/>
                  </a:schemeClr>
                </a:solidFill>
                <a:latin typeface="+mj-ea"/>
                <a:ea typeface="+mj-ea"/>
              </a:rPr>
              <a:t>05</a:t>
            </a:r>
            <a:endParaRPr kumimoji="1" lang="zh-CN" altLang="en-US" sz="1200" dirty="0">
              <a:solidFill>
                <a:schemeClr val="tx1">
                  <a:lumMod val="75000"/>
                  <a:lumOff val="25000"/>
                </a:schemeClr>
              </a:solidFill>
              <a:latin typeface="+mj-ea"/>
              <a:ea typeface="+mj-ea"/>
            </a:endParaRPr>
          </a:p>
        </p:txBody>
      </p:sp>
      <p:sp>
        <p:nvSpPr>
          <p:cNvPr id="13" name="文本框 12"/>
          <p:cNvSpPr txBox="1"/>
          <p:nvPr/>
        </p:nvSpPr>
        <p:spPr>
          <a:xfrm>
            <a:off x="5667831" y="5051448"/>
            <a:ext cx="2144802" cy="534634"/>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rPr>
              <a:t>单击此处添加内容，内容要与标题相符，直接复制粘贴。</a:t>
            </a:r>
            <a:endParaRPr lang="zh-CN" altLang="en-US" sz="1200" dirty="0">
              <a:solidFill>
                <a:schemeClr val="tx1">
                  <a:lumMod val="50000"/>
                  <a:lumOff val="50000"/>
                </a:schemeClr>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endParaRPr>
          </a:p>
        </p:txBody>
      </p:sp>
      <p:sp>
        <p:nvSpPr>
          <p:cNvPr id="14" name="文本框 13"/>
          <p:cNvSpPr txBox="1"/>
          <p:nvPr/>
        </p:nvSpPr>
        <p:spPr>
          <a:xfrm>
            <a:off x="8399749" y="4763237"/>
            <a:ext cx="710451" cy="276999"/>
          </a:xfrm>
          <a:prstGeom prst="rect">
            <a:avLst/>
          </a:prstGeom>
          <a:noFill/>
        </p:spPr>
        <p:txBody>
          <a:bodyPr wrap="none" rtlCol="0">
            <a:spAutoFit/>
          </a:bodyPr>
          <a:lstStyle/>
          <a:p>
            <a:r>
              <a:rPr kumimoji="1" lang="zh-CN" altLang="en-US" sz="1200" dirty="0">
                <a:solidFill>
                  <a:schemeClr val="tx1">
                    <a:lumMod val="75000"/>
                    <a:lumOff val="25000"/>
                  </a:schemeClr>
                </a:solidFill>
                <a:latin typeface="+mj-ea"/>
                <a:ea typeface="+mj-ea"/>
              </a:rPr>
              <a:t>流程 </a:t>
            </a:r>
            <a:r>
              <a:rPr kumimoji="1" lang="en-US" altLang="zh-CN" sz="1200" dirty="0">
                <a:solidFill>
                  <a:schemeClr val="tx1">
                    <a:lumMod val="75000"/>
                    <a:lumOff val="25000"/>
                  </a:schemeClr>
                </a:solidFill>
                <a:latin typeface="+mj-ea"/>
                <a:ea typeface="+mj-ea"/>
              </a:rPr>
              <a:t>04</a:t>
            </a:r>
            <a:endParaRPr kumimoji="1" lang="zh-CN" altLang="en-US" sz="1200" dirty="0">
              <a:solidFill>
                <a:schemeClr val="tx1">
                  <a:lumMod val="75000"/>
                  <a:lumOff val="25000"/>
                </a:schemeClr>
              </a:solidFill>
              <a:latin typeface="+mj-ea"/>
              <a:ea typeface="+mj-ea"/>
            </a:endParaRPr>
          </a:p>
        </p:txBody>
      </p:sp>
      <p:sp>
        <p:nvSpPr>
          <p:cNvPr id="15" name="文本框 14"/>
          <p:cNvSpPr txBox="1"/>
          <p:nvPr/>
        </p:nvSpPr>
        <p:spPr>
          <a:xfrm>
            <a:off x="8372931" y="5051448"/>
            <a:ext cx="2144802" cy="534634"/>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rPr>
              <a:t>单击此处添加内容，内容要与标题相符，直接复制粘贴。</a:t>
            </a:r>
            <a:endParaRPr lang="zh-CN" altLang="en-US" sz="1200" dirty="0">
              <a:solidFill>
                <a:schemeClr val="tx1">
                  <a:lumMod val="50000"/>
                  <a:lumOff val="50000"/>
                </a:schemeClr>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endParaRPr>
          </a:p>
        </p:txBody>
      </p:sp>
      <p:sp>
        <p:nvSpPr>
          <p:cNvPr id="16" name="文本框 15"/>
          <p:cNvSpPr txBox="1"/>
          <p:nvPr/>
        </p:nvSpPr>
        <p:spPr>
          <a:xfrm>
            <a:off x="1270881" y="1985582"/>
            <a:ext cx="1723549" cy="830997"/>
          </a:xfrm>
          <a:prstGeom prst="rect">
            <a:avLst/>
          </a:prstGeom>
          <a:noFill/>
        </p:spPr>
        <p:txBody>
          <a:bodyPr wrap="none" rtlCol="0">
            <a:spAutoFit/>
          </a:bodyPr>
          <a:lstStyle/>
          <a:p>
            <a:r>
              <a:rPr kumimoji="1" lang="en-US" altLang="zh-CN" sz="2400" dirty="0">
                <a:solidFill>
                  <a:schemeClr val="tx1">
                    <a:lumMod val="75000"/>
                    <a:lumOff val="25000"/>
                  </a:schemeClr>
                </a:solidFill>
                <a:latin typeface="+mj-ea"/>
                <a:ea typeface="+mj-ea"/>
              </a:rPr>
              <a:t>BUSINESS</a:t>
            </a:r>
            <a:endParaRPr kumimoji="1" lang="en-US" altLang="zh-CN" sz="2400" dirty="0">
              <a:solidFill>
                <a:schemeClr val="tx1">
                  <a:lumMod val="75000"/>
                  <a:lumOff val="25000"/>
                </a:schemeClr>
              </a:solidFill>
              <a:latin typeface="+mj-ea"/>
              <a:ea typeface="+mj-ea"/>
            </a:endParaRPr>
          </a:p>
          <a:p>
            <a:r>
              <a:rPr kumimoji="1" lang="en-US" altLang="zh-CN" sz="2400" dirty="0">
                <a:solidFill>
                  <a:schemeClr val="tx1">
                    <a:lumMod val="75000"/>
                    <a:lumOff val="25000"/>
                  </a:schemeClr>
                </a:solidFill>
                <a:latin typeface="+mj-ea"/>
                <a:ea typeface="+mj-ea"/>
              </a:rPr>
              <a:t>SUMMARY</a:t>
            </a:r>
            <a:endParaRPr kumimoji="1" lang="zh-CN" altLang="en-US" sz="2400" dirty="0">
              <a:solidFill>
                <a:schemeClr val="tx1">
                  <a:lumMod val="75000"/>
                  <a:lumOff val="25000"/>
                </a:schemeClr>
              </a:solidFill>
              <a:latin typeface="+mj-ea"/>
              <a:ea typeface="+mj-ea"/>
            </a:endParaRPr>
          </a:p>
        </p:txBody>
      </p:sp>
      <p:sp>
        <p:nvSpPr>
          <p:cNvPr id="17" name="文本框 16"/>
          <p:cNvSpPr txBox="1"/>
          <p:nvPr/>
        </p:nvSpPr>
        <p:spPr>
          <a:xfrm>
            <a:off x="1270881" y="2896021"/>
            <a:ext cx="3710608" cy="2080506"/>
          </a:xfrm>
          <a:prstGeom prst="rect">
            <a:avLst/>
          </a:prstGeom>
          <a:noFill/>
        </p:spPr>
        <p:txBody>
          <a:bodyPr wrap="square" rtlCol="0">
            <a:spAutoFit/>
          </a:bodyPr>
          <a:lstStyle/>
          <a:p>
            <a:pPr>
              <a:lnSpc>
                <a:spcPct val="150000"/>
              </a:lnSpc>
            </a:pPr>
            <a:r>
              <a:rPr kumimoji="1" lang="zh-CN" altLang="en-US" sz="1100" dirty="0">
                <a:solidFill>
                  <a:schemeClr val="tx1">
                    <a:lumMod val="50000"/>
                    <a:lumOff val="50000"/>
                  </a:schemeClr>
                </a:solidFill>
                <a:latin typeface="+mn-ea"/>
                <a:cs typeface="+mn-ea"/>
                <a:sym typeface="+mn-lt"/>
              </a:rPr>
              <a:t>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a:t>
            </a:r>
            <a:endParaRPr kumimoji="1" lang="en-US" altLang="zh-CN" sz="1100" dirty="0">
              <a:solidFill>
                <a:schemeClr val="tx1">
                  <a:lumMod val="50000"/>
                  <a:lumOff val="50000"/>
                </a:schemeClr>
              </a:solidFill>
              <a:latin typeface="+mn-ea"/>
              <a:cs typeface="+mn-ea"/>
              <a:sym typeface="+mn-lt"/>
            </a:endParaRPr>
          </a:p>
          <a:p>
            <a:pPr>
              <a:lnSpc>
                <a:spcPct val="150000"/>
              </a:lnSpc>
            </a:pPr>
            <a:endParaRPr kumimoji="1" lang="en-US" altLang="zh-CN" sz="1100" dirty="0">
              <a:solidFill>
                <a:schemeClr val="tx1">
                  <a:lumMod val="50000"/>
                  <a:lumOff val="50000"/>
                </a:schemeClr>
              </a:solidFill>
              <a:latin typeface="+mn-ea"/>
              <a:cs typeface="+mn-ea"/>
              <a:sym typeface="+mn-lt"/>
            </a:endParaRPr>
          </a:p>
          <a:p>
            <a:pPr>
              <a:lnSpc>
                <a:spcPct val="150000"/>
              </a:lnSpc>
            </a:pPr>
            <a:r>
              <a:rPr kumimoji="1" lang="zh-CN" altLang="en-US" sz="1100" dirty="0">
                <a:solidFill>
                  <a:schemeClr val="tx1">
                    <a:lumMod val="75000"/>
                    <a:lumOff val="25000"/>
                  </a:schemeClr>
                </a:solidFill>
                <a:latin typeface="+mn-ea"/>
                <a:cs typeface="+mn-ea"/>
                <a:sym typeface="+mn-lt"/>
              </a:rPr>
              <a:t>感谢您使用我们的</a:t>
            </a:r>
            <a:r>
              <a:rPr kumimoji="1" lang="en-US" altLang="zh-CN" sz="1100" dirty="0">
                <a:solidFill>
                  <a:schemeClr val="tx1">
                    <a:lumMod val="75000"/>
                    <a:lumOff val="25000"/>
                  </a:schemeClr>
                </a:solidFill>
                <a:latin typeface="+mn-ea"/>
                <a:cs typeface="+mn-ea"/>
                <a:sym typeface="+mn-lt"/>
              </a:rPr>
              <a:t>PPT</a:t>
            </a:r>
            <a:r>
              <a:rPr kumimoji="1" lang="zh-CN" altLang="en-US" sz="1100" dirty="0">
                <a:solidFill>
                  <a:schemeClr val="tx1">
                    <a:lumMod val="75000"/>
                    <a:lumOff val="25000"/>
                  </a:schemeClr>
                </a:solidFill>
                <a:latin typeface="+mn-ea"/>
                <a:cs typeface="+mn-ea"/>
                <a:sym typeface="+mn-lt"/>
              </a:rPr>
              <a:t>模板。请在此输入您需要的文字内容，感谢您使用我们的</a:t>
            </a:r>
            <a:r>
              <a:rPr kumimoji="1" lang="en-US" altLang="zh-CN" sz="1100" dirty="0">
                <a:solidFill>
                  <a:schemeClr val="tx1">
                    <a:lumMod val="75000"/>
                    <a:lumOff val="25000"/>
                  </a:schemeClr>
                </a:solidFill>
                <a:latin typeface="+mn-ea"/>
                <a:cs typeface="+mn-ea"/>
                <a:sym typeface="+mn-lt"/>
              </a:rPr>
              <a:t>PPT</a:t>
            </a:r>
            <a:r>
              <a:rPr kumimoji="1" lang="zh-CN" altLang="en-US" sz="1100" dirty="0">
                <a:solidFill>
                  <a:schemeClr val="tx1">
                    <a:lumMod val="75000"/>
                    <a:lumOff val="25000"/>
                  </a:schemeClr>
                </a:solidFill>
                <a:latin typeface="+mn-ea"/>
                <a:cs typeface="+mn-ea"/>
                <a:sym typeface="+mn-lt"/>
              </a:rPr>
              <a:t>模板。</a:t>
            </a:r>
            <a:endParaRPr kumimoji="1" lang="zh-CN" altLang="en-US" sz="1100" dirty="0">
              <a:solidFill>
                <a:schemeClr val="tx1">
                  <a:lumMod val="75000"/>
                  <a:lumOff val="25000"/>
                </a:schemeClr>
              </a:solidFill>
              <a:latin typeface="+mn-ea"/>
              <a:cs typeface="+mn-ea"/>
              <a:sym typeface="+mn-lt"/>
            </a:endParaRPr>
          </a:p>
        </p:txBody>
      </p:sp>
      <p:cxnSp>
        <p:nvCxnSpPr>
          <p:cNvPr id="18" name="直线箭头连接符 17"/>
          <p:cNvCxnSpPr/>
          <p:nvPr/>
        </p:nvCxnSpPr>
        <p:spPr>
          <a:xfrm>
            <a:off x="6827775" y="2082905"/>
            <a:ext cx="1243173" cy="0"/>
          </a:xfrm>
          <a:prstGeom prst="straightConnector1">
            <a:avLst/>
          </a:prstGeom>
          <a:ln>
            <a:solidFill>
              <a:srgbClr val="313159"/>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p:cNvCxnSpPr/>
          <p:nvPr/>
        </p:nvCxnSpPr>
        <p:spPr>
          <a:xfrm>
            <a:off x="9830121" y="2930865"/>
            <a:ext cx="0" cy="419263"/>
          </a:xfrm>
          <a:prstGeom prst="straightConnector1">
            <a:avLst/>
          </a:prstGeom>
          <a:ln>
            <a:solidFill>
              <a:srgbClr val="313159"/>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线箭头连接符 19"/>
          <p:cNvCxnSpPr/>
          <p:nvPr/>
        </p:nvCxnSpPr>
        <p:spPr>
          <a:xfrm flipH="1">
            <a:off x="6779590" y="4929600"/>
            <a:ext cx="1408917" cy="0"/>
          </a:xfrm>
          <a:prstGeom prst="straightConnector1">
            <a:avLst/>
          </a:prstGeom>
          <a:ln>
            <a:solidFill>
              <a:srgbClr val="313159"/>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p:cNvCxnSpPr/>
          <p:nvPr/>
        </p:nvCxnSpPr>
        <p:spPr>
          <a:xfrm>
            <a:off x="9820427" y="4333700"/>
            <a:ext cx="0" cy="419263"/>
          </a:xfrm>
          <a:prstGeom prst="straightConnector1">
            <a:avLst/>
          </a:prstGeom>
          <a:ln>
            <a:solidFill>
              <a:srgbClr val="313159"/>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dissolve">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dissolve">
                                      <p:cBhvr>
                                        <p:cTn id="45" dur="500"/>
                                        <p:tgtEl>
                                          <p:spTgt spid="16"/>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dissolve">
                                      <p:cBhvr>
                                        <p:cTn id="4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P spid="8" grpId="0"/>
      <p:bldP spid="9" grpId="0"/>
      <p:bldP spid="10" grpId="0"/>
      <p:bldP spid="11" grpId="0"/>
      <p:bldP spid="12" grpId="0"/>
      <p:bldP spid="13" grpId="0"/>
      <p:bldP spid="14" grpId="0"/>
      <p:bldP spid="15" grpId="0"/>
      <p:bldP spid="16"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74011" y="239999"/>
            <a:ext cx="2550426" cy="523220"/>
          </a:xfrm>
          <a:prstGeom prst="rect">
            <a:avLst/>
          </a:prstGeom>
          <a:noFill/>
        </p:spPr>
        <p:txBody>
          <a:bodyPr wrap="square" rtlCol="0">
            <a:spAutoFit/>
          </a:bodyPr>
          <a:lstStyle/>
          <a:p>
            <a:pPr algn="dist"/>
            <a:r>
              <a:rPr kumimoji="1" lang="zh-CN" altLang="en-US" sz="2800" dirty="0">
                <a:solidFill>
                  <a:srgbClr val="313159"/>
                </a:solidFill>
                <a:latin typeface="+mj-ea"/>
                <a:ea typeface="+mj-ea"/>
              </a:rPr>
              <a:t>销售目标计划</a:t>
            </a:r>
            <a:endParaRPr kumimoji="1" lang="zh-CN" altLang="en-US" sz="2800" dirty="0">
              <a:solidFill>
                <a:srgbClr val="313159"/>
              </a:solidFill>
              <a:latin typeface="+mj-ea"/>
              <a:ea typeface="+mj-ea"/>
            </a:endParaRPr>
          </a:p>
        </p:txBody>
      </p:sp>
      <p:sp>
        <p:nvSpPr>
          <p:cNvPr id="3" name="文本框 2"/>
          <p:cNvSpPr txBox="1"/>
          <p:nvPr/>
        </p:nvSpPr>
        <p:spPr>
          <a:xfrm>
            <a:off x="1192975" y="712419"/>
            <a:ext cx="2531462" cy="215444"/>
          </a:xfrm>
          <a:prstGeom prst="rect">
            <a:avLst/>
          </a:prstGeom>
          <a:noFill/>
        </p:spPr>
        <p:txBody>
          <a:bodyPr wrap="none" rtlCol="0">
            <a:spAutoFit/>
          </a:bodyPr>
          <a:lstStyle/>
          <a:p>
            <a:r>
              <a:rPr lang="en-GB" altLang="zh-CN" sz="800" dirty="0">
                <a:solidFill>
                  <a:schemeClr val="tx1">
                    <a:lumMod val="50000"/>
                    <a:lumOff val="50000"/>
                  </a:schemeClr>
                </a:solidFill>
                <a:latin typeface="+mn-ea"/>
              </a:rPr>
              <a:t>FILL IN THE TEXT OF THE DOCUMENT TITLE HERE</a:t>
            </a:r>
            <a:endParaRPr lang="en-GB" altLang="zh-CN" sz="800" dirty="0">
              <a:solidFill>
                <a:schemeClr val="tx1">
                  <a:lumMod val="50000"/>
                  <a:lumOff val="50000"/>
                </a:schemeClr>
              </a:solidFill>
              <a:latin typeface="+mn-ea"/>
            </a:endParaRPr>
          </a:p>
        </p:txBody>
      </p:sp>
      <p:sp>
        <p:nvSpPr>
          <p:cNvPr id="17" name="文本框 16"/>
          <p:cNvSpPr txBox="1"/>
          <p:nvPr/>
        </p:nvSpPr>
        <p:spPr>
          <a:xfrm>
            <a:off x="1749602" y="2180154"/>
            <a:ext cx="1248809" cy="338554"/>
          </a:xfrm>
          <a:prstGeom prst="rect">
            <a:avLst/>
          </a:prstGeom>
          <a:noFill/>
        </p:spPr>
        <p:txBody>
          <a:bodyPr wrap="square" rtlCol="0">
            <a:spAutoFit/>
          </a:bodyPr>
          <a:lstStyle/>
          <a:p>
            <a:pPr algn="dist"/>
            <a:r>
              <a:rPr lang="zh-CN" altLang="en-US" sz="1600" dirty="0">
                <a:latin typeface="Source Han Sans CN Regular" panose="020B0500000000000000" pitchFamily="34" charset="-128"/>
                <a:ea typeface="思源黑体 CN Regular" panose="020B0500000000000000" pitchFamily="34" charset="-122"/>
                <a:cs typeface="+mn-ea"/>
                <a:sym typeface="Arial" panose="020B0604020202020204" pitchFamily="34" charset="0"/>
              </a:rPr>
              <a:t>添加标题</a:t>
            </a:r>
            <a:endParaRPr lang="zh-CN" altLang="en-US" sz="1600" dirty="0">
              <a:latin typeface="Source Han Sans CN Regular" panose="020B0500000000000000" pitchFamily="34" charset="-128"/>
              <a:ea typeface="思源黑体 CN Regular" panose="020B0500000000000000" pitchFamily="34" charset="-122"/>
              <a:cs typeface="+mn-ea"/>
              <a:sym typeface="Arial" panose="020B0604020202020204" pitchFamily="34" charset="0"/>
            </a:endParaRPr>
          </a:p>
        </p:txBody>
      </p:sp>
      <p:sp>
        <p:nvSpPr>
          <p:cNvPr id="18" name="文本框 17"/>
          <p:cNvSpPr txBox="1"/>
          <p:nvPr/>
        </p:nvSpPr>
        <p:spPr>
          <a:xfrm>
            <a:off x="1739328" y="2489669"/>
            <a:ext cx="2733498" cy="785280"/>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rPr>
              <a:t>单击此处添加内容，内容要与标题相符，可以直接复制粘贴，要选择有用的关键词录入。</a:t>
            </a:r>
            <a:endParaRPr lang="zh-CN" altLang="en-US" sz="1200" dirty="0">
              <a:solidFill>
                <a:schemeClr val="tx1">
                  <a:lumMod val="50000"/>
                  <a:lumOff val="50000"/>
                </a:schemeClr>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endParaRPr>
          </a:p>
        </p:txBody>
      </p:sp>
      <p:sp>
        <p:nvSpPr>
          <p:cNvPr id="19" name="文本框 18"/>
          <p:cNvSpPr txBox="1"/>
          <p:nvPr/>
        </p:nvSpPr>
        <p:spPr>
          <a:xfrm>
            <a:off x="1749602" y="3995917"/>
            <a:ext cx="1248809" cy="338554"/>
          </a:xfrm>
          <a:prstGeom prst="rect">
            <a:avLst/>
          </a:prstGeom>
          <a:noFill/>
        </p:spPr>
        <p:txBody>
          <a:bodyPr wrap="square" rtlCol="0">
            <a:spAutoFit/>
          </a:bodyPr>
          <a:lstStyle/>
          <a:p>
            <a:pPr algn="dist"/>
            <a:r>
              <a:rPr lang="zh-CN" altLang="en-US" sz="1600" dirty="0">
                <a:latin typeface="Source Han Sans CN Regular" panose="020B0500000000000000" pitchFamily="34" charset="-128"/>
                <a:ea typeface="思源黑体 CN Regular" panose="020B0500000000000000" pitchFamily="34" charset="-122"/>
                <a:cs typeface="+mn-ea"/>
                <a:sym typeface="Arial" panose="020B0604020202020204" pitchFamily="34" charset="0"/>
              </a:rPr>
              <a:t>添加标题</a:t>
            </a:r>
            <a:endParaRPr lang="zh-CN" altLang="en-US" sz="1600" dirty="0">
              <a:latin typeface="Source Han Sans CN Regular" panose="020B0500000000000000" pitchFamily="34" charset="-128"/>
              <a:ea typeface="思源黑体 CN Regular" panose="020B0500000000000000" pitchFamily="34" charset="-122"/>
              <a:cs typeface="+mn-ea"/>
              <a:sym typeface="Arial" panose="020B0604020202020204" pitchFamily="34" charset="0"/>
            </a:endParaRPr>
          </a:p>
        </p:txBody>
      </p:sp>
      <p:sp>
        <p:nvSpPr>
          <p:cNvPr id="20" name="文本框 19"/>
          <p:cNvSpPr txBox="1"/>
          <p:nvPr/>
        </p:nvSpPr>
        <p:spPr>
          <a:xfrm>
            <a:off x="1739328" y="4305432"/>
            <a:ext cx="2733498" cy="785280"/>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rPr>
              <a:t>单击此处添加内容，内容要与标题相符，可以直接复制粘贴，要选择有用的关键词录入。</a:t>
            </a:r>
            <a:endParaRPr lang="zh-CN" altLang="en-US" sz="1200" dirty="0">
              <a:solidFill>
                <a:schemeClr val="tx1">
                  <a:lumMod val="50000"/>
                  <a:lumOff val="50000"/>
                </a:schemeClr>
              </a:solidFill>
              <a:latin typeface="Source Han Sans CN Regular" panose="020B0500000000000000" pitchFamily="34" charset="-128"/>
              <a:ea typeface="思源黑体 CN Regular" panose="020B0500000000000000" pitchFamily="34" charset="-122"/>
              <a:cs typeface="+mn-ea"/>
              <a:sym typeface="Arial" panose="020B0604020202020204" pitchFamily="34" charset="0"/>
            </a:endParaRPr>
          </a:p>
        </p:txBody>
      </p:sp>
      <p:sp>
        <p:nvSpPr>
          <p:cNvPr id="21" name="圆角矩形 20"/>
          <p:cNvSpPr/>
          <p:nvPr/>
        </p:nvSpPr>
        <p:spPr>
          <a:xfrm>
            <a:off x="5452073" y="2128053"/>
            <a:ext cx="2540000" cy="1657350"/>
          </a:xfrm>
          <a:prstGeom prst="roundRect">
            <a:avLst>
              <a:gd name="adj" fmla="val 5509"/>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22" name="圆角矩形 21"/>
          <p:cNvSpPr/>
          <p:nvPr/>
        </p:nvSpPr>
        <p:spPr>
          <a:xfrm>
            <a:off x="8298172" y="2128053"/>
            <a:ext cx="2540000" cy="1657350"/>
          </a:xfrm>
          <a:prstGeom prst="roundRect">
            <a:avLst>
              <a:gd name="adj" fmla="val 6128"/>
            </a:avLst>
          </a:prstGeom>
          <a:blipFill>
            <a:blip r:embed="rId2"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23" name="圆角矩形 22"/>
          <p:cNvSpPr/>
          <p:nvPr/>
        </p:nvSpPr>
        <p:spPr>
          <a:xfrm>
            <a:off x="6077684" y="4153590"/>
            <a:ext cx="1288779" cy="313416"/>
          </a:xfrm>
          <a:prstGeom prst="roundRect">
            <a:avLst/>
          </a:prstGeom>
          <a:solidFill>
            <a:srgbClr val="313159"/>
          </a:solidFill>
          <a:effectLst/>
        </p:spPr>
        <p:txBody>
          <a:bodyPr wrap="square" lIns="67181" tIns="33590" rIns="67181" bIns="33590">
            <a:spAutoFit/>
          </a:bodyPr>
          <a:lstStyle/>
          <a:p>
            <a:pPr algn="dist"/>
            <a:r>
              <a:rPr lang="zh-CN" altLang="en-US" sz="1400" dirty="0">
                <a:solidFill>
                  <a:schemeClr val="bg1"/>
                </a:solidFill>
                <a:latin typeface="+mj-ea"/>
                <a:ea typeface="+mj-ea"/>
                <a:cs typeface="+mn-ea"/>
                <a:sym typeface="Arial" panose="020B0604020202020204" pitchFamily="34" charset="0"/>
              </a:rPr>
              <a:t>此处输入标题</a:t>
            </a:r>
            <a:endParaRPr lang="en-US" altLang="zh-CN" sz="1400" dirty="0">
              <a:solidFill>
                <a:schemeClr val="bg1"/>
              </a:solidFill>
              <a:latin typeface="+mj-ea"/>
              <a:ea typeface="+mj-ea"/>
              <a:cs typeface="+mn-ea"/>
              <a:sym typeface="Arial" panose="020B0604020202020204" pitchFamily="34" charset="0"/>
            </a:endParaRPr>
          </a:p>
        </p:txBody>
      </p:sp>
      <p:sp>
        <p:nvSpPr>
          <p:cNvPr id="24" name="自定义形状&#10;"/>
          <p:cNvSpPr txBox="1"/>
          <p:nvPr>
            <p:custDataLst>
              <p:tags r:id="rId3"/>
            </p:custDataLst>
          </p:nvPr>
        </p:nvSpPr>
        <p:spPr>
          <a:xfrm>
            <a:off x="5476795" y="4508384"/>
            <a:ext cx="2490557" cy="534634"/>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a:t>
            </a:r>
            <a:endParaRPr lang="id-ID"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sp>
        <p:nvSpPr>
          <p:cNvPr id="25" name="圆角矩形 24"/>
          <p:cNvSpPr/>
          <p:nvPr/>
        </p:nvSpPr>
        <p:spPr>
          <a:xfrm>
            <a:off x="8923783" y="4153590"/>
            <a:ext cx="1288779" cy="313416"/>
          </a:xfrm>
          <a:prstGeom prst="roundRect">
            <a:avLst/>
          </a:prstGeom>
          <a:solidFill>
            <a:srgbClr val="313159"/>
          </a:solidFill>
          <a:effectLst/>
        </p:spPr>
        <p:txBody>
          <a:bodyPr wrap="square" lIns="67181" tIns="33590" rIns="67181" bIns="33590">
            <a:spAutoFit/>
          </a:bodyPr>
          <a:lstStyle/>
          <a:p>
            <a:pPr algn="dist"/>
            <a:r>
              <a:rPr lang="zh-CN" altLang="en-US" sz="1400" dirty="0">
                <a:solidFill>
                  <a:schemeClr val="bg1"/>
                </a:solidFill>
                <a:latin typeface="+mj-ea"/>
                <a:ea typeface="+mj-ea"/>
                <a:cs typeface="+mn-ea"/>
                <a:sym typeface="Arial" panose="020B0604020202020204" pitchFamily="34" charset="0"/>
              </a:rPr>
              <a:t>此处输入标题</a:t>
            </a:r>
            <a:endParaRPr lang="en-US" altLang="zh-CN" sz="1400" dirty="0">
              <a:solidFill>
                <a:schemeClr val="bg1"/>
              </a:solidFill>
              <a:latin typeface="+mj-ea"/>
              <a:ea typeface="+mj-ea"/>
              <a:cs typeface="+mn-ea"/>
              <a:sym typeface="Arial" panose="020B0604020202020204" pitchFamily="34" charset="0"/>
            </a:endParaRPr>
          </a:p>
        </p:txBody>
      </p:sp>
      <p:sp>
        <p:nvSpPr>
          <p:cNvPr id="26" name="自定义形状&#10;"/>
          <p:cNvSpPr txBox="1"/>
          <p:nvPr>
            <p:custDataLst>
              <p:tags r:id="rId4"/>
            </p:custDataLst>
          </p:nvPr>
        </p:nvSpPr>
        <p:spPr>
          <a:xfrm>
            <a:off x="8322894" y="4508384"/>
            <a:ext cx="2490557" cy="534634"/>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a:t>
            </a:r>
            <a:endParaRPr lang="id-ID"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grpSp>
        <p:nvGrpSpPr>
          <p:cNvPr id="27" name="组合 26"/>
          <p:cNvGrpSpPr/>
          <p:nvPr/>
        </p:nvGrpSpPr>
        <p:grpSpPr>
          <a:xfrm>
            <a:off x="1315823" y="4053242"/>
            <a:ext cx="366051" cy="297846"/>
            <a:chOff x="6220283" y="6316623"/>
            <a:chExt cx="366051" cy="297846"/>
          </a:xfrm>
          <a:solidFill>
            <a:srgbClr val="313159"/>
          </a:solidFill>
        </p:grpSpPr>
        <p:sp>
          <p:nvSpPr>
            <p:cNvPr id="28" name="AutoShape 5"/>
            <p:cNvSpPr/>
            <p:nvPr/>
          </p:nvSpPr>
          <p:spPr bwMode="auto">
            <a:xfrm>
              <a:off x="6488462" y="6416971"/>
              <a:ext cx="68830" cy="919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999" y="18900"/>
                  </a:moveTo>
                  <a:lnTo>
                    <a:pt x="3600" y="18900"/>
                  </a:lnTo>
                  <a:lnTo>
                    <a:pt x="3600" y="2700"/>
                  </a:lnTo>
                  <a:lnTo>
                    <a:pt x="7200" y="2700"/>
                  </a:lnTo>
                  <a:lnTo>
                    <a:pt x="17999" y="14850"/>
                  </a:lnTo>
                  <a:cubicBezTo>
                    <a:pt x="17999" y="14850"/>
                    <a:pt x="17999" y="18900"/>
                    <a:pt x="17999" y="18900"/>
                  </a:cubicBezTo>
                  <a:close/>
                  <a:moveTo>
                    <a:pt x="10195" y="1202"/>
                  </a:moveTo>
                  <a:cubicBezTo>
                    <a:pt x="9527" y="450"/>
                    <a:pt x="8402" y="0"/>
                    <a:pt x="7200" y="0"/>
                  </a:cubicBezTo>
                  <a:lnTo>
                    <a:pt x="3600" y="0"/>
                  </a:lnTo>
                  <a:cubicBezTo>
                    <a:pt x="1610" y="0"/>
                    <a:pt x="0" y="1207"/>
                    <a:pt x="0" y="2700"/>
                  </a:cubicBezTo>
                  <a:lnTo>
                    <a:pt x="0" y="18900"/>
                  </a:lnTo>
                  <a:cubicBezTo>
                    <a:pt x="0" y="20392"/>
                    <a:pt x="1610" y="21599"/>
                    <a:pt x="3600" y="21599"/>
                  </a:cubicBezTo>
                  <a:lnTo>
                    <a:pt x="17999" y="21599"/>
                  </a:lnTo>
                  <a:cubicBezTo>
                    <a:pt x="19989" y="21599"/>
                    <a:pt x="21600" y="20392"/>
                    <a:pt x="21600" y="18900"/>
                  </a:cubicBezTo>
                  <a:lnTo>
                    <a:pt x="21600" y="14850"/>
                  </a:lnTo>
                  <a:cubicBezTo>
                    <a:pt x="21600" y="14317"/>
                    <a:pt x="21389" y="13795"/>
                    <a:pt x="20995" y="13352"/>
                  </a:cubicBezTo>
                  <a:cubicBezTo>
                    <a:pt x="20995" y="13352"/>
                    <a:pt x="10195" y="1202"/>
                    <a:pt x="10195" y="1202"/>
                  </a:cubicBezTo>
                  <a:close/>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sp>
          <p:nvSpPr>
            <p:cNvPr id="29" name="AutoShape 6"/>
            <p:cNvSpPr/>
            <p:nvPr/>
          </p:nvSpPr>
          <p:spPr bwMode="auto">
            <a:xfrm>
              <a:off x="6220283" y="6316623"/>
              <a:ext cx="366051" cy="29784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50" y="16615"/>
                  </a:moveTo>
                  <a:cubicBezTo>
                    <a:pt x="20250" y="17074"/>
                    <a:pt x="19948" y="17446"/>
                    <a:pt x="19575" y="17446"/>
                  </a:cubicBezTo>
                  <a:lnTo>
                    <a:pt x="18803" y="17446"/>
                  </a:lnTo>
                  <a:cubicBezTo>
                    <a:pt x="18501" y="16016"/>
                    <a:pt x="17453" y="14953"/>
                    <a:pt x="16200" y="14953"/>
                  </a:cubicBezTo>
                  <a:cubicBezTo>
                    <a:pt x="14945" y="14953"/>
                    <a:pt x="13897" y="16016"/>
                    <a:pt x="13595" y="17446"/>
                  </a:cubicBezTo>
                  <a:lnTo>
                    <a:pt x="10029" y="17446"/>
                  </a:lnTo>
                  <a:cubicBezTo>
                    <a:pt x="9727" y="16016"/>
                    <a:pt x="8679" y="14953"/>
                    <a:pt x="7425" y="14953"/>
                  </a:cubicBezTo>
                  <a:cubicBezTo>
                    <a:pt x="6170" y="14953"/>
                    <a:pt x="5122" y="16016"/>
                    <a:pt x="4820" y="17446"/>
                  </a:cubicBezTo>
                  <a:lnTo>
                    <a:pt x="4050" y="17446"/>
                  </a:lnTo>
                  <a:cubicBezTo>
                    <a:pt x="3677" y="17446"/>
                    <a:pt x="3375" y="17074"/>
                    <a:pt x="3375" y="16615"/>
                  </a:cubicBezTo>
                  <a:lnTo>
                    <a:pt x="3375" y="14123"/>
                  </a:lnTo>
                  <a:lnTo>
                    <a:pt x="12150" y="14123"/>
                  </a:lnTo>
                  <a:cubicBezTo>
                    <a:pt x="13266" y="14123"/>
                    <a:pt x="14175" y="13005"/>
                    <a:pt x="14175" y="11630"/>
                  </a:cubicBezTo>
                  <a:lnTo>
                    <a:pt x="14175" y="5815"/>
                  </a:lnTo>
                  <a:lnTo>
                    <a:pt x="16875" y="5815"/>
                  </a:lnTo>
                  <a:cubicBezTo>
                    <a:pt x="17100" y="5815"/>
                    <a:pt x="17311" y="5954"/>
                    <a:pt x="17436" y="6185"/>
                  </a:cubicBezTo>
                  <a:lnTo>
                    <a:pt x="20136" y="11169"/>
                  </a:lnTo>
                  <a:cubicBezTo>
                    <a:pt x="20210" y="11306"/>
                    <a:pt x="20250" y="11466"/>
                    <a:pt x="20250" y="11630"/>
                  </a:cubicBezTo>
                  <a:cubicBezTo>
                    <a:pt x="20250" y="11630"/>
                    <a:pt x="20250" y="16615"/>
                    <a:pt x="20250" y="16615"/>
                  </a:cubicBezTo>
                  <a:close/>
                  <a:moveTo>
                    <a:pt x="16200" y="19938"/>
                  </a:moveTo>
                  <a:cubicBezTo>
                    <a:pt x="15454" y="19938"/>
                    <a:pt x="14850" y="19193"/>
                    <a:pt x="14850" y="18276"/>
                  </a:cubicBezTo>
                  <a:cubicBezTo>
                    <a:pt x="14850" y="17360"/>
                    <a:pt x="15454" y="16615"/>
                    <a:pt x="16200" y="16615"/>
                  </a:cubicBezTo>
                  <a:cubicBezTo>
                    <a:pt x="16945" y="16615"/>
                    <a:pt x="17550" y="17360"/>
                    <a:pt x="17550" y="18276"/>
                  </a:cubicBezTo>
                  <a:cubicBezTo>
                    <a:pt x="17550" y="19193"/>
                    <a:pt x="16945" y="19938"/>
                    <a:pt x="16200" y="19938"/>
                  </a:cubicBezTo>
                  <a:moveTo>
                    <a:pt x="7425" y="19938"/>
                  </a:moveTo>
                  <a:cubicBezTo>
                    <a:pt x="6679" y="19938"/>
                    <a:pt x="6075" y="19193"/>
                    <a:pt x="6075" y="18276"/>
                  </a:cubicBezTo>
                  <a:cubicBezTo>
                    <a:pt x="6075" y="17360"/>
                    <a:pt x="6679" y="16615"/>
                    <a:pt x="7425" y="16615"/>
                  </a:cubicBezTo>
                  <a:cubicBezTo>
                    <a:pt x="8170" y="16615"/>
                    <a:pt x="8775" y="17360"/>
                    <a:pt x="8775" y="18276"/>
                  </a:cubicBezTo>
                  <a:cubicBezTo>
                    <a:pt x="8775" y="19193"/>
                    <a:pt x="8170" y="19938"/>
                    <a:pt x="7425" y="19938"/>
                  </a:cubicBezTo>
                  <a:moveTo>
                    <a:pt x="2024" y="12461"/>
                  </a:moveTo>
                  <a:cubicBezTo>
                    <a:pt x="1652" y="12461"/>
                    <a:pt x="1349" y="12089"/>
                    <a:pt x="1349" y="11630"/>
                  </a:cubicBezTo>
                  <a:lnTo>
                    <a:pt x="1349" y="2492"/>
                  </a:lnTo>
                  <a:cubicBezTo>
                    <a:pt x="1349" y="2033"/>
                    <a:pt x="1652" y="1661"/>
                    <a:pt x="2024" y="1661"/>
                  </a:cubicBezTo>
                  <a:lnTo>
                    <a:pt x="12150" y="1661"/>
                  </a:lnTo>
                  <a:cubicBezTo>
                    <a:pt x="12523" y="1661"/>
                    <a:pt x="12825" y="2033"/>
                    <a:pt x="12825" y="2492"/>
                  </a:cubicBezTo>
                  <a:lnTo>
                    <a:pt x="12825" y="4153"/>
                  </a:lnTo>
                  <a:lnTo>
                    <a:pt x="12825" y="5815"/>
                  </a:lnTo>
                  <a:lnTo>
                    <a:pt x="12825" y="11630"/>
                  </a:lnTo>
                  <a:cubicBezTo>
                    <a:pt x="12825" y="12089"/>
                    <a:pt x="12523" y="12461"/>
                    <a:pt x="12150" y="12461"/>
                  </a:cubicBezTo>
                  <a:cubicBezTo>
                    <a:pt x="12150" y="12461"/>
                    <a:pt x="2024" y="12461"/>
                    <a:pt x="2024" y="12461"/>
                  </a:cubicBezTo>
                  <a:close/>
                  <a:moveTo>
                    <a:pt x="21259" y="10248"/>
                  </a:moveTo>
                  <a:lnTo>
                    <a:pt x="18559" y="5263"/>
                  </a:lnTo>
                  <a:cubicBezTo>
                    <a:pt x="18182" y="4568"/>
                    <a:pt x="17552" y="4153"/>
                    <a:pt x="16875" y="4153"/>
                  </a:cubicBezTo>
                  <a:lnTo>
                    <a:pt x="14175" y="4153"/>
                  </a:lnTo>
                  <a:lnTo>
                    <a:pt x="14175" y="2492"/>
                  </a:lnTo>
                  <a:cubicBezTo>
                    <a:pt x="14175" y="1117"/>
                    <a:pt x="13266" y="0"/>
                    <a:pt x="12150" y="0"/>
                  </a:cubicBezTo>
                  <a:lnTo>
                    <a:pt x="2024" y="0"/>
                  </a:lnTo>
                  <a:cubicBezTo>
                    <a:pt x="908" y="0"/>
                    <a:pt x="0" y="1117"/>
                    <a:pt x="0" y="2492"/>
                  </a:cubicBezTo>
                  <a:lnTo>
                    <a:pt x="0" y="11630"/>
                  </a:lnTo>
                  <a:cubicBezTo>
                    <a:pt x="0" y="13005"/>
                    <a:pt x="908" y="14123"/>
                    <a:pt x="2024" y="14123"/>
                  </a:cubicBezTo>
                  <a:lnTo>
                    <a:pt x="2025" y="14123"/>
                  </a:lnTo>
                  <a:lnTo>
                    <a:pt x="2025" y="16615"/>
                  </a:lnTo>
                  <a:cubicBezTo>
                    <a:pt x="2025" y="17989"/>
                    <a:pt x="2933" y="19107"/>
                    <a:pt x="4050" y="19107"/>
                  </a:cubicBezTo>
                  <a:lnTo>
                    <a:pt x="4820" y="19107"/>
                  </a:lnTo>
                  <a:cubicBezTo>
                    <a:pt x="5122" y="20537"/>
                    <a:pt x="6170" y="21600"/>
                    <a:pt x="7425" y="21600"/>
                  </a:cubicBezTo>
                  <a:cubicBezTo>
                    <a:pt x="8679" y="21600"/>
                    <a:pt x="9727" y="20537"/>
                    <a:pt x="10029" y="19107"/>
                  </a:cubicBezTo>
                  <a:lnTo>
                    <a:pt x="13595" y="19107"/>
                  </a:lnTo>
                  <a:cubicBezTo>
                    <a:pt x="13897" y="20537"/>
                    <a:pt x="14945" y="21600"/>
                    <a:pt x="16200" y="21600"/>
                  </a:cubicBezTo>
                  <a:cubicBezTo>
                    <a:pt x="17453" y="21600"/>
                    <a:pt x="18501" y="20537"/>
                    <a:pt x="18803" y="19107"/>
                  </a:cubicBezTo>
                  <a:lnTo>
                    <a:pt x="19575" y="19107"/>
                  </a:lnTo>
                  <a:cubicBezTo>
                    <a:pt x="20691" y="19107"/>
                    <a:pt x="21599" y="17989"/>
                    <a:pt x="21599" y="16615"/>
                  </a:cubicBezTo>
                  <a:lnTo>
                    <a:pt x="21599" y="11630"/>
                  </a:lnTo>
                  <a:cubicBezTo>
                    <a:pt x="21599" y="11137"/>
                    <a:pt x="21482" y="10658"/>
                    <a:pt x="21259" y="10248"/>
                  </a:cubicBezTo>
                </a:path>
              </a:pathLst>
            </a:custGeom>
            <a:grpFill/>
            <a:ln>
              <a:noFill/>
            </a:ln>
            <a:effec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a:ea typeface="微软雅黑" panose="020B0503020204020204" charset="-122"/>
                <a:cs typeface="+mn-cs"/>
              </a:endParaRPr>
            </a:p>
          </p:txBody>
        </p:sp>
      </p:grpSp>
      <p:sp>
        <p:nvSpPr>
          <p:cNvPr id="30" name="Freeform 15"/>
          <p:cNvSpPr>
            <a:spLocks noEditPoints="1"/>
          </p:cNvSpPr>
          <p:nvPr/>
        </p:nvSpPr>
        <p:spPr bwMode="auto">
          <a:xfrm>
            <a:off x="1315823" y="2260504"/>
            <a:ext cx="339546" cy="339156"/>
          </a:xfrm>
          <a:custGeom>
            <a:avLst/>
            <a:gdLst>
              <a:gd name="T0" fmla="*/ 183 w 371"/>
              <a:gd name="T1" fmla="*/ 1 h 370"/>
              <a:gd name="T2" fmla="*/ 2 w 371"/>
              <a:gd name="T3" fmla="*/ 187 h 370"/>
              <a:gd name="T4" fmla="*/ 188 w 371"/>
              <a:gd name="T5" fmla="*/ 369 h 370"/>
              <a:gd name="T6" fmla="*/ 370 w 371"/>
              <a:gd name="T7" fmla="*/ 182 h 370"/>
              <a:gd name="T8" fmla="*/ 183 w 371"/>
              <a:gd name="T9" fmla="*/ 1 h 370"/>
              <a:gd name="T10" fmla="*/ 184 w 371"/>
              <a:gd name="T11" fmla="*/ 25 h 370"/>
              <a:gd name="T12" fmla="*/ 260 w 371"/>
              <a:gd name="T13" fmla="*/ 43 h 370"/>
              <a:gd name="T14" fmla="*/ 235 w 371"/>
              <a:gd name="T15" fmla="*/ 84 h 370"/>
              <a:gd name="T16" fmla="*/ 186 w 371"/>
              <a:gd name="T17" fmla="*/ 73 h 370"/>
              <a:gd name="T18" fmla="*/ 137 w 371"/>
              <a:gd name="T19" fmla="*/ 84 h 370"/>
              <a:gd name="T20" fmla="*/ 112 w 371"/>
              <a:gd name="T21" fmla="*/ 43 h 370"/>
              <a:gd name="T22" fmla="*/ 184 w 371"/>
              <a:gd name="T23" fmla="*/ 25 h 370"/>
              <a:gd name="T24" fmla="*/ 85 w 371"/>
              <a:gd name="T25" fmla="*/ 234 h 370"/>
              <a:gd name="T26" fmla="*/ 44 w 371"/>
              <a:gd name="T27" fmla="*/ 259 h 370"/>
              <a:gd name="T28" fmla="*/ 26 w 371"/>
              <a:gd name="T29" fmla="*/ 187 h 370"/>
              <a:gd name="T30" fmla="*/ 44 w 371"/>
              <a:gd name="T31" fmla="*/ 111 h 370"/>
              <a:gd name="T32" fmla="*/ 85 w 371"/>
              <a:gd name="T33" fmla="*/ 136 h 370"/>
              <a:gd name="T34" fmla="*/ 74 w 371"/>
              <a:gd name="T35" fmla="*/ 185 h 370"/>
              <a:gd name="T36" fmla="*/ 85 w 371"/>
              <a:gd name="T37" fmla="*/ 234 h 370"/>
              <a:gd name="T38" fmla="*/ 188 w 371"/>
              <a:gd name="T39" fmla="*/ 345 h 370"/>
              <a:gd name="T40" fmla="*/ 112 w 371"/>
              <a:gd name="T41" fmla="*/ 327 h 370"/>
              <a:gd name="T42" fmla="*/ 137 w 371"/>
              <a:gd name="T43" fmla="*/ 286 h 370"/>
              <a:gd name="T44" fmla="*/ 186 w 371"/>
              <a:gd name="T45" fmla="*/ 297 h 370"/>
              <a:gd name="T46" fmla="*/ 235 w 371"/>
              <a:gd name="T47" fmla="*/ 286 h 370"/>
              <a:gd name="T48" fmla="*/ 260 w 371"/>
              <a:gd name="T49" fmla="*/ 327 h 370"/>
              <a:gd name="T50" fmla="*/ 188 w 371"/>
              <a:gd name="T51" fmla="*/ 345 h 370"/>
              <a:gd name="T52" fmla="*/ 186 w 371"/>
              <a:gd name="T53" fmla="*/ 273 h 370"/>
              <a:gd name="T54" fmla="*/ 98 w 371"/>
              <a:gd name="T55" fmla="*/ 185 h 370"/>
              <a:gd name="T56" fmla="*/ 186 w 371"/>
              <a:gd name="T57" fmla="*/ 97 h 370"/>
              <a:gd name="T58" fmla="*/ 274 w 371"/>
              <a:gd name="T59" fmla="*/ 185 h 370"/>
              <a:gd name="T60" fmla="*/ 186 w 371"/>
              <a:gd name="T61" fmla="*/ 273 h 370"/>
              <a:gd name="T62" fmla="*/ 286 w 371"/>
              <a:gd name="T63" fmla="*/ 234 h 370"/>
              <a:gd name="T64" fmla="*/ 298 w 371"/>
              <a:gd name="T65" fmla="*/ 185 h 370"/>
              <a:gd name="T66" fmla="*/ 286 w 371"/>
              <a:gd name="T67" fmla="*/ 136 h 370"/>
              <a:gd name="T68" fmla="*/ 328 w 371"/>
              <a:gd name="T69" fmla="*/ 111 h 370"/>
              <a:gd name="T70" fmla="*/ 346 w 371"/>
              <a:gd name="T71" fmla="*/ 183 h 370"/>
              <a:gd name="T72" fmla="*/ 328 w 371"/>
              <a:gd name="T73" fmla="*/ 259 h 370"/>
              <a:gd name="T74" fmla="*/ 286 w 371"/>
              <a:gd name="T75" fmla="*/ 234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1" h="370">
                <a:moveTo>
                  <a:pt x="183" y="1"/>
                </a:moveTo>
                <a:cubicBezTo>
                  <a:pt x="82" y="2"/>
                  <a:pt x="0" y="86"/>
                  <a:pt x="2" y="187"/>
                </a:cubicBezTo>
                <a:cubicBezTo>
                  <a:pt x="3" y="289"/>
                  <a:pt x="87" y="370"/>
                  <a:pt x="188" y="369"/>
                </a:cubicBezTo>
                <a:cubicBezTo>
                  <a:pt x="290" y="368"/>
                  <a:pt x="371" y="284"/>
                  <a:pt x="370" y="182"/>
                </a:cubicBezTo>
                <a:cubicBezTo>
                  <a:pt x="368" y="81"/>
                  <a:pt x="285" y="0"/>
                  <a:pt x="183" y="1"/>
                </a:cubicBezTo>
                <a:close/>
                <a:moveTo>
                  <a:pt x="184" y="25"/>
                </a:moveTo>
                <a:cubicBezTo>
                  <a:pt x="211" y="25"/>
                  <a:pt x="237" y="31"/>
                  <a:pt x="260" y="43"/>
                </a:cubicBezTo>
                <a:cubicBezTo>
                  <a:pt x="235" y="84"/>
                  <a:pt x="235" y="84"/>
                  <a:pt x="235" y="84"/>
                </a:cubicBezTo>
                <a:cubicBezTo>
                  <a:pt x="220" y="77"/>
                  <a:pt x="203" y="73"/>
                  <a:pt x="186" y="73"/>
                </a:cubicBezTo>
                <a:cubicBezTo>
                  <a:pt x="168" y="73"/>
                  <a:pt x="151" y="77"/>
                  <a:pt x="137" y="84"/>
                </a:cubicBezTo>
                <a:cubicBezTo>
                  <a:pt x="112" y="43"/>
                  <a:pt x="112" y="43"/>
                  <a:pt x="112" y="43"/>
                </a:cubicBezTo>
                <a:cubicBezTo>
                  <a:pt x="133" y="32"/>
                  <a:pt x="158" y="25"/>
                  <a:pt x="184" y="25"/>
                </a:cubicBezTo>
                <a:close/>
                <a:moveTo>
                  <a:pt x="85" y="234"/>
                </a:moveTo>
                <a:cubicBezTo>
                  <a:pt x="44" y="259"/>
                  <a:pt x="44" y="259"/>
                  <a:pt x="44" y="259"/>
                </a:cubicBezTo>
                <a:cubicBezTo>
                  <a:pt x="33" y="237"/>
                  <a:pt x="26" y="213"/>
                  <a:pt x="26" y="187"/>
                </a:cubicBezTo>
                <a:cubicBezTo>
                  <a:pt x="25" y="160"/>
                  <a:pt x="32" y="134"/>
                  <a:pt x="44" y="111"/>
                </a:cubicBezTo>
                <a:cubicBezTo>
                  <a:pt x="85" y="136"/>
                  <a:pt x="85" y="136"/>
                  <a:pt x="85" y="136"/>
                </a:cubicBezTo>
                <a:cubicBezTo>
                  <a:pt x="78" y="151"/>
                  <a:pt x="74" y="167"/>
                  <a:pt x="74" y="185"/>
                </a:cubicBezTo>
                <a:cubicBezTo>
                  <a:pt x="74" y="203"/>
                  <a:pt x="78" y="219"/>
                  <a:pt x="85" y="234"/>
                </a:cubicBezTo>
                <a:close/>
                <a:moveTo>
                  <a:pt x="188" y="345"/>
                </a:moveTo>
                <a:cubicBezTo>
                  <a:pt x="161" y="345"/>
                  <a:pt x="135" y="339"/>
                  <a:pt x="112" y="327"/>
                </a:cubicBezTo>
                <a:cubicBezTo>
                  <a:pt x="137" y="286"/>
                  <a:pt x="137" y="286"/>
                  <a:pt x="137" y="286"/>
                </a:cubicBezTo>
                <a:cubicBezTo>
                  <a:pt x="151" y="293"/>
                  <a:pt x="168" y="297"/>
                  <a:pt x="186" y="297"/>
                </a:cubicBezTo>
                <a:cubicBezTo>
                  <a:pt x="203" y="297"/>
                  <a:pt x="220" y="293"/>
                  <a:pt x="235" y="286"/>
                </a:cubicBezTo>
                <a:cubicBezTo>
                  <a:pt x="260" y="327"/>
                  <a:pt x="260" y="327"/>
                  <a:pt x="260" y="327"/>
                </a:cubicBezTo>
                <a:cubicBezTo>
                  <a:pt x="238" y="338"/>
                  <a:pt x="214" y="345"/>
                  <a:pt x="188" y="345"/>
                </a:cubicBezTo>
                <a:close/>
                <a:moveTo>
                  <a:pt x="186" y="273"/>
                </a:moveTo>
                <a:cubicBezTo>
                  <a:pt x="137" y="273"/>
                  <a:pt x="98" y="233"/>
                  <a:pt x="98" y="185"/>
                </a:cubicBezTo>
                <a:cubicBezTo>
                  <a:pt x="98" y="136"/>
                  <a:pt x="137" y="97"/>
                  <a:pt x="186" y="97"/>
                </a:cubicBezTo>
                <a:cubicBezTo>
                  <a:pt x="234" y="97"/>
                  <a:pt x="274" y="136"/>
                  <a:pt x="274" y="185"/>
                </a:cubicBezTo>
                <a:cubicBezTo>
                  <a:pt x="274" y="233"/>
                  <a:pt x="234" y="273"/>
                  <a:pt x="186" y="273"/>
                </a:cubicBezTo>
                <a:close/>
                <a:moveTo>
                  <a:pt x="286" y="234"/>
                </a:moveTo>
                <a:cubicBezTo>
                  <a:pt x="294" y="219"/>
                  <a:pt x="298" y="203"/>
                  <a:pt x="298" y="185"/>
                </a:cubicBezTo>
                <a:cubicBezTo>
                  <a:pt x="298" y="167"/>
                  <a:pt x="294" y="151"/>
                  <a:pt x="286" y="136"/>
                </a:cubicBezTo>
                <a:cubicBezTo>
                  <a:pt x="328" y="111"/>
                  <a:pt x="328" y="111"/>
                  <a:pt x="328" y="111"/>
                </a:cubicBezTo>
                <a:cubicBezTo>
                  <a:pt x="339" y="133"/>
                  <a:pt x="345" y="157"/>
                  <a:pt x="346" y="183"/>
                </a:cubicBezTo>
                <a:cubicBezTo>
                  <a:pt x="346" y="210"/>
                  <a:pt x="340" y="236"/>
                  <a:pt x="328" y="259"/>
                </a:cubicBezTo>
                <a:lnTo>
                  <a:pt x="286" y="234"/>
                </a:lnTo>
                <a:close/>
              </a:path>
            </a:pathLst>
          </a:custGeom>
          <a:solidFill>
            <a:srgbClr val="313159"/>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95959"/>
              </a:solidFill>
              <a:effectLst/>
              <a:uLnTx/>
              <a:uFillTx/>
              <a:latin typeface="Arial" panose="020B0604020202020204"/>
              <a:ea typeface="微软雅黑" panose="020B050302020402020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checkerboard(across)">
                                      <p:cBhvr>
                                        <p:cTn id="7" dur="500"/>
                                        <p:tgtEl>
                                          <p:spTgt spid="2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checkerboard(across)">
                                      <p:cBhvr>
                                        <p:cTn id="10" dur="500"/>
                                        <p:tgtEl>
                                          <p:spTgt spid="24"/>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checkerboard(across)">
                                      <p:cBhvr>
                                        <p:cTn id="13" dur="500"/>
                                        <p:tgtEl>
                                          <p:spTgt spid="25"/>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checkerboard(across)">
                                      <p:cBhvr>
                                        <p:cTn id="1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5" grpId="0" animBg="1"/>
      <p:bldP spid="2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74011" y="239999"/>
            <a:ext cx="2550426" cy="523220"/>
          </a:xfrm>
          <a:prstGeom prst="rect">
            <a:avLst/>
          </a:prstGeom>
          <a:noFill/>
        </p:spPr>
        <p:txBody>
          <a:bodyPr wrap="square" rtlCol="0">
            <a:spAutoFit/>
          </a:bodyPr>
          <a:lstStyle/>
          <a:p>
            <a:pPr algn="dist"/>
            <a:r>
              <a:rPr kumimoji="1" lang="zh-CN" altLang="en-US" sz="2800" dirty="0">
                <a:solidFill>
                  <a:srgbClr val="313159"/>
                </a:solidFill>
                <a:latin typeface="+mj-ea"/>
                <a:ea typeface="+mj-ea"/>
              </a:rPr>
              <a:t>销售目标计划</a:t>
            </a:r>
            <a:endParaRPr kumimoji="1" lang="zh-CN" altLang="en-US" sz="2800" dirty="0">
              <a:solidFill>
                <a:srgbClr val="313159"/>
              </a:solidFill>
              <a:latin typeface="+mj-ea"/>
              <a:ea typeface="+mj-ea"/>
            </a:endParaRPr>
          </a:p>
        </p:txBody>
      </p:sp>
      <p:sp>
        <p:nvSpPr>
          <p:cNvPr id="3" name="文本框 2"/>
          <p:cNvSpPr txBox="1"/>
          <p:nvPr/>
        </p:nvSpPr>
        <p:spPr>
          <a:xfrm>
            <a:off x="1192975" y="712419"/>
            <a:ext cx="2531462" cy="215444"/>
          </a:xfrm>
          <a:prstGeom prst="rect">
            <a:avLst/>
          </a:prstGeom>
          <a:noFill/>
        </p:spPr>
        <p:txBody>
          <a:bodyPr wrap="none" rtlCol="0">
            <a:spAutoFit/>
          </a:bodyPr>
          <a:lstStyle/>
          <a:p>
            <a:r>
              <a:rPr lang="en-GB" altLang="zh-CN" sz="800" dirty="0">
                <a:solidFill>
                  <a:schemeClr val="tx1">
                    <a:lumMod val="50000"/>
                    <a:lumOff val="50000"/>
                  </a:schemeClr>
                </a:solidFill>
                <a:latin typeface="+mn-ea"/>
              </a:rPr>
              <a:t>FILL IN THE TEXT OF THE DOCUMENT TITLE HERE</a:t>
            </a:r>
            <a:endParaRPr lang="en-GB" altLang="zh-CN" sz="800" dirty="0">
              <a:solidFill>
                <a:schemeClr val="tx1">
                  <a:lumMod val="50000"/>
                  <a:lumOff val="50000"/>
                </a:schemeClr>
              </a:solidFill>
              <a:latin typeface="+mn-ea"/>
            </a:endParaRPr>
          </a:p>
        </p:txBody>
      </p:sp>
      <p:sp>
        <p:nvSpPr>
          <p:cNvPr id="4" name="圆角矩形 3"/>
          <p:cNvSpPr/>
          <p:nvPr/>
        </p:nvSpPr>
        <p:spPr>
          <a:xfrm>
            <a:off x="4801456" y="1943475"/>
            <a:ext cx="2589087" cy="3459477"/>
          </a:xfrm>
          <a:prstGeom prst="roundRect">
            <a:avLst>
              <a:gd name="adj" fmla="val 4762"/>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Regular" panose="020B0500000000000000" pitchFamily="34" charset="-128"/>
            </a:endParaRPr>
          </a:p>
        </p:txBody>
      </p:sp>
      <p:sp>
        <p:nvSpPr>
          <p:cNvPr id="5" name="文本框 4"/>
          <p:cNvSpPr txBox="1"/>
          <p:nvPr/>
        </p:nvSpPr>
        <p:spPr>
          <a:xfrm>
            <a:off x="1066800" y="2821823"/>
            <a:ext cx="594551" cy="510778"/>
          </a:xfrm>
          <a:prstGeom prst="roundRect">
            <a:avLst/>
          </a:prstGeom>
          <a:solidFill>
            <a:srgbClr val="313159"/>
          </a:solidFill>
          <a:ln>
            <a:noFill/>
          </a:ln>
        </p:spPr>
        <p:txBody>
          <a:bodyPr wrap="none" rtlCol="0">
            <a:spAutoFit/>
          </a:bodyPr>
          <a:lstStyle/>
          <a:p>
            <a:r>
              <a:rPr kumimoji="1" lang="en-US" altLang="zh-CN" sz="2400" dirty="0">
                <a:solidFill>
                  <a:schemeClr val="bg1"/>
                </a:solidFill>
                <a:latin typeface="+mj-ea"/>
                <a:ea typeface="+mj-ea"/>
              </a:rPr>
              <a:t>01</a:t>
            </a:r>
            <a:endParaRPr kumimoji="1" lang="zh-CN" altLang="en-US" sz="2400" dirty="0">
              <a:solidFill>
                <a:schemeClr val="bg1"/>
              </a:solidFill>
              <a:latin typeface="+mj-ea"/>
              <a:ea typeface="+mj-ea"/>
            </a:endParaRPr>
          </a:p>
        </p:txBody>
      </p:sp>
      <p:sp>
        <p:nvSpPr>
          <p:cNvPr id="6" name="文本框 5"/>
          <p:cNvSpPr txBox="1"/>
          <p:nvPr/>
        </p:nvSpPr>
        <p:spPr>
          <a:xfrm>
            <a:off x="2979112" y="2791046"/>
            <a:ext cx="594551" cy="510778"/>
          </a:xfrm>
          <a:prstGeom prst="roundRect">
            <a:avLst/>
          </a:prstGeom>
          <a:solidFill>
            <a:srgbClr val="313159"/>
          </a:solidFill>
          <a:ln>
            <a:noFill/>
          </a:ln>
        </p:spPr>
        <p:txBody>
          <a:bodyPr wrap="none" rtlCol="0">
            <a:spAutoFit/>
          </a:bodyPr>
          <a:lstStyle/>
          <a:p>
            <a:r>
              <a:rPr kumimoji="1" lang="en-US" altLang="zh-CN" sz="2400" dirty="0">
                <a:solidFill>
                  <a:schemeClr val="bg1"/>
                </a:solidFill>
                <a:latin typeface="+mj-ea"/>
                <a:ea typeface="+mj-ea"/>
              </a:rPr>
              <a:t>02</a:t>
            </a:r>
            <a:endParaRPr kumimoji="1" lang="zh-CN" altLang="en-US" sz="2400" dirty="0">
              <a:solidFill>
                <a:schemeClr val="bg1"/>
              </a:solidFill>
              <a:latin typeface="+mj-ea"/>
              <a:ea typeface="+mj-ea"/>
            </a:endParaRPr>
          </a:p>
        </p:txBody>
      </p:sp>
      <p:sp>
        <p:nvSpPr>
          <p:cNvPr id="7" name="文本框 6"/>
          <p:cNvSpPr txBox="1"/>
          <p:nvPr/>
        </p:nvSpPr>
        <p:spPr>
          <a:xfrm>
            <a:off x="8575517" y="2791046"/>
            <a:ext cx="594551" cy="510778"/>
          </a:xfrm>
          <a:prstGeom prst="roundRect">
            <a:avLst/>
          </a:prstGeom>
          <a:solidFill>
            <a:srgbClr val="313159"/>
          </a:solidFill>
          <a:ln>
            <a:noFill/>
          </a:ln>
        </p:spPr>
        <p:txBody>
          <a:bodyPr wrap="none" rtlCol="0">
            <a:spAutoFit/>
          </a:bodyPr>
          <a:lstStyle/>
          <a:p>
            <a:r>
              <a:rPr kumimoji="1" lang="en-US" altLang="zh-CN" sz="2400" dirty="0">
                <a:solidFill>
                  <a:schemeClr val="bg1"/>
                </a:solidFill>
                <a:latin typeface="+mj-ea"/>
                <a:ea typeface="+mj-ea"/>
              </a:rPr>
              <a:t>04</a:t>
            </a:r>
            <a:endParaRPr kumimoji="1" lang="zh-CN" altLang="en-US" sz="2400" dirty="0">
              <a:solidFill>
                <a:schemeClr val="bg1"/>
              </a:solidFill>
              <a:latin typeface="+mj-ea"/>
              <a:ea typeface="+mj-ea"/>
            </a:endParaRPr>
          </a:p>
        </p:txBody>
      </p:sp>
      <p:sp>
        <p:nvSpPr>
          <p:cNvPr id="8" name="文本框 7"/>
          <p:cNvSpPr txBox="1"/>
          <p:nvPr/>
        </p:nvSpPr>
        <p:spPr>
          <a:xfrm>
            <a:off x="10663773" y="2791046"/>
            <a:ext cx="594551" cy="510778"/>
          </a:xfrm>
          <a:prstGeom prst="roundRect">
            <a:avLst/>
          </a:prstGeom>
          <a:solidFill>
            <a:srgbClr val="313159"/>
          </a:solidFill>
          <a:ln>
            <a:noFill/>
          </a:ln>
        </p:spPr>
        <p:txBody>
          <a:bodyPr wrap="none" rtlCol="0">
            <a:spAutoFit/>
          </a:bodyPr>
          <a:lstStyle/>
          <a:p>
            <a:r>
              <a:rPr kumimoji="1" lang="en-US" altLang="zh-CN" sz="2400" dirty="0">
                <a:solidFill>
                  <a:schemeClr val="bg1"/>
                </a:solidFill>
                <a:latin typeface="+mj-ea"/>
                <a:ea typeface="+mj-ea"/>
              </a:rPr>
              <a:t>05</a:t>
            </a:r>
            <a:endParaRPr kumimoji="1" lang="zh-CN" altLang="en-US" sz="2400" dirty="0">
              <a:solidFill>
                <a:schemeClr val="bg1"/>
              </a:solidFill>
              <a:latin typeface="+mj-ea"/>
              <a:ea typeface="+mj-ea"/>
            </a:endParaRPr>
          </a:p>
        </p:txBody>
      </p:sp>
      <p:sp>
        <p:nvSpPr>
          <p:cNvPr id="9" name="文本框 8"/>
          <p:cNvSpPr txBox="1"/>
          <p:nvPr/>
        </p:nvSpPr>
        <p:spPr>
          <a:xfrm>
            <a:off x="4999808" y="4012218"/>
            <a:ext cx="2207116" cy="937885"/>
          </a:xfrm>
          <a:prstGeom prst="rect">
            <a:avLst/>
          </a:prstGeom>
          <a:noFill/>
        </p:spPr>
        <p:txBody>
          <a:bodyPr wrap="square" rtlCol="0">
            <a:spAutoFit/>
          </a:bodyPr>
          <a:lstStyle/>
          <a:p>
            <a:pPr algn="ctr">
              <a:lnSpc>
                <a:spcPct val="130000"/>
              </a:lnSpc>
            </a:pPr>
            <a:r>
              <a:rPr kumimoji="1" lang="zh-CN" altLang="en-US" sz="1100" dirty="0">
                <a:solidFill>
                  <a:schemeClr val="bg1"/>
                </a:solidFill>
                <a:latin typeface="+mn-ea"/>
                <a:cs typeface="+mn-ea"/>
                <a:sym typeface="+mn-lt"/>
              </a:rPr>
              <a:t>感谢您使用我们的</a:t>
            </a:r>
            <a:r>
              <a:rPr kumimoji="1" lang="en-US" altLang="zh-CN" sz="1100" dirty="0">
                <a:solidFill>
                  <a:schemeClr val="bg1"/>
                </a:solidFill>
                <a:latin typeface="+mn-ea"/>
                <a:cs typeface="+mn-ea"/>
                <a:sym typeface="+mn-lt"/>
              </a:rPr>
              <a:t>PPT</a:t>
            </a:r>
            <a:r>
              <a:rPr kumimoji="1" lang="zh-CN" altLang="en-US" sz="1100" dirty="0">
                <a:solidFill>
                  <a:schemeClr val="bg1"/>
                </a:solidFill>
                <a:latin typeface="+mn-ea"/>
                <a:cs typeface="+mn-ea"/>
                <a:sym typeface="+mn-lt"/>
              </a:rPr>
              <a:t>模板请在此输入您需要的文字内容感谢您使用我们的</a:t>
            </a:r>
            <a:r>
              <a:rPr kumimoji="1" lang="en-US" altLang="zh-CN" sz="1100" dirty="0">
                <a:solidFill>
                  <a:schemeClr val="bg1"/>
                </a:solidFill>
                <a:latin typeface="+mn-ea"/>
                <a:cs typeface="+mn-ea"/>
                <a:sym typeface="+mn-lt"/>
              </a:rPr>
              <a:t>PPT</a:t>
            </a:r>
            <a:r>
              <a:rPr kumimoji="1" lang="zh-CN" altLang="en-US" sz="1100" dirty="0">
                <a:solidFill>
                  <a:schemeClr val="bg1"/>
                </a:solidFill>
                <a:latin typeface="+mn-ea"/>
                <a:cs typeface="+mn-ea"/>
                <a:sym typeface="+mn-lt"/>
              </a:rPr>
              <a:t>模板感谢您使用我们的</a:t>
            </a:r>
            <a:r>
              <a:rPr kumimoji="1" lang="en-US" altLang="zh-CN" sz="1100" dirty="0">
                <a:solidFill>
                  <a:schemeClr val="bg1"/>
                </a:solidFill>
                <a:latin typeface="+mn-ea"/>
                <a:cs typeface="+mn-ea"/>
                <a:sym typeface="+mn-lt"/>
              </a:rPr>
              <a:t>PPT</a:t>
            </a:r>
            <a:r>
              <a:rPr kumimoji="1" lang="zh-CN" altLang="en-US" sz="1100" dirty="0">
                <a:solidFill>
                  <a:schemeClr val="bg1"/>
                </a:solidFill>
                <a:latin typeface="+mn-ea"/>
                <a:cs typeface="+mn-ea"/>
                <a:sym typeface="+mn-lt"/>
              </a:rPr>
              <a:t>模板</a:t>
            </a:r>
            <a:endParaRPr kumimoji="1" lang="zh-CN" altLang="en-US" sz="1100" dirty="0">
              <a:solidFill>
                <a:schemeClr val="bg1"/>
              </a:solidFill>
              <a:latin typeface="+mn-ea"/>
              <a:cs typeface="+mn-ea"/>
              <a:sym typeface="+mn-lt"/>
            </a:endParaRPr>
          </a:p>
        </p:txBody>
      </p:sp>
      <p:sp>
        <p:nvSpPr>
          <p:cNvPr id="10" name="文本框 9"/>
          <p:cNvSpPr txBox="1"/>
          <p:nvPr/>
        </p:nvSpPr>
        <p:spPr>
          <a:xfrm>
            <a:off x="5353342" y="3572635"/>
            <a:ext cx="1478395" cy="338554"/>
          </a:xfrm>
          <a:prstGeom prst="rect">
            <a:avLst/>
          </a:prstGeom>
          <a:noFill/>
        </p:spPr>
        <p:txBody>
          <a:bodyPr wrap="square" rtlCol="0">
            <a:spAutoFit/>
          </a:bodyPr>
          <a:lstStyle/>
          <a:p>
            <a:pPr algn="dist"/>
            <a:r>
              <a:rPr kumimoji="1" lang="zh-CN" altLang="en-US" sz="1600" dirty="0">
                <a:solidFill>
                  <a:schemeClr val="bg1"/>
                </a:solidFill>
                <a:latin typeface="+mj-ea"/>
                <a:ea typeface="+mj-ea"/>
              </a:rPr>
              <a:t>请输入标题</a:t>
            </a:r>
            <a:endParaRPr kumimoji="1" lang="zh-CN" altLang="en-US" sz="1600" dirty="0">
              <a:solidFill>
                <a:schemeClr val="bg1"/>
              </a:solidFill>
              <a:latin typeface="+mj-ea"/>
              <a:ea typeface="+mj-ea"/>
            </a:endParaRPr>
          </a:p>
        </p:txBody>
      </p:sp>
      <p:cxnSp>
        <p:nvCxnSpPr>
          <p:cNvPr id="11" name="直线连接符 10"/>
          <p:cNvCxnSpPr/>
          <p:nvPr/>
        </p:nvCxnSpPr>
        <p:spPr>
          <a:xfrm>
            <a:off x="1850773" y="3083433"/>
            <a:ext cx="950539"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p:nvCxnSpPr>
        <p:spPr>
          <a:xfrm>
            <a:off x="9559673" y="3083433"/>
            <a:ext cx="950539"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线连接符 12"/>
          <p:cNvCxnSpPr/>
          <p:nvPr/>
        </p:nvCxnSpPr>
        <p:spPr>
          <a:xfrm>
            <a:off x="3768473" y="3083433"/>
            <a:ext cx="714627"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线连接符 13"/>
          <p:cNvCxnSpPr/>
          <p:nvPr/>
        </p:nvCxnSpPr>
        <p:spPr>
          <a:xfrm>
            <a:off x="7692773" y="3083433"/>
            <a:ext cx="714627"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474464" y="3932741"/>
            <a:ext cx="1793692" cy="937885"/>
          </a:xfrm>
          <a:prstGeom prst="rect">
            <a:avLst/>
          </a:prstGeom>
          <a:noFill/>
        </p:spPr>
        <p:txBody>
          <a:bodyPr wrap="square" rtlCol="0">
            <a:spAutoFit/>
          </a:bodyPr>
          <a:lstStyle/>
          <a:p>
            <a:pPr algn="ctr">
              <a:lnSpc>
                <a:spcPct val="130000"/>
              </a:lnSpc>
            </a:pPr>
            <a:r>
              <a:rPr kumimoji="1" lang="zh-CN" altLang="en-US" sz="1100" dirty="0">
                <a:solidFill>
                  <a:schemeClr val="bg1">
                    <a:lumMod val="50000"/>
                  </a:schemeClr>
                </a:solidFill>
                <a:latin typeface="+mn-ea"/>
                <a:cs typeface="+mn-ea"/>
                <a:sym typeface="+mn-lt"/>
              </a:rPr>
              <a:t>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模板，请在此输入您需要的文字内容，感谢您使用我们的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a:t>
            </a:r>
            <a:endParaRPr kumimoji="1" lang="zh-CN" altLang="en-US" sz="1100" dirty="0">
              <a:solidFill>
                <a:schemeClr val="bg1">
                  <a:lumMod val="50000"/>
                </a:schemeClr>
              </a:solidFill>
              <a:latin typeface="+mn-ea"/>
              <a:cs typeface="+mn-ea"/>
              <a:sym typeface="+mn-lt"/>
            </a:endParaRPr>
          </a:p>
        </p:txBody>
      </p:sp>
      <p:sp>
        <p:nvSpPr>
          <p:cNvPr id="16" name="文本框 15"/>
          <p:cNvSpPr txBox="1"/>
          <p:nvPr/>
        </p:nvSpPr>
        <p:spPr>
          <a:xfrm>
            <a:off x="760640" y="3593282"/>
            <a:ext cx="1221340"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cs typeface="+mn-ea"/>
                <a:sym typeface="+mn-lt"/>
              </a:rPr>
              <a:t>标题内容</a:t>
            </a:r>
            <a:endParaRPr kumimoji="1" lang="zh-CN" altLang="en-US" sz="1400" dirty="0">
              <a:solidFill>
                <a:schemeClr val="tx1">
                  <a:lumMod val="75000"/>
                  <a:lumOff val="25000"/>
                </a:schemeClr>
              </a:solidFill>
              <a:latin typeface="+mj-ea"/>
              <a:ea typeface="+mj-ea"/>
              <a:cs typeface="+mn-ea"/>
              <a:sym typeface="+mn-lt"/>
            </a:endParaRPr>
          </a:p>
        </p:txBody>
      </p:sp>
      <p:sp>
        <p:nvSpPr>
          <p:cNvPr id="17" name="文本框 16"/>
          <p:cNvSpPr txBox="1"/>
          <p:nvPr/>
        </p:nvSpPr>
        <p:spPr>
          <a:xfrm>
            <a:off x="2463061" y="3931836"/>
            <a:ext cx="1793692" cy="937885"/>
          </a:xfrm>
          <a:prstGeom prst="rect">
            <a:avLst/>
          </a:prstGeom>
          <a:noFill/>
        </p:spPr>
        <p:txBody>
          <a:bodyPr wrap="square" rtlCol="0">
            <a:spAutoFit/>
          </a:bodyPr>
          <a:lstStyle/>
          <a:p>
            <a:pPr algn="ctr">
              <a:lnSpc>
                <a:spcPct val="130000"/>
              </a:lnSpc>
            </a:pPr>
            <a:r>
              <a:rPr kumimoji="1" lang="zh-CN" altLang="en-US" sz="1100" dirty="0">
                <a:solidFill>
                  <a:schemeClr val="bg1">
                    <a:lumMod val="50000"/>
                  </a:schemeClr>
                </a:solidFill>
                <a:latin typeface="+mn-ea"/>
                <a:cs typeface="+mn-ea"/>
                <a:sym typeface="+mn-lt"/>
              </a:rPr>
              <a:t>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模板，请在此输入您需要的文字内容，感谢您使用我们的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a:t>
            </a:r>
            <a:endParaRPr kumimoji="1" lang="zh-CN" altLang="en-US" sz="1100" dirty="0">
              <a:solidFill>
                <a:schemeClr val="bg1">
                  <a:lumMod val="50000"/>
                </a:schemeClr>
              </a:solidFill>
              <a:latin typeface="+mn-ea"/>
              <a:cs typeface="+mn-ea"/>
              <a:sym typeface="+mn-lt"/>
            </a:endParaRPr>
          </a:p>
        </p:txBody>
      </p:sp>
      <p:sp>
        <p:nvSpPr>
          <p:cNvPr id="18" name="文本框 17"/>
          <p:cNvSpPr txBox="1"/>
          <p:nvPr/>
        </p:nvSpPr>
        <p:spPr>
          <a:xfrm>
            <a:off x="2749237" y="3592377"/>
            <a:ext cx="1221340"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cs typeface="+mn-ea"/>
                <a:sym typeface="+mn-lt"/>
              </a:rPr>
              <a:t>标题内容</a:t>
            </a:r>
            <a:endParaRPr kumimoji="1" lang="zh-CN" altLang="en-US" sz="1400" dirty="0">
              <a:solidFill>
                <a:schemeClr val="tx1">
                  <a:lumMod val="75000"/>
                  <a:lumOff val="25000"/>
                </a:schemeClr>
              </a:solidFill>
              <a:latin typeface="+mj-ea"/>
              <a:ea typeface="+mj-ea"/>
              <a:cs typeface="+mn-ea"/>
              <a:sym typeface="+mn-lt"/>
            </a:endParaRPr>
          </a:p>
        </p:txBody>
      </p:sp>
      <p:sp>
        <p:nvSpPr>
          <p:cNvPr id="19" name="文本框 18"/>
          <p:cNvSpPr txBox="1"/>
          <p:nvPr/>
        </p:nvSpPr>
        <p:spPr>
          <a:xfrm>
            <a:off x="8031329" y="3930931"/>
            <a:ext cx="1793692" cy="937885"/>
          </a:xfrm>
          <a:prstGeom prst="rect">
            <a:avLst/>
          </a:prstGeom>
          <a:noFill/>
        </p:spPr>
        <p:txBody>
          <a:bodyPr wrap="square" rtlCol="0">
            <a:spAutoFit/>
          </a:bodyPr>
          <a:lstStyle/>
          <a:p>
            <a:pPr algn="ctr">
              <a:lnSpc>
                <a:spcPct val="130000"/>
              </a:lnSpc>
            </a:pPr>
            <a:r>
              <a:rPr kumimoji="1" lang="zh-CN" altLang="en-US" sz="1100" dirty="0">
                <a:solidFill>
                  <a:schemeClr val="bg1">
                    <a:lumMod val="50000"/>
                  </a:schemeClr>
                </a:solidFill>
                <a:latin typeface="+mn-ea"/>
                <a:cs typeface="+mn-ea"/>
                <a:sym typeface="+mn-lt"/>
              </a:rPr>
              <a:t>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模板，请在此输入您需要的文字内容，感谢您使用我们的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a:t>
            </a:r>
            <a:endParaRPr kumimoji="1" lang="zh-CN" altLang="en-US" sz="1100" dirty="0">
              <a:solidFill>
                <a:schemeClr val="bg1">
                  <a:lumMod val="50000"/>
                </a:schemeClr>
              </a:solidFill>
              <a:latin typeface="+mn-ea"/>
              <a:cs typeface="+mn-ea"/>
              <a:sym typeface="+mn-lt"/>
            </a:endParaRPr>
          </a:p>
        </p:txBody>
      </p:sp>
      <p:sp>
        <p:nvSpPr>
          <p:cNvPr id="20" name="文本框 19"/>
          <p:cNvSpPr txBox="1"/>
          <p:nvPr/>
        </p:nvSpPr>
        <p:spPr>
          <a:xfrm>
            <a:off x="8317505" y="3591472"/>
            <a:ext cx="1221340"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cs typeface="+mn-ea"/>
                <a:sym typeface="+mn-lt"/>
              </a:rPr>
              <a:t>标题内容</a:t>
            </a:r>
            <a:endParaRPr kumimoji="1" lang="zh-CN" altLang="en-US" sz="1400" dirty="0">
              <a:solidFill>
                <a:schemeClr val="tx1">
                  <a:lumMod val="75000"/>
                  <a:lumOff val="25000"/>
                </a:schemeClr>
              </a:solidFill>
              <a:latin typeface="+mj-ea"/>
              <a:ea typeface="+mj-ea"/>
              <a:cs typeface="+mn-ea"/>
              <a:sym typeface="+mn-lt"/>
            </a:endParaRPr>
          </a:p>
        </p:txBody>
      </p:sp>
      <p:sp>
        <p:nvSpPr>
          <p:cNvPr id="21" name="文本框 20"/>
          <p:cNvSpPr txBox="1"/>
          <p:nvPr/>
        </p:nvSpPr>
        <p:spPr>
          <a:xfrm>
            <a:off x="10111197" y="3930026"/>
            <a:ext cx="1793692" cy="937885"/>
          </a:xfrm>
          <a:prstGeom prst="rect">
            <a:avLst/>
          </a:prstGeom>
          <a:noFill/>
        </p:spPr>
        <p:txBody>
          <a:bodyPr wrap="square" rtlCol="0">
            <a:spAutoFit/>
          </a:bodyPr>
          <a:lstStyle/>
          <a:p>
            <a:pPr algn="ctr">
              <a:lnSpc>
                <a:spcPct val="130000"/>
              </a:lnSpc>
            </a:pPr>
            <a:r>
              <a:rPr kumimoji="1" lang="zh-CN" altLang="en-US" sz="1100" dirty="0">
                <a:solidFill>
                  <a:schemeClr val="bg1">
                    <a:lumMod val="50000"/>
                  </a:schemeClr>
                </a:solidFill>
                <a:latin typeface="+mn-ea"/>
                <a:cs typeface="+mn-ea"/>
                <a:sym typeface="+mn-lt"/>
              </a:rPr>
              <a:t>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模板，请在此输入您需要的文字内容，感谢您使用我们的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a:t>
            </a:r>
            <a:endParaRPr kumimoji="1" lang="zh-CN" altLang="en-US" sz="1100" dirty="0">
              <a:solidFill>
                <a:schemeClr val="bg1">
                  <a:lumMod val="50000"/>
                </a:schemeClr>
              </a:solidFill>
              <a:latin typeface="+mn-ea"/>
              <a:cs typeface="+mn-ea"/>
              <a:sym typeface="+mn-lt"/>
            </a:endParaRPr>
          </a:p>
        </p:txBody>
      </p:sp>
      <p:sp>
        <p:nvSpPr>
          <p:cNvPr id="22" name="文本框 21"/>
          <p:cNvSpPr txBox="1"/>
          <p:nvPr/>
        </p:nvSpPr>
        <p:spPr>
          <a:xfrm>
            <a:off x="10397373" y="3590567"/>
            <a:ext cx="1221340"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cs typeface="+mn-ea"/>
                <a:sym typeface="+mn-lt"/>
              </a:rPr>
              <a:t>标题内容</a:t>
            </a:r>
            <a:endParaRPr kumimoji="1" lang="zh-CN" altLang="en-US" sz="1400" dirty="0">
              <a:solidFill>
                <a:schemeClr val="tx1">
                  <a:lumMod val="75000"/>
                  <a:lumOff val="25000"/>
                </a:schemeClr>
              </a:solidFill>
              <a:latin typeface="+mj-ea"/>
              <a:ea typeface="+mj-ea"/>
              <a:cs typeface="+mn-ea"/>
              <a:sym typeface="+mn-lt"/>
            </a:endParaRPr>
          </a:p>
        </p:txBody>
      </p:sp>
      <p:sp>
        <p:nvSpPr>
          <p:cNvPr id="23" name="Freeform 21"/>
          <p:cNvSpPr>
            <a:spLocks noEditPoints="1"/>
          </p:cNvSpPr>
          <p:nvPr/>
        </p:nvSpPr>
        <p:spPr bwMode="auto">
          <a:xfrm>
            <a:off x="5679360" y="2332207"/>
            <a:ext cx="802586" cy="887069"/>
          </a:xfrm>
          <a:custGeom>
            <a:avLst/>
            <a:gdLst>
              <a:gd name="T0" fmla="*/ 126 w 186"/>
              <a:gd name="T1" fmla="*/ 74 h 205"/>
              <a:gd name="T2" fmla="*/ 93 w 186"/>
              <a:gd name="T3" fmla="*/ 106 h 205"/>
              <a:gd name="T4" fmla="*/ 59 w 186"/>
              <a:gd name="T5" fmla="*/ 74 h 205"/>
              <a:gd name="T6" fmla="*/ 57 w 186"/>
              <a:gd name="T7" fmla="*/ 74 h 205"/>
              <a:gd name="T8" fmla="*/ 51 w 186"/>
              <a:gd name="T9" fmla="*/ 70 h 205"/>
              <a:gd name="T10" fmla="*/ 48 w 186"/>
              <a:gd name="T11" fmla="*/ 53 h 205"/>
              <a:gd name="T12" fmla="*/ 53 w 186"/>
              <a:gd name="T13" fmla="*/ 47 h 205"/>
              <a:gd name="T14" fmla="*/ 54 w 186"/>
              <a:gd name="T15" fmla="*/ 47 h 205"/>
              <a:gd name="T16" fmla="*/ 53 w 186"/>
              <a:gd name="T17" fmla="*/ 39 h 205"/>
              <a:gd name="T18" fmla="*/ 53 w 186"/>
              <a:gd name="T19" fmla="*/ 33 h 205"/>
              <a:gd name="T20" fmla="*/ 80 w 186"/>
              <a:gd name="T21" fmla="*/ 6 h 205"/>
              <a:gd name="T22" fmla="*/ 83 w 186"/>
              <a:gd name="T23" fmla="*/ 6 h 205"/>
              <a:gd name="T24" fmla="*/ 83 w 186"/>
              <a:gd name="T25" fmla="*/ 4 h 205"/>
              <a:gd name="T26" fmla="*/ 108 w 186"/>
              <a:gd name="T27" fmla="*/ 5 h 205"/>
              <a:gd name="T28" fmla="*/ 115 w 186"/>
              <a:gd name="T29" fmla="*/ 8 h 205"/>
              <a:gd name="T30" fmla="*/ 131 w 186"/>
              <a:gd name="T31" fmla="*/ 33 h 205"/>
              <a:gd name="T32" fmla="*/ 131 w 186"/>
              <a:gd name="T33" fmla="*/ 39 h 205"/>
              <a:gd name="T34" fmla="*/ 130 w 186"/>
              <a:gd name="T35" fmla="*/ 47 h 205"/>
              <a:gd name="T36" fmla="*/ 132 w 186"/>
              <a:gd name="T37" fmla="*/ 47 h 205"/>
              <a:gd name="T38" fmla="*/ 137 w 186"/>
              <a:gd name="T39" fmla="*/ 53 h 205"/>
              <a:gd name="T40" fmla="*/ 134 w 186"/>
              <a:gd name="T41" fmla="*/ 70 h 205"/>
              <a:gd name="T42" fmla="*/ 128 w 186"/>
              <a:gd name="T43" fmla="*/ 74 h 205"/>
              <a:gd name="T44" fmla="*/ 126 w 186"/>
              <a:gd name="T45" fmla="*/ 74 h 205"/>
              <a:gd name="T46" fmla="*/ 120 w 186"/>
              <a:gd name="T47" fmla="*/ 178 h 205"/>
              <a:gd name="T48" fmla="*/ 149 w 186"/>
              <a:gd name="T49" fmla="*/ 178 h 205"/>
              <a:gd name="T50" fmla="*/ 149 w 186"/>
              <a:gd name="T51" fmla="*/ 184 h 205"/>
              <a:gd name="T52" fmla="*/ 120 w 186"/>
              <a:gd name="T53" fmla="*/ 184 h 205"/>
              <a:gd name="T54" fmla="*/ 120 w 186"/>
              <a:gd name="T55" fmla="*/ 178 h 205"/>
              <a:gd name="T56" fmla="*/ 93 w 186"/>
              <a:gd name="T57" fmla="*/ 124 h 205"/>
              <a:gd name="T58" fmla="*/ 105 w 186"/>
              <a:gd name="T59" fmla="*/ 124 h 205"/>
              <a:gd name="T60" fmla="*/ 98 w 186"/>
              <a:gd name="T61" fmla="*/ 138 h 205"/>
              <a:gd name="T62" fmla="*/ 107 w 186"/>
              <a:gd name="T63" fmla="*/ 205 h 205"/>
              <a:gd name="T64" fmla="*/ 79 w 186"/>
              <a:gd name="T65" fmla="*/ 205 h 205"/>
              <a:gd name="T66" fmla="*/ 88 w 186"/>
              <a:gd name="T67" fmla="*/ 138 h 205"/>
              <a:gd name="T68" fmla="*/ 81 w 186"/>
              <a:gd name="T69" fmla="*/ 124 h 205"/>
              <a:gd name="T70" fmla="*/ 93 w 186"/>
              <a:gd name="T71" fmla="*/ 124 h 205"/>
              <a:gd name="T72" fmla="*/ 5 w 186"/>
              <a:gd name="T73" fmla="*/ 205 h 205"/>
              <a:gd name="T74" fmla="*/ 0 w 186"/>
              <a:gd name="T75" fmla="*/ 156 h 205"/>
              <a:gd name="T76" fmla="*/ 0 w 186"/>
              <a:gd name="T77" fmla="*/ 152 h 205"/>
              <a:gd name="T78" fmla="*/ 19 w 186"/>
              <a:gd name="T79" fmla="*/ 134 h 205"/>
              <a:gd name="T80" fmla="*/ 59 w 186"/>
              <a:gd name="T81" fmla="*/ 119 h 205"/>
              <a:gd name="T82" fmla="*/ 60 w 186"/>
              <a:gd name="T83" fmla="*/ 119 h 205"/>
              <a:gd name="T84" fmla="*/ 76 w 186"/>
              <a:gd name="T85" fmla="*/ 205 h 205"/>
              <a:gd name="T86" fmla="*/ 5 w 186"/>
              <a:gd name="T87" fmla="*/ 205 h 205"/>
              <a:gd name="T88" fmla="*/ 181 w 186"/>
              <a:gd name="T89" fmla="*/ 205 h 205"/>
              <a:gd name="T90" fmla="*/ 110 w 186"/>
              <a:gd name="T91" fmla="*/ 205 h 205"/>
              <a:gd name="T92" fmla="*/ 126 w 186"/>
              <a:gd name="T93" fmla="*/ 119 h 205"/>
              <a:gd name="T94" fmla="*/ 127 w 186"/>
              <a:gd name="T95" fmla="*/ 119 h 205"/>
              <a:gd name="T96" fmla="*/ 167 w 186"/>
              <a:gd name="T97" fmla="*/ 134 h 205"/>
              <a:gd name="T98" fmla="*/ 186 w 186"/>
              <a:gd name="T99" fmla="*/ 152 h 205"/>
              <a:gd name="T100" fmla="*/ 186 w 186"/>
              <a:gd name="T101" fmla="*/ 156 h 205"/>
              <a:gd name="T102" fmla="*/ 181 w 186"/>
              <a:gd name="T103"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86" h="205">
                <a:moveTo>
                  <a:pt x="126" y="74"/>
                </a:moveTo>
                <a:cubicBezTo>
                  <a:pt x="121" y="92"/>
                  <a:pt x="107" y="106"/>
                  <a:pt x="93" y="106"/>
                </a:cubicBezTo>
                <a:cubicBezTo>
                  <a:pt x="79" y="106"/>
                  <a:pt x="65" y="92"/>
                  <a:pt x="59" y="74"/>
                </a:cubicBezTo>
                <a:cubicBezTo>
                  <a:pt x="57" y="74"/>
                  <a:pt x="57" y="74"/>
                  <a:pt x="57" y="74"/>
                </a:cubicBezTo>
                <a:cubicBezTo>
                  <a:pt x="54" y="74"/>
                  <a:pt x="51" y="72"/>
                  <a:pt x="51" y="70"/>
                </a:cubicBezTo>
                <a:cubicBezTo>
                  <a:pt x="48" y="53"/>
                  <a:pt x="48" y="53"/>
                  <a:pt x="48" y="53"/>
                </a:cubicBezTo>
                <a:cubicBezTo>
                  <a:pt x="48" y="50"/>
                  <a:pt x="50" y="47"/>
                  <a:pt x="53" y="47"/>
                </a:cubicBezTo>
                <a:cubicBezTo>
                  <a:pt x="54" y="47"/>
                  <a:pt x="54" y="47"/>
                  <a:pt x="54" y="47"/>
                </a:cubicBezTo>
                <a:cubicBezTo>
                  <a:pt x="54" y="44"/>
                  <a:pt x="53" y="41"/>
                  <a:pt x="53" y="39"/>
                </a:cubicBezTo>
                <a:cubicBezTo>
                  <a:pt x="53" y="33"/>
                  <a:pt x="53" y="33"/>
                  <a:pt x="53" y="33"/>
                </a:cubicBezTo>
                <a:cubicBezTo>
                  <a:pt x="53" y="18"/>
                  <a:pt x="65" y="6"/>
                  <a:pt x="80" y="6"/>
                </a:cubicBezTo>
                <a:cubicBezTo>
                  <a:pt x="83" y="6"/>
                  <a:pt x="83" y="6"/>
                  <a:pt x="83" y="6"/>
                </a:cubicBezTo>
                <a:cubicBezTo>
                  <a:pt x="83" y="5"/>
                  <a:pt x="83" y="5"/>
                  <a:pt x="83" y="4"/>
                </a:cubicBezTo>
                <a:cubicBezTo>
                  <a:pt x="85" y="0"/>
                  <a:pt x="96" y="0"/>
                  <a:pt x="108" y="5"/>
                </a:cubicBezTo>
                <a:cubicBezTo>
                  <a:pt x="110" y="6"/>
                  <a:pt x="113" y="7"/>
                  <a:pt x="115" y="8"/>
                </a:cubicBezTo>
                <a:cubicBezTo>
                  <a:pt x="125" y="12"/>
                  <a:pt x="131" y="21"/>
                  <a:pt x="131" y="33"/>
                </a:cubicBezTo>
                <a:cubicBezTo>
                  <a:pt x="131" y="39"/>
                  <a:pt x="131" y="39"/>
                  <a:pt x="131" y="39"/>
                </a:cubicBezTo>
                <a:cubicBezTo>
                  <a:pt x="131" y="41"/>
                  <a:pt x="131" y="44"/>
                  <a:pt x="130" y="47"/>
                </a:cubicBezTo>
                <a:cubicBezTo>
                  <a:pt x="132" y="47"/>
                  <a:pt x="132" y="47"/>
                  <a:pt x="132" y="47"/>
                </a:cubicBezTo>
                <a:cubicBezTo>
                  <a:pt x="135" y="47"/>
                  <a:pt x="137" y="50"/>
                  <a:pt x="137" y="53"/>
                </a:cubicBezTo>
                <a:cubicBezTo>
                  <a:pt x="134" y="70"/>
                  <a:pt x="134" y="70"/>
                  <a:pt x="134" y="70"/>
                </a:cubicBezTo>
                <a:cubicBezTo>
                  <a:pt x="134" y="72"/>
                  <a:pt x="131" y="74"/>
                  <a:pt x="128" y="74"/>
                </a:cubicBezTo>
                <a:cubicBezTo>
                  <a:pt x="126" y="74"/>
                  <a:pt x="126" y="74"/>
                  <a:pt x="126" y="74"/>
                </a:cubicBezTo>
                <a:close/>
                <a:moveTo>
                  <a:pt x="120" y="178"/>
                </a:moveTo>
                <a:cubicBezTo>
                  <a:pt x="149" y="178"/>
                  <a:pt x="149" y="178"/>
                  <a:pt x="149" y="178"/>
                </a:cubicBezTo>
                <a:cubicBezTo>
                  <a:pt x="149" y="184"/>
                  <a:pt x="149" y="184"/>
                  <a:pt x="149" y="184"/>
                </a:cubicBezTo>
                <a:cubicBezTo>
                  <a:pt x="120" y="184"/>
                  <a:pt x="120" y="184"/>
                  <a:pt x="120" y="184"/>
                </a:cubicBezTo>
                <a:cubicBezTo>
                  <a:pt x="120" y="178"/>
                  <a:pt x="120" y="178"/>
                  <a:pt x="120" y="178"/>
                </a:cubicBezTo>
                <a:close/>
                <a:moveTo>
                  <a:pt x="93" y="124"/>
                </a:moveTo>
                <a:cubicBezTo>
                  <a:pt x="105" y="124"/>
                  <a:pt x="105" y="124"/>
                  <a:pt x="105" y="124"/>
                </a:cubicBezTo>
                <a:cubicBezTo>
                  <a:pt x="98" y="138"/>
                  <a:pt x="98" y="138"/>
                  <a:pt x="98" y="138"/>
                </a:cubicBezTo>
                <a:cubicBezTo>
                  <a:pt x="107" y="205"/>
                  <a:pt x="107" y="205"/>
                  <a:pt x="107" y="205"/>
                </a:cubicBezTo>
                <a:cubicBezTo>
                  <a:pt x="79" y="205"/>
                  <a:pt x="79" y="205"/>
                  <a:pt x="79" y="205"/>
                </a:cubicBezTo>
                <a:cubicBezTo>
                  <a:pt x="88" y="138"/>
                  <a:pt x="88" y="138"/>
                  <a:pt x="88" y="138"/>
                </a:cubicBezTo>
                <a:cubicBezTo>
                  <a:pt x="81" y="124"/>
                  <a:pt x="81" y="124"/>
                  <a:pt x="81" y="124"/>
                </a:cubicBezTo>
                <a:cubicBezTo>
                  <a:pt x="93" y="124"/>
                  <a:pt x="93" y="124"/>
                  <a:pt x="93" y="124"/>
                </a:cubicBezTo>
                <a:close/>
                <a:moveTo>
                  <a:pt x="5" y="205"/>
                </a:moveTo>
                <a:cubicBezTo>
                  <a:pt x="0" y="156"/>
                  <a:pt x="0" y="156"/>
                  <a:pt x="0" y="156"/>
                </a:cubicBezTo>
                <a:cubicBezTo>
                  <a:pt x="0" y="152"/>
                  <a:pt x="0" y="152"/>
                  <a:pt x="0" y="152"/>
                </a:cubicBezTo>
                <a:cubicBezTo>
                  <a:pt x="0" y="142"/>
                  <a:pt x="11" y="136"/>
                  <a:pt x="19" y="134"/>
                </a:cubicBezTo>
                <a:cubicBezTo>
                  <a:pt x="27" y="132"/>
                  <a:pt x="50" y="126"/>
                  <a:pt x="59" y="119"/>
                </a:cubicBezTo>
                <a:cubicBezTo>
                  <a:pt x="60" y="119"/>
                  <a:pt x="60" y="119"/>
                  <a:pt x="60" y="119"/>
                </a:cubicBezTo>
                <a:cubicBezTo>
                  <a:pt x="76" y="205"/>
                  <a:pt x="76" y="205"/>
                  <a:pt x="76" y="205"/>
                </a:cubicBezTo>
                <a:cubicBezTo>
                  <a:pt x="5" y="205"/>
                  <a:pt x="5" y="205"/>
                  <a:pt x="5" y="205"/>
                </a:cubicBezTo>
                <a:close/>
                <a:moveTo>
                  <a:pt x="181" y="205"/>
                </a:moveTo>
                <a:cubicBezTo>
                  <a:pt x="110" y="205"/>
                  <a:pt x="110" y="205"/>
                  <a:pt x="110" y="205"/>
                </a:cubicBezTo>
                <a:cubicBezTo>
                  <a:pt x="126" y="119"/>
                  <a:pt x="126" y="119"/>
                  <a:pt x="126" y="119"/>
                </a:cubicBezTo>
                <a:cubicBezTo>
                  <a:pt x="127" y="119"/>
                  <a:pt x="127" y="119"/>
                  <a:pt x="127" y="119"/>
                </a:cubicBezTo>
                <a:cubicBezTo>
                  <a:pt x="136" y="126"/>
                  <a:pt x="159" y="132"/>
                  <a:pt x="167" y="134"/>
                </a:cubicBezTo>
                <a:cubicBezTo>
                  <a:pt x="175" y="136"/>
                  <a:pt x="186" y="142"/>
                  <a:pt x="186" y="152"/>
                </a:cubicBezTo>
                <a:cubicBezTo>
                  <a:pt x="186" y="156"/>
                  <a:pt x="186" y="156"/>
                  <a:pt x="186" y="156"/>
                </a:cubicBezTo>
                <a:cubicBezTo>
                  <a:pt x="181" y="205"/>
                  <a:pt x="181" y="205"/>
                  <a:pt x="181" y="205"/>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95959"/>
              </a:solidFill>
              <a:effectLst/>
              <a:uLnTx/>
              <a:uFillTx/>
              <a:latin typeface="Arial" panose="020B0604020202020204"/>
              <a:ea typeface="微软雅黑" panose="020B050302020402020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par>
                                <p:cTn id="26" presetID="9"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par>
                                <p:cTn id="29" presetID="9"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par>
                                <p:cTn id="32" presetID="9"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par>
                                <p:cTn id="35" presetID="9"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dissolve">
                                      <p:cBhvr>
                                        <p:cTn id="40" dur="500"/>
                                        <p:tgtEl>
                                          <p:spTgt spid="15"/>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dissolve">
                                      <p:cBhvr>
                                        <p:cTn id="43" dur="500"/>
                                        <p:tgtEl>
                                          <p:spTgt spid="16"/>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dissolve">
                                      <p:cBhvr>
                                        <p:cTn id="46" dur="500"/>
                                        <p:tgtEl>
                                          <p:spTgt spid="17"/>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dissolve">
                                      <p:cBhvr>
                                        <p:cTn id="49" dur="500"/>
                                        <p:tgtEl>
                                          <p:spTgt spid="18"/>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dissolve">
                                      <p:cBhvr>
                                        <p:cTn id="52" dur="500"/>
                                        <p:tgtEl>
                                          <p:spTgt spid="19"/>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dissolve">
                                      <p:cBhvr>
                                        <p:cTn id="55" dur="500"/>
                                        <p:tgtEl>
                                          <p:spTgt spid="20"/>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dissolve">
                                      <p:cBhvr>
                                        <p:cTn id="58" dur="500"/>
                                        <p:tgtEl>
                                          <p:spTgt spid="21"/>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dissolve">
                                      <p:cBhvr>
                                        <p:cTn id="6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P spid="10" grpId="0"/>
      <p:bldP spid="15" grpId="0"/>
      <p:bldP spid="16" grpId="0"/>
      <p:bldP spid="17" grpId="0"/>
      <p:bldP spid="18" grpId="0"/>
      <p:bldP spid="19" grpId="0"/>
      <p:bldP spid="20" grpId="0"/>
      <p:bldP spid="21" grpId="0"/>
      <p:bldP spid="2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952500" y="889000"/>
            <a:ext cx="5080000" cy="5080000"/>
          </a:xfrm>
          <a:prstGeom prst="ellipse">
            <a:avLst/>
          </a:prstGeom>
          <a:gradFill flip="none" rotWithShape="1">
            <a:gsLst>
              <a:gs pos="7000">
                <a:srgbClr val="A3E4EC"/>
              </a:gs>
              <a:gs pos="48000">
                <a:srgbClr val="FEEFA0"/>
              </a:gs>
              <a:gs pos="25000">
                <a:srgbClr val="C7E8CE"/>
              </a:gs>
              <a:gs pos="81000">
                <a:srgbClr val="FF7CA9"/>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3" name="组合 2"/>
          <p:cNvGrpSpPr/>
          <p:nvPr/>
        </p:nvGrpSpPr>
        <p:grpSpPr>
          <a:xfrm>
            <a:off x="406400" y="2717800"/>
            <a:ext cx="248919" cy="807719"/>
            <a:chOff x="8648700" y="1473200"/>
            <a:chExt cx="248919" cy="807719"/>
          </a:xfrm>
        </p:grpSpPr>
        <p:grpSp>
          <p:nvGrpSpPr>
            <p:cNvPr id="4" name="组合 3"/>
            <p:cNvGrpSpPr/>
            <p:nvPr/>
          </p:nvGrpSpPr>
          <p:grpSpPr>
            <a:xfrm>
              <a:off x="8648700" y="1473200"/>
              <a:ext cx="248919" cy="45719"/>
              <a:chOff x="8420100" y="1473200"/>
              <a:chExt cx="248919" cy="45719"/>
            </a:xfrm>
          </p:grpSpPr>
          <p:sp>
            <p:nvSpPr>
              <p:cNvPr id="14" name="椭圆 13"/>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5" name="组合 4"/>
            <p:cNvGrpSpPr/>
            <p:nvPr/>
          </p:nvGrpSpPr>
          <p:grpSpPr>
            <a:xfrm>
              <a:off x="8648700" y="1727200"/>
              <a:ext cx="248919" cy="45719"/>
              <a:chOff x="8420100" y="1473200"/>
              <a:chExt cx="248919" cy="45719"/>
            </a:xfrm>
          </p:grpSpPr>
          <p:sp>
            <p:nvSpPr>
              <p:cNvPr id="12" name="椭圆 11"/>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6" name="组合 5"/>
            <p:cNvGrpSpPr/>
            <p:nvPr/>
          </p:nvGrpSpPr>
          <p:grpSpPr>
            <a:xfrm>
              <a:off x="8648700" y="1981200"/>
              <a:ext cx="248919" cy="45719"/>
              <a:chOff x="8420100" y="1473200"/>
              <a:chExt cx="248919" cy="45719"/>
            </a:xfrm>
          </p:grpSpPr>
          <p:sp>
            <p:nvSpPr>
              <p:cNvPr id="10" name="椭圆 9"/>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椭圆 10"/>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7" name="组合 6"/>
            <p:cNvGrpSpPr/>
            <p:nvPr/>
          </p:nvGrpSpPr>
          <p:grpSpPr>
            <a:xfrm>
              <a:off x="8648700" y="2235200"/>
              <a:ext cx="248919" cy="45719"/>
              <a:chOff x="8420100" y="1473200"/>
              <a:chExt cx="248919" cy="45719"/>
            </a:xfrm>
          </p:grpSpPr>
          <p:sp>
            <p:nvSpPr>
              <p:cNvPr id="8" name="椭圆 7"/>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16" name="椭圆 15"/>
          <p:cNvSpPr/>
          <p:nvPr/>
        </p:nvSpPr>
        <p:spPr>
          <a:xfrm>
            <a:off x="10320019" y="-1117601"/>
            <a:ext cx="2418081" cy="2418081"/>
          </a:xfrm>
          <a:prstGeom prst="ellipse">
            <a:avLst/>
          </a:prstGeom>
          <a:gradFill flip="none" rotWithShape="1">
            <a:gsLst>
              <a:gs pos="7000">
                <a:srgbClr val="A3E4EC"/>
              </a:gs>
              <a:gs pos="70000">
                <a:srgbClr val="FECFA2"/>
              </a:gs>
              <a:gs pos="35000">
                <a:srgbClr val="C7E8CE"/>
              </a:gs>
              <a:gs pos="100000">
                <a:srgbClr val="FF7CA9"/>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7" name="组合 16"/>
          <p:cNvGrpSpPr/>
          <p:nvPr/>
        </p:nvGrpSpPr>
        <p:grpSpPr>
          <a:xfrm rot="5400000">
            <a:off x="10045700" y="177800"/>
            <a:ext cx="248919" cy="807719"/>
            <a:chOff x="8648700" y="1473200"/>
            <a:chExt cx="248919" cy="807719"/>
          </a:xfrm>
        </p:grpSpPr>
        <p:grpSp>
          <p:nvGrpSpPr>
            <p:cNvPr id="18" name="组合 17"/>
            <p:cNvGrpSpPr/>
            <p:nvPr/>
          </p:nvGrpSpPr>
          <p:grpSpPr>
            <a:xfrm>
              <a:off x="8648700" y="1473200"/>
              <a:ext cx="248919" cy="45719"/>
              <a:chOff x="8420100" y="1473200"/>
              <a:chExt cx="248919" cy="45719"/>
            </a:xfrm>
          </p:grpSpPr>
          <p:sp>
            <p:nvSpPr>
              <p:cNvPr id="28" name="椭圆 27"/>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9" name="组合 18"/>
            <p:cNvGrpSpPr/>
            <p:nvPr/>
          </p:nvGrpSpPr>
          <p:grpSpPr>
            <a:xfrm>
              <a:off x="8648700" y="1727200"/>
              <a:ext cx="248919" cy="45719"/>
              <a:chOff x="8420100" y="1473200"/>
              <a:chExt cx="248919" cy="45719"/>
            </a:xfrm>
          </p:grpSpPr>
          <p:sp>
            <p:nvSpPr>
              <p:cNvPr id="26" name="椭圆 25"/>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20" name="组合 19"/>
            <p:cNvGrpSpPr/>
            <p:nvPr/>
          </p:nvGrpSpPr>
          <p:grpSpPr>
            <a:xfrm>
              <a:off x="8648700" y="1981200"/>
              <a:ext cx="248919" cy="45719"/>
              <a:chOff x="8420100" y="1473200"/>
              <a:chExt cx="248919" cy="45719"/>
            </a:xfrm>
          </p:grpSpPr>
          <p:sp>
            <p:nvSpPr>
              <p:cNvPr id="24" name="椭圆 23"/>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21" name="组合 20"/>
            <p:cNvGrpSpPr/>
            <p:nvPr/>
          </p:nvGrpSpPr>
          <p:grpSpPr>
            <a:xfrm>
              <a:off x="8648700" y="2235200"/>
              <a:ext cx="248919" cy="45719"/>
              <a:chOff x="8420100" y="1473200"/>
              <a:chExt cx="248919" cy="45719"/>
            </a:xfrm>
          </p:grpSpPr>
          <p:sp>
            <p:nvSpPr>
              <p:cNvPr id="22" name="椭圆 21"/>
              <p:cNvSpPr/>
              <p:nvPr/>
            </p:nvSpPr>
            <p:spPr>
              <a:xfrm>
                <a:off x="84201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椭圆 22"/>
              <p:cNvSpPr/>
              <p:nvPr/>
            </p:nvSpPr>
            <p:spPr>
              <a:xfrm>
                <a:off x="8623300" y="1473200"/>
                <a:ext cx="45719" cy="45719"/>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30" name="椭圆 29"/>
          <p:cNvSpPr/>
          <p:nvPr/>
        </p:nvSpPr>
        <p:spPr>
          <a:xfrm>
            <a:off x="2660568" y="3209241"/>
            <a:ext cx="1822812" cy="1822812"/>
          </a:xfrm>
          <a:prstGeom prst="ellipse">
            <a:avLst/>
          </a:prstGeom>
          <a:gradFill flip="none" rotWithShape="1">
            <a:gsLst>
              <a:gs pos="44000">
                <a:srgbClr val="FECFA2"/>
              </a:gs>
              <a:gs pos="100000">
                <a:srgbClr val="FF7CA9"/>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p:nvSpPr>
        <p:spPr>
          <a:xfrm>
            <a:off x="2072368" y="4039371"/>
            <a:ext cx="877118" cy="877118"/>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p:nvSpPr>
        <p:spPr>
          <a:xfrm>
            <a:off x="-1212619" y="-1400725"/>
            <a:ext cx="5923826" cy="5923826"/>
          </a:xfrm>
          <a:prstGeom prst="ellips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3" name="矩形 32"/>
          <p:cNvSpPr/>
          <p:nvPr/>
        </p:nvSpPr>
        <p:spPr>
          <a:xfrm>
            <a:off x="3032804" y="408940"/>
            <a:ext cx="444500" cy="960119"/>
          </a:xfrm>
          <a:prstGeom prst="rect">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三角形 33"/>
          <p:cNvSpPr/>
          <p:nvPr/>
        </p:nvSpPr>
        <p:spPr>
          <a:xfrm>
            <a:off x="8769492" y="284205"/>
            <a:ext cx="701561" cy="604794"/>
          </a:xfrm>
          <a:prstGeom prst="triangl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三角形 34"/>
          <p:cNvSpPr/>
          <p:nvPr/>
        </p:nvSpPr>
        <p:spPr>
          <a:xfrm rot="10800000">
            <a:off x="5726573" y="5969000"/>
            <a:ext cx="701561" cy="604794"/>
          </a:xfrm>
          <a:prstGeom prst="triangl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p:cNvSpPr/>
          <p:nvPr/>
        </p:nvSpPr>
        <p:spPr>
          <a:xfrm>
            <a:off x="11605087" y="0"/>
            <a:ext cx="2463733" cy="2463733"/>
          </a:xfrm>
          <a:prstGeom prst="ellipse">
            <a:avLst/>
          </a:prstGeom>
          <a:noFill/>
          <a:ln>
            <a:solidFill>
              <a:srgbClr val="313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37" name="组合 36"/>
          <p:cNvGrpSpPr/>
          <p:nvPr/>
        </p:nvGrpSpPr>
        <p:grpSpPr>
          <a:xfrm>
            <a:off x="333871" y="6438900"/>
            <a:ext cx="719095" cy="109495"/>
            <a:chOff x="9120272" y="6464300"/>
            <a:chExt cx="719095" cy="109495"/>
          </a:xfrm>
        </p:grpSpPr>
        <p:sp>
          <p:nvSpPr>
            <p:cNvPr id="38" name="椭圆 37"/>
            <p:cNvSpPr/>
            <p:nvPr/>
          </p:nvSpPr>
          <p:spPr>
            <a:xfrm>
              <a:off x="9120272" y="6464300"/>
              <a:ext cx="109495" cy="109495"/>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椭圆 38"/>
            <p:cNvSpPr/>
            <p:nvPr/>
          </p:nvSpPr>
          <p:spPr>
            <a:xfrm>
              <a:off x="9425072" y="6464300"/>
              <a:ext cx="109495" cy="109495"/>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椭圆 39"/>
            <p:cNvSpPr/>
            <p:nvPr/>
          </p:nvSpPr>
          <p:spPr>
            <a:xfrm>
              <a:off x="9729872" y="6464300"/>
              <a:ext cx="109495" cy="109495"/>
            </a:xfrm>
            <a:prstGeom prst="ellipse">
              <a:avLst/>
            </a:prstGeom>
            <a:solidFill>
              <a:srgbClr val="313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41" name="文本框 40"/>
          <p:cNvSpPr txBox="1"/>
          <p:nvPr/>
        </p:nvSpPr>
        <p:spPr>
          <a:xfrm>
            <a:off x="6532881" y="2458440"/>
            <a:ext cx="5227713" cy="1138773"/>
          </a:xfrm>
          <a:prstGeom prst="rect">
            <a:avLst/>
          </a:prstGeom>
          <a:noFill/>
        </p:spPr>
        <p:txBody>
          <a:bodyPr wrap="none" rtlCol="0">
            <a:spAutoFit/>
          </a:bodyPr>
          <a:lstStyle/>
          <a:p>
            <a:r>
              <a:rPr kumimoji="1" lang="en-US" altLang="zh-CN" sz="6800" dirty="0">
                <a:solidFill>
                  <a:srgbClr val="313159"/>
                </a:solidFill>
                <a:latin typeface="+mj-ea"/>
                <a:ea typeface="+mj-ea"/>
              </a:rPr>
              <a:t>THANK</a:t>
            </a:r>
            <a:r>
              <a:rPr kumimoji="1" lang="zh-CN" altLang="en-US" sz="6800" dirty="0">
                <a:solidFill>
                  <a:srgbClr val="313159"/>
                </a:solidFill>
                <a:latin typeface="+mj-ea"/>
                <a:ea typeface="+mj-ea"/>
              </a:rPr>
              <a:t> </a:t>
            </a:r>
            <a:r>
              <a:rPr kumimoji="1" lang="en-US" altLang="zh-CN" sz="6800" dirty="0">
                <a:solidFill>
                  <a:srgbClr val="313159"/>
                </a:solidFill>
                <a:latin typeface="+mj-ea"/>
                <a:ea typeface="+mj-ea"/>
              </a:rPr>
              <a:t>YOU</a:t>
            </a:r>
            <a:endParaRPr kumimoji="1" lang="zh-CN" altLang="en-US" sz="6800" dirty="0">
              <a:solidFill>
                <a:srgbClr val="313159"/>
              </a:solidFill>
              <a:latin typeface="+mj-ea"/>
              <a:ea typeface="+mj-ea"/>
            </a:endParaRPr>
          </a:p>
        </p:txBody>
      </p:sp>
      <p:sp>
        <p:nvSpPr>
          <p:cNvPr id="42" name="文本框 41"/>
          <p:cNvSpPr txBox="1"/>
          <p:nvPr/>
        </p:nvSpPr>
        <p:spPr>
          <a:xfrm>
            <a:off x="6077353" y="3521045"/>
            <a:ext cx="5724644" cy="830997"/>
          </a:xfrm>
          <a:prstGeom prst="rect">
            <a:avLst/>
          </a:prstGeom>
          <a:noFill/>
        </p:spPr>
        <p:txBody>
          <a:bodyPr wrap="none" rtlCol="0">
            <a:spAutoFit/>
          </a:bodyPr>
          <a:lstStyle/>
          <a:p>
            <a:r>
              <a:rPr kumimoji="1" lang="zh-CN" altLang="en-US" sz="4800" dirty="0">
                <a:solidFill>
                  <a:srgbClr val="313159"/>
                </a:solidFill>
                <a:latin typeface="+mj-ea"/>
                <a:ea typeface="+mj-ea"/>
              </a:rPr>
              <a:t>汇报结束，感谢聆听</a:t>
            </a:r>
            <a:endParaRPr kumimoji="1" lang="zh-CN" altLang="en-US" sz="4800" dirty="0">
              <a:solidFill>
                <a:srgbClr val="313159"/>
              </a:solidFill>
              <a:latin typeface="+mj-ea"/>
              <a:ea typeface="+mj-ea"/>
            </a:endParaRPr>
          </a:p>
        </p:txBody>
      </p:sp>
      <p:sp>
        <p:nvSpPr>
          <p:cNvPr id="43" name="文本框 42"/>
          <p:cNvSpPr txBox="1"/>
          <p:nvPr/>
        </p:nvSpPr>
        <p:spPr>
          <a:xfrm>
            <a:off x="7861300" y="6221797"/>
            <a:ext cx="3743787" cy="276999"/>
          </a:xfrm>
          <a:prstGeom prst="rect">
            <a:avLst/>
          </a:prstGeom>
          <a:noFill/>
        </p:spPr>
        <p:txBody>
          <a:bodyPr wrap="square" rtlCol="0">
            <a:spAutoFit/>
          </a:bodyPr>
          <a:lstStyle/>
          <a:p>
            <a:pPr algn="dist"/>
            <a:r>
              <a:rPr kumimoji="1" lang="zh-CN" altLang="en-US" sz="1200" dirty="0">
                <a:solidFill>
                  <a:schemeClr val="tx1">
                    <a:lumMod val="50000"/>
                    <a:lumOff val="50000"/>
                  </a:schemeClr>
                </a:solidFill>
                <a:latin typeface="+mn-ea"/>
              </a:rPr>
              <a:t>千库网商务办公系列</a:t>
            </a:r>
            <a:r>
              <a:rPr kumimoji="1" lang="en-US" altLang="zh-CN" sz="1200" dirty="0">
                <a:solidFill>
                  <a:schemeClr val="tx1">
                    <a:lumMod val="50000"/>
                    <a:lumOff val="50000"/>
                  </a:schemeClr>
                </a:solidFill>
                <a:latin typeface="+mn-ea"/>
              </a:rPr>
              <a:t>PPT</a:t>
            </a:r>
            <a:r>
              <a:rPr kumimoji="1" lang="zh-CN" altLang="en-US" sz="1200" dirty="0">
                <a:solidFill>
                  <a:schemeClr val="tx1">
                    <a:lumMod val="50000"/>
                    <a:lumOff val="50000"/>
                  </a:schemeClr>
                </a:solidFill>
                <a:latin typeface="+mn-ea"/>
              </a:rPr>
              <a:t>模板</a:t>
            </a:r>
            <a:endParaRPr kumimoji="1" lang="zh-CN" altLang="en-US" sz="1200" dirty="0">
              <a:solidFill>
                <a:schemeClr val="tx1">
                  <a:lumMod val="50000"/>
                  <a:lumOff val="50000"/>
                </a:schemeClr>
              </a:solidFill>
              <a:latin typeface="+mn-ea"/>
            </a:endParaRPr>
          </a:p>
        </p:txBody>
      </p:sp>
      <p:sp>
        <p:nvSpPr>
          <p:cNvPr id="44" name="文本框 43"/>
          <p:cNvSpPr txBox="1"/>
          <p:nvPr/>
        </p:nvSpPr>
        <p:spPr>
          <a:xfrm>
            <a:off x="8276015" y="4593219"/>
            <a:ext cx="2926080" cy="337185"/>
          </a:xfrm>
          <a:prstGeom prst="rect">
            <a:avLst/>
          </a:prstGeom>
          <a:noFill/>
        </p:spPr>
        <p:txBody>
          <a:bodyPr wrap="none" rtlCol="0">
            <a:spAutoFit/>
          </a:bodyPr>
          <a:lstStyle/>
          <a:p>
            <a:r>
              <a:rPr kumimoji="1" lang="zh-CN" altLang="en-US" sz="1600" dirty="0">
                <a:solidFill>
                  <a:srgbClr val="313159"/>
                </a:solidFill>
                <a:latin typeface="+mn-ea"/>
              </a:rPr>
              <a:t>汇报人：</a:t>
            </a:r>
            <a:r>
              <a:rPr kumimoji="1" lang="en-US" altLang="zh-CN" sz="1600" dirty="0">
                <a:solidFill>
                  <a:srgbClr val="313159"/>
                </a:solidFill>
                <a:latin typeface="+mn-ea"/>
              </a:rPr>
              <a:t>XXXX</a:t>
            </a:r>
            <a:r>
              <a:rPr kumimoji="1" lang="zh-CN" altLang="en-US" sz="1600" dirty="0">
                <a:solidFill>
                  <a:srgbClr val="313159"/>
                </a:solidFill>
                <a:latin typeface="+mn-ea"/>
              </a:rPr>
              <a:t>  日期：</a:t>
            </a:r>
            <a:r>
              <a:rPr kumimoji="1" lang="en-US" altLang="zh-CN" sz="1600" dirty="0">
                <a:solidFill>
                  <a:srgbClr val="313159"/>
                </a:solidFill>
                <a:latin typeface="+mn-ea"/>
              </a:rPr>
              <a:t>2023.06</a:t>
            </a:r>
            <a:endParaRPr kumimoji="1" lang="zh-CN" altLang="en-US" sz="1600" dirty="0">
              <a:solidFill>
                <a:srgbClr val="313159"/>
              </a:solidFill>
              <a:latin typeface="+mn-ea"/>
            </a:endParaRPr>
          </a:p>
        </p:txBody>
      </p:sp>
      <p:sp>
        <p:nvSpPr>
          <p:cNvPr id="45" name="文本框 44"/>
          <p:cNvSpPr txBox="1"/>
          <p:nvPr/>
        </p:nvSpPr>
        <p:spPr>
          <a:xfrm>
            <a:off x="8285478" y="2162163"/>
            <a:ext cx="3294381" cy="338554"/>
          </a:xfrm>
          <a:prstGeom prst="rect">
            <a:avLst/>
          </a:prstGeom>
          <a:noFill/>
        </p:spPr>
        <p:txBody>
          <a:bodyPr wrap="square" rtlCol="0">
            <a:spAutoFit/>
          </a:bodyPr>
          <a:lstStyle/>
          <a:p>
            <a:pPr algn="dist"/>
            <a:r>
              <a:rPr kumimoji="1" lang="zh-CN" altLang="en-US" sz="1600" dirty="0">
                <a:solidFill>
                  <a:srgbClr val="313159"/>
                </a:solidFill>
                <a:latin typeface="+mn-ea"/>
              </a:rPr>
              <a:t>为梦想努力前行</a:t>
            </a:r>
            <a:endParaRPr kumimoji="1" lang="zh-CN" altLang="en-US" sz="1600" dirty="0">
              <a:solidFill>
                <a:srgbClr val="313159"/>
              </a:solidFill>
              <a:latin typeface="+mn-ea"/>
            </a:endParaRPr>
          </a:p>
        </p:txBody>
      </p:sp>
      <p:sp>
        <p:nvSpPr>
          <p:cNvPr id="46" name="文本框 45"/>
          <p:cNvSpPr txBox="1"/>
          <p:nvPr/>
        </p:nvSpPr>
        <p:spPr>
          <a:xfrm>
            <a:off x="260183" y="304524"/>
            <a:ext cx="1348446" cy="584775"/>
          </a:xfrm>
          <a:prstGeom prst="rect">
            <a:avLst/>
          </a:prstGeom>
          <a:noFill/>
        </p:spPr>
        <p:txBody>
          <a:bodyPr wrap="none" rtlCol="0">
            <a:spAutoFit/>
          </a:bodyPr>
          <a:lstStyle/>
          <a:p>
            <a:r>
              <a:rPr kumimoji="1" lang="en-US" altLang="zh-CN" sz="3200" dirty="0">
                <a:solidFill>
                  <a:srgbClr val="313159"/>
                </a:solidFill>
                <a:latin typeface="+mj-ea"/>
                <a:ea typeface="+mj-ea"/>
              </a:rPr>
              <a:t>LOGO</a:t>
            </a:r>
            <a:endParaRPr kumimoji="1" lang="zh-CN" altLang="en-US" sz="3200" dirty="0">
              <a:solidFill>
                <a:srgbClr val="313159"/>
              </a:solidFill>
              <a:latin typeface="+mj-ea"/>
              <a:ea typeface="+mj-ea"/>
            </a:endParaRPr>
          </a:p>
        </p:txBody>
      </p:sp>
      <p:sp>
        <p:nvSpPr>
          <p:cNvPr id="47" name="文本框 46"/>
          <p:cNvSpPr txBox="1"/>
          <p:nvPr/>
        </p:nvSpPr>
        <p:spPr>
          <a:xfrm>
            <a:off x="265877" y="820461"/>
            <a:ext cx="1609452" cy="253916"/>
          </a:xfrm>
          <a:prstGeom prst="rect">
            <a:avLst/>
          </a:prstGeom>
          <a:noFill/>
        </p:spPr>
        <p:txBody>
          <a:bodyPr wrap="square" rtlCol="0">
            <a:spAutoFit/>
          </a:bodyPr>
          <a:lstStyle/>
          <a:p>
            <a:pPr algn="dist"/>
            <a:r>
              <a:rPr kumimoji="1" lang="en-US" altLang="zh-CN" sz="1050" dirty="0">
                <a:solidFill>
                  <a:schemeClr val="bg1">
                    <a:lumMod val="65000"/>
                  </a:schemeClr>
                </a:solidFill>
                <a:latin typeface="+mn-ea"/>
              </a:rPr>
              <a:t>COMPANY</a:t>
            </a:r>
            <a:r>
              <a:rPr kumimoji="1" lang="zh-CN" altLang="en-US" sz="1050" dirty="0">
                <a:solidFill>
                  <a:schemeClr val="bg1">
                    <a:lumMod val="65000"/>
                  </a:schemeClr>
                </a:solidFill>
                <a:latin typeface="+mn-ea"/>
              </a:rPr>
              <a:t> </a:t>
            </a:r>
            <a:r>
              <a:rPr kumimoji="1" lang="en-US" altLang="zh-CN" sz="1050" dirty="0">
                <a:solidFill>
                  <a:schemeClr val="bg1">
                    <a:lumMod val="65000"/>
                  </a:schemeClr>
                </a:solidFill>
                <a:latin typeface="+mn-ea"/>
              </a:rPr>
              <a:t>SLOGAN</a:t>
            </a:r>
            <a:endParaRPr kumimoji="1" lang="zh-CN" altLang="en-US" sz="1050" dirty="0">
              <a:solidFill>
                <a:schemeClr val="bg1">
                  <a:lumMod val="65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checkerboard(across)">
                                      <p:cBhvr>
                                        <p:cTn id="7" dur="500"/>
                                        <p:tgtEl>
                                          <p:spTgt spid="41"/>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checkerboard(across)">
                                      <p:cBhvr>
                                        <p:cTn id="10" dur="500"/>
                                        <p:tgtEl>
                                          <p:spTgt spid="42"/>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checkerboard(across)">
                                      <p:cBhvr>
                                        <p:cTn id="13" dur="500"/>
                                        <p:tgtEl>
                                          <p:spTgt spid="4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checkerboard(across)">
                                      <p:cBhvr>
                                        <p:cTn id="1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4" grpId="0"/>
      <p:bldP spid="45" grpId="0"/>
    </p:bldLst>
  </p:timing>
</p:sld>
</file>

<file path=ppt/tags/tag1.xml><?xml version="1.0" encoding="utf-8"?>
<p:tagLst xmlns:p="http://schemas.openxmlformats.org/presentationml/2006/main">
  <p:tag name="PA" val="v5.1.2"/>
</p:tagLst>
</file>

<file path=ppt/tags/tag2.xml><?xml version="1.0" encoding="utf-8"?>
<p:tagLst xmlns:p="http://schemas.openxmlformats.org/presentationml/2006/main">
  <p:tag name="PA" val="v5.1.2"/>
</p:tagLst>
</file>

<file path=ppt/tags/tag3.xml><?xml version="1.0" encoding="utf-8"?>
<p:tagLst xmlns:p="http://schemas.openxmlformats.org/presentationml/2006/main">
  <p:tag name="PA" val="v5.1.2"/>
</p:tagLst>
</file>

<file path=ppt/tags/tag4.xml><?xml version="1.0" encoding="utf-8"?>
<p:tagLst xmlns:p="http://schemas.openxmlformats.org/presentationml/2006/main">
  <p:tag name="PA" val="v5.1.2"/>
</p:tagLst>
</file>

<file path=ppt/tags/tag5.xml><?xml version="1.0" encoding="utf-8"?>
<p:tagLst xmlns:p="http://schemas.openxmlformats.org/presentationml/2006/main">
  <p:tag name="PA" val="v5.1.2"/>
</p:tagLst>
</file>

<file path=ppt/tags/tag6.xml><?xml version="1.0" encoding="utf-8"?>
<p:tagLst xmlns:p="http://schemas.openxmlformats.org/presentationml/2006/main">
  <p:tag name="PA" val="v5.1.2"/>
</p:tagLst>
</file>

<file path=ppt/tags/tag7.xml><?xml version="1.0" encoding="utf-8"?>
<p:tagLst xmlns:p="http://schemas.openxmlformats.org/presentationml/2006/main">
  <p:tag name="PA" val="v5.1.2"/>
</p:tagLst>
</file>

<file path=ppt/tags/tag8.xml><?xml version="1.0" encoding="utf-8"?>
<p:tagLst xmlns:p="http://schemas.openxmlformats.org/presentationml/2006/main">
  <p:tag name="PA" val="v5.1.2"/>
</p:tagLst>
</file>

<file path=ppt/tags/tag9.xml><?xml version="1.0" encoding="utf-8"?>
<p:tagLst xmlns:p="http://schemas.openxmlformats.org/presentationml/2006/main">
  <p:tag name="ISPRING_PRESENTATION_TITLE" val="PowerPoint 演示文稿"/>
  <p:tag name="ISPRING_FIRST_PUBLISH"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588ku">
      <a:majorFont>
        <a:latin typeface="Arial Black"/>
        <a:ea typeface="思源黑体 CN Bold"/>
        <a:cs typeface=""/>
      </a:majorFont>
      <a:minorFont>
        <a:latin typeface="Arial"/>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5194</Words>
  <Application>WPS 演示</Application>
  <PresentationFormat>宽屏</PresentationFormat>
  <Paragraphs>453</Paragraphs>
  <Slides>20</Slides>
  <Notes>20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20</vt:i4>
      </vt:variant>
    </vt:vector>
  </HeadingPairs>
  <TitlesOfParts>
    <vt:vector size="38" baseType="lpstr">
      <vt:lpstr>Arial</vt:lpstr>
      <vt:lpstr>宋体</vt:lpstr>
      <vt:lpstr>Wingdings</vt:lpstr>
      <vt:lpstr>Arial</vt:lpstr>
      <vt:lpstr>Source Han Sans CN Regular</vt:lpstr>
      <vt:lpstr>Yu Gothic UI</vt:lpstr>
      <vt:lpstr>思源黑体 CN Regular</vt:lpstr>
      <vt:lpstr>微软雅黑</vt:lpstr>
      <vt:lpstr>Source Han Sans CN Bold</vt:lpstr>
      <vt:lpstr>OPPOSans M</vt:lpstr>
      <vt:lpstr>思源黑体 CN Bold</vt:lpstr>
      <vt:lpstr>黑体</vt:lpstr>
      <vt:lpstr>Arial Unicode MS</vt:lpstr>
      <vt:lpstr>等线</vt:lpstr>
      <vt:lpstr>Source Han Sans CN Normal</vt:lpstr>
      <vt:lpstr>Yu Gothic UI Semilight</vt:lpstr>
      <vt:lpstr>思源黑体 CN Regular</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涵莜儿</cp:lastModifiedBy>
  <cp:revision>669</cp:revision>
  <dcterms:created xsi:type="dcterms:W3CDTF">2018-06-17T04:53:00Z</dcterms:created>
  <dcterms:modified xsi:type="dcterms:W3CDTF">2025-05-11T06:25:09Z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4B30E483E94447969D0D44F56A9D6812_12</vt:lpwstr>
  </property>
  <property fmtid="{D5CDD505-2E9C-101B-9397-08002B2CF9AE}" pid="3" name="KSOProductBuildVer">
    <vt:lpwstr>2052-12.1.0.21171</vt:lpwstr>
  </property>
</Properties>
</file>