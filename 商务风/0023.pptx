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7" r:id="rId3"/>
    <p:sldId id="258" r:id="rId4"/>
    <p:sldId id="259" r:id="rId5"/>
    <p:sldId id="264" r:id="rId6"/>
    <p:sldId id="266" r:id="rId7"/>
    <p:sldId id="267" r:id="rId8"/>
    <p:sldId id="261" r:id="rId9"/>
    <p:sldId id="268" r:id="rId10"/>
    <p:sldId id="269" r:id="rId11"/>
    <p:sldId id="277" r:id="rId12"/>
    <p:sldId id="270" r:id="rId13"/>
    <p:sldId id="262" r:id="rId14"/>
    <p:sldId id="271" r:id="rId15"/>
    <p:sldId id="272" r:id="rId16"/>
    <p:sldId id="263" r:id="rId17"/>
    <p:sldId id="273" r:id="rId18"/>
    <p:sldId id="274" r:id="rId19"/>
    <p:sldId id="275" r:id="rId20"/>
    <p:sldId id="276" r:id="rId21"/>
    <p:sldId id="265" r:id="rId22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84" d="100"/>
          <a:sy n="84" d="100"/>
        </p:scale>
        <p:origin x="33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4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BBA452-CE0D-45D1-B780-F77C9E3BBE8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49EFBA-00BA-4FEA-BEC0-D70D36A955D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-1"/>
            <a:ext cx="10858500" cy="102870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235700"/>
            <a:ext cx="2832652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</a:defRPr>
            </a:lvl1pPr>
          </a:lstStyle>
          <a:p>
            <a:fld id="{3F797746-5315-42E5-8715-B385B7B51A4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65161" y="6235700"/>
            <a:ext cx="4248978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</a:rPr>
              <a:t>稿定设计</a:t>
            </a:r>
            <a:r>
              <a:rPr lang="en-US" altLang="zh-CN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</a:rPr>
              <a:t>——</a:t>
            </a:r>
            <a:r>
              <a:rPr lang="zh-CN" altLang="en-US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</a:rPr>
              <a:t>让设计更简单！</a:t>
            </a:r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86248" y="6235700"/>
            <a:ext cx="2832652" cy="36512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</a:defRPr>
            </a:lvl1pPr>
          </a:lstStyle>
          <a:p>
            <a:fld id="{4A2702D6-7180-491C-910B-B9B8CEB6939C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阿里巴巴普惠体 2.0 35 Thin" panose="00020600040101010101" pitchFamily="18" charset="-122"/>
          <a:ea typeface="阿里巴巴普惠体 2.0 35 Thin" panose="00020600040101010101" pitchFamily="18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阿里巴巴普惠体 2.0 35 Thin" panose="00020600040101010101" pitchFamily="18" charset="-122"/>
          <a:ea typeface="阿里巴巴普惠体 2.0 35 Thin" panose="00020600040101010101" pitchFamily="18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阿里巴巴普惠体 2.0 35 Thin" panose="00020600040101010101" pitchFamily="18" charset="-122"/>
          <a:ea typeface="阿里巴巴普惠体 2.0 35 Thin" panose="00020600040101010101" pitchFamily="18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阿里巴巴普惠体 2.0 35 Thin" panose="00020600040101010101" pitchFamily="18" charset="-122"/>
          <a:ea typeface="阿里巴巴普惠体 2.0 35 Thin" panose="00020600040101010101" pitchFamily="18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阿里巴巴普惠体 2.0 35 Thin" panose="00020600040101010101" pitchFamily="18" charset="-122"/>
          <a:ea typeface="阿里巴巴普惠体 2.0 35 Thin" panose="00020600040101010101" pitchFamily="18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阿里巴巴普惠体 2.0 35 Thin" panose="00020600040101010101" pitchFamily="18" charset="-122"/>
          <a:ea typeface="阿里巴巴普惠体 2.0 35 Thin" panose="00020600040101010101" pitchFamily="18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svg"/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圆: 空心 39"/>
          <p:cNvSpPr/>
          <p:nvPr/>
        </p:nvSpPr>
        <p:spPr>
          <a:xfrm>
            <a:off x="-5904621" y="-6749146"/>
            <a:ext cx="15849610" cy="15849610"/>
          </a:xfrm>
          <a:prstGeom prst="donut">
            <a:avLst>
              <a:gd name="adj" fmla="val 956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圆: 空心 37"/>
          <p:cNvSpPr/>
          <p:nvPr/>
        </p:nvSpPr>
        <p:spPr>
          <a:xfrm>
            <a:off x="7223560" y="1545772"/>
            <a:ext cx="9187542" cy="9187542"/>
          </a:xfrm>
          <a:prstGeom prst="donut">
            <a:avLst>
              <a:gd name="adj" fmla="val 177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6201295"/>
            <a:ext cx="12192000" cy="6567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iSHEJI-4-1"/>
          <p:cNvSpPr/>
          <p:nvPr/>
        </p:nvSpPr>
        <p:spPr>
          <a:xfrm>
            <a:off x="11308430" y="6490315"/>
            <a:ext cx="100012" cy="100012"/>
          </a:xfrm>
          <a:prstGeom prst="ellipse">
            <a:avLst/>
          </a:prstGeom>
          <a:noFill/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iSHEJI-4-2"/>
          <p:cNvSpPr/>
          <p:nvPr/>
        </p:nvSpPr>
        <p:spPr>
          <a:xfrm>
            <a:off x="11461214" y="6490315"/>
            <a:ext cx="100012" cy="10001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iSHEJI-4-3"/>
          <p:cNvSpPr/>
          <p:nvPr/>
        </p:nvSpPr>
        <p:spPr>
          <a:xfrm>
            <a:off x="11614002" y="6490315"/>
            <a:ext cx="100012" cy="100012"/>
          </a:xfrm>
          <a:prstGeom prst="ellipse">
            <a:avLst/>
          </a:prstGeom>
          <a:noFill/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iSHEJI-4-4"/>
          <p:cNvSpPr/>
          <p:nvPr/>
        </p:nvSpPr>
        <p:spPr>
          <a:xfrm>
            <a:off x="11766786" y="6490315"/>
            <a:ext cx="100012" cy="100012"/>
          </a:xfrm>
          <a:prstGeom prst="ellipse">
            <a:avLst/>
          </a:prstGeom>
          <a:noFill/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iSHEJI-5"/>
          <p:cNvSpPr txBox="1"/>
          <p:nvPr/>
        </p:nvSpPr>
        <p:spPr>
          <a:xfrm flipH="1">
            <a:off x="518636" y="6503013"/>
            <a:ext cx="1126365" cy="126133"/>
          </a:xfrm>
          <a:custGeom>
            <a:avLst/>
            <a:gdLst/>
            <a:ahLst/>
            <a:cxnLst/>
            <a:rect l="l" t="t" r="r" b="b"/>
            <a:pathLst>
              <a:path w="1316279" h="147400">
                <a:moveTo>
                  <a:pt x="574701" y="41482"/>
                </a:moveTo>
                <a:cubicBezTo>
                  <a:pt x="584645" y="41530"/>
                  <a:pt x="591732" y="44483"/>
                  <a:pt x="595961" y="50341"/>
                </a:cubicBezTo>
                <a:cubicBezTo>
                  <a:pt x="600190" y="56198"/>
                  <a:pt x="602247" y="64676"/>
                  <a:pt x="602133" y="75772"/>
                </a:cubicBezTo>
                <a:cubicBezTo>
                  <a:pt x="602238" y="86736"/>
                  <a:pt x="600161" y="95175"/>
                  <a:pt x="595904" y="101090"/>
                </a:cubicBezTo>
                <a:cubicBezTo>
                  <a:pt x="591646" y="107005"/>
                  <a:pt x="584578" y="109996"/>
                  <a:pt x="574701" y="110062"/>
                </a:cubicBezTo>
                <a:cubicBezTo>
                  <a:pt x="565227" y="110062"/>
                  <a:pt x="558877" y="107167"/>
                  <a:pt x="555651" y="101375"/>
                </a:cubicBezTo>
                <a:cubicBezTo>
                  <a:pt x="552298" y="95432"/>
                  <a:pt x="550622" y="86897"/>
                  <a:pt x="550622" y="75772"/>
                </a:cubicBezTo>
                <a:cubicBezTo>
                  <a:pt x="550415" y="64742"/>
                  <a:pt x="552009" y="56284"/>
                  <a:pt x="555403" y="50398"/>
                </a:cubicBezTo>
                <a:cubicBezTo>
                  <a:pt x="558797" y="44511"/>
                  <a:pt x="565230" y="41539"/>
                  <a:pt x="574701" y="41482"/>
                </a:cubicBezTo>
                <a:close/>
                <a:moveTo>
                  <a:pt x="715061" y="41482"/>
                </a:moveTo>
                <a:cubicBezTo>
                  <a:pt x="724799" y="41597"/>
                  <a:pt x="731308" y="44683"/>
                  <a:pt x="734588" y="50741"/>
                </a:cubicBezTo>
                <a:cubicBezTo>
                  <a:pt x="737867" y="56798"/>
                  <a:pt x="739385" y="65142"/>
                  <a:pt x="739141" y="75772"/>
                </a:cubicBezTo>
                <a:cubicBezTo>
                  <a:pt x="739366" y="86802"/>
                  <a:pt x="737810" y="95260"/>
                  <a:pt x="734473" y="101147"/>
                </a:cubicBezTo>
                <a:cubicBezTo>
                  <a:pt x="731136" y="107033"/>
                  <a:pt x="724666" y="110005"/>
                  <a:pt x="715061" y="110062"/>
                </a:cubicBezTo>
                <a:cubicBezTo>
                  <a:pt x="705190" y="110015"/>
                  <a:pt x="698148" y="107062"/>
                  <a:pt x="693935" y="101204"/>
                </a:cubicBezTo>
                <a:cubicBezTo>
                  <a:pt x="689722" y="95346"/>
                  <a:pt x="687671" y="86869"/>
                  <a:pt x="687782" y="75772"/>
                </a:cubicBezTo>
                <a:cubicBezTo>
                  <a:pt x="687671" y="64809"/>
                  <a:pt x="689722" y="56370"/>
                  <a:pt x="693935" y="50455"/>
                </a:cubicBezTo>
                <a:cubicBezTo>
                  <a:pt x="698148" y="44540"/>
                  <a:pt x="705190" y="41549"/>
                  <a:pt x="715061" y="41482"/>
                </a:cubicBezTo>
                <a:close/>
                <a:moveTo>
                  <a:pt x="991134" y="41482"/>
                </a:moveTo>
                <a:cubicBezTo>
                  <a:pt x="1000872" y="41565"/>
                  <a:pt x="1007380" y="44524"/>
                  <a:pt x="1010660" y="50360"/>
                </a:cubicBezTo>
                <a:cubicBezTo>
                  <a:pt x="1013940" y="56195"/>
                  <a:pt x="1015458" y="64412"/>
                  <a:pt x="1015213" y="75010"/>
                </a:cubicBezTo>
                <a:cubicBezTo>
                  <a:pt x="1015438" y="85942"/>
                  <a:pt x="1013883" y="94254"/>
                  <a:pt x="1010546" y="99947"/>
                </a:cubicBezTo>
                <a:cubicBezTo>
                  <a:pt x="1007209" y="105639"/>
                  <a:pt x="1000738" y="108503"/>
                  <a:pt x="991134" y="108538"/>
                </a:cubicBezTo>
                <a:cubicBezTo>
                  <a:pt x="981202" y="108513"/>
                  <a:pt x="974167" y="105668"/>
                  <a:pt x="970026" y="100004"/>
                </a:cubicBezTo>
                <a:cubicBezTo>
                  <a:pt x="965886" y="94340"/>
                  <a:pt x="963880" y="86008"/>
                  <a:pt x="964007" y="75010"/>
                </a:cubicBezTo>
                <a:cubicBezTo>
                  <a:pt x="963889" y="64079"/>
                  <a:pt x="965915" y="55767"/>
                  <a:pt x="970084" y="50074"/>
                </a:cubicBezTo>
                <a:cubicBezTo>
                  <a:pt x="974252" y="44381"/>
                  <a:pt x="981269" y="41517"/>
                  <a:pt x="991134" y="41482"/>
                </a:cubicBezTo>
                <a:close/>
                <a:moveTo>
                  <a:pt x="799567" y="41330"/>
                </a:moveTo>
                <a:cubicBezTo>
                  <a:pt x="809416" y="41263"/>
                  <a:pt x="816198" y="43683"/>
                  <a:pt x="819912" y="48588"/>
                </a:cubicBezTo>
                <a:cubicBezTo>
                  <a:pt x="823627" y="53493"/>
                  <a:pt x="825532" y="61285"/>
                  <a:pt x="825627" y="71962"/>
                </a:cubicBezTo>
                <a:lnTo>
                  <a:pt x="777469" y="68305"/>
                </a:lnTo>
                <a:cubicBezTo>
                  <a:pt x="777434" y="62513"/>
                  <a:pt x="777944" y="57654"/>
                  <a:pt x="778999" y="53725"/>
                </a:cubicBezTo>
                <a:cubicBezTo>
                  <a:pt x="780053" y="49797"/>
                  <a:pt x="782166" y="46799"/>
                  <a:pt x="785337" y="44733"/>
                </a:cubicBezTo>
                <a:cubicBezTo>
                  <a:pt x="788509" y="42668"/>
                  <a:pt x="793252" y="41533"/>
                  <a:pt x="799567" y="41330"/>
                </a:cubicBezTo>
                <a:close/>
                <a:moveTo>
                  <a:pt x="1180567" y="41330"/>
                </a:moveTo>
                <a:cubicBezTo>
                  <a:pt x="1190416" y="41263"/>
                  <a:pt x="1197198" y="43683"/>
                  <a:pt x="1200912" y="48588"/>
                </a:cubicBezTo>
                <a:cubicBezTo>
                  <a:pt x="1204627" y="53493"/>
                  <a:pt x="1206532" y="61285"/>
                  <a:pt x="1206627" y="71962"/>
                </a:cubicBezTo>
                <a:lnTo>
                  <a:pt x="1158469" y="68305"/>
                </a:lnTo>
                <a:cubicBezTo>
                  <a:pt x="1158434" y="62513"/>
                  <a:pt x="1158944" y="57654"/>
                  <a:pt x="1159999" y="53725"/>
                </a:cubicBezTo>
                <a:cubicBezTo>
                  <a:pt x="1161053" y="49797"/>
                  <a:pt x="1163166" y="46799"/>
                  <a:pt x="1166337" y="44733"/>
                </a:cubicBezTo>
                <a:cubicBezTo>
                  <a:pt x="1169509" y="42668"/>
                  <a:pt x="1174252" y="41533"/>
                  <a:pt x="1180567" y="41330"/>
                </a:cubicBezTo>
                <a:close/>
                <a:moveTo>
                  <a:pt x="405232" y="34624"/>
                </a:moveTo>
                <a:lnTo>
                  <a:pt x="383134" y="34624"/>
                </a:lnTo>
                <a:lnTo>
                  <a:pt x="383134" y="116920"/>
                </a:lnTo>
                <a:lnTo>
                  <a:pt x="405232" y="116920"/>
                </a:lnTo>
                <a:close/>
                <a:moveTo>
                  <a:pt x="529286" y="34624"/>
                </a:moveTo>
                <a:lnTo>
                  <a:pt x="518923" y="34624"/>
                </a:lnTo>
                <a:lnTo>
                  <a:pt x="491643" y="105643"/>
                </a:lnTo>
                <a:lnTo>
                  <a:pt x="490729" y="105643"/>
                </a:lnTo>
                <a:lnTo>
                  <a:pt x="465430" y="34624"/>
                </a:lnTo>
                <a:lnTo>
                  <a:pt x="455524" y="34624"/>
                </a:lnTo>
                <a:lnTo>
                  <a:pt x="485699" y="116006"/>
                </a:lnTo>
                <a:cubicBezTo>
                  <a:pt x="488595" y="123448"/>
                  <a:pt x="491338" y="129290"/>
                  <a:pt x="493929" y="133532"/>
                </a:cubicBezTo>
                <a:cubicBezTo>
                  <a:pt x="496536" y="137910"/>
                  <a:pt x="500047" y="141307"/>
                  <a:pt x="504464" y="143724"/>
                </a:cubicBezTo>
                <a:cubicBezTo>
                  <a:pt x="508880" y="146140"/>
                  <a:pt x="514563" y="147365"/>
                  <a:pt x="521513" y="147400"/>
                </a:cubicBezTo>
                <a:lnTo>
                  <a:pt x="521513" y="139018"/>
                </a:lnTo>
                <a:cubicBezTo>
                  <a:pt x="514693" y="139142"/>
                  <a:pt x="509474" y="137523"/>
                  <a:pt x="505854" y="134160"/>
                </a:cubicBezTo>
                <a:cubicBezTo>
                  <a:pt x="502235" y="130798"/>
                  <a:pt x="499072" y="124950"/>
                  <a:pt x="496367" y="116615"/>
                </a:cubicBezTo>
                <a:close/>
                <a:moveTo>
                  <a:pt x="1058952" y="34624"/>
                </a:moveTo>
                <a:lnTo>
                  <a:pt x="1049198" y="34624"/>
                </a:lnTo>
                <a:lnTo>
                  <a:pt x="1049198" y="116920"/>
                </a:lnTo>
                <a:lnTo>
                  <a:pt x="1058952" y="116920"/>
                </a:lnTo>
                <a:close/>
                <a:moveTo>
                  <a:pt x="799415" y="33100"/>
                </a:moveTo>
                <a:cubicBezTo>
                  <a:pt x="787045" y="33100"/>
                  <a:pt x="778714" y="36301"/>
                  <a:pt x="774421" y="42701"/>
                </a:cubicBezTo>
                <a:cubicBezTo>
                  <a:pt x="772287" y="45832"/>
                  <a:pt x="770687" y="49439"/>
                  <a:pt x="769621" y="53522"/>
                </a:cubicBezTo>
                <a:cubicBezTo>
                  <a:pt x="768554" y="57605"/>
                  <a:pt x="768020" y="62126"/>
                  <a:pt x="768020" y="67085"/>
                </a:cubicBezTo>
                <a:cubicBezTo>
                  <a:pt x="768020" y="69371"/>
                  <a:pt x="768173" y="72267"/>
                  <a:pt x="768477" y="75772"/>
                </a:cubicBezTo>
                <a:lnTo>
                  <a:pt x="825627" y="79582"/>
                </a:lnTo>
                <a:cubicBezTo>
                  <a:pt x="825634" y="90374"/>
                  <a:pt x="823526" y="98127"/>
                  <a:pt x="819303" y="102842"/>
                </a:cubicBezTo>
                <a:cubicBezTo>
                  <a:pt x="815080" y="107557"/>
                  <a:pt x="807790" y="109862"/>
                  <a:pt x="797433" y="109757"/>
                </a:cubicBezTo>
                <a:cubicBezTo>
                  <a:pt x="792836" y="109732"/>
                  <a:pt x="788239" y="109249"/>
                  <a:pt x="783641" y="108310"/>
                </a:cubicBezTo>
                <a:cubicBezTo>
                  <a:pt x="779044" y="107370"/>
                  <a:pt x="775056" y="106125"/>
                  <a:pt x="771678" y="104576"/>
                </a:cubicBezTo>
                <a:lnTo>
                  <a:pt x="771678" y="113720"/>
                </a:lnTo>
                <a:cubicBezTo>
                  <a:pt x="774497" y="114983"/>
                  <a:pt x="778383" y="116076"/>
                  <a:pt x="783336" y="116996"/>
                </a:cubicBezTo>
                <a:cubicBezTo>
                  <a:pt x="788289" y="117917"/>
                  <a:pt x="793395" y="118400"/>
                  <a:pt x="798653" y="118444"/>
                </a:cubicBezTo>
                <a:cubicBezTo>
                  <a:pt x="811397" y="118676"/>
                  <a:pt x="820770" y="115584"/>
                  <a:pt x="826770" y="109167"/>
                </a:cubicBezTo>
                <a:cubicBezTo>
                  <a:pt x="832771" y="102750"/>
                  <a:pt x="835743" y="91619"/>
                  <a:pt x="835686" y="75772"/>
                </a:cubicBezTo>
                <a:cubicBezTo>
                  <a:pt x="835727" y="59926"/>
                  <a:pt x="832787" y="48794"/>
                  <a:pt x="826866" y="42378"/>
                </a:cubicBezTo>
                <a:cubicBezTo>
                  <a:pt x="820944" y="35961"/>
                  <a:pt x="811794" y="32868"/>
                  <a:pt x="799415" y="33100"/>
                </a:cubicBezTo>
                <a:close/>
                <a:moveTo>
                  <a:pt x="888873" y="33100"/>
                </a:moveTo>
                <a:cubicBezTo>
                  <a:pt x="879009" y="33129"/>
                  <a:pt x="871992" y="35396"/>
                  <a:pt x="867823" y="39901"/>
                </a:cubicBezTo>
                <a:cubicBezTo>
                  <a:pt x="863654" y="44406"/>
                  <a:pt x="861629" y="50979"/>
                  <a:pt x="861746" y="59618"/>
                </a:cubicBezTo>
                <a:lnTo>
                  <a:pt x="861746" y="116920"/>
                </a:lnTo>
                <a:lnTo>
                  <a:pt x="871500" y="116920"/>
                </a:lnTo>
                <a:lnTo>
                  <a:pt x="871500" y="64190"/>
                </a:lnTo>
                <a:cubicBezTo>
                  <a:pt x="871335" y="56322"/>
                  <a:pt x="872541" y="50607"/>
                  <a:pt x="875119" y="47045"/>
                </a:cubicBezTo>
                <a:cubicBezTo>
                  <a:pt x="877697" y="43483"/>
                  <a:pt x="882638" y="41730"/>
                  <a:pt x="889940" y="41787"/>
                </a:cubicBezTo>
                <a:cubicBezTo>
                  <a:pt x="896398" y="41673"/>
                  <a:pt x="901885" y="42968"/>
                  <a:pt x="906399" y="45673"/>
                </a:cubicBezTo>
                <a:cubicBezTo>
                  <a:pt x="910914" y="48378"/>
                  <a:pt x="914115" y="53179"/>
                  <a:pt x="916001" y="60075"/>
                </a:cubicBezTo>
                <a:lnTo>
                  <a:pt x="916001" y="116920"/>
                </a:lnTo>
                <a:lnTo>
                  <a:pt x="925602" y="116920"/>
                </a:lnTo>
                <a:lnTo>
                  <a:pt x="925602" y="34624"/>
                </a:lnTo>
                <a:lnTo>
                  <a:pt x="916001" y="34624"/>
                </a:lnTo>
                <a:lnTo>
                  <a:pt x="916001" y="47731"/>
                </a:lnTo>
                <a:cubicBezTo>
                  <a:pt x="914108" y="42654"/>
                  <a:pt x="910692" y="38939"/>
                  <a:pt x="905752" y="36586"/>
                </a:cubicBezTo>
                <a:cubicBezTo>
                  <a:pt x="900811" y="34234"/>
                  <a:pt x="895185" y="33072"/>
                  <a:pt x="888873" y="33100"/>
                </a:cubicBezTo>
                <a:close/>
                <a:moveTo>
                  <a:pt x="992658" y="33100"/>
                </a:moveTo>
                <a:cubicBezTo>
                  <a:pt x="984571" y="33142"/>
                  <a:pt x="978266" y="34735"/>
                  <a:pt x="973741" y="37882"/>
                </a:cubicBezTo>
                <a:cubicBezTo>
                  <a:pt x="969217" y="41028"/>
                  <a:pt x="966074" y="45480"/>
                  <a:pt x="964311" y="51236"/>
                </a:cubicBezTo>
                <a:lnTo>
                  <a:pt x="964311" y="34624"/>
                </a:lnTo>
                <a:lnTo>
                  <a:pt x="954710" y="34624"/>
                </a:lnTo>
                <a:lnTo>
                  <a:pt x="954710" y="111434"/>
                </a:lnTo>
                <a:cubicBezTo>
                  <a:pt x="954713" y="123067"/>
                  <a:pt x="957946" y="131957"/>
                  <a:pt x="964407" y="138104"/>
                </a:cubicBezTo>
                <a:cubicBezTo>
                  <a:pt x="970868" y="144251"/>
                  <a:pt x="980539" y="147349"/>
                  <a:pt x="993420" y="147400"/>
                </a:cubicBezTo>
                <a:cubicBezTo>
                  <a:pt x="1001040" y="147400"/>
                  <a:pt x="1007441" y="146791"/>
                  <a:pt x="1012622" y="145571"/>
                </a:cubicBezTo>
                <a:lnTo>
                  <a:pt x="1012622" y="137037"/>
                </a:lnTo>
                <a:cubicBezTo>
                  <a:pt x="1007288" y="138256"/>
                  <a:pt x="1000887" y="138866"/>
                  <a:pt x="993420" y="138866"/>
                </a:cubicBezTo>
                <a:cubicBezTo>
                  <a:pt x="983473" y="138910"/>
                  <a:pt x="976126" y="136573"/>
                  <a:pt x="971379" y="131855"/>
                </a:cubicBezTo>
                <a:cubicBezTo>
                  <a:pt x="966632" y="127137"/>
                  <a:pt x="964276" y="119771"/>
                  <a:pt x="964311" y="109757"/>
                </a:cubicBezTo>
                <a:lnTo>
                  <a:pt x="964311" y="100156"/>
                </a:lnTo>
                <a:cubicBezTo>
                  <a:pt x="966074" y="105655"/>
                  <a:pt x="969217" y="109821"/>
                  <a:pt x="973741" y="112653"/>
                </a:cubicBezTo>
                <a:cubicBezTo>
                  <a:pt x="978266" y="115485"/>
                  <a:pt x="984571" y="116908"/>
                  <a:pt x="992658" y="116920"/>
                </a:cubicBezTo>
                <a:cubicBezTo>
                  <a:pt x="1005031" y="116908"/>
                  <a:pt x="1013660" y="113390"/>
                  <a:pt x="1018547" y="106367"/>
                </a:cubicBezTo>
                <a:cubicBezTo>
                  <a:pt x="1023433" y="99343"/>
                  <a:pt x="1025776" y="88891"/>
                  <a:pt x="1025576" y="75010"/>
                </a:cubicBezTo>
                <a:cubicBezTo>
                  <a:pt x="1025576" y="61726"/>
                  <a:pt x="1023138" y="51414"/>
                  <a:pt x="1018261" y="44073"/>
                </a:cubicBezTo>
                <a:cubicBezTo>
                  <a:pt x="1013232" y="36758"/>
                  <a:pt x="1004697" y="33100"/>
                  <a:pt x="992658" y="33100"/>
                </a:cubicBezTo>
                <a:close/>
                <a:moveTo>
                  <a:pt x="1101548" y="33100"/>
                </a:moveTo>
                <a:cubicBezTo>
                  <a:pt x="1097471" y="33129"/>
                  <a:pt x="1093509" y="33415"/>
                  <a:pt x="1089660" y="33957"/>
                </a:cubicBezTo>
                <a:cubicBezTo>
                  <a:pt x="1085812" y="34500"/>
                  <a:pt x="1082764" y="35129"/>
                  <a:pt x="1080516" y="35843"/>
                </a:cubicBezTo>
                <a:lnTo>
                  <a:pt x="1081126" y="44530"/>
                </a:lnTo>
                <a:cubicBezTo>
                  <a:pt x="1083710" y="43597"/>
                  <a:pt x="1086809" y="42835"/>
                  <a:pt x="1090422" y="42244"/>
                </a:cubicBezTo>
                <a:cubicBezTo>
                  <a:pt x="1094036" y="41654"/>
                  <a:pt x="1097744" y="41349"/>
                  <a:pt x="1101548" y="41330"/>
                </a:cubicBezTo>
                <a:cubicBezTo>
                  <a:pt x="1107656" y="41276"/>
                  <a:pt x="1112279" y="42336"/>
                  <a:pt x="1115416" y="44511"/>
                </a:cubicBezTo>
                <a:cubicBezTo>
                  <a:pt x="1118553" y="46686"/>
                  <a:pt x="1120128" y="50299"/>
                  <a:pt x="1120140" y="55351"/>
                </a:cubicBezTo>
                <a:cubicBezTo>
                  <a:pt x="1120007" y="60148"/>
                  <a:pt x="1118788" y="63431"/>
                  <a:pt x="1116483" y="65199"/>
                </a:cubicBezTo>
                <a:cubicBezTo>
                  <a:pt x="1114178" y="66968"/>
                  <a:pt x="1109758" y="68613"/>
                  <a:pt x="1103224" y="70133"/>
                </a:cubicBezTo>
                <a:cubicBezTo>
                  <a:pt x="1093817" y="72146"/>
                  <a:pt x="1087143" y="74902"/>
                  <a:pt x="1083202" y="78401"/>
                </a:cubicBezTo>
                <a:cubicBezTo>
                  <a:pt x="1079262" y="81900"/>
                  <a:pt x="1077351" y="87323"/>
                  <a:pt x="1077468" y="94670"/>
                </a:cubicBezTo>
                <a:cubicBezTo>
                  <a:pt x="1077459" y="102236"/>
                  <a:pt x="1079916" y="107983"/>
                  <a:pt x="1084841" y="111910"/>
                </a:cubicBezTo>
                <a:cubicBezTo>
                  <a:pt x="1089765" y="115838"/>
                  <a:pt x="1097214" y="117812"/>
                  <a:pt x="1107186" y="117835"/>
                </a:cubicBezTo>
                <a:cubicBezTo>
                  <a:pt x="1111358" y="117819"/>
                  <a:pt x="1115626" y="117584"/>
                  <a:pt x="1119988" y="117130"/>
                </a:cubicBezTo>
                <a:cubicBezTo>
                  <a:pt x="1124350" y="116676"/>
                  <a:pt x="1128008" y="116098"/>
                  <a:pt x="1130961" y="115396"/>
                </a:cubicBezTo>
                <a:lnTo>
                  <a:pt x="1130961" y="106709"/>
                </a:lnTo>
                <a:cubicBezTo>
                  <a:pt x="1127738" y="107564"/>
                  <a:pt x="1124011" y="108256"/>
                  <a:pt x="1119778" y="108786"/>
                </a:cubicBezTo>
                <a:cubicBezTo>
                  <a:pt x="1115546" y="109316"/>
                  <a:pt x="1111400" y="109589"/>
                  <a:pt x="1107339" y="109605"/>
                </a:cubicBezTo>
                <a:cubicBezTo>
                  <a:pt x="1100347" y="109643"/>
                  <a:pt x="1095166" y="108500"/>
                  <a:pt x="1091794" y="106176"/>
                </a:cubicBezTo>
                <a:cubicBezTo>
                  <a:pt x="1088422" y="103852"/>
                  <a:pt x="1086746" y="100118"/>
                  <a:pt x="1086765" y="94975"/>
                </a:cubicBezTo>
                <a:cubicBezTo>
                  <a:pt x="1086565" y="90190"/>
                  <a:pt x="1087765" y="86653"/>
                  <a:pt x="1090365" y="84364"/>
                </a:cubicBezTo>
                <a:cubicBezTo>
                  <a:pt x="1092966" y="82075"/>
                  <a:pt x="1098166" y="80024"/>
                  <a:pt x="1105967" y="78211"/>
                </a:cubicBezTo>
                <a:cubicBezTo>
                  <a:pt x="1114813" y="76214"/>
                  <a:pt x="1120972" y="73616"/>
                  <a:pt x="1124446" y="70419"/>
                </a:cubicBezTo>
                <a:cubicBezTo>
                  <a:pt x="1127919" y="67222"/>
                  <a:pt x="1129583" y="62148"/>
                  <a:pt x="1129437" y="55198"/>
                </a:cubicBezTo>
                <a:cubicBezTo>
                  <a:pt x="1129380" y="48143"/>
                  <a:pt x="1126941" y="42708"/>
                  <a:pt x="1122122" y="38891"/>
                </a:cubicBezTo>
                <a:cubicBezTo>
                  <a:pt x="1117302" y="35075"/>
                  <a:pt x="1110444" y="33145"/>
                  <a:pt x="1101548" y="33100"/>
                </a:cubicBezTo>
                <a:close/>
                <a:moveTo>
                  <a:pt x="1180415" y="33100"/>
                </a:moveTo>
                <a:cubicBezTo>
                  <a:pt x="1168045" y="33100"/>
                  <a:pt x="1159714" y="36301"/>
                  <a:pt x="1155421" y="42701"/>
                </a:cubicBezTo>
                <a:cubicBezTo>
                  <a:pt x="1153287" y="45832"/>
                  <a:pt x="1151687" y="49439"/>
                  <a:pt x="1150620" y="53522"/>
                </a:cubicBezTo>
                <a:cubicBezTo>
                  <a:pt x="1149554" y="57605"/>
                  <a:pt x="1149020" y="62126"/>
                  <a:pt x="1149020" y="67085"/>
                </a:cubicBezTo>
                <a:cubicBezTo>
                  <a:pt x="1149020" y="69371"/>
                  <a:pt x="1149173" y="72267"/>
                  <a:pt x="1149477" y="75772"/>
                </a:cubicBezTo>
                <a:lnTo>
                  <a:pt x="1206627" y="79582"/>
                </a:lnTo>
                <a:cubicBezTo>
                  <a:pt x="1206634" y="90374"/>
                  <a:pt x="1204526" y="98127"/>
                  <a:pt x="1200303" y="102842"/>
                </a:cubicBezTo>
                <a:cubicBezTo>
                  <a:pt x="1196080" y="107557"/>
                  <a:pt x="1188790" y="109862"/>
                  <a:pt x="1178433" y="109757"/>
                </a:cubicBezTo>
                <a:cubicBezTo>
                  <a:pt x="1173836" y="109732"/>
                  <a:pt x="1169239" y="109249"/>
                  <a:pt x="1164641" y="108310"/>
                </a:cubicBezTo>
                <a:cubicBezTo>
                  <a:pt x="1160044" y="107370"/>
                  <a:pt x="1156056" y="106125"/>
                  <a:pt x="1152678" y="104576"/>
                </a:cubicBezTo>
                <a:lnTo>
                  <a:pt x="1152678" y="113720"/>
                </a:lnTo>
                <a:cubicBezTo>
                  <a:pt x="1155497" y="114983"/>
                  <a:pt x="1159383" y="116076"/>
                  <a:pt x="1164336" y="116996"/>
                </a:cubicBezTo>
                <a:cubicBezTo>
                  <a:pt x="1169289" y="117917"/>
                  <a:pt x="1174395" y="118400"/>
                  <a:pt x="1179653" y="118444"/>
                </a:cubicBezTo>
                <a:cubicBezTo>
                  <a:pt x="1192397" y="118676"/>
                  <a:pt x="1201770" y="115584"/>
                  <a:pt x="1207770" y="109167"/>
                </a:cubicBezTo>
                <a:cubicBezTo>
                  <a:pt x="1213771" y="102750"/>
                  <a:pt x="1216743" y="91619"/>
                  <a:pt x="1216686" y="75772"/>
                </a:cubicBezTo>
                <a:cubicBezTo>
                  <a:pt x="1216727" y="59926"/>
                  <a:pt x="1213787" y="48794"/>
                  <a:pt x="1207866" y="42378"/>
                </a:cubicBezTo>
                <a:cubicBezTo>
                  <a:pt x="1201944" y="35961"/>
                  <a:pt x="1192794" y="32868"/>
                  <a:pt x="1180415" y="33100"/>
                </a:cubicBezTo>
                <a:close/>
                <a:moveTo>
                  <a:pt x="1306221" y="19994"/>
                </a:moveTo>
                <a:lnTo>
                  <a:pt x="1306221" y="107929"/>
                </a:lnTo>
                <a:lnTo>
                  <a:pt x="1287933" y="107929"/>
                </a:lnTo>
                <a:cubicBezTo>
                  <a:pt x="1274979" y="107954"/>
                  <a:pt x="1265073" y="104703"/>
                  <a:pt x="1258215" y="98175"/>
                </a:cubicBezTo>
                <a:cubicBezTo>
                  <a:pt x="1251204" y="91596"/>
                  <a:pt x="1247699" y="80217"/>
                  <a:pt x="1247699" y="64037"/>
                </a:cubicBezTo>
                <a:cubicBezTo>
                  <a:pt x="1247877" y="52414"/>
                  <a:pt x="1249570" y="43403"/>
                  <a:pt x="1252779" y="37006"/>
                </a:cubicBezTo>
                <a:cubicBezTo>
                  <a:pt x="1255988" y="30609"/>
                  <a:pt x="1260560" y="26159"/>
                  <a:pt x="1266495" y="23657"/>
                </a:cubicBezTo>
                <a:cubicBezTo>
                  <a:pt x="1272430" y="21155"/>
                  <a:pt x="1279576" y="19934"/>
                  <a:pt x="1287933" y="19994"/>
                </a:cubicBezTo>
                <a:close/>
                <a:moveTo>
                  <a:pt x="23165" y="11155"/>
                </a:moveTo>
                <a:lnTo>
                  <a:pt x="0" y="11155"/>
                </a:lnTo>
                <a:lnTo>
                  <a:pt x="0" y="116920"/>
                </a:lnTo>
                <a:lnTo>
                  <a:pt x="23165" y="116920"/>
                </a:lnTo>
                <a:close/>
                <a:moveTo>
                  <a:pt x="70638" y="11155"/>
                </a:moveTo>
                <a:lnTo>
                  <a:pt x="47625" y="11155"/>
                </a:lnTo>
                <a:lnTo>
                  <a:pt x="47625" y="109300"/>
                </a:lnTo>
                <a:cubicBezTo>
                  <a:pt x="47718" y="121546"/>
                  <a:pt x="50924" y="130658"/>
                  <a:pt x="57246" y="136637"/>
                </a:cubicBezTo>
                <a:cubicBezTo>
                  <a:pt x="63567" y="142616"/>
                  <a:pt x="72451" y="145594"/>
                  <a:pt x="83897" y="145571"/>
                </a:cubicBezTo>
                <a:cubicBezTo>
                  <a:pt x="85780" y="145568"/>
                  <a:pt x="87805" y="145498"/>
                  <a:pt x="89974" y="145362"/>
                </a:cubicBezTo>
                <a:cubicBezTo>
                  <a:pt x="92142" y="145225"/>
                  <a:pt x="94130" y="145041"/>
                  <a:pt x="95936" y="144809"/>
                </a:cubicBezTo>
                <a:lnTo>
                  <a:pt x="95936" y="126521"/>
                </a:lnTo>
                <a:cubicBezTo>
                  <a:pt x="92863" y="127004"/>
                  <a:pt x="89561" y="127258"/>
                  <a:pt x="86030" y="127283"/>
                </a:cubicBezTo>
                <a:cubicBezTo>
                  <a:pt x="80255" y="127242"/>
                  <a:pt x="76223" y="125572"/>
                  <a:pt x="73933" y="122273"/>
                </a:cubicBezTo>
                <a:cubicBezTo>
                  <a:pt x="71644" y="118974"/>
                  <a:pt x="70546" y="114295"/>
                  <a:pt x="70638" y="108233"/>
                </a:cubicBezTo>
                <a:close/>
                <a:moveTo>
                  <a:pt x="156515" y="11155"/>
                </a:moveTo>
                <a:lnTo>
                  <a:pt x="91898" y="11155"/>
                </a:lnTo>
                <a:lnTo>
                  <a:pt x="91898" y="31271"/>
                </a:lnTo>
                <a:lnTo>
                  <a:pt x="133350" y="31271"/>
                </a:lnTo>
                <a:lnTo>
                  <a:pt x="133350" y="53065"/>
                </a:lnTo>
                <a:lnTo>
                  <a:pt x="94946" y="53065"/>
                </a:lnTo>
                <a:lnTo>
                  <a:pt x="94946" y="72419"/>
                </a:lnTo>
                <a:lnTo>
                  <a:pt x="133350" y="72419"/>
                </a:lnTo>
                <a:lnTo>
                  <a:pt x="133350" y="96803"/>
                </a:lnTo>
                <a:lnTo>
                  <a:pt x="89764" y="96803"/>
                </a:lnTo>
                <a:lnTo>
                  <a:pt x="89764" y="116920"/>
                </a:lnTo>
                <a:lnTo>
                  <a:pt x="156515" y="116920"/>
                </a:lnTo>
                <a:close/>
                <a:moveTo>
                  <a:pt x="270815" y="11155"/>
                </a:moveTo>
                <a:lnTo>
                  <a:pt x="247650" y="11155"/>
                </a:lnTo>
                <a:lnTo>
                  <a:pt x="247650" y="50779"/>
                </a:lnTo>
                <a:lnTo>
                  <a:pt x="205893" y="50779"/>
                </a:lnTo>
                <a:lnTo>
                  <a:pt x="205893" y="11155"/>
                </a:lnTo>
                <a:lnTo>
                  <a:pt x="182880" y="11155"/>
                </a:lnTo>
                <a:lnTo>
                  <a:pt x="182880" y="116920"/>
                </a:lnTo>
                <a:lnTo>
                  <a:pt x="205893" y="116920"/>
                </a:lnTo>
                <a:lnTo>
                  <a:pt x="205893" y="70133"/>
                </a:lnTo>
                <a:lnTo>
                  <a:pt x="247650" y="70133"/>
                </a:lnTo>
                <a:lnTo>
                  <a:pt x="247650" y="116920"/>
                </a:lnTo>
                <a:lnTo>
                  <a:pt x="270815" y="116920"/>
                </a:lnTo>
                <a:close/>
                <a:moveTo>
                  <a:pt x="1316279" y="11155"/>
                </a:moveTo>
                <a:lnTo>
                  <a:pt x="1288085" y="11155"/>
                </a:lnTo>
                <a:cubicBezTo>
                  <a:pt x="1277199" y="11108"/>
                  <a:pt x="1268000" y="12539"/>
                  <a:pt x="1260490" y="15450"/>
                </a:cubicBezTo>
                <a:cubicBezTo>
                  <a:pt x="1252979" y="18361"/>
                  <a:pt x="1247246" y="23642"/>
                  <a:pt x="1243291" y="31294"/>
                </a:cubicBezTo>
                <a:cubicBezTo>
                  <a:pt x="1239336" y="38946"/>
                  <a:pt x="1237249" y="49860"/>
                  <a:pt x="1237031" y="64037"/>
                </a:cubicBezTo>
                <a:cubicBezTo>
                  <a:pt x="1237031" y="73708"/>
                  <a:pt x="1238136" y="81951"/>
                  <a:pt x="1240346" y="88764"/>
                </a:cubicBezTo>
                <a:cubicBezTo>
                  <a:pt x="1242556" y="95578"/>
                  <a:pt x="1245870" y="101001"/>
                  <a:pt x="1250290" y="105033"/>
                </a:cubicBezTo>
                <a:cubicBezTo>
                  <a:pt x="1259155" y="112958"/>
                  <a:pt x="1271753" y="116920"/>
                  <a:pt x="1288085" y="116920"/>
                </a:cubicBezTo>
                <a:lnTo>
                  <a:pt x="1316279" y="116920"/>
                </a:lnTo>
                <a:close/>
                <a:moveTo>
                  <a:pt x="321031" y="9631"/>
                </a:moveTo>
                <a:cubicBezTo>
                  <a:pt x="314986" y="9666"/>
                  <a:pt x="309665" y="10053"/>
                  <a:pt x="305067" y="10793"/>
                </a:cubicBezTo>
                <a:cubicBezTo>
                  <a:pt x="300470" y="11532"/>
                  <a:pt x="296749" y="12415"/>
                  <a:pt x="293904" y="13441"/>
                </a:cubicBezTo>
                <a:lnTo>
                  <a:pt x="293904" y="32491"/>
                </a:lnTo>
                <a:cubicBezTo>
                  <a:pt x="296711" y="31598"/>
                  <a:pt x="300622" y="30754"/>
                  <a:pt x="305639" y="29957"/>
                </a:cubicBezTo>
                <a:cubicBezTo>
                  <a:pt x="310655" y="29160"/>
                  <a:pt x="315481" y="28735"/>
                  <a:pt x="320117" y="28681"/>
                </a:cubicBezTo>
                <a:cubicBezTo>
                  <a:pt x="326095" y="28589"/>
                  <a:pt x="330445" y="29344"/>
                  <a:pt x="333166" y="30948"/>
                </a:cubicBezTo>
                <a:cubicBezTo>
                  <a:pt x="335887" y="32551"/>
                  <a:pt x="337227" y="35555"/>
                  <a:pt x="337185" y="39958"/>
                </a:cubicBezTo>
                <a:cubicBezTo>
                  <a:pt x="337408" y="43270"/>
                  <a:pt x="336354" y="45829"/>
                  <a:pt x="334023" y="47635"/>
                </a:cubicBezTo>
                <a:cubicBezTo>
                  <a:pt x="331693" y="49442"/>
                  <a:pt x="326752" y="51201"/>
                  <a:pt x="319202" y="52912"/>
                </a:cubicBezTo>
                <a:cubicBezTo>
                  <a:pt x="310858" y="54883"/>
                  <a:pt x="304450" y="57241"/>
                  <a:pt x="299977" y="59985"/>
                </a:cubicBezTo>
                <a:cubicBezTo>
                  <a:pt x="295505" y="62729"/>
                  <a:pt x="292438" y="66227"/>
                  <a:pt x="290777" y="70478"/>
                </a:cubicBezTo>
                <a:cubicBezTo>
                  <a:pt x="289116" y="74729"/>
                  <a:pt x="288329" y="80101"/>
                  <a:pt x="288417" y="86593"/>
                </a:cubicBezTo>
                <a:cubicBezTo>
                  <a:pt x="288294" y="96988"/>
                  <a:pt x="291437" y="104887"/>
                  <a:pt x="297847" y="110291"/>
                </a:cubicBezTo>
                <a:cubicBezTo>
                  <a:pt x="304258" y="115695"/>
                  <a:pt x="314678" y="118412"/>
                  <a:pt x="329108" y="118444"/>
                </a:cubicBezTo>
                <a:cubicBezTo>
                  <a:pt x="335382" y="118400"/>
                  <a:pt x="341237" y="117993"/>
                  <a:pt x="346672" y="117225"/>
                </a:cubicBezTo>
                <a:cubicBezTo>
                  <a:pt x="352108" y="116457"/>
                  <a:pt x="356515" y="115593"/>
                  <a:pt x="359893" y="114634"/>
                </a:cubicBezTo>
                <a:lnTo>
                  <a:pt x="359893" y="94365"/>
                </a:lnTo>
                <a:cubicBezTo>
                  <a:pt x="356448" y="95610"/>
                  <a:pt x="351984" y="96626"/>
                  <a:pt x="346501" y="97413"/>
                </a:cubicBezTo>
                <a:cubicBezTo>
                  <a:pt x="341018" y="98200"/>
                  <a:pt x="335525" y="98607"/>
                  <a:pt x="330023" y="98632"/>
                </a:cubicBezTo>
                <a:cubicBezTo>
                  <a:pt x="323114" y="98696"/>
                  <a:pt x="318263" y="97769"/>
                  <a:pt x="315469" y="95851"/>
                </a:cubicBezTo>
                <a:cubicBezTo>
                  <a:pt x="312674" y="93933"/>
                  <a:pt x="311328" y="90644"/>
                  <a:pt x="311430" y="85983"/>
                </a:cubicBezTo>
                <a:cubicBezTo>
                  <a:pt x="311220" y="82075"/>
                  <a:pt x="312401" y="79071"/>
                  <a:pt x="314973" y="76972"/>
                </a:cubicBezTo>
                <a:cubicBezTo>
                  <a:pt x="317545" y="74874"/>
                  <a:pt x="322765" y="72899"/>
                  <a:pt x="330632" y="71048"/>
                </a:cubicBezTo>
                <a:cubicBezTo>
                  <a:pt x="341713" y="68692"/>
                  <a:pt x="349384" y="65326"/>
                  <a:pt x="353645" y="60951"/>
                </a:cubicBezTo>
                <a:cubicBezTo>
                  <a:pt x="357906" y="56576"/>
                  <a:pt x="359938" y="49782"/>
                  <a:pt x="359741" y="40568"/>
                </a:cubicBezTo>
                <a:cubicBezTo>
                  <a:pt x="359661" y="29478"/>
                  <a:pt x="356277" y="21521"/>
                  <a:pt x="349587" y="16698"/>
                </a:cubicBezTo>
                <a:cubicBezTo>
                  <a:pt x="342897" y="11875"/>
                  <a:pt x="333379" y="9520"/>
                  <a:pt x="321031" y="9631"/>
                </a:cubicBezTo>
                <a:close/>
                <a:moveTo>
                  <a:pt x="1053923" y="5211"/>
                </a:moveTo>
                <a:cubicBezTo>
                  <a:pt x="1051741" y="5138"/>
                  <a:pt x="1050198" y="5513"/>
                  <a:pt x="1049293" y="6335"/>
                </a:cubicBezTo>
                <a:cubicBezTo>
                  <a:pt x="1048389" y="7157"/>
                  <a:pt x="1047950" y="8865"/>
                  <a:pt x="1047979" y="11459"/>
                </a:cubicBezTo>
                <a:cubicBezTo>
                  <a:pt x="1047950" y="14053"/>
                  <a:pt x="1048389" y="15762"/>
                  <a:pt x="1049293" y="16584"/>
                </a:cubicBezTo>
                <a:cubicBezTo>
                  <a:pt x="1050198" y="17406"/>
                  <a:pt x="1051741" y="17781"/>
                  <a:pt x="1053923" y="17708"/>
                </a:cubicBezTo>
                <a:cubicBezTo>
                  <a:pt x="1056317" y="17781"/>
                  <a:pt x="1057968" y="17406"/>
                  <a:pt x="1058876" y="16584"/>
                </a:cubicBezTo>
                <a:cubicBezTo>
                  <a:pt x="1059784" y="15762"/>
                  <a:pt x="1060215" y="14053"/>
                  <a:pt x="1060171" y="11459"/>
                </a:cubicBezTo>
                <a:cubicBezTo>
                  <a:pt x="1060215" y="8865"/>
                  <a:pt x="1059784" y="7157"/>
                  <a:pt x="1058876" y="6335"/>
                </a:cubicBezTo>
                <a:cubicBezTo>
                  <a:pt x="1057968" y="5513"/>
                  <a:pt x="1056317" y="5138"/>
                  <a:pt x="1053923" y="5211"/>
                </a:cubicBezTo>
                <a:close/>
                <a:moveTo>
                  <a:pt x="611429" y="1096"/>
                </a:moveTo>
                <a:lnTo>
                  <a:pt x="601676" y="1096"/>
                </a:lnTo>
                <a:lnTo>
                  <a:pt x="601676" y="51236"/>
                </a:lnTo>
                <a:cubicBezTo>
                  <a:pt x="599980" y="45413"/>
                  <a:pt x="596856" y="40942"/>
                  <a:pt x="592303" y="37825"/>
                </a:cubicBezTo>
                <a:cubicBezTo>
                  <a:pt x="587750" y="34707"/>
                  <a:pt x="581426" y="33132"/>
                  <a:pt x="573329" y="33100"/>
                </a:cubicBezTo>
                <a:cubicBezTo>
                  <a:pt x="560985" y="33075"/>
                  <a:pt x="552450" y="36631"/>
                  <a:pt x="547726" y="43768"/>
                </a:cubicBezTo>
                <a:cubicBezTo>
                  <a:pt x="542976" y="50779"/>
                  <a:pt x="540589" y="61447"/>
                  <a:pt x="540563" y="75772"/>
                </a:cubicBezTo>
                <a:cubicBezTo>
                  <a:pt x="540563" y="89209"/>
                  <a:pt x="543002" y="99674"/>
                  <a:pt x="547879" y="107167"/>
                </a:cubicBezTo>
                <a:cubicBezTo>
                  <a:pt x="552781" y="114660"/>
                  <a:pt x="561264" y="118419"/>
                  <a:pt x="573329" y="118444"/>
                </a:cubicBezTo>
                <a:cubicBezTo>
                  <a:pt x="581273" y="118403"/>
                  <a:pt x="587522" y="116885"/>
                  <a:pt x="592075" y="113891"/>
                </a:cubicBezTo>
                <a:cubicBezTo>
                  <a:pt x="596627" y="110897"/>
                  <a:pt x="599828" y="106675"/>
                  <a:pt x="601676" y="101223"/>
                </a:cubicBezTo>
                <a:lnTo>
                  <a:pt x="603047" y="116920"/>
                </a:lnTo>
                <a:lnTo>
                  <a:pt x="611429" y="116920"/>
                </a:lnTo>
                <a:close/>
                <a:moveTo>
                  <a:pt x="688086" y="1096"/>
                </a:moveTo>
                <a:lnTo>
                  <a:pt x="678485" y="1096"/>
                </a:lnTo>
                <a:lnTo>
                  <a:pt x="678485" y="116920"/>
                </a:lnTo>
                <a:lnTo>
                  <a:pt x="686562" y="116920"/>
                </a:lnTo>
                <a:lnTo>
                  <a:pt x="687934" y="100613"/>
                </a:lnTo>
                <a:cubicBezTo>
                  <a:pt x="689664" y="106224"/>
                  <a:pt x="692871" y="110586"/>
                  <a:pt x="697554" y="113701"/>
                </a:cubicBezTo>
                <a:cubicBezTo>
                  <a:pt x="702237" y="116815"/>
                  <a:pt x="708530" y="118397"/>
                  <a:pt x="716433" y="118444"/>
                </a:cubicBezTo>
                <a:cubicBezTo>
                  <a:pt x="728752" y="118444"/>
                  <a:pt x="737337" y="114939"/>
                  <a:pt x="742188" y="107929"/>
                </a:cubicBezTo>
                <a:cubicBezTo>
                  <a:pt x="746938" y="100791"/>
                  <a:pt x="749326" y="90072"/>
                  <a:pt x="749351" y="75772"/>
                </a:cubicBezTo>
                <a:cubicBezTo>
                  <a:pt x="749351" y="62336"/>
                  <a:pt x="746913" y="51871"/>
                  <a:pt x="742036" y="44378"/>
                </a:cubicBezTo>
                <a:cubicBezTo>
                  <a:pt x="737007" y="36885"/>
                  <a:pt x="728473" y="33126"/>
                  <a:pt x="716433" y="33100"/>
                </a:cubicBezTo>
                <a:cubicBezTo>
                  <a:pt x="708489" y="33145"/>
                  <a:pt x="702241" y="34694"/>
                  <a:pt x="697688" y="37748"/>
                </a:cubicBezTo>
                <a:cubicBezTo>
                  <a:pt x="693135" y="40803"/>
                  <a:pt x="689934" y="45095"/>
                  <a:pt x="688086" y="50626"/>
                </a:cubicBezTo>
                <a:close/>
                <a:moveTo>
                  <a:pt x="394107" y="29"/>
                </a:moveTo>
                <a:cubicBezTo>
                  <a:pt x="389192" y="-142"/>
                  <a:pt x="385877" y="468"/>
                  <a:pt x="384163" y="1858"/>
                </a:cubicBezTo>
                <a:cubicBezTo>
                  <a:pt x="382448" y="3249"/>
                  <a:pt x="381648" y="6449"/>
                  <a:pt x="381762" y="11459"/>
                </a:cubicBezTo>
                <a:cubicBezTo>
                  <a:pt x="381648" y="16482"/>
                  <a:pt x="382448" y="19734"/>
                  <a:pt x="384163" y="21213"/>
                </a:cubicBezTo>
                <a:cubicBezTo>
                  <a:pt x="385877" y="22693"/>
                  <a:pt x="389192" y="23353"/>
                  <a:pt x="394107" y="23194"/>
                </a:cubicBezTo>
                <a:cubicBezTo>
                  <a:pt x="398955" y="23353"/>
                  <a:pt x="402251" y="22693"/>
                  <a:pt x="403994" y="21213"/>
                </a:cubicBezTo>
                <a:cubicBezTo>
                  <a:pt x="405737" y="19734"/>
                  <a:pt x="406556" y="16482"/>
                  <a:pt x="406451" y="11459"/>
                </a:cubicBezTo>
                <a:cubicBezTo>
                  <a:pt x="406556" y="6449"/>
                  <a:pt x="405737" y="3249"/>
                  <a:pt x="403994" y="1858"/>
                </a:cubicBezTo>
                <a:cubicBezTo>
                  <a:pt x="402251" y="468"/>
                  <a:pt x="398955" y="-142"/>
                  <a:pt x="394107" y="2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1200" dirty="0">
              <a:solidFill>
                <a:schemeClr val="tx1">
                  <a:alpha val="80000"/>
                </a:schemeClr>
              </a:solidFill>
              <a:effectLst/>
              <a:latin typeface="+mj-ea"/>
              <a:ea typeface="+mj-ea"/>
              <a:cs typeface="OPPOSans R" panose="00020600040101010101" pitchFamily="18" charset="-122"/>
            </a:endParaRPr>
          </a:p>
        </p:txBody>
      </p:sp>
      <p:cxnSp>
        <p:nvCxnSpPr>
          <p:cNvPr id="11" name="iSHEJI-6"/>
          <p:cNvCxnSpPr/>
          <p:nvPr/>
        </p:nvCxnSpPr>
        <p:spPr>
          <a:xfrm>
            <a:off x="518636" y="6430148"/>
            <a:ext cx="45502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aoding-14"/>
          <p:cNvSpPr txBox="1"/>
          <p:nvPr/>
        </p:nvSpPr>
        <p:spPr>
          <a:xfrm>
            <a:off x="655796" y="3982704"/>
            <a:ext cx="51492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rinda" panose="020B0502040204020203" pitchFamily="34" charset="0"/>
                <a:ea typeface="阿里巴巴普惠体 2.0 35 Thin" panose="00020600040101010101" pitchFamily="18" charset="-122"/>
                <a:cs typeface="Vrinda" panose="020B0502040204020203" pitchFamily="34" charset="0"/>
              </a:rPr>
              <a:t>THE USER ACTIVATES THE PROJECT YEAR-END REPORT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rinda" panose="020B0502040204020203" pitchFamily="34" charset="0"/>
              <a:ea typeface="阿里巴巴普惠体 2.0 35 Thin" panose="00020600040101010101" pitchFamily="18" charset="-122"/>
              <a:cs typeface="Vrinda" panose="020B0502040204020203" pitchFamily="34" charset="0"/>
            </a:endParaRPr>
          </a:p>
        </p:txBody>
      </p:sp>
      <p:sp>
        <p:nvSpPr>
          <p:cNvPr id="14" name="gaoding-14"/>
          <p:cNvSpPr txBox="1"/>
          <p:nvPr/>
        </p:nvSpPr>
        <p:spPr>
          <a:xfrm>
            <a:off x="552926" y="1545772"/>
            <a:ext cx="6532879" cy="246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特雅宋简" panose="02000000000000000000" pitchFamily="2" charset="-122"/>
                <a:ea typeface="方正特雅宋简" panose="02000000000000000000" pitchFamily="2" charset="-122"/>
                <a:cs typeface="阿里巴巴普惠体 2.0 95 ExtraBold" panose="00020600040101010101" pitchFamily="18" charset="-122"/>
              </a:rPr>
              <a:t>用户激活项目</a:t>
            </a:r>
            <a:endParaRPr kumimoji="0" lang="en-US" altLang="zh-CN" sz="8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特雅宋简" panose="02000000000000000000" pitchFamily="2" charset="-122"/>
              <a:ea typeface="方正特雅宋简" panose="02000000000000000000" pitchFamily="2" charset="-122"/>
              <a:cs typeface="阿里巴巴普惠体 2.0 95 ExtraBold" panose="00020600040101010101" pitchFamily="18" charset="-122"/>
            </a:endParaRPr>
          </a:p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特雅宋简" panose="02000000000000000000" pitchFamily="2" charset="-122"/>
                <a:ea typeface="方正特雅宋简" panose="02000000000000000000" pitchFamily="2" charset="-122"/>
                <a:cs typeface="阿里巴巴普惠体 2.0 45 Light" panose="00020600040101010101" pitchFamily="18" charset="-122"/>
              </a:rPr>
              <a:t>汇报通用</a:t>
            </a:r>
            <a:endParaRPr kumimoji="0" lang="zh-CN" altLang="en-US" sz="8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特雅宋简" panose="02000000000000000000" pitchFamily="2" charset="-122"/>
              <a:ea typeface="方正特雅宋简" panose="02000000000000000000" pitchFamily="2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17" name="iSHEJI-10"/>
          <p:cNvSpPr txBox="1"/>
          <p:nvPr/>
        </p:nvSpPr>
        <p:spPr>
          <a:xfrm flipH="1">
            <a:off x="667226" y="4491296"/>
            <a:ext cx="1554100" cy="389888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>
            <a:outerShdw blurRad="254000" dist="127000" dir="5400000" sx="102000" sy="102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600" dirty="0">
                <a:solidFill>
                  <a:schemeClr val="bg1"/>
                </a:solidFill>
                <a:latin typeface="+mn-ea"/>
                <a:ea typeface="+mn-ea"/>
                <a:cs typeface="OPPOSans R" panose="00020600040101010101" pitchFamily="18" charset="-122"/>
              </a:rPr>
              <a:t>汇报人：</a:t>
            </a:r>
            <a:r>
              <a:rPr lang="en-US" altLang="zh-CN" sz="1600" dirty="0">
                <a:solidFill>
                  <a:schemeClr val="bg1"/>
                </a:solidFill>
                <a:latin typeface="+mn-ea"/>
                <a:ea typeface="+mn-ea"/>
                <a:cs typeface="OPPOSans R" panose="00020600040101010101" pitchFamily="18" charset="-122"/>
              </a:rPr>
              <a:t>XXXX</a:t>
            </a:r>
            <a:endParaRPr lang="zh-CN" altLang="en-US" sz="1600" dirty="0">
              <a:solidFill>
                <a:schemeClr val="bg1"/>
              </a:solidFill>
              <a:latin typeface="+mn-ea"/>
              <a:ea typeface="+mn-ea"/>
              <a:cs typeface="OPPOSans R" panose="00020600040101010101" pitchFamily="18" charset="-122"/>
            </a:endParaRPr>
          </a:p>
        </p:txBody>
      </p:sp>
      <p:sp>
        <p:nvSpPr>
          <p:cNvPr id="16" name="gaoding-14"/>
          <p:cNvSpPr txBox="1"/>
          <p:nvPr/>
        </p:nvSpPr>
        <p:spPr>
          <a:xfrm>
            <a:off x="625317" y="395152"/>
            <a:ext cx="87201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特雅宋简" panose="02000000000000000000" pitchFamily="2" charset="-122"/>
                <a:ea typeface="方正特雅宋简" panose="02000000000000000000" pitchFamily="2" charset="-122"/>
                <a:cs typeface="阿里巴巴普惠体 2.0 95 ExtraBold" panose="00020600040101010101" pitchFamily="18" charset="-122"/>
              </a:rPr>
              <a:t>2023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特雅宋简" panose="02000000000000000000" pitchFamily="2" charset="-122"/>
              <a:ea typeface="方正特雅宋简" panose="02000000000000000000" pitchFamily="2" charset="-122"/>
              <a:cs typeface="阿里巴巴普惠体 2.0 45 Light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圆: 空心 15"/>
          <p:cNvSpPr/>
          <p:nvPr/>
        </p:nvSpPr>
        <p:spPr>
          <a:xfrm>
            <a:off x="-4516210" y="-3792788"/>
            <a:ext cx="7585576" cy="7585576"/>
          </a:xfrm>
          <a:prstGeom prst="donut">
            <a:avLst>
              <a:gd name="adj" fmla="val 1568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8" name="iSHEJI-4"/>
          <p:cNvSpPr/>
          <p:nvPr/>
        </p:nvSpPr>
        <p:spPr>
          <a:xfrm>
            <a:off x="3449421" y="3483654"/>
            <a:ext cx="382699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1.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9" name="iSHEJI-5"/>
          <p:cNvSpPr txBox="1"/>
          <p:nvPr/>
        </p:nvSpPr>
        <p:spPr>
          <a:xfrm>
            <a:off x="3794616" y="3561400"/>
            <a:ext cx="198003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年度工作回顾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0" name="iSHEJI-6"/>
          <p:cNvSpPr txBox="1"/>
          <p:nvPr/>
        </p:nvSpPr>
        <p:spPr>
          <a:xfrm>
            <a:off x="3825096" y="3970094"/>
            <a:ext cx="266842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Annual Work Review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21" name="iSHEJI-7"/>
          <p:cNvSpPr txBox="1"/>
          <p:nvPr/>
        </p:nvSpPr>
        <p:spPr>
          <a:xfrm>
            <a:off x="8874323" y="3561400"/>
            <a:ext cx="198003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工作成果展示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2" name="iSHEJI-8"/>
          <p:cNvSpPr txBox="1"/>
          <p:nvPr/>
        </p:nvSpPr>
        <p:spPr>
          <a:xfrm>
            <a:off x="8904803" y="3970094"/>
            <a:ext cx="1980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Presentation of work results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23" name="iSHEJI-9"/>
          <p:cNvSpPr txBox="1"/>
          <p:nvPr/>
        </p:nvSpPr>
        <p:spPr>
          <a:xfrm>
            <a:off x="3794616" y="4969709"/>
            <a:ext cx="198003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存在主要问题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4" name="iSHEJI-10"/>
          <p:cNvSpPr txBox="1"/>
          <p:nvPr/>
        </p:nvSpPr>
        <p:spPr>
          <a:xfrm>
            <a:off x="3825096" y="5378403"/>
            <a:ext cx="254445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Major problems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25" name="iSHEJI-11"/>
          <p:cNvSpPr txBox="1"/>
          <p:nvPr/>
        </p:nvSpPr>
        <p:spPr>
          <a:xfrm>
            <a:off x="8874323" y="4969709"/>
            <a:ext cx="1980030" cy="3385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明年工作计划</a:t>
            </a:r>
            <a:endParaRPr kumimoji="0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6" name="iSHEJI-12"/>
          <p:cNvSpPr txBox="1"/>
          <p:nvPr/>
        </p:nvSpPr>
        <p:spPr>
          <a:xfrm>
            <a:off x="8904803" y="5378403"/>
            <a:ext cx="254445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Work Plan for next year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27" name="iSHEJI-13"/>
          <p:cNvSpPr/>
          <p:nvPr/>
        </p:nvSpPr>
        <p:spPr>
          <a:xfrm>
            <a:off x="8501982" y="3483654"/>
            <a:ext cx="382699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2.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8" name="iSHEJI-14"/>
          <p:cNvSpPr/>
          <p:nvPr/>
        </p:nvSpPr>
        <p:spPr>
          <a:xfrm>
            <a:off x="3396025" y="4878614"/>
            <a:ext cx="382699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3.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9" name="iSHEJI-15"/>
          <p:cNvSpPr/>
          <p:nvPr/>
        </p:nvSpPr>
        <p:spPr>
          <a:xfrm>
            <a:off x="8501982" y="4878614"/>
            <a:ext cx="382699" cy="43088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4.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30" name="iSHEJI-16"/>
          <p:cNvSpPr/>
          <p:nvPr/>
        </p:nvSpPr>
        <p:spPr>
          <a:xfrm>
            <a:off x="5482281" y="2030292"/>
            <a:ext cx="1182581" cy="6771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目录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31" name="iSHEJI-17"/>
          <p:cNvSpPr/>
          <p:nvPr/>
        </p:nvSpPr>
        <p:spPr>
          <a:xfrm>
            <a:off x="3297793" y="2176262"/>
            <a:ext cx="2042752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C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atalogue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8437418" y="5130098"/>
            <a:ext cx="4813069" cy="1172116"/>
          </a:xfrm>
          <a:custGeom>
            <a:avLst/>
            <a:gdLst>
              <a:gd name="connsiteX0" fmla="*/ 0 w 6035040"/>
              <a:gd name="connsiteY0" fmla="*/ 1172116 h 1172116"/>
              <a:gd name="connsiteX1" fmla="*/ 2485506 w 6035040"/>
              <a:gd name="connsiteY1" fmla="*/ 22 h 1172116"/>
              <a:gd name="connsiteX2" fmla="*/ 6035040 w 6035040"/>
              <a:gd name="connsiteY2" fmla="*/ 1147178 h 117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35040" h="1172116">
                <a:moveTo>
                  <a:pt x="0" y="1172116"/>
                </a:moveTo>
                <a:cubicBezTo>
                  <a:pt x="739833" y="588147"/>
                  <a:pt x="1479666" y="4178"/>
                  <a:pt x="2485506" y="22"/>
                </a:cubicBezTo>
                <a:cubicBezTo>
                  <a:pt x="3491346" y="-4134"/>
                  <a:pt x="4763193" y="571522"/>
                  <a:pt x="6035040" y="1147178"/>
                </a:cubicBezTo>
              </a:path>
            </a:pathLst>
          </a:custGeom>
          <a:noFill/>
          <a:ln w="762000">
            <a:solidFill>
              <a:schemeClr val="bg1"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-623455" y="5178227"/>
            <a:ext cx="14397644" cy="3318548"/>
          </a:xfrm>
          <a:custGeom>
            <a:avLst/>
            <a:gdLst>
              <a:gd name="connsiteX0" fmla="*/ 0 w 13749251"/>
              <a:gd name="connsiteY0" fmla="*/ 201275 h 3318548"/>
              <a:gd name="connsiteX1" fmla="*/ 7057505 w 13749251"/>
              <a:gd name="connsiteY1" fmla="*/ 334279 h 3318548"/>
              <a:gd name="connsiteX2" fmla="*/ 13749251 w 13749251"/>
              <a:gd name="connsiteY2" fmla="*/ 3318548 h 331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49251" h="3318548">
                <a:moveTo>
                  <a:pt x="0" y="201275"/>
                </a:moveTo>
                <a:cubicBezTo>
                  <a:pt x="2382981" y="8004"/>
                  <a:pt x="4765963" y="-185266"/>
                  <a:pt x="7057505" y="334279"/>
                </a:cubicBezTo>
                <a:cubicBezTo>
                  <a:pt x="9349047" y="853824"/>
                  <a:pt x="11600411" y="2862734"/>
                  <a:pt x="13749251" y="3318548"/>
                </a:cubicBezTo>
              </a:path>
            </a:pathLst>
          </a:custGeom>
          <a:noFill/>
          <a:ln w="762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879348" y="1404348"/>
            <a:ext cx="3814539" cy="3062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5400">
                  <a:solidFill>
                    <a:schemeClr val="bg1"/>
                  </a:solidFill>
                </a:ln>
                <a:noFill/>
                <a:effectLst/>
                <a:uLnTx/>
                <a:uFillTx/>
                <a:latin typeface="方正特雅宋简" panose="02000000000000000000" pitchFamily="2" charset="-122"/>
                <a:ea typeface="方正特雅宋简" panose="02000000000000000000" pitchFamily="2" charset="-122"/>
                <a:cs typeface="阿里巴巴普惠体 2.0 95 ExtraBold" panose="00020600040101010101" pitchFamily="18" charset="-122"/>
              </a:rPr>
              <a:t>01.</a:t>
            </a:r>
            <a:endParaRPr kumimoji="0" lang="zh-CN" altLang="en-US" sz="19900" b="0" i="0" u="none" strike="noStrike" kern="1200" cap="none" spc="0" normalizeH="0" baseline="0" noProof="0" dirty="0">
              <a:ln w="25400">
                <a:solidFill>
                  <a:schemeClr val="bg1"/>
                </a:solidFill>
              </a:ln>
              <a:noFill/>
              <a:effectLst/>
              <a:uLnTx/>
              <a:uFillTx/>
              <a:latin typeface="方正特雅宋简" panose="02000000000000000000" pitchFamily="2" charset="-122"/>
              <a:ea typeface="方正特雅宋简" panose="02000000000000000000" pitchFamily="2" charset="-122"/>
              <a:cs typeface="阿里巴巴普惠体 2.0 95 ExtraBold" panose="00020600040101010101" pitchFamily="18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5879348" y="3983287"/>
            <a:ext cx="405665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aoding-14"/>
          <p:cNvSpPr txBox="1"/>
          <p:nvPr/>
        </p:nvSpPr>
        <p:spPr>
          <a:xfrm>
            <a:off x="1699872" y="3213190"/>
            <a:ext cx="260403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年度工作回顾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9" name="gaoding-14"/>
          <p:cNvSpPr txBox="1"/>
          <p:nvPr/>
        </p:nvSpPr>
        <p:spPr>
          <a:xfrm>
            <a:off x="1699872" y="3743804"/>
            <a:ext cx="33223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Annual Work Review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HEJI-2"/>
          <p:cNvSpPr txBox="1"/>
          <p:nvPr/>
        </p:nvSpPr>
        <p:spPr>
          <a:xfrm>
            <a:off x="476000" y="447822"/>
            <a:ext cx="244612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年度工作回顾</a:t>
            </a:r>
            <a:endParaRPr lang="zh-CN" altLang="en-US" spc="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" name="iSHEJI-3"/>
          <p:cNvSpPr txBox="1"/>
          <p:nvPr/>
        </p:nvSpPr>
        <p:spPr>
          <a:xfrm>
            <a:off x="476000" y="940265"/>
            <a:ext cx="289062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  <a:alpha val="6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Annual Work Review</a:t>
            </a:r>
            <a:endParaRPr kumimoji="0" lang="en-US" altLang="zh-CN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  <a:alpha val="60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0" y="2495550"/>
            <a:ext cx="12192000" cy="4362450"/>
          </a:xfrm>
          <a:custGeom>
            <a:avLst/>
            <a:gdLst>
              <a:gd name="connsiteX0" fmla="*/ 11725275 w 12192000"/>
              <a:gd name="connsiteY0" fmla="*/ 0 h 4362450"/>
              <a:gd name="connsiteX1" fmla="*/ 12192000 w 12192000"/>
              <a:gd name="connsiteY1" fmla="*/ 15056 h 4362450"/>
              <a:gd name="connsiteX2" fmla="*/ 12192000 w 12192000"/>
              <a:gd name="connsiteY2" fmla="*/ 4362450 h 4362450"/>
              <a:gd name="connsiteX3" fmla="*/ 0 w 12192000"/>
              <a:gd name="connsiteY3" fmla="*/ 4362450 h 4362450"/>
              <a:gd name="connsiteX4" fmla="*/ 0 w 12192000"/>
              <a:gd name="connsiteY4" fmla="*/ 3352800 h 4362450"/>
              <a:gd name="connsiteX5" fmla="*/ 295275 w 12192000"/>
              <a:gd name="connsiteY5" fmla="*/ 3352800 h 4362450"/>
              <a:gd name="connsiteX6" fmla="*/ 1571625 w 12192000"/>
              <a:gd name="connsiteY6" fmla="*/ 3067050 h 4362450"/>
              <a:gd name="connsiteX7" fmla="*/ 4210050 w 12192000"/>
              <a:gd name="connsiteY7" fmla="*/ 2124075 h 4362450"/>
              <a:gd name="connsiteX8" fmla="*/ 7248525 w 12192000"/>
              <a:gd name="connsiteY8" fmla="*/ 933450 h 4362450"/>
              <a:gd name="connsiteX9" fmla="*/ 8743950 w 12192000"/>
              <a:gd name="connsiteY9" fmla="*/ 438150 h 4362450"/>
              <a:gd name="connsiteX10" fmla="*/ 10572750 w 12192000"/>
              <a:gd name="connsiteY10" fmla="*/ 47625 h 436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4362450">
                <a:moveTo>
                  <a:pt x="11725275" y="0"/>
                </a:moveTo>
                <a:lnTo>
                  <a:pt x="12192000" y="15056"/>
                </a:lnTo>
                <a:lnTo>
                  <a:pt x="12192000" y="4362450"/>
                </a:lnTo>
                <a:lnTo>
                  <a:pt x="0" y="4362450"/>
                </a:lnTo>
                <a:lnTo>
                  <a:pt x="0" y="3352800"/>
                </a:lnTo>
                <a:lnTo>
                  <a:pt x="295275" y="3352800"/>
                </a:lnTo>
                <a:lnTo>
                  <a:pt x="1571625" y="3067050"/>
                </a:lnTo>
                <a:lnTo>
                  <a:pt x="4210050" y="2124075"/>
                </a:lnTo>
                <a:lnTo>
                  <a:pt x="7248525" y="933450"/>
                </a:lnTo>
                <a:lnTo>
                  <a:pt x="8743950" y="438150"/>
                </a:lnTo>
                <a:lnTo>
                  <a:pt x="10572750" y="476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4013128" y="3701811"/>
            <a:ext cx="1409772" cy="14097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508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7" name="任意多边形: 形状 6"/>
          <p:cNvSpPr/>
          <p:nvPr/>
        </p:nvSpPr>
        <p:spPr>
          <a:xfrm>
            <a:off x="10338" y="2472487"/>
            <a:ext cx="12219762" cy="3395404"/>
          </a:xfrm>
          <a:custGeom>
            <a:avLst/>
            <a:gdLst>
              <a:gd name="connsiteX0" fmla="*/ 0 w 16411575"/>
              <a:gd name="connsiteY0" fmla="*/ 2126467 h 2831119"/>
              <a:gd name="connsiteX1" fmla="*/ 3638550 w 16411575"/>
              <a:gd name="connsiteY1" fmla="*/ 2726542 h 2831119"/>
              <a:gd name="connsiteX2" fmla="*/ 9991725 w 16411575"/>
              <a:gd name="connsiteY2" fmla="*/ 230992 h 2831119"/>
              <a:gd name="connsiteX3" fmla="*/ 16411575 w 16411575"/>
              <a:gd name="connsiteY3" fmla="*/ 259567 h 2831119"/>
              <a:gd name="connsiteX0-1" fmla="*/ 0 w 16411575"/>
              <a:gd name="connsiteY0-2" fmla="*/ 2126467 h 2895418"/>
              <a:gd name="connsiteX1-3" fmla="*/ 1213062 w 16411575"/>
              <a:gd name="connsiteY1-4" fmla="*/ 2610217 h 2895418"/>
              <a:gd name="connsiteX2-5" fmla="*/ 3638550 w 16411575"/>
              <a:gd name="connsiteY2-6" fmla="*/ 2726542 h 2895418"/>
              <a:gd name="connsiteX3-7" fmla="*/ 9991725 w 16411575"/>
              <a:gd name="connsiteY3-8" fmla="*/ 230992 h 2895418"/>
              <a:gd name="connsiteX4" fmla="*/ 16411575 w 16411575"/>
              <a:gd name="connsiteY4" fmla="*/ 259567 h 2895418"/>
              <a:gd name="connsiteX0-9" fmla="*/ 0 w 16411575"/>
              <a:gd name="connsiteY0-10" fmla="*/ 2126467 h 2798017"/>
              <a:gd name="connsiteX1-11" fmla="*/ 1213062 w 16411575"/>
              <a:gd name="connsiteY1-12" fmla="*/ 2610217 h 2798017"/>
              <a:gd name="connsiteX2-13" fmla="*/ 3638550 w 16411575"/>
              <a:gd name="connsiteY2-14" fmla="*/ 2726542 h 2798017"/>
              <a:gd name="connsiteX3-15" fmla="*/ 9991725 w 16411575"/>
              <a:gd name="connsiteY3-16" fmla="*/ 230992 h 2798017"/>
              <a:gd name="connsiteX4-17" fmla="*/ 16411575 w 16411575"/>
              <a:gd name="connsiteY4-18" fmla="*/ 259567 h 2798017"/>
              <a:gd name="connsiteX0-19" fmla="*/ 0 w 16411575"/>
              <a:gd name="connsiteY0-20" fmla="*/ 2126467 h 2798017"/>
              <a:gd name="connsiteX1-21" fmla="*/ 1213062 w 16411575"/>
              <a:gd name="connsiteY1-22" fmla="*/ 2610217 h 2798017"/>
              <a:gd name="connsiteX2-23" fmla="*/ 3638550 w 16411575"/>
              <a:gd name="connsiteY2-24" fmla="*/ 2726542 h 2798017"/>
              <a:gd name="connsiteX3-25" fmla="*/ 9991725 w 16411575"/>
              <a:gd name="connsiteY3-26" fmla="*/ 230992 h 2798017"/>
              <a:gd name="connsiteX4-27" fmla="*/ 16411575 w 16411575"/>
              <a:gd name="connsiteY4-28" fmla="*/ 259567 h 2798017"/>
              <a:gd name="connsiteX0-29" fmla="*/ 0 w 16411575"/>
              <a:gd name="connsiteY0-30" fmla="*/ 2126467 h 2758751"/>
              <a:gd name="connsiteX1-31" fmla="*/ 1213062 w 16411575"/>
              <a:gd name="connsiteY1-32" fmla="*/ 2610217 h 2758751"/>
              <a:gd name="connsiteX2-33" fmla="*/ 3638550 w 16411575"/>
              <a:gd name="connsiteY2-34" fmla="*/ 2726542 h 2758751"/>
              <a:gd name="connsiteX3-35" fmla="*/ 9991725 w 16411575"/>
              <a:gd name="connsiteY3-36" fmla="*/ 230992 h 2758751"/>
              <a:gd name="connsiteX4-37" fmla="*/ 16411575 w 16411575"/>
              <a:gd name="connsiteY4-38" fmla="*/ 259567 h 2758751"/>
              <a:gd name="connsiteX0-39" fmla="*/ 0 w 16411575"/>
              <a:gd name="connsiteY0-40" fmla="*/ 2035339 h 2667623"/>
              <a:gd name="connsiteX1-41" fmla="*/ 1213062 w 16411575"/>
              <a:gd name="connsiteY1-42" fmla="*/ 2519089 h 2667623"/>
              <a:gd name="connsiteX2-43" fmla="*/ 3638550 w 16411575"/>
              <a:gd name="connsiteY2-44" fmla="*/ 2635414 h 2667623"/>
              <a:gd name="connsiteX3-45" fmla="*/ 9991725 w 16411575"/>
              <a:gd name="connsiteY3-46" fmla="*/ 139864 h 2667623"/>
              <a:gd name="connsiteX4-47" fmla="*/ 16411575 w 16411575"/>
              <a:gd name="connsiteY4-48" fmla="*/ 168439 h 2667623"/>
              <a:gd name="connsiteX0-49" fmla="*/ 0 w 16411575"/>
              <a:gd name="connsiteY0-50" fmla="*/ 2130067 h 2762351"/>
              <a:gd name="connsiteX1-51" fmla="*/ 1213062 w 16411575"/>
              <a:gd name="connsiteY1-52" fmla="*/ 2613817 h 2762351"/>
              <a:gd name="connsiteX2-53" fmla="*/ 3638550 w 16411575"/>
              <a:gd name="connsiteY2-54" fmla="*/ 2730142 h 2762351"/>
              <a:gd name="connsiteX3-55" fmla="*/ 9991725 w 16411575"/>
              <a:gd name="connsiteY3-56" fmla="*/ 234592 h 2762351"/>
              <a:gd name="connsiteX4-57" fmla="*/ 13096812 w 16411575"/>
              <a:gd name="connsiteY4-58" fmla="*/ 108810 h 2762351"/>
              <a:gd name="connsiteX5" fmla="*/ 16411575 w 16411575"/>
              <a:gd name="connsiteY5" fmla="*/ 263167 h 2762351"/>
              <a:gd name="connsiteX0-59" fmla="*/ 0 w 16411575"/>
              <a:gd name="connsiteY0-60" fmla="*/ 2159188 h 2791472"/>
              <a:gd name="connsiteX1-61" fmla="*/ 1213062 w 16411575"/>
              <a:gd name="connsiteY1-62" fmla="*/ 2642938 h 2791472"/>
              <a:gd name="connsiteX2-63" fmla="*/ 3638550 w 16411575"/>
              <a:gd name="connsiteY2-64" fmla="*/ 2759263 h 2791472"/>
              <a:gd name="connsiteX3-65" fmla="*/ 9991725 w 16411575"/>
              <a:gd name="connsiteY3-66" fmla="*/ 263713 h 2791472"/>
              <a:gd name="connsiteX4-67" fmla="*/ 13096812 w 16411575"/>
              <a:gd name="connsiteY4-68" fmla="*/ 137931 h 2791472"/>
              <a:gd name="connsiteX5-69" fmla="*/ 16411575 w 16411575"/>
              <a:gd name="connsiteY5-70" fmla="*/ 292288 h 2791472"/>
              <a:gd name="connsiteX0-71" fmla="*/ 0 w 16411575"/>
              <a:gd name="connsiteY0-72" fmla="*/ 2204368 h 2836652"/>
              <a:gd name="connsiteX1-73" fmla="*/ 1213062 w 16411575"/>
              <a:gd name="connsiteY1-74" fmla="*/ 2688118 h 2836652"/>
              <a:gd name="connsiteX2-75" fmla="*/ 3638550 w 16411575"/>
              <a:gd name="connsiteY2-76" fmla="*/ 2804443 h 2836652"/>
              <a:gd name="connsiteX3-77" fmla="*/ 9991725 w 16411575"/>
              <a:gd name="connsiteY3-78" fmla="*/ 308893 h 2836652"/>
              <a:gd name="connsiteX4-79" fmla="*/ 13156932 w 16411575"/>
              <a:gd name="connsiteY4-80" fmla="*/ 92931 h 2836652"/>
              <a:gd name="connsiteX5-81" fmla="*/ 16411575 w 16411575"/>
              <a:gd name="connsiteY5-82" fmla="*/ 337468 h 2836652"/>
              <a:gd name="connsiteX0-83" fmla="*/ 0 w 16411575"/>
              <a:gd name="connsiteY0-84" fmla="*/ 2192311 h 2824595"/>
              <a:gd name="connsiteX1-85" fmla="*/ 1213062 w 16411575"/>
              <a:gd name="connsiteY1-86" fmla="*/ 2676061 h 2824595"/>
              <a:gd name="connsiteX2-87" fmla="*/ 3638550 w 16411575"/>
              <a:gd name="connsiteY2-88" fmla="*/ 2792386 h 2824595"/>
              <a:gd name="connsiteX3-89" fmla="*/ 9991725 w 16411575"/>
              <a:gd name="connsiteY3-90" fmla="*/ 296836 h 2824595"/>
              <a:gd name="connsiteX4-91" fmla="*/ 13156932 w 16411575"/>
              <a:gd name="connsiteY4-92" fmla="*/ 80874 h 2824595"/>
              <a:gd name="connsiteX5-93" fmla="*/ 16411575 w 16411575"/>
              <a:gd name="connsiteY5-94" fmla="*/ 325411 h 2824595"/>
              <a:gd name="connsiteX0-95" fmla="*/ 0 w 16411575"/>
              <a:gd name="connsiteY0-96" fmla="*/ 2228230 h 2860514"/>
              <a:gd name="connsiteX1-97" fmla="*/ 1213062 w 16411575"/>
              <a:gd name="connsiteY1-98" fmla="*/ 2711980 h 2860514"/>
              <a:gd name="connsiteX2-99" fmla="*/ 3638550 w 16411575"/>
              <a:gd name="connsiteY2-100" fmla="*/ 2828305 h 2860514"/>
              <a:gd name="connsiteX3-101" fmla="*/ 9991725 w 16411575"/>
              <a:gd name="connsiteY3-102" fmla="*/ 332755 h 2860514"/>
              <a:gd name="connsiteX4-103" fmla="*/ 13176972 w 16411575"/>
              <a:gd name="connsiteY4-104" fmla="*/ 56673 h 2860514"/>
              <a:gd name="connsiteX5-105" fmla="*/ 16411575 w 16411575"/>
              <a:gd name="connsiteY5-106" fmla="*/ 361330 h 2860514"/>
              <a:gd name="connsiteX0-107" fmla="*/ 0 w 16411575"/>
              <a:gd name="connsiteY0-108" fmla="*/ 2219588 h 2851872"/>
              <a:gd name="connsiteX1-109" fmla="*/ 1213062 w 16411575"/>
              <a:gd name="connsiteY1-110" fmla="*/ 2703338 h 2851872"/>
              <a:gd name="connsiteX2-111" fmla="*/ 3638550 w 16411575"/>
              <a:gd name="connsiteY2-112" fmla="*/ 2819663 h 2851872"/>
              <a:gd name="connsiteX3-113" fmla="*/ 9991725 w 16411575"/>
              <a:gd name="connsiteY3-114" fmla="*/ 324113 h 2851872"/>
              <a:gd name="connsiteX4-115" fmla="*/ 13176972 w 16411575"/>
              <a:gd name="connsiteY4-116" fmla="*/ 48031 h 2851872"/>
              <a:gd name="connsiteX5-117" fmla="*/ 16411575 w 16411575"/>
              <a:gd name="connsiteY5-118" fmla="*/ 352688 h 2851872"/>
              <a:gd name="connsiteX0-119" fmla="*/ 0 w 13176972"/>
              <a:gd name="connsiteY0-120" fmla="*/ 2219588 h 2851872"/>
              <a:gd name="connsiteX1-121" fmla="*/ 1213062 w 13176972"/>
              <a:gd name="connsiteY1-122" fmla="*/ 2703338 h 2851872"/>
              <a:gd name="connsiteX2-123" fmla="*/ 3638550 w 13176972"/>
              <a:gd name="connsiteY2-124" fmla="*/ 2819663 h 2851872"/>
              <a:gd name="connsiteX3-125" fmla="*/ 9991725 w 13176972"/>
              <a:gd name="connsiteY3-126" fmla="*/ 324113 h 2851872"/>
              <a:gd name="connsiteX4-127" fmla="*/ 13176972 w 13176972"/>
              <a:gd name="connsiteY4-128" fmla="*/ 48031 h 2851872"/>
              <a:gd name="connsiteX0-129" fmla="*/ 0 w 11963910"/>
              <a:gd name="connsiteY0-130" fmla="*/ 2703338 h 2851872"/>
              <a:gd name="connsiteX1-131" fmla="*/ 2425488 w 11963910"/>
              <a:gd name="connsiteY1-132" fmla="*/ 2819663 h 2851872"/>
              <a:gd name="connsiteX2-133" fmla="*/ 8778663 w 11963910"/>
              <a:gd name="connsiteY2-134" fmla="*/ 324113 h 2851872"/>
              <a:gd name="connsiteX3-135" fmla="*/ 11963910 w 11963910"/>
              <a:gd name="connsiteY3-136" fmla="*/ 48031 h 2851872"/>
              <a:gd name="connsiteX0-137" fmla="*/ 0 w 11963910"/>
              <a:gd name="connsiteY0-138" fmla="*/ 2703338 h 2886199"/>
              <a:gd name="connsiteX1-139" fmla="*/ 2074787 w 11963910"/>
              <a:gd name="connsiteY1-140" fmla="*/ 2859743 h 2886199"/>
              <a:gd name="connsiteX2-141" fmla="*/ 8778663 w 11963910"/>
              <a:gd name="connsiteY2-142" fmla="*/ 324113 h 2886199"/>
              <a:gd name="connsiteX3-143" fmla="*/ 11963910 w 11963910"/>
              <a:gd name="connsiteY3-144" fmla="*/ 48031 h 2886199"/>
              <a:gd name="connsiteX0-145" fmla="*/ 0 w 9889123"/>
              <a:gd name="connsiteY0-146" fmla="*/ 2859743 h 2859743"/>
              <a:gd name="connsiteX1-147" fmla="*/ 6703876 w 9889123"/>
              <a:gd name="connsiteY1-148" fmla="*/ 324113 h 2859743"/>
              <a:gd name="connsiteX2-149" fmla="*/ 9889123 w 9889123"/>
              <a:gd name="connsiteY2-150" fmla="*/ 48031 h 2859743"/>
              <a:gd name="connsiteX0-151" fmla="*/ 0 w 9568482"/>
              <a:gd name="connsiteY0-152" fmla="*/ 2894264 h 2894264"/>
              <a:gd name="connsiteX1-153" fmla="*/ 6703876 w 9568482"/>
              <a:gd name="connsiteY1-154" fmla="*/ 358634 h 2894264"/>
              <a:gd name="connsiteX2-155" fmla="*/ 9568482 w 9568482"/>
              <a:gd name="connsiteY2-156" fmla="*/ 32452 h 2894264"/>
              <a:gd name="connsiteX0-157" fmla="*/ 0 w 9568482"/>
              <a:gd name="connsiteY0-158" fmla="*/ 2871999 h 2871999"/>
              <a:gd name="connsiteX1-159" fmla="*/ 6703876 w 9568482"/>
              <a:gd name="connsiteY1-160" fmla="*/ 336369 h 2871999"/>
              <a:gd name="connsiteX2-161" fmla="*/ 9568482 w 9568482"/>
              <a:gd name="connsiteY2-162" fmla="*/ 10187 h 2871999"/>
              <a:gd name="connsiteX0-163" fmla="*/ 0 w 9588522"/>
              <a:gd name="connsiteY0-164" fmla="*/ 2912701 h 2912701"/>
              <a:gd name="connsiteX1-165" fmla="*/ 6703876 w 9588522"/>
              <a:gd name="connsiteY1-166" fmla="*/ 377071 h 2912701"/>
              <a:gd name="connsiteX2-167" fmla="*/ 9588522 w 9588522"/>
              <a:gd name="connsiteY2-168" fmla="*/ 789 h 2912701"/>
              <a:gd name="connsiteX0-169" fmla="*/ 0 w 9588522"/>
              <a:gd name="connsiteY0-170" fmla="*/ 2933553 h 2933553"/>
              <a:gd name="connsiteX1-171" fmla="*/ 6703876 w 9588522"/>
              <a:gd name="connsiteY1-172" fmla="*/ 397923 h 2933553"/>
              <a:gd name="connsiteX2-173" fmla="*/ 9588522 w 9588522"/>
              <a:gd name="connsiteY2-174" fmla="*/ 21641 h 2933553"/>
              <a:gd name="connsiteX0-175" fmla="*/ 0 w 9618582"/>
              <a:gd name="connsiteY0-176" fmla="*/ 2941927 h 2941927"/>
              <a:gd name="connsiteX1-177" fmla="*/ 6703876 w 9618582"/>
              <a:gd name="connsiteY1-178" fmla="*/ 406297 h 2941927"/>
              <a:gd name="connsiteX2-179" fmla="*/ 9618582 w 9618582"/>
              <a:gd name="connsiteY2-180" fmla="*/ 19995 h 2941927"/>
              <a:gd name="connsiteX0-181" fmla="*/ 0 w 9641127"/>
              <a:gd name="connsiteY0-182" fmla="*/ 2678901 h 2678901"/>
              <a:gd name="connsiteX1-183" fmla="*/ 6726421 w 9641127"/>
              <a:gd name="connsiteY1-184" fmla="*/ 406297 h 2678901"/>
              <a:gd name="connsiteX2-185" fmla="*/ 9641127 w 9641127"/>
              <a:gd name="connsiteY2-186" fmla="*/ 19995 h 2678901"/>
              <a:gd name="connsiteX0-187" fmla="*/ 0 w 9641127"/>
              <a:gd name="connsiteY0-188" fmla="*/ 2678901 h 2678901"/>
              <a:gd name="connsiteX1-189" fmla="*/ 6726421 w 9641127"/>
              <a:gd name="connsiteY1-190" fmla="*/ 406297 h 2678901"/>
              <a:gd name="connsiteX2-191" fmla="*/ 9641127 w 9641127"/>
              <a:gd name="connsiteY2-192" fmla="*/ 19995 h 267890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</a:cxnLst>
            <a:rect l="l" t="t" r="r" b="b"/>
            <a:pathLst>
              <a:path w="9641127" h="2678901">
                <a:moveTo>
                  <a:pt x="0" y="2678901"/>
                </a:moveTo>
                <a:cubicBezTo>
                  <a:pt x="1688561" y="2570439"/>
                  <a:pt x="5150044" y="843186"/>
                  <a:pt x="6726421" y="406297"/>
                </a:cubicBezTo>
                <a:cubicBezTo>
                  <a:pt x="8302798" y="-30592"/>
                  <a:pt x="8961933" y="-24847"/>
                  <a:pt x="9641127" y="19995"/>
                </a:cubicBezTo>
              </a:path>
            </a:pathLst>
          </a:custGeom>
          <a:noFill/>
          <a:ln w="63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578314" y="4266997"/>
            <a:ext cx="279400" cy="279400"/>
          </a:xfrm>
          <a:prstGeom prst="ellipse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9" name="gaoding-14"/>
          <p:cNvSpPr txBox="1"/>
          <p:nvPr/>
        </p:nvSpPr>
        <p:spPr>
          <a:xfrm>
            <a:off x="4292601" y="6106215"/>
            <a:ext cx="85082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201X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7334287" y="3209722"/>
            <a:ext cx="279400" cy="279400"/>
          </a:xfrm>
          <a:prstGeom prst="ellipse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1" name="gaoding-14"/>
          <p:cNvSpPr txBox="1"/>
          <p:nvPr/>
        </p:nvSpPr>
        <p:spPr>
          <a:xfrm>
            <a:off x="7048574" y="6106215"/>
            <a:ext cx="85082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202X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822341" y="5302740"/>
            <a:ext cx="279400" cy="279400"/>
          </a:xfrm>
          <a:prstGeom prst="ellipse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3" name="gaoding-14"/>
          <p:cNvSpPr txBox="1"/>
          <p:nvPr/>
        </p:nvSpPr>
        <p:spPr>
          <a:xfrm>
            <a:off x="1536628" y="6106215"/>
            <a:ext cx="85082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201X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10090260" y="2472487"/>
            <a:ext cx="279400" cy="279400"/>
          </a:xfrm>
          <a:prstGeom prst="ellipse">
            <a:avLst/>
          </a:prstGeom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5" name="gaoding-14"/>
          <p:cNvSpPr txBox="1"/>
          <p:nvPr/>
        </p:nvSpPr>
        <p:spPr>
          <a:xfrm>
            <a:off x="9804547" y="6106215"/>
            <a:ext cx="850826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202X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8" name="iSHEJI-11"/>
          <p:cNvSpPr txBox="1"/>
          <p:nvPr/>
        </p:nvSpPr>
        <p:spPr>
          <a:xfrm>
            <a:off x="498482" y="1359178"/>
            <a:ext cx="6041261" cy="13924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爱设计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isheji.com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是国内领先的在线设计与协作平台，并为众多先进企业提供内容中台解决方案。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爱设计开放平台爱设计可以以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API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的方式输出作图能力和素材模版给到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SaaS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类合作伙伴，低成本帮助合作伙伴丰富产品功能和服务生态。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20" name="gaoding-14"/>
          <p:cNvSpPr txBox="1"/>
          <p:nvPr/>
        </p:nvSpPr>
        <p:spPr>
          <a:xfrm>
            <a:off x="1536628" y="4770768"/>
            <a:ext cx="850826" cy="3517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55,000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21" name="gaoding-14"/>
          <p:cNvSpPr txBox="1"/>
          <p:nvPr/>
        </p:nvSpPr>
        <p:spPr>
          <a:xfrm>
            <a:off x="4013128" y="3017389"/>
            <a:ext cx="140977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92,400</a:t>
            </a:r>
            <a:endParaRPr kumimoji="0" lang="zh-CN" altLang="en-US" sz="28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2" name="gaoding-14"/>
          <p:cNvSpPr txBox="1"/>
          <p:nvPr/>
        </p:nvSpPr>
        <p:spPr>
          <a:xfrm>
            <a:off x="7048574" y="3818426"/>
            <a:ext cx="850826" cy="3517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34,000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23" name="gaoding-14"/>
          <p:cNvSpPr txBox="1"/>
          <p:nvPr/>
        </p:nvSpPr>
        <p:spPr>
          <a:xfrm>
            <a:off x="9804547" y="3818426"/>
            <a:ext cx="850826" cy="3517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45,000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cxnSp>
        <p:nvCxnSpPr>
          <p:cNvPr id="24" name="直接连接符 23"/>
          <p:cNvCxnSpPr/>
          <p:nvPr/>
        </p:nvCxnSpPr>
        <p:spPr>
          <a:xfrm flipV="1">
            <a:off x="4718014" y="3527425"/>
            <a:ext cx="0" cy="89171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HEJI-2"/>
          <p:cNvSpPr txBox="1"/>
          <p:nvPr/>
        </p:nvSpPr>
        <p:spPr>
          <a:xfrm>
            <a:off x="476000" y="447822"/>
            <a:ext cx="244612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年度工作回顾</a:t>
            </a:r>
            <a:endParaRPr lang="zh-CN" altLang="en-US" spc="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" name="iSHEJI-3"/>
          <p:cNvSpPr txBox="1"/>
          <p:nvPr/>
        </p:nvSpPr>
        <p:spPr>
          <a:xfrm>
            <a:off x="476000" y="940265"/>
            <a:ext cx="289062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  <a:alpha val="6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defRPr>
            </a:lvl1pPr>
          </a:lstStyle>
          <a:p>
            <a:r>
              <a:rPr lang="en-US" altLang="zh-CN" dirty="0"/>
              <a:t>Annual Work Review</a:t>
            </a:r>
            <a:endParaRPr lang="en-US" altLang="zh-CN" dirty="0"/>
          </a:p>
        </p:txBody>
      </p:sp>
      <p:sp>
        <p:nvSpPr>
          <p:cNvPr id="5" name="椭圆 4"/>
          <p:cNvSpPr/>
          <p:nvPr/>
        </p:nvSpPr>
        <p:spPr>
          <a:xfrm>
            <a:off x="6475622" y="1964055"/>
            <a:ext cx="4119944" cy="411994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7218622" y="1878044"/>
            <a:ext cx="3559496" cy="4373958"/>
          </a:xfrm>
          <a:custGeom>
            <a:avLst/>
            <a:gdLst>
              <a:gd name="connsiteX0" fmla="*/ 1500568 w 2657044"/>
              <a:gd name="connsiteY0" fmla="*/ 0 h 3265015"/>
              <a:gd name="connsiteX1" fmla="*/ 2574646 w 2657044"/>
              <a:gd name="connsiteY1" fmla="*/ 2108540 h 3265015"/>
              <a:gd name="connsiteX2" fmla="*/ 466106 w 2657044"/>
              <a:gd name="connsiteY2" fmla="*/ 3182617 h 3265015"/>
              <a:gd name="connsiteX3" fmla="*/ 0 w 2657044"/>
              <a:gd name="connsiteY3" fmla="*/ 2945130 h 3265015"/>
              <a:gd name="connsiteX4" fmla="*/ 98298 w 2657044"/>
              <a:gd name="connsiteY4" fmla="*/ 2809780 h 3265015"/>
              <a:gd name="connsiteX5" fmla="*/ 2201923 w 2657044"/>
              <a:gd name="connsiteY5" fmla="*/ 2476862 h 3265015"/>
              <a:gd name="connsiteX6" fmla="*/ 1869005 w 2657044"/>
              <a:gd name="connsiteY6" fmla="*/ 373247 h 3265015"/>
              <a:gd name="connsiteX7" fmla="*/ 1448848 w 2657044"/>
              <a:gd name="connsiteY7" fmla="*/ 159163 h 3265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7044" h="3265015">
                <a:moveTo>
                  <a:pt x="1500568" y="0"/>
                </a:moveTo>
                <a:cubicBezTo>
                  <a:pt x="2379421" y="285655"/>
                  <a:pt x="2860301" y="1229687"/>
                  <a:pt x="2574646" y="2108540"/>
                </a:cubicBezTo>
                <a:cubicBezTo>
                  <a:pt x="2288991" y="2987392"/>
                  <a:pt x="1344959" y="3468272"/>
                  <a:pt x="466106" y="3182617"/>
                </a:cubicBezTo>
                <a:cubicBezTo>
                  <a:pt x="299247" y="3128381"/>
                  <a:pt x="141961" y="3048238"/>
                  <a:pt x="0" y="2945130"/>
                </a:cubicBezTo>
                <a:lnTo>
                  <a:pt x="98298" y="2809780"/>
                </a:lnTo>
                <a:cubicBezTo>
                  <a:pt x="771125" y="3298746"/>
                  <a:pt x="1712957" y="3149698"/>
                  <a:pt x="2201923" y="2476862"/>
                </a:cubicBezTo>
                <a:cubicBezTo>
                  <a:pt x="2690889" y="1804035"/>
                  <a:pt x="2541832" y="862213"/>
                  <a:pt x="1869005" y="373247"/>
                </a:cubicBezTo>
                <a:cubicBezTo>
                  <a:pt x="1741065" y="280264"/>
                  <a:pt x="1599276" y="208017"/>
                  <a:pt x="1448848" y="159163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7" name="任意多边形: 形状 6"/>
          <p:cNvSpPr/>
          <p:nvPr/>
        </p:nvSpPr>
        <p:spPr>
          <a:xfrm>
            <a:off x="6294734" y="3317256"/>
            <a:ext cx="1055955" cy="2506213"/>
          </a:xfrm>
          <a:custGeom>
            <a:avLst/>
            <a:gdLst>
              <a:gd name="connsiteX0" fmla="*/ 689652 w 788235"/>
              <a:gd name="connsiteY0" fmla="*/ 1870805 h 1870805"/>
              <a:gd name="connsiteX1" fmla="*/ 82052 w 788235"/>
              <a:gd name="connsiteY1" fmla="*/ 0 h 1870805"/>
              <a:gd name="connsiteX2" fmla="*/ 241215 w 788235"/>
              <a:gd name="connsiteY2" fmla="*/ 51721 h 1870805"/>
              <a:gd name="connsiteX3" fmla="*/ 788235 w 788235"/>
              <a:gd name="connsiteY3" fmla="*/ 1735455 h 1870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88235" h="1870805">
                <a:moveTo>
                  <a:pt x="689652" y="1870805"/>
                </a:moveTo>
                <a:cubicBezTo>
                  <a:pt x="103293" y="1444628"/>
                  <a:pt x="-141998" y="689381"/>
                  <a:pt x="82052" y="0"/>
                </a:cubicBezTo>
                <a:lnTo>
                  <a:pt x="241215" y="51721"/>
                </a:lnTo>
                <a:cubicBezTo>
                  <a:pt x="39599" y="672208"/>
                  <a:pt x="260436" y="1351950"/>
                  <a:pt x="788235" y="1735455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6404655" y="1768307"/>
            <a:ext cx="2130940" cy="1618236"/>
          </a:xfrm>
          <a:custGeom>
            <a:avLst/>
            <a:gdLst>
              <a:gd name="connsiteX0" fmla="*/ 0 w 1590675"/>
              <a:gd name="connsiteY0" fmla="*/ 1156240 h 1207960"/>
              <a:gd name="connsiteX1" fmla="*/ 1590675 w 1590675"/>
              <a:gd name="connsiteY1" fmla="*/ 0 h 1207960"/>
              <a:gd name="connsiteX2" fmla="*/ 1590675 w 1590675"/>
              <a:gd name="connsiteY2" fmla="*/ 167354 h 1207960"/>
              <a:gd name="connsiteX3" fmla="*/ 158877 w 1590675"/>
              <a:gd name="connsiteY3" fmla="*/ 1207961 h 1207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0675" h="1207960">
                <a:moveTo>
                  <a:pt x="0" y="1156240"/>
                </a:moveTo>
                <a:cubicBezTo>
                  <a:pt x="223933" y="467058"/>
                  <a:pt x="866023" y="334"/>
                  <a:pt x="1590675" y="0"/>
                </a:cubicBezTo>
                <a:lnTo>
                  <a:pt x="1590675" y="167354"/>
                </a:lnTo>
                <a:cubicBezTo>
                  <a:pt x="938413" y="167535"/>
                  <a:pt x="360417" y="587616"/>
                  <a:pt x="158877" y="1207961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8535595" y="1768306"/>
            <a:ext cx="692747" cy="322957"/>
          </a:xfrm>
          <a:custGeom>
            <a:avLst/>
            <a:gdLst>
              <a:gd name="connsiteX0" fmla="*/ 0 w 517112"/>
              <a:gd name="connsiteY0" fmla="*/ 0 h 241077"/>
              <a:gd name="connsiteX1" fmla="*/ 517112 w 517112"/>
              <a:gd name="connsiteY1" fmla="*/ 81915 h 241077"/>
              <a:gd name="connsiteX2" fmla="*/ 465772 w 517112"/>
              <a:gd name="connsiteY2" fmla="*/ 241078 h 241077"/>
              <a:gd name="connsiteX3" fmla="*/ 0 w 517112"/>
              <a:gd name="connsiteY3" fmla="*/ 167354 h 241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7112" h="241077">
                <a:moveTo>
                  <a:pt x="0" y="0"/>
                </a:moveTo>
                <a:cubicBezTo>
                  <a:pt x="175603" y="-16"/>
                  <a:pt x="350110" y="27628"/>
                  <a:pt x="517112" y="81915"/>
                </a:cubicBezTo>
                <a:lnTo>
                  <a:pt x="465772" y="241078"/>
                </a:lnTo>
                <a:cubicBezTo>
                  <a:pt x="315354" y="192180"/>
                  <a:pt x="158163" y="167300"/>
                  <a:pt x="0" y="167354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Object6"/>
          <p:cNvSpPr/>
          <p:nvPr/>
        </p:nvSpPr>
        <p:spPr>
          <a:xfrm>
            <a:off x="10845398" y="4936271"/>
            <a:ext cx="670336" cy="28776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731520">
              <a:lnSpc>
                <a:spcPts val="2160"/>
              </a:lnSpc>
            </a:pPr>
            <a:r>
              <a:rPr lang="en-US" sz="2160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55%</a:t>
            </a:r>
            <a:endParaRPr lang="en-US" sz="2160" dirty="0"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</p:txBody>
      </p:sp>
      <p:sp>
        <p:nvSpPr>
          <p:cNvPr id="11" name="Object7"/>
          <p:cNvSpPr/>
          <p:nvPr/>
        </p:nvSpPr>
        <p:spPr>
          <a:xfrm>
            <a:off x="10845398" y="5282981"/>
            <a:ext cx="838200" cy="1918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731520">
              <a:lnSpc>
                <a:spcPts val="1440"/>
              </a:lnSpc>
            </a:pPr>
            <a:r>
              <a:rPr lang="en-US" sz="144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90后群体</a:t>
            </a:r>
            <a:endParaRPr lang="en-US" sz="144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2" name="Object8"/>
          <p:cNvSpPr/>
          <p:nvPr/>
        </p:nvSpPr>
        <p:spPr>
          <a:xfrm>
            <a:off x="8756950" y="1134385"/>
            <a:ext cx="594666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731520">
              <a:lnSpc>
                <a:spcPts val="2160"/>
              </a:lnSpc>
            </a:pPr>
            <a:r>
              <a:rPr lang="en-US" sz="2160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5%</a:t>
            </a:r>
            <a:endParaRPr lang="en-US" sz="2160" dirty="0"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</p:txBody>
      </p:sp>
      <p:sp>
        <p:nvSpPr>
          <p:cNvPr id="13" name="Object9"/>
          <p:cNvSpPr/>
          <p:nvPr/>
        </p:nvSpPr>
        <p:spPr>
          <a:xfrm>
            <a:off x="8756950" y="1449759"/>
            <a:ext cx="4343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731520">
              <a:lnSpc>
                <a:spcPts val="1440"/>
              </a:lnSpc>
            </a:pPr>
            <a:r>
              <a:rPr lang="en-US" sz="144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80前</a:t>
            </a:r>
            <a:endParaRPr lang="en-US" sz="144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4" name="Object10"/>
          <p:cNvSpPr/>
          <p:nvPr/>
        </p:nvSpPr>
        <p:spPr>
          <a:xfrm>
            <a:off x="6829802" y="1466979"/>
            <a:ext cx="63487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731520">
              <a:lnSpc>
                <a:spcPts val="2160"/>
              </a:lnSpc>
            </a:pPr>
            <a:r>
              <a:rPr lang="en-US" sz="2160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20%</a:t>
            </a:r>
            <a:endParaRPr lang="en-US" sz="2160" dirty="0"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</p:txBody>
      </p:sp>
      <p:sp>
        <p:nvSpPr>
          <p:cNvPr id="15" name="Object11"/>
          <p:cNvSpPr/>
          <p:nvPr/>
        </p:nvSpPr>
        <p:spPr>
          <a:xfrm>
            <a:off x="6829802" y="1813689"/>
            <a:ext cx="4343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731520">
              <a:lnSpc>
                <a:spcPts val="1440"/>
              </a:lnSpc>
            </a:pPr>
            <a:r>
              <a:rPr lang="en-US" sz="144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80后</a:t>
            </a:r>
            <a:endParaRPr lang="en-US" sz="144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6" name="Object12"/>
          <p:cNvSpPr/>
          <p:nvPr/>
        </p:nvSpPr>
        <p:spPr>
          <a:xfrm>
            <a:off x="5577470" y="4557496"/>
            <a:ext cx="649277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731520">
              <a:lnSpc>
                <a:spcPts val="2160"/>
              </a:lnSpc>
            </a:pPr>
            <a:r>
              <a:rPr lang="en-US" sz="2160" dirty="0"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20%</a:t>
            </a:r>
            <a:endParaRPr lang="en-US" sz="2160" dirty="0"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</p:txBody>
      </p:sp>
      <p:sp>
        <p:nvSpPr>
          <p:cNvPr id="18" name="Object13"/>
          <p:cNvSpPr/>
          <p:nvPr/>
        </p:nvSpPr>
        <p:spPr>
          <a:xfrm>
            <a:off x="5737490" y="4904206"/>
            <a:ext cx="434340" cy="1828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defTabSz="731520">
              <a:lnSpc>
                <a:spcPts val="1440"/>
              </a:lnSpc>
            </a:pPr>
            <a:r>
              <a:rPr lang="en-US" sz="144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95后</a:t>
            </a:r>
            <a:endParaRPr lang="en-US" sz="144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9" name="任意多边形: 形状 18"/>
          <p:cNvSpPr/>
          <p:nvPr/>
        </p:nvSpPr>
        <p:spPr>
          <a:xfrm>
            <a:off x="7226524" y="2011775"/>
            <a:ext cx="215906" cy="176901"/>
          </a:xfrm>
          <a:custGeom>
            <a:avLst/>
            <a:gdLst>
              <a:gd name="connsiteX0" fmla="*/ 450 w 215906"/>
              <a:gd name="connsiteY0" fmla="*/ 155972 h 176901"/>
              <a:gd name="connsiteX1" fmla="*/ 30086 w 215906"/>
              <a:gd name="connsiteY1" fmla="*/ 26774 h 176901"/>
              <a:gd name="connsiteX2" fmla="*/ 75024 w 215906"/>
              <a:gd name="connsiteY2" fmla="*/ 829 h 176901"/>
              <a:gd name="connsiteX3" fmla="*/ 201729 w 215906"/>
              <a:gd name="connsiteY3" fmla="*/ 39763 h 176901"/>
              <a:gd name="connsiteX4" fmla="*/ 205153 w 215906"/>
              <a:gd name="connsiteY4" fmla="*/ 70004 h 176901"/>
              <a:gd name="connsiteX5" fmla="*/ 24928 w 215906"/>
              <a:gd name="connsiteY5" fmla="*/ 174057 h 176901"/>
              <a:gd name="connsiteX6" fmla="*/ 450 w 215906"/>
              <a:gd name="connsiteY6" fmla="*/ 155972 h 176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15906" h="176901">
                <a:moveTo>
                  <a:pt x="450" y="155972"/>
                </a:moveTo>
                <a:lnTo>
                  <a:pt x="30086" y="26774"/>
                </a:lnTo>
                <a:cubicBezTo>
                  <a:pt x="30086" y="26774"/>
                  <a:pt x="41395" y="-5529"/>
                  <a:pt x="75024" y="829"/>
                </a:cubicBezTo>
                <a:lnTo>
                  <a:pt x="201729" y="39763"/>
                </a:lnTo>
                <a:cubicBezTo>
                  <a:pt x="201729" y="39763"/>
                  <a:pt x="231207" y="51740"/>
                  <a:pt x="205153" y="70004"/>
                </a:cubicBezTo>
                <a:lnTo>
                  <a:pt x="24928" y="174057"/>
                </a:lnTo>
                <a:cubicBezTo>
                  <a:pt x="24928" y="174057"/>
                  <a:pt x="-3916" y="187489"/>
                  <a:pt x="450" y="155972"/>
                </a:cubicBezTo>
              </a:path>
            </a:pathLst>
          </a:custGeom>
          <a:solidFill>
            <a:schemeClr val="accent1">
              <a:lumMod val="75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dirty="0">
              <a:solidFill>
                <a:schemeClr val="tx1"/>
              </a:solidFill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0" name="任意多边形: 形状 19"/>
          <p:cNvSpPr/>
          <p:nvPr/>
        </p:nvSpPr>
        <p:spPr>
          <a:xfrm>
            <a:off x="6286762" y="4560501"/>
            <a:ext cx="167973" cy="229415"/>
          </a:xfrm>
          <a:custGeom>
            <a:avLst/>
            <a:gdLst>
              <a:gd name="connsiteX0" fmla="*/ 145276 w 167973"/>
              <a:gd name="connsiteY0" fmla="*/ 227804 h 229415"/>
              <a:gd name="connsiteX1" fmla="*/ 21674 w 167973"/>
              <a:gd name="connsiteY1" fmla="*/ 179923 h 229415"/>
              <a:gd name="connsiteX2" fmla="*/ 2451 w 167973"/>
              <a:gd name="connsiteY2" fmla="*/ 131726 h 229415"/>
              <a:gd name="connsiteX3" fmla="*/ 59176 w 167973"/>
              <a:gd name="connsiteY3" fmla="*/ 11924 h 229415"/>
              <a:gd name="connsiteX4" fmla="*/ 89595 w 167973"/>
              <a:gd name="connsiteY4" fmla="*/ 12878 h 229415"/>
              <a:gd name="connsiteX5" fmla="*/ 166690 w 167973"/>
              <a:gd name="connsiteY5" fmla="*/ 206177 h 229415"/>
              <a:gd name="connsiteX6" fmla="*/ 145276 w 167973"/>
              <a:gd name="connsiteY6" fmla="*/ 227804 h 229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7973" h="229415">
                <a:moveTo>
                  <a:pt x="145276" y="227804"/>
                </a:moveTo>
                <a:lnTo>
                  <a:pt x="21674" y="179923"/>
                </a:lnTo>
                <a:cubicBezTo>
                  <a:pt x="21674" y="179923"/>
                  <a:pt x="-8670" y="164094"/>
                  <a:pt x="2451" y="131726"/>
                </a:cubicBezTo>
                <a:lnTo>
                  <a:pt x="59176" y="11924"/>
                </a:lnTo>
                <a:cubicBezTo>
                  <a:pt x="59176" y="11924"/>
                  <a:pt x="75262" y="-15529"/>
                  <a:pt x="89595" y="12878"/>
                </a:cubicBezTo>
                <a:lnTo>
                  <a:pt x="166690" y="206177"/>
                </a:lnTo>
                <a:cubicBezTo>
                  <a:pt x="166690" y="206177"/>
                  <a:pt x="175840" y="236651"/>
                  <a:pt x="145276" y="227804"/>
                </a:cubicBezTo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1" name="任意多边形: 形状 20"/>
          <p:cNvSpPr/>
          <p:nvPr/>
        </p:nvSpPr>
        <p:spPr>
          <a:xfrm>
            <a:off x="8761088" y="1683789"/>
            <a:ext cx="241089" cy="151956"/>
          </a:xfrm>
          <a:custGeom>
            <a:avLst/>
            <a:gdLst>
              <a:gd name="connsiteX0" fmla="*/ 8993 w 241089"/>
              <a:gd name="connsiteY0" fmla="*/ 84914 h 151956"/>
              <a:gd name="connsiteX1" fmla="*/ 115157 w 241089"/>
              <a:gd name="connsiteY1" fmla="*/ 5544 h 151956"/>
              <a:gd name="connsiteX2" fmla="*/ 166210 w 241089"/>
              <a:gd name="connsiteY2" fmla="*/ 14820 h 151956"/>
              <a:gd name="connsiteX3" fmla="*/ 237667 w 241089"/>
              <a:gd name="connsiteY3" fmla="*/ 126465 h 151956"/>
              <a:gd name="connsiteX4" fmla="*/ 220719 w 241089"/>
              <a:gd name="connsiteY4" fmla="*/ 151744 h 151956"/>
              <a:gd name="connsiteX5" fmla="*/ 15965 w 241089"/>
              <a:gd name="connsiteY5" fmla="*/ 114539 h 151956"/>
              <a:gd name="connsiteX6" fmla="*/ 8993 w 241089"/>
              <a:gd name="connsiteY6" fmla="*/ 84914 h 15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089" h="151956">
                <a:moveTo>
                  <a:pt x="8993" y="84914"/>
                </a:moveTo>
                <a:lnTo>
                  <a:pt x="115157" y="5544"/>
                </a:lnTo>
                <a:cubicBezTo>
                  <a:pt x="115157" y="5544"/>
                  <a:pt x="144674" y="-11780"/>
                  <a:pt x="166210" y="14820"/>
                </a:cubicBezTo>
                <a:lnTo>
                  <a:pt x="237667" y="126465"/>
                </a:lnTo>
                <a:cubicBezTo>
                  <a:pt x="237667" y="126465"/>
                  <a:pt x="252403" y="154665"/>
                  <a:pt x="220719" y="151744"/>
                </a:cubicBezTo>
                <a:lnTo>
                  <a:pt x="15965" y="114539"/>
                </a:lnTo>
                <a:cubicBezTo>
                  <a:pt x="15965" y="114539"/>
                  <a:pt x="-14721" y="106128"/>
                  <a:pt x="8993" y="84914"/>
                </a:cubicBezTo>
              </a:path>
            </a:pathLst>
          </a:custGeom>
          <a:solidFill>
            <a:schemeClr val="accent1">
              <a:lumMod val="50000"/>
            </a:schemeClr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dirty="0">
              <a:solidFill>
                <a:schemeClr val="tx1"/>
              </a:solidFill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2" name="任意多边形: 形状 21"/>
          <p:cNvSpPr/>
          <p:nvPr/>
        </p:nvSpPr>
        <p:spPr>
          <a:xfrm>
            <a:off x="10474683" y="4906717"/>
            <a:ext cx="175351" cy="218668"/>
          </a:xfrm>
          <a:custGeom>
            <a:avLst/>
            <a:gdLst>
              <a:gd name="connsiteX0" fmla="*/ 131906 w 175351"/>
              <a:gd name="connsiteY0" fmla="*/ 13623 h 218668"/>
              <a:gd name="connsiteX1" fmla="*/ 174619 w 175351"/>
              <a:gd name="connsiteY1" fmla="*/ 139105 h 218668"/>
              <a:gd name="connsiteX2" fmla="*/ 150033 w 175351"/>
              <a:gd name="connsiteY2" fmla="*/ 184800 h 218668"/>
              <a:gd name="connsiteX3" fmla="*/ 21780 w 175351"/>
              <a:gd name="connsiteY3" fmla="*/ 218292 h 218668"/>
              <a:gd name="connsiteX4" fmla="*/ 2969 w 175351"/>
              <a:gd name="connsiteY4" fmla="*/ 194368 h 218668"/>
              <a:gd name="connsiteX5" fmla="*/ 101576 w 175351"/>
              <a:gd name="connsiteY5" fmla="*/ 11107 h 218668"/>
              <a:gd name="connsiteX6" fmla="*/ 131906 w 175351"/>
              <a:gd name="connsiteY6" fmla="*/ 13623 h 218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5351" h="218668">
                <a:moveTo>
                  <a:pt x="131906" y="13623"/>
                </a:moveTo>
                <a:lnTo>
                  <a:pt x="174619" y="139105"/>
                </a:lnTo>
                <a:cubicBezTo>
                  <a:pt x="174619" y="139105"/>
                  <a:pt x="181982" y="172529"/>
                  <a:pt x="150033" y="184800"/>
                </a:cubicBezTo>
                <a:lnTo>
                  <a:pt x="21780" y="218292"/>
                </a:lnTo>
                <a:cubicBezTo>
                  <a:pt x="21780" y="218292"/>
                  <a:pt x="-9592" y="223601"/>
                  <a:pt x="2969" y="194368"/>
                </a:cubicBezTo>
                <a:lnTo>
                  <a:pt x="101576" y="11107"/>
                </a:lnTo>
                <a:cubicBezTo>
                  <a:pt x="101576" y="11107"/>
                  <a:pt x="119051" y="-15483"/>
                  <a:pt x="131906" y="13623"/>
                </a:cubicBezTo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dirty="0">
              <a:solidFill>
                <a:schemeClr val="tx1"/>
              </a:solidFill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3" name="iSHEJI-11"/>
          <p:cNvSpPr txBox="1"/>
          <p:nvPr/>
        </p:nvSpPr>
        <p:spPr>
          <a:xfrm>
            <a:off x="7703814" y="3317256"/>
            <a:ext cx="1663561" cy="11537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0" dirty="0">
                <a:solidFill>
                  <a:schemeClr val="tx1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用户</a:t>
            </a:r>
            <a:endParaRPr lang="en-US" altLang="zh-CN" spc="0" dirty="0">
              <a:solidFill>
                <a:schemeClr val="tx1"/>
              </a:solidFill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0" dirty="0">
                <a:solidFill>
                  <a:schemeClr val="tx1"/>
                </a:solidFill>
                <a:latin typeface="阿里巴巴普惠体 2.0 65 Medium" panose="00020600040101010101" pitchFamily="18" charset="-122"/>
                <a:ea typeface="阿里巴巴普惠体 2.0 65 Medium" panose="00020600040101010101" pitchFamily="18" charset="-122"/>
                <a:cs typeface="阿里巴巴普惠体 2.0 65 Medium" panose="00020600040101010101" pitchFamily="18" charset="-122"/>
              </a:rPr>
              <a:t>年龄占比</a:t>
            </a:r>
            <a:endParaRPr kumimoji="0" lang="zh-CN" altLang="en-US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65 Medium" panose="00020600040101010101" pitchFamily="18" charset="-122"/>
              <a:ea typeface="阿里巴巴普惠体 2.0 65 Medium" panose="00020600040101010101" pitchFamily="18" charset="-122"/>
              <a:cs typeface="阿里巴巴普惠体 2.0 65 Medium" panose="00020600040101010101" pitchFamily="18" charset="-122"/>
            </a:endParaRPr>
          </a:p>
        </p:txBody>
      </p:sp>
      <p:sp>
        <p:nvSpPr>
          <p:cNvPr id="24" name="iSHEJI-10"/>
          <p:cNvSpPr txBox="1"/>
          <p:nvPr/>
        </p:nvSpPr>
        <p:spPr>
          <a:xfrm>
            <a:off x="860747" y="2250295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内容智能流转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5" name="iSHEJI-11"/>
          <p:cNvSpPr txBox="1"/>
          <p:nvPr/>
        </p:nvSpPr>
        <p:spPr>
          <a:xfrm>
            <a:off x="860746" y="2722915"/>
            <a:ext cx="3979143" cy="23619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爱设计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isheji.com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是国内领先的在线设计与协作平台，并为众多先进企业提供内容中台解决方案。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爱设计个人版是一款多端在线拖拽式作图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/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视频工具，同时具备创意资产云端存储，管理和多终端分发的功能。平台接入了战略投资方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A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股上市公司「视觉中国」亿级图片模版素材，确保创意内容随取随用、安全合规、降本增效。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26" name="iSHEJI-8"/>
          <p:cNvSpPr txBox="1"/>
          <p:nvPr/>
        </p:nvSpPr>
        <p:spPr>
          <a:xfrm>
            <a:off x="838264" y="1795500"/>
            <a:ext cx="505639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Intelligent flow of content</a:t>
            </a:r>
            <a:endParaRPr kumimoji="0" lang="en-US" altLang="zh-CN" sz="28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27" name="矩形: 对角圆角 26"/>
          <p:cNvSpPr/>
          <p:nvPr/>
        </p:nvSpPr>
        <p:spPr>
          <a:xfrm>
            <a:off x="895350" y="5404554"/>
            <a:ext cx="793389" cy="353636"/>
          </a:xfrm>
          <a:prstGeom prst="round2DiagRect">
            <a:avLst>
              <a:gd name="adj1" fmla="val 36507"/>
              <a:gd name="adj2" fmla="val 0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内容</a:t>
            </a:r>
            <a:endParaRPr lang="zh-CN" altLang="en-US" sz="1600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</p:txBody>
      </p:sp>
      <p:sp>
        <p:nvSpPr>
          <p:cNvPr id="28" name="矩形: 对角圆角 27"/>
          <p:cNvSpPr/>
          <p:nvPr/>
        </p:nvSpPr>
        <p:spPr>
          <a:xfrm>
            <a:off x="1932557" y="5404554"/>
            <a:ext cx="793389" cy="353636"/>
          </a:xfrm>
          <a:prstGeom prst="round2DiagRect">
            <a:avLst>
              <a:gd name="adj1" fmla="val 36507"/>
              <a:gd name="adj2" fmla="val 0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accent1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数字</a:t>
            </a:r>
            <a:endParaRPr lang="zh-CN" altLang="en-US" sz="1600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</p:txBody>
      </p:sp>
      <p:sp>
        <p:nvSpPr>
          <p:cNvPr id="29" name="矩形: 对角圆角 28"/>
          <p:cNvSpPr/>
          <p:nvPr/>
        </p:nvSpPr>
        <p:spPr>
          <a:xfrm>
            <a:off x="2969764" y="5404554"/>
            <a:ext cx="793389" cy="353636"/>
          </a:xfrm>
          <a:prstGeom prst="round2DiagRect">
            <a:avLst>
              <a:gd name="adj1" fmla="val 36507"/>
              <a:gd name="adj2" fmla="val 0"/>
            </a:avLst>
          </a:prstGeom>
          <a:solidFill>
            <a:schemeClr val="bg1"/>
          </a:solidFill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accent1"/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品牌</a:t>
            </a:r>
            <a:endParaRPr lang="zh-CN" altLang="en-US" sz="1600" dirty="0"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HEJI-2"/>
          <p:cNvSpPr txBox="1"/>
          <p:nvPr/>
        </p:nvSpPr>
        <p:spPr>
          <a:xfrm>
            <a:off x="476000" y="447822"/>
            <a:ext cx="244612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年度工作回顾</a:t>
            </a:r>
            <a:endParaRPr lang="zh-CN" altLang="en-US" spc="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" name="iSHEJI-3"/>
          <p:cNvSpPr txBox="1"/>
          <p:nvPr/>
        </p:nvSpPr>
        <p:spPr>
          <a:xfrm>
            <a:off x="476000" y="940265"/>
            <a:ext cx="289062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  <a:alpha val="6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defRPr>
            </a:lvl1pPr>
          </a:lstStyle>
          <a:p>
            <a:r>
              <a:rPr lang="en-US" altLang="zh-CN" dirty="0"/>
              <a:t>Annual Work Review</a:t>
            </a:r>
            <a:endParaRPr lang="en-US" altLang="zh-CN" dirty="0"/>
          </a:p>
        </p:txBody>
      </p:sp>
      <p:sp>
        <p:nvSpPr>
          <p:cNvPr id="5" name="iSHEJI-4"/>
          <p:cNvSpPr/>
          <p:nvPr/>
        </p:nvSpPr>
        <p:spPr>
          <a:xfrm>
            <a:off x="1241426" y="1985745"/>
            <a:ext cx="2656946" cy="36949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45 Light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6" name="iSHEJI-5"/>
          <p:cNvSpPr/>
          <p:nvPr/>
        </p:nvSpPr>
        <p:spPr>
          <a:xfrm>
            <a:off x="1241426" y="1985745"/>
            <a:ext cx="2656946" cy="1334149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45 Light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7" name="iSHEJI-6"/>
          <p:cNvSpPr/>
          <p:nvPr/>
        </p:nvSpPr>
        <p:spPr>
          <a:xfrm>
            <a:off x="4767527" y="1985746"/>
            <a:ext cx="2656946" cy="36949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阿里巴巴普惠体 2.0 45 Light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8" name="iSHEJI-7"/>
          <p:cNvSpPr/>
          <p:nvPr/>
        </p:nvSpPr>
        <p:spPr>
          <a:xfrm>
            <a:off x="4767527" y="1985746"/>
            <a:ext cx="2656946" cy="133414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阿里巴巴普惠体 2.0 45 Light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9" name="iSHEJI-8"/>
          <p:cNvSpPr/>
          <p:nvPr/>
        </p:nvSpPr>
        <p:spPr>
          <a:xfrm>
            <a:off x="8293628" y="1985746"/>
            <a:ext cx="2656946" cy="36949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阿里巴巴普惠体 2.0 45 Light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10" name="iSHEJI-9"/>
          <p:cNvSpPr/>
          <p:nvPr/>
        </p:nvSpPr>
        <p:spPr>
          <a:xfrm>
            <a:off x="8293628" y="1985746"/>
            <a:ext cx="2656946" cy="13341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1" name="iSHEJI-10"/>
          <p:cNvSpPr txBox="1"/>
          <p:nvPr/>
        </p:nvSpPr>
        <p:spPr>
          <a:xfrm>
            <a:off x="1519447" y="3427979"/>
            <a:ext cx="2100904" cy="51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0" sz="1200" b="1" i="0" u="none" strike="noStrike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algn="ctr"/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内容智能流转</a:t>
            </a:r>
            <a:endParaRPr lang="zh-CN" altLang="en-US" sz="2000" b="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2" name="iSHEJI-11"/>
          <p:cNvSpPr txBox="1"/>
          <p:nvPr/>
        </p:nvSpPr>
        <p:spPr>
          <a:xfrm>
            <a:off x="1519447" y="3946645"/>
            <a:ext cx="2100904" cy="1194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 defTabSz="913765">
              <a:lnSpc>
                <a:spcPct val="150000"/>
              </a:lnSpc>
              <a:buSzPct val="25000"/>
              <a:defRPr sz="10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algn="ctr">
              <a:lnSpc>
                <a:spcPct val="130000"/>
              </a:lnSpc>
              <a:buSzPct val="90000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通过海报、文章、视频、音频、直播等形式创造优质内容，经由内容智能中台分发到各个渠道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13" name="iSHEJI-12"/>
          <p:cNvSpPr/>
          <p:nvPr/>
        </p:nvSpPr>
        <p:spPr>
          <a:xfrm>
            <a:off x="2398672" y="2563257"/>
            <a:ext cx="342454" cy="322770"/>
          </a:xfrm>
          <a:custGeom>
            <a:avLst/>
            <a:gdLst>
              <a:gd name="connsiteX0" fmla="*/ 565749 w 763907"/>
              <a:gd name="connsiteY0" fmla="*/ 529546 h 720000"/>
              <a:gd name="connsiteX1" fmla="*/ 585849 w 763907"/>
              <a:gd name="connsiteY1" fmla="*/ 537865 h 720000"/>
              <a:gd name="connsiteX2" fmla="*/ 698960 w 763907"/>
              <a:gd name="connsiteY2" fmla="*/ 650977 h 720000"/>
              <a:gd name="connsiteX3" fmla="*/ 698960 w 763907"/>
              <a:gd name="connsiteY3" fmla="*/ 691178 h 720000"/>
              <a:gd name="connsiteX4" fmla="*/ 678860 w 763907"/>
              <a:gd name="connsiteY4" fmla="*/ 699521 h 720000"/>
              <a:gd name="connsiteX5" fmla="*/ 658760 w 763907"/>
              <a:gd name="connsiteY5" fmla="*/ 691178 h 720000"/>
              <a:gd name="connsiteX6" fmla="*/ 545648 w 763907"/>
              <a:gd name="connsiteY6" fmla="*/ 578066 h 720000"/>
              <a:gd name="connsiteX7" fmla="*/ 545648 w 763907"/>
              <a:gd name="connsiteY7" fmla="*/ 537865 h 720000"/>
              <a:gd name="connsiteX8" fmla="*/ 565749 w 763907"/>
              <a:gd name="connsiteY8" fmla="*/ 529546 h 720000"/>
              <a:gd name="connsiteX9" fmla="*/ 565749 w 763907"/>
              <a:gd name="connsiteY9" fmla="*/ 359807 h 720000"/>
              <a:gd name="connsiteX10" fmla="*/ 735464 w 763907"/>
              <a:gd name="connsiteY10" fmla="*/ 359807 h 720000"/>
              <a:gd name="connsiteX11" fmla="*/ 763907 w 763907"/>
              <a:gd name="connsiteY11" fmla="*/ 388251 h 720000"/>
              <a:gd name="connsiteX12" fmla="*/ 735464 w 763907"/>
              <a:gd name="connsiteY12" fmla="*/ 416695 h 720000"/>
              <a:gd name="connsiteX13" fmla="*/ 565749 w 763907"/>
              <a:gd name="connsiteY13" fmla="*/ 416695 h 720000"/>
              <a:gd name="connsiteX14" fmla="*/ 537305 w 763907"/>
              <a:gd name="connsiteY14" fmla="*/ 388251 h 720000"/>
              <a:gd name="connsiteX15" fmla="*/ 565749 w 763907"/>
              <a:gd name="connsiteY15" fmla="*/ 359807 h 720000"/>
              <a:gd name="connsiteX16" fmla="*/ 678860 w 763907"/>
              <a:gd name="connsiteY16" fmla="*/ 77005 h 720000"/>
              <a:gd name="connsiteX17" fmla="*/ 698960 w 763907"/>
              <a:gd name="connsiteY17" fmla="*/ 85325 h 720000"/>
              <a:gd name="connsiteX18" fmla="*/ 698960 w 763907"/>
              <a:gd name="connsiteY18" fmla="*/ 125525 h 720000"/>
              <a:gd name="connsiteX19" fmla="*/ 585849 w 763907"/>
              <a:gd name="connsiteY19" fmla="*/ 238636 h 720000"/>
              <a:gd name="connsiteX20" fmla="*/ 565749 w 763907"/>
              <a:gd name="connsiteY20" fmla="*/ 246980 h 720000"/>
              <a:gd name="connsiteX21" fmla="*/ 545648 w 763907"/>
              <a:gd name="connsiteY21" fmla="*/ 238636 h 720000"/>
              <a:gd name="connsiteX22" fmla="*/ 545648 w 763907"/>
              <a:gd name="connsiteY22" fmla="*/ 198436 h 720000"/>
              <a:gd name="connsiteX23" fmla="*/ 658760 w 763907"/>
              <a:gd name="connsiteY23" fmla="*/ 85325 h 720000"/>
              <a:gd name="connsiteX24" fmla="*/ 678860 w 763907"/>
              <a:gd name="connsiteY24" fmla="*/ 77005 h 720000"/>
              <a:gd name="connsiteX25" fmla="*/ 362802 w 763907"/>
              <a:gd name="connsiteY25" fmla="*/ 5 h 720000"/>
              <a:gd name="connsiteX26" fmla="*/ 422012 w 763907"/>
              <a:gd name="connsiteY26" fmla="*/ 16490 h 720000"/>
              <a:gd name="connsiteX27" fmla="*/ 481080 w 763907"/>
              <a:gd name="connsiteY27" fmla="*/ 119457 h 720000"/>
              <a:gd name="connsiteX28" fmla="*/ 481080 w 763907"/>
              <a:gd name="connsiteY28" fmla="*/ 600631 h 720000"/>
              <a:gd name="connsiteX29" fmla="*/ 422012 w 763907"/>
              <a:gd name="connsiteY29" fmla="*/ 703598 h 720000"/>
              <a:gd name="connsiteX30" fmla="*/ 361806 w 763907"/>
              <a:gd name="connsiteY30" fmla="*/ 720000 h 720000"/>
              <a:gd name="connsiteX31" fmla="*/ 303306 w 763907"/>
              <a:gd name="connsiteY31" fmla="*/ 704546 h 720000"/>
              <a:gd name="connsiteX32" fmla="*/ 60870 w 763907"/>
              <a:gd name="connsiteY32" fmla="*/ 568300 h 720000"/>
              <a:gd name="connsiteX33" fmla="*/ 0 w 763907"/>
              <a:gd name="connsiteY33" fmla="*/ 464291 h 720000"/>
              <a:gd name="connsiteX34" fmla="*/ 0 w 763907"/>
              <a:gd name="connsiteY34" fmla="*/ 255702 h 720000"/>
              <a:gd name="connsiteX35" fmla="*/ 60870 w 763907"/>
              <a:gd name="connsiteY35" fmla="*/ 151693 h 720000"/>
              <a:gd name="connsiteX36" fmla="*/ 303306 w 763907"/>
              <a:gd name="connsiteY36" fmla="*/ 15447 h 720000"/>
              <a:gd name="connsiteX37" fmla="*/ 362802 w 763907"/>
              <a:gd name="connsiteY37" fmla="*/ 5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63907" h="720000">
                <a:moveTo>
                  <a:pt x="565749" y="529546"/>
                </a:moveTo>
                <a:cubicBezTo>
                  <a:pt x="573025" y="529546"/>
                  <a:pt x="580302" y="532319"/>
                  <a:pt x="585849" y="537865"/>
                </a:cubicBezTo>
                <a:lnTo>
                  <a:pt x="698960" y="650977"/>
                </a:lnTo>
                <a:cubicBezTo>
                  <a:pt x="710054" y="662070"/>
                  <a:pt x="710054" y="680084"/>
                  <a:pt x="698960" y="691178"/>
                </a:cubicBezTo>
                <a:cubicBezTo>
                  <a:pt x="693461" y="696677"/>
                  <a:pt x="686161" y="699521"/>
                  <a:pt x="678860" y="699521"/>
                </a:cubicBezTo>
                <a:cubicBezTo>
                  <a:pt x="671560" y="699521"/>
                  <a:pt x="664259" y="696771"/>
                  <a:pt x="658760" y="691178"/>
                </a:cubicBezTo>
                <a:lnTo>
                  <a:pt x="545648" y="578066"/>
                </a:lnTo>
                <a:cubicBezTo>
                  <a:pt x="534555" y="566973"/>
                  <a:pt x="534555" y="548959"/>
                  <a:pt x="545648" y="537865"/>
                </a:cubicBezTo>
                <a:cubicBezTo>
                  <a:pt x="551195" y="532319"/>
                  <a:pt x="558471" y="529546"/>
                  <a:pt x="565749" y="529546"/>
                </a:cubicBezTo>
                <a:close/>
                <a:moveTo>
                  <a:pt x="565749" y="359807"/>
                </a:moveTo>
                <a:lnTo>
                  <a:pt x="735464" y="359807"/>
                </a:lnTo>
                <a:cubicBezTo>
                  <a:pt x="751202" y="359807"/>
                  <a:pt x="763907" y="372512"/>
                  <a:pt x="763907" y="388251"/>
                </a:cubicBezTo>
                <a:cubicBezTo>
                  <a:pt x="763907" y="403990"/>
                  <a:pt x="751107" y="416695"/>
                  <a:pt x="735464" y="416695"/>
                </a:cubicBezTo>
                <a:lnTo>
                  <a:pt x="565749" y="416695"/>
                </a:lnTo>
                <a:cubicBezTo>
                  <a:pt x="550010" y="416695"/>
                  <a:pt x="537305" y="403990"/>
                  <a:pt x="537305" y="388251"/>
                </a:cubicBezTo>
                <a:cubicBezTo>
                  <a:pt x="537305" y="372512"/>
                  <a:pt x="550010" y="359807"/>
                  <a:pt x="565749" y="359807"/>
                </a:cubicBezTo>
                <a:close/>
                <a:moveTo>
                  <a:pt x="678860" y="77005"/>
                </a:moveTo>
                <a:cubicBezTo>
                  <a:pt x="686137" y="77005"/>
                  <a:pt x="693414" y="79778"/>
                  <a:pt x="698960" y="85325"/>
                </a:cubicBezTo>
                <a:cubicBezTo>
                  <a:pt x="710054" y="96418"/>
                  <a:pt x="710054" y="114432"/>
                  <a:pt x="698960" y="125525"/>
                </a:cubicBezTo>
                <a:lnTo>
                  <a:pt x="585849" y="238636"/>
                </a:lnTo>
                <a:cubicBezTo>
                  <a:pt x="580350" y="244231"/>
                  <a:pt x="573049" y="246980"/>
                  <a:pt x="565749" y="246980"/>
                </a:cubicBezTo>
                <a:cubicBezTo>
                  <a:pt x="558448" y="246980"/>
                  <a:pt x="551147" y="244231"/>
                  <a:pt x="545648" y="238636"/>
                </a:cubicBezTo>
                <a:cubicBezTo>
                  <a:pt x="534555" y="227543"/>
                  <a:pt x="534555" y="209529"/>
                  <a:pt x="545648" y="198436"/>
                </a:cubicBezTo>
                <a:lnTo>
                  <a:pt x="658760" y="85325"/>
                </a:lnTo>
                <a:cubicBezTo>
                  <a:pt x="664306" y="79778"/>
                  <a:pt x="671583" y="77005"/>
                  <a:pt x="678860" y="77005"/>
                </a:cubicBezTo>
                <a:close/>
                <a:moveTo>
                  <a:pt x="362802" y="5"/>
                </a:moveTo>
                <a:cubicBezTo>
                  <a:pt x="383186" y="183"/>
                  <a:pt x="403524" y="5682"/>
                  <a:pt x="422012" y="16490"/>
                </a:cubicBezTo>
                <a:cubicBezTo>
                  <a:pt x="458989" y="38108"/>
                  <a:pt x="481080" y="76601"/>
                  <a:pt x="481080" y="119457"/>
                </a:cubicBezTo>
                <a:lnTo>
                  <a:pt x="481080" y="600631"/>
                </a:lnTo>
                <a:cubicBezTo>
                  <a:pt x="481080" y="643486"/>
                  <a:pt x="458989" y="681980"/>
                  <a:pt x="422012" y="703598"/>
                </a:cubicBezTo>
                <a:cubicBezTo>
                  <a:pt x="403240" y="714501"/>
                  <a:pt x="382475" y="720000"/>
                  <a:pt x="361806" y="720000"/>
                </a:cubicBezTo>
                <a:cubicBezTo>
                  <a:pt x="341706" y="720000"/>
                  <a:pt x="321700" y="714881"/>
                  <a:pt x="303306" y="704546"/>
                </a:cubicBezTo>
                <a:lnTo>
                  <a:pt x="60870" y="568300"/>
                </a:lnTo>
                <a:cubicBezTo>
                  <a:pt x="23324" y="547157"/>
                  <a:pt x="0" y="507336"/>
                  <a:pt x="0" y="464291"/>
                </a:cubicBezTo>
                <a:lnTo>
                  <a:pt x="0" y="255702"/>
                </a:lnTo>
                <a:cubicBezTo>
                  <a:pt x="0" y="212657"/>
                  <a:pt x="23324" y="172742"/>
                  <a:pt x="60870" y="151693"/>
                </a:cubicBezTo>
                <a:lnTo>
                  <a:pt x="303306" y="15447"/>
                </a:lnTo>
                <a:cubicBezTo>
                  <a:pt x="321984" y="4970"/>
                  <a:pt x="342417" y="-173"/>
                  <a:pt x="362802" y="5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chemeClr val="bg1"/>
              </a:solidFill>
              <a:latin typeface="阿里巴巴普惠体 2.0 45 Light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" name="iSHEJI-13"/>
          <p:cNvSpPr/>
          <p:nvPr/>
        </p:nvSpPr>
        <p:spPr>
          <a:xfrm>
            <a:off x="2305358" y="2473884"/>
            <a:ext cx="529084" cy="529082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45 Light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5" name="iSHEJI-14"/>
          <p:cNvSpPr/>
          <p:nvPr/>
        </p:nvSpPr>
        <p:spPr>
          <a:xfrm>
            <a:off x="5937932" y="2553416"/>
            <a:ext cx="316136" cy="342452"/>
          </a:xfrm>
          <a:custGeom>
            <a:avLst/>
            <a:gdLst>
              <a:gd name="connsiteX0" fmla="*/ 332293 w 664672"/>
              <a:gd name="connsiteY0" fmla="*/ 387672 h 720001"/>
              <a:gd name="connsiteX1" fmla="*/ 660804 w 664672"/>
              <a:gd name="connsiteY1" fmla="*/ 598902 h 720001"/>
              <a:gd name="connsiteX2" fmla="*/ 563560 w 664672"/>
              <a:gd name="connsiteY2" fmla="*/ 720001 h 720001"/>
              <a:gd name="connsiteX3" fmla="*/ 101112 w 664672"/>
              <a:gd name="connsiteY3" fmla="*/ 720001 h 720001"/>
              <a:gd name="connsiteX4" fmla="*/ 3868 w 664672"/>
              <a:gd name="connsiteY4" fmla="*/ 598902 h 720001"/>
              <a:gd name="connsiteX5" fmla="*/ 332293 w 664672"/>
              <a:gd name="connsiteY5" fmla="*/ 387672 h 720001"/>
              <a:gd name="connsiteX6" fmla="*/ 332293 w 664672"/>
              <a:gd name="connsiteY6" fmla="*/ 0 h 720001"/>
              <a:gd name="connsiteX7" fmla="*/ 509517 w 664672"/>
              <a:gd name="connsiteY7" fmla="*/ 177224 h 720001"/>
              <a:gd name="connsiteX8" fmla="*/ 332293 w 664672"/>
              <a:gd name="connsiteY8" fmla="*/ 354448 h 720001"/>
              <a:gd name="connsiteX9" fmla="*/ 155069 w 664672"/>
              <a:gd name="connsiteY9" fmla="*/ 177224 h 720001"/>
              <a:gd name="connsiteX10" fmla="*/ 332293 w 664672"/>
              <a:gd name="connsiteY10" fmla="*/ 0 h 7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64672" h="720001">
                <a:moveTo>
                  <a:pt x="332293" y="387672"/>
                </a:moveTo>
                <a:cubicBezTo>
                  <a:pt x="550549" y="387672"/>
                  <a:pt x="628448" y="491162"/>
                  <a:pt x="660804" y="598902"/>
                </a:cubicBezTo>
                <a:cubicBezTo>
                  <a:pt x="679021" y="659624"/>
                  <a:pt x="630616" y="720001"/>
                  <a:pt x="563560" y="720001"/>
                </a:cubicBezTo>
                <a:lnTo>
                  <a:pt x="101112" y="720001"/>
                </a:lnTo>
                <a:cubicBezTo>
                  <a:pt x="34057" y="720001"/>
                  <a:pt x="-14348" y="659624"/>
                  <a:pt x="3868" y="598902"/>
                </a:cubicBezTo>
                <a:cubicBezTo>
                  <a:pt x="36138" y="491162"/>
                  <a:pt x="114037" y="387672"/>
                  <a:pt x="332293" y="387672"/>
                </a:cubicBezTo>
                <a:close/>
                <a:moveTo>
                  <a:pt x="332293" y="0"/>
                </a:moveTo>
                <a:cubicBezTo>
                  <a:pt x="430230" y="0"/>
                  <a:pt x="509604" y="79287"/>
                  <a:pt x="509517" y="177224"/>
                </a:cubicBezTo>
                <a:cubicBezTo>
                  <a:pt x="509517" y="275074"/>
                  <a:pt x="430144" y="354448"/>
                  <a:pt x="332293" y="354448"/>
                </a:cubicBezTo>
                <a:cubicBezTo>
                  <a:pt x="234442" y="354448"/>
                  <a:pt x="155069" y="275074"/>
                  <a:pt x="155069" y="177224"/>
                </a:cubicBezTo>
                <a:cubicBezTo>
                  <a:pt x="155069" y="79287"/>
                  <a:pt x="234442" y="0"/>
                  <a:pt x="332293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chemeClr val="bg1"/>
              </a:solidFill>
              <a:latin typeface="阿里巴巴普惠体 2.0 45 Light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6" name="iSHEJI-15"/>
          <p:cNvSpPr/>
          <p:nvPr/>
        </p:nvSpPr>
        <p:spPr>
          <a:xfrm>
            <a:off x="5825553" y="2473884"/>
            <a:ext cx="529084" cy="529082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45 Light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8" name="iSHEJI-16"/>
          <p:cNvSpPr/>
          <p:nvPr/>
        </p:nvSpPr>
        <p:spPr>
          <a:xfrm>
            <a:off x="9450874" y="2566245"/>
            <a:ext cx="342454" cy="316793"/>
          </a:xfrm>
          <a:custGeom>
            <a:avLst/>
            <a:gdLst>
              <a:gd name="connsiteX0" fmla="*/ 2136435 w 5834559"/>
              <a:gd name="connsiteY0" fmla="*/ 643126 h 5397372"/>
              <a:gd name="connsiteX1" fmla="*/ 3716657 w 5834559"/>
              <a:gd name="connsiteY1" fmla="*/ 643126 h 5397372"/>
              <a:gd name="connsiteX2" fmla="*/ 3716657 w 5834559"/>
              <a:gd name="connsiteY2" fmla="*/ 1064855 h 5397372"/>
              <a:gd name="connsiteX3" fmla="*/ 2136435 w 5834559"/>
              <a:gd name="connsiteY3" fmla="*/ 1064855 h 5397372"/>
              <a:gd name="connsiteX4" fmla="*/ 693741 w 5834559"/>
              <a:gd name="connsiteY4" fmla="*/ 643126 h 5397372"/>
              <a:gd name="connsiteX5" fmla="*/ 1550121 w 5834559"/>
              <a:gd name="connsiteY5" fmla="*/ 643126 h 5397372"/>
              <a:gd name="connsiteX6" fmla="*/ 1550121 w 5834559"/>
              <a:gd name="connsiteY6" fmla="*/ 1064855 h 5397372"/>
              <a:gd name="connsiteX7" fmla="*/ 693741 w 5834559"/>
              <a:gd name="connsiteY7" fmla="*/ 1064855 h 5397372"/>
              <a:gd name="connsiteX8" fmla="*/ 421729 w 5834559"/>
              <a:gd name="connsiteY8" fmla="*/ 1336867 h 5397372"/>
              <a:gd name="connsiteX9" fmla="*/ 421729 w 5834559"/>
              <a:gd name="connsiteY9" fmla="*/ 2079805 h 5397372"/>
              <a:gd name="connsiteX10" fmla="*/ 5412133 w 5834559"/>
              <a:gd name="connsiteY10" fmla="*/ 2079805 h 5397372"/>
              <a:gd name="connsiteX11" fmla="*/ 5412133 w 5834559"/>
              <a:gd name="connsiteY11" fmla="*/ 1336867 h 5397372"/>
              <a:gd name="connsiteX12" fmla="*/ 5140113 w 5834559"/>
              <a:gd name="connsiteY12" fmla="*/ 1064855 h 5397372"/>
              <a:gd name="connsiteX13" fmla="*/ 4302971 w 5834559"/>
              <a:gd name="connsiteY13" fmla="*/ 1064855 h 5397372"/>
              <a:gd name="connsiteX14" fmla="*/ 4302971 w 5834559"/>
              <a:gd name="connsiteY14" fmla="*/ 643126 h 5397372"/>
              <a:gd name="connsiteX15" fmla="*/ 5140113 w 5834559"/>
              <a:gd name="connsiteY15" fmla="*/ 643126 h 5397372"/>
              <a:gd name="connsiteX16" fmla="*/ 5834559 w 5834559"/>
              <a:gd name="connsiteY16" fmla="*/ 1336867 h 5397372"/>
              <a:gd name="connsiteX17" fmla="*/ 5834559 w 5834559"/>
              <a:gd name="connsiteY17" fmla="*/ 4703631 h 5397372"/>
              <a:gd name="connsiteX18" fmla="*/ 5140818 w 5834559"/>
              <a:gd name="connsiteY18" fmla="*/ 5397372 h 5397372"/>
              <a:gd name="connsiteX19" fmla="*/ 693741 w 5834559"/>
              <a:gd name="connsiteY19" fmla="*/ 5397372 h 5397372"/>
              <a:gd name="connsiteX20" fmla="*/ 0 w 5834559"/>
              <a:gd name="connsiteY20" fmla="*/ 4703631 h 5397372"/>
              <a:gd name="connsiteX21" fmla="*/ 0 w 5834559"/>
              <a:gd name="connsiteY21" fmla="*/ 2501529 h 5397372"/>
              <a:gd name="connsiteX22" fmla="*/ 0 w 5834559"/>
              <a:gd name="connsiteY22" fmla="*/ 2079805 h 5397372"/>
              <a:gd name="connsiteX23" fmla="*/ 0 w 5834559"/>
              <a:gd name="connsiteY23" fmla="*/ 1336867 h 5397372"/>
              <a:gd name="connsiteX24" fmla="*/ 693741 w 5834559"/>
              <a:gd name="connsiteY24" fmla="*/ 643126 h 5397372"/>
              <a:gd name="connsiteX25" fmla="*/ 3997242 w 5834559"/>
              <a:gd name="connsiteY25" fmla="*/ 0 h 5397372"/>
              <a:gd name="connsiteX26" fmla="*/ 4208106 w 5834559"/>
              <a:gd name="connsiteY26" fmla="*/ 210864 h 5397372"/>
              <a:gd name="connsiteX27" fmla="*/ 4208106 w 5834559"/>
              <a:gd name="connsiteY27" fmla="*/ 1506961 h 5397372"/>
              <a:gd name="connsiteX28" fmla="*/ 3997242 w 5834559"/>
              <a:gd name="connsiteY28" fmla="*/ 1718528 h 5397372"/>
              <a:gd name="connsiteX29" fmla="*/ 3786378 w 5834559"/>
              <a:gd name="connsiteY29" fmla="*/ 1507664 h 5397372"/>
              <a:gd name="connsiteX30" fmla="*/ 3786378 w 5834559"/>
              <a:gd name="connsiteY30" fmla="*/ 210864 h 5397372"/>
              <a:gd name="connsiteX31" fmla="*/ 3997242 w 5834559"/>
              <a:gd name="connsiteY31" fmla="*/ 0 h 5397372"/>
              <a:gd name="connsiteX32" fmla="*/ 1836609 w 5834559"/>
              <a:gd name="connsiteY32" fmla="*/ 0 h 5397372"/>
              <a:gd name="connsiteX33" fmla="*/ 2047469 w 5834559"/>
              <a:gd name="connsiteY33" fmla="*/ 210864 h 5397372"/>
              <a:gd name="connsiteX34" fmla="*/ 2047469 w 5834559"/>
              <a:gd name="connsiteY34" fmla="*/ 1506961 h 5397372"/>
              <a:gd name="connsiteX35" fmla="*/ 1836609 w 5834559"/>
              <a:gd name="connsiteY35" fmla="*/ 1718528 h 5397372"/>
              <a:gd name="connsiteX36" fmla="*/ 1625745 w 5834559"/>
              <a:gd name="connsiteY36" fmla="*/ 1507664 h 5397372"/>
              <a:gd name="connsiteX37" fmla="*/ 1625745 w 5834559"/>
              <a:gd name="connsiteY37" fmla="*/ 210864 h 5397372"/>
              <a:gd name="connsiteX38" fmla="*/ 1836609 w 5834559"/>
              <a:gd name="connsiteY38" fmla="*/ 0 h 5397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5834559" h="5397372">
                <a:moveTo>
                  <a:pt x="2136435" y="643126"/>
                </a:moveTo>
                <a:lnTo>
                  <a:pt x="3716657" y="643126"/>
                </a:lnTo>
                <a:lnTo>
                  <a:pt x="3716657" y="1064855"/>
                </a:lnTo>
                <a:lnTo>
                  <a:pt x="2136435" y="1064855"/>
                </a:lnTo>
                <a:close/>
                <a:moveTo>
                  <a:pt x="693741" y="643126"/>
                </a:moveTo>
                <a:lnTo>
                  <a:pt x="1550121" y="643126"/>
                </a:lnTo>
                <a:lnTo>
                  <a:pt x="1550121" y="1064855"/>
                </a:lnTo>
                <a:lnTo>
                  <a:pt x="693741" y="1064855"/>
                </a:lnTo>
                <a:cubicBezTo>
                  <a:pt x="543320" y="1064855"/>
                  <a:pt x="421729" y="1187151"/>
                  <a:pt x="421729" y="1336867"/>
                </a:cubicBezTo>
                <a:lnTo>
                  <a:pt x="421729" y="2079805"/>
                </a:lnTo>
                <a:lnTo>
                  <a:pt x="5412133" y="2079805"/>
                </a:lnTo>
                <a:lnTo>
                  <a:pt x="5412133" y="1336867"/>
                </a:lnTo>
                <a:cubicBezTo>
                  <a:pt x="5412133" y="1186446"/>
                  <a:pt x="5289830" y="1064855"/>
                  <a:pt x="5140113" y="1064855"/>
                </a:cubicBezTo>
                <a:lnTo>
                  <a:pt x="4302971" y="1064855"/>
                </a:lnTo>
                <a:lnTo>
                  <a:pt x="4302971" y="643126"/>
                </a:lnTo>
                <a:lnTo>
                  <a:pt x="5140113" y="643126"/>
                </a:lnTo>
                <a:cubicBezTo>
                  <a:pt x="5523184" y="643126"/>
                  <a:pt x="5833854" y="953797"/>
                  <a:pt x="5834559" y="1336867"/>
                </a:cubicBezTo>
                <a:lnTo>
                  <a:pt x="5834559" y="4703631"/>
                </a:lnTo>
                <a:cubicBezTo>
                  <a:pt x="5834559" y="5085292"/>
                  <a:pt x="5522479" y="5397372"/>
                  <a:pt x="5140818" y="5397372"/>
                </a:cubicBezTo>
                <a:lnTo>
                  <a:pt x="693741" y="5397372"/>
                </a:lnTo>
                <a:cubicBezTo>
                  <a:pt x="312080" y="5397372"/>
                  <a:pt x="0" y="5085292"/>
                  <a:pt x="0" y="4703631"/>
                </a:cubicBezTo>
                <a:lnTo>
                  <a:pt x="0" y="2501529"/>
                </a:lnTo>
                <a:lnTo>
                  <a:pt x="0" y="2079805"/>
                </a:lnTo>
                <a:lnTo>
                  <a:pt x="0" y="1336867"/>
                </a:lnTo>
                <a:cubicBezTo>
                  <a:pt x="0" y="953797"/>
                  <a:pt x="310671" y="643126"/>
                  <a:pt x="693741" y="643126"/>
                </a:cubicBezTo>
                <a:close/>
                <a:moveTo>
                  <a:pt x="3997242" y="0"/>
                </a:moveTo>
                <a:cubicBezTo>
                  <a:pt x="4113920" y="0"/>
                  <a:pt x="4208106" y="94186"/>
                  <a:pt x="4208106" y="210864"/>
                </a:cubicBezTo>
                <a:lnTo>
                  <a:pt x="4208106" y="1506961"/>
                </a:lnTo>
                <a:cubicBezTo>
                  <a:pt x="4208106" y="1623639"/>
                  <a:pt x="4113920" y="1718528"/>
                  <a:pt x="3997242" y="1718528"/>
                </a:cubicBezTo>
                <a:cubicBezTo>
                  <a:pt x="3880564" y="1718528"/>
                  <a:pt x="3786378" y="1624342"/>
                  <a:pt x="3786378" y="1507664"/>
                </a:cubicBezTo>
                <a:lnTo>
                  <a:pt x="3786378" y="210864"/>
                </a:lnTo>
                <a:cubicBezTo>
                  <a:pt x="3786378" y="94186"/>
                  <a:pt x="3880564" y="0"/>
                  <a:pt x="3997242" y="0"/>
                </a:cubicBezTo>
                <a:close/>
                <a:moveTo>
                  <a:pt x="1836609" y="0"/>
                </a:moveTo>
                <a:cubicBezTo>
                  <a:pt x="1953287" y="0"/>
                  <a:pt x="2047469" y="94186"/>
                  <a:pt x="2047469" y="210864"/>
                </a:cubicBezTo>
                <a:lnTo>
                  <a:pt x="2047469" y="1506961"/>
                </a:lnTo>
                <a:cubicBezTo>
                  <a:pt x="2047469" y="1623639"/>
                  <a:pt x="1953287" y="1718528"/>
                  <a:pt x="1836609" y="1718528"/>
                </a:cubicBezTo>
                <a:cubicBezTo>
                  <a:pt x="1719932" y="1718528"/>
                  <a:pt x="1625745" y="1624342"/>
                  <a:pt x="1625745" y="1507664"/>
                </a:cubicBezTo>
                <a:lnTo>
                  <a:pt x="1625745" y="210864"/>
                </a:lnTo>
                <a:cubicBezTo>
                  <a:pt x="1625745" y="94186"/>
                  <a:pt x="1719932" y="0"/>
                  <a:pt x="1836609" y="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solidFill>
                <a:schemeClr val="bg1"/>
              </a:solidFill>
              <a:latin typeface="阿里巴巴普惠体 2.0 45 Light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9" name="iSHEJI-17"/>
          <p:cNvSpPr/>
          <p:nvPr/>
        </p:nvSpPr>
        <p:spPr>
          <a:xfrm>
            <a:off x="9345748" y="2473884"/>
            <a:ext cx="529084" cy="529082"/>
          </a:xfrm>
          <a:prstGeom prst="rect">
            <a:avLst/>
          </a:prstGeom>
          <a:noFill/>
          <a:ln>
            <a:solidFill>
              <a:schemeClr val="bg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45 Light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0" name="iSHEJI-18"/>
          <p:cNvSpPr txBox="1"/>
          <p:nvPr/>
        </p:nvSpPr>
        <p:spPr>
          <a:xfrm>
            <a:off x="5045548" y="3427979"/>
            <a:ext cx="2100904" cy="51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0" sz="1200" b="1" i="0" u="none" strike="noStrike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algn="ctr"/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数字资产管理</a:t>
            </a:r>
            <a:endParaRPr lang="zh-CN" altLang="en-US" sz="2000" b="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1" name="iSHEJI-19"/>
          <p:cNvSpPr txBox="1"/>
          <p:nvPr/>
        </p:nvSpPr>
        <p:spPr>
          <a:xfrm>
            <a:off x="5045548" y="3946645"/>
            <a:ext cx="2100904" cy="1194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 defTabSz="913765">
              <a:lnSpc>
                <a:spcPct val="150000"/>
              </a:lnSpc>
              <a:buSzPct val="25000"/>
              <a:defRPr sz="10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algn="ctr">
              <a:lnSpc>
                <a:spcPct val="130000"/>
              </a:lnSpc>
              <a:buSzPct val="90000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基于全社交媒体平台进行全域流量整合营销，借助数据中台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KolRank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提供标准化产品及服务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22" name="iSHEJI-20"/>
          <p:cNvSpPr txBox="1"/>
          <p:nvPr/>
        </p:nvSpPr>
        <p:spPr>
          <a:xfrm>
            <a:off x="8575522" y="3427979"/>
            <a:ext cx="2100904" cy="513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kumimoji="0" sz="1200" b="1" i="0" u="none" strike="noStrike" cap="none" spc="0" normalizeH="0" baseline="0">
                <a:ln>
                  <a:noFill/>
                </a:ln>
                <a:effectLst/>
                <a:uLnTx/>
                <a:uFillTx/>
              </a:defRPr>
            </a:lvl1pPr>
          </a:lstStyle>
          <a:p>
            <a:pPr algn="ctr"/>
            <a:r>
              <a:rPr lang="zh-CN" altLang="en-US" sz="20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  <a:endParaRPr lang="zh-CN" altLang="en-US" sz="2000" b="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3" name="iSHEJI-21"/>
          <p:cNvSpPr txBox="1"/>
          <p:nvPr/>
        </p:nvSpPr>
        <p:spPr>
          <a:xfrm>
            <a:off x="8575522" y="3946645"/>
            <a:ext cx="2100904" cy="1194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lvl="0" defTabSz="913765">
              <a:lnSpc>
                <a:spcPct val="150000"/>
              </a:lnSpc>
              <a:buSzPct val="25000"/>
              <a:defRPr sz="105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pPr algn="ctr">
              <a:lnSpc>
                <a:spcPct val="130000"/>
              </a:lnSpc>
              <a:buSzPct val="90000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以优质内容作为营销输出核心，承载品牌内核，引发用户的情感共鸣和价值观认同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8437418" y="5130098"/>
            <a:ext cx="4813069" cy="1172116"/>
          </a:xfrm>
          <a:custGeom>
            <a:avLst/>
            <a:gdLst>
              <a:gd name="connsiteX0" fmla="*/ 0 w 6035040"/>
              <a:gd name="connsiteY0" fmla="*/ 1172116 h 1172116"/>
              <a:gd name="connsiteX1" fmla="*/ 2485506 w 6035040"/>
              <a:gd name="connsiteY1" fmla="*/ 22 h 1172116"/>
              <a:gd name="connsiteX2" fmla="*/ 6035040 w 6035040"/>
              <a:gd name="connsiteY2" fmla="*/ 1147178 h 117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35040" h="1172116">
                <a:moveTo>
                  <a:pt x="0" y="1172116"/>
                </a:moveTo>
                <a:cubicBezTo>
                  <a:pt x="739833" y="588147"/>
                  <a:pt x="1479666" y="4178"/>
                  <a:pt x="2485506" y="22"/>
                </a:cubicBezTo>
                <a:cubicBezTo>
                  <a:pt x="3491346" y="-4134"/>
                  <a:pt x="4763193" y="571522"/>
                  <a:pt x="6035040" y="1147178"/>
                </a:cubicBezTo>
              </a:path>
            </a:pathLst>
          </a:custGeom>
          <a:noFill/>
          <a:ln w="762000">
            <a:solidFill>
              <a:schemeClr val="bg1"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-623455" y="5178227"/>
            <a:ext cx="14397644" cy="3318548"/>
          </a:xfrm>
          <a:custGeom>
            <a:avLst/>
            <a:gdLst>
              <a:gd name="connsiteX0" fmla="*/ 0 w 13749251"/>
              <a:gd name="connsiteY0" fmla="*/ 201275 h 3318548"/>
              <a:gd name="connsiteX1" fmla="*/ 7057505 w 13749251"/>
              <a:gd name="connsiteY1" fmla="*/ 334279 h 3318548"/>
              <a:gd name="connsiteX2" fmla="*/ 13749251 w 13749251"/>
              <a:gd name="connsiteY2" fmla="*/ 3318548 h 331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49251" h="3318548">
                <a:moveTo>
                  <a:pt x="0" y="201275"/>
                </a:moveTo>
                <a:cubicBezTo>
                  <a:pt x="2382981" y="8004"/>
                  <a:pt x="4765963" y="-185266"/>
                  <a:pt x="7057505" y="334279"/>
                </a:cubicBezTo>
                <a:cubicBezTo>
                  <a:pt x="9349047" y="853824"/>
                  <a:pt x="11600411" y="2862734"/>
                  <a:pt x="13749251" y="3318548"/>
                </a:cubicBezTo>
              </a:path>
            </a:pathLst>
          </a:custGeom>
          <a:noFill/>
          <a:ln w="762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879348" y="1404348"/>
            <a:ext cx="3814539" cy="3062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5400">
                  <a:solidFill>
                    <a:schemeClr val="bg1"/>
                  </a:solidFill>
                </a:ln>
                <a:noFill/>
                <a:effectLst/>
                <a:uLnTx/>
                <a:uFillTx/>
                <a:latin typeface="方正特雅宋简" panose="02000000000000000000" pitchFamily="2" charset="-122"/>
                <a:ea typeface="方正特雅宋简" panose="02000000000000000000" pitchFamily="2" charset="-122"/>
                <a:cs typeface="阿里巴巴普惠体 2.0 95 ExtraBold" panose="00020600040101010101" pitchFamily="18" charset="-122"/>
              </a:rPr>
              <a:t>02.</a:t>
            </a:r>
            <a:endParaRPr kumimoji="0" lang="zh-CN" altLang="en-US" sz="19900" b="0" i="0" u="none" strike="noStrike" kern="1200" cap="none" spc="0" normalizeH="0" baseline="0" noProof="0" dirty="0">
              <a:ln w="25400">
                <a:solidFill>
                  <a:schemeClr val="bg1"/>
                </a:solidFill>
              </a:ln>
              <a:noFill/>
              <a:effectLst/>
              <a:uLnTx/>
              <a:uFillTx/>
              <a:latin typeface="方正特雅宋简" panose="02000000000000000000" pitchFamily="2" charset="-122"/>
              <a:ea typeface="方正特雅宋简" panose="02000000000000000000" pitchFamily="2" charset="-122"/>
              <a:cs typeface="阿里巴巴普惠体 2.0 95 ExtraBold" panose="00020600040101010101" pitchFamily="18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5879348" y="3983287"/>
            <a:ext cx="405665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aoding-14"/>
          <p:cNvSpPr txBox="1"/>
          <p:nvPr/>
        </p:nvSpPr>
        <p:spPr>
          <a:xfrm>
            <a:off x="1699872" y="3213190"/>
            <a:ext cx="260403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工作成果展示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9" name="gaoding-14"/>
          <p:cNvSpPr txBox="1"/>
          <p:nvPr/>
        </p:nvSpPr>
        <p:spPr>
          <a:xfrm>
            <a:off x="1699872" y="3743804"/>
            <a:ext cx="33223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Presentation of work results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HEJI-2"/>
          <p:cNvSpPr txBox="1"/>
          <p:nvPr/>
        </p:nvSpPr>
        <p:spPr>
          <a:xfrm>
            <a:off x="476000" y="447822"/>
            <a:ext cx="244612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工作成果展示</a:t>
            </a:r>
            <a:endParaRPr lang="zh-CN" altLang="en-US" spc="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" name="iSHEJI-3"/>
          <p:cNvSpPr txBox="1"/>
          <p:nvPr/>
        </p:nvSpPr>
        <p:spPr>
          <a:xfrm>
            <a:off x="476000" y="940265"/>
            <a:ext cx="289062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  <a:alpha val="6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defRPr>
            </a:lvl1pPr>
          </a:lstStyle>
          <a:p>
            <a:r>
              <a:rPr lang="en-US" altLang="zh-CN" dirty="0"/>
              <a:t>Presentation of </a:t>
            </a:r>
            <a:r>
              <a:rPr lang="en-US" altLang="zh-CN"/>
              <a:t>work results</a:t>
            </a:r>
            <a:endParaRPr lang="en-US" altLang="zh-CN" dirty="0"/>
          </a:p>
        </p:txBody>
      </p:sp>
      <p:sp>
        <p:nvSpPr>
          <p:cNvPr id="5" name="矩形: 圆角 4"/>
          <p:cNvSpPr/>
          <p:nvPr/>
        </p:nvSpPr>
        <p:spPr>
          <a:xfrm>
            <a:off x="5187950" y="2550330"/>
            <a:ext cx="5434330" cy="889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2632075" y="2464605"/>
            <a:ext cx="1060450" cy="106045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accent1">
                <a:alpha val="4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632075" y="4857285"/>
            <a:ext cx="1060450" cy="1060450"/>
          </a:xfrm>
          <a:prstGeom prst="ellipse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  <a:alpha val="4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8" name="弧形 7"/>
          <p:cNvSpPr/>
          <p:nvPr/>
        </p:nvSpPr>
        <p:spPr>
          <a:xfrm flipH="1">
            <a:off x="1432560" y="2994830"/>
            <a:ext cx="2392680" cy="2392680"/>
          </a:xfrm>
          <a:prstGeom prst="arc">
            <a:avLst>
              <a:gd name="adj1" fmla="val 16200000"/>
              <a:gd name="adj2" fmla="val 5431394"/>
            </a:avLst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9" name="椭圆 8"/>
          <p:cNvSpPr/>
          <p:nvPr/>
        </p:nvSpPr>
        <p:spPr>
          <a:xfrm>
            <a:off x="2717800" y="2550330"/>
            <a:ext cx="889000" cy="889000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  <a:effectLst>
            <a:outerShdw blurRad="190500" dist="38100" dir="2700000" sx="102000" sy="102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7"/>
          <p:cNvSpPr txBox="1"/>
          <p:nvPr/>
        </p:nvSpPr>
        <p:spPr>
          <a:xfrm>
            <a:off x="2797706" y="2788553"/>
            <a:ext cx="7291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内容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</p:txBody>
      </p:sp>
      <p:sp>
        <p:nvSpPr>
          <p:cNvPr id="11" name="iSHEJI-7"/>
          <p:cNvSpPr txBox="1"/>
          <p:nvPr/>
        </p:nvSpPr>
        <p:spPr>
          <a:xfrm>
            <a:off x="2797706" y="3072715"/>
            <a:ext cx="72918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content</a:t>
            </a:r>
            <a:endParaRPr kumimoji="0" lang="zh-CN" altLang="en-US" sz="11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717800" y="4943010"/>
            <a:ext cx="889000" cy="889000"/>
          </a:xfrm>
          <a:prstGeom prst="ellipse">
            <a:avLst/>
          </a:prstGeom>
          <a:solidFill>
            <a:schemeClr val="bg1"/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190500" dist="38100" dir="2700000" sx="102000" sy="102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3" name="iSHEJI-7"/>
          <p:cNvSpPr txBox="1"/>
          <p:nvPr/>
        </p:nvSpPr>
        <p:spPr>
          <a:xfrm>
            <a:off x="2797706" y="5181233"/>
            <a:ext cx="7291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000" spc="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品牌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</p:txBody>
      </p:sp>
      <p:sp>
        <p:nvSpPr>
          <p:cNvPr id="14" name="iSHEJI-7"/>
          <p:cNvSpPr txBox="1"/>
          <p:nvPr/>
        </p:nvSpPr>
        <p:spPr>
          <a:xfrm>
            <a:off x="2797706" y="5465395"/>
            <a:ext cx="729188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Brand</a:t>
            </a:r>
            <a:endParaRPr kumimoji="0" lang="zh-CN" altLang="en-US" sz="11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3765550" y="2994830"/>
            <a:ext cx="86360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3765550" y="5387510"/>
            <a:ext cx="863600" cy="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/>
          <p:cNvSpPr/>
          <p:nvPr/>
        </p:nvSpPr>
        <p:spPr>
          <a:xfrm>
            <a:off x="4702174" y="2550330"/>
            <a:ext cx="1422401" cy="889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5187950" y="4943010"/>
            <a:ext cx="5434330" cy="889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0" name="矩形: 圆角 19"/>
          <p:cNvSpPr/>
          <p:nvPr/>
        </p:nvSpPr>
        <p:spPr>
          <a:xfrm>
            <a:off x="4702174" y="4943010"/>
            <a:ext cx="1422401" cy="889000"/>
          </a:xfrm>
          <a:prstGeom prst="roundRect">
            <a:avLst>
              <a:gd name="adj" fmla="val 50000"/>
            </a:avLst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1" name="iSHEJI-7"/>
          <p:cNvSpPr txBox="1"/>
          <p:nvPr/>
        </p:nvSpPr>
        <p:spPr>
          <a:xfrm>
            <a:off x="4799330" y="2840942"/>
            <a:ext cx="12280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智能流转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</p:txBody>
      </p:sp>
      <p:sp>
        <p:nvSpPr>
          <p:cNvPr id="22" name="iSHEJI-7"/>
          <p:cNvSpPr txBox="1"/>
          <p:nvPr/>
        </p:nvSpPr>
        <p:spPr>
          <a:xfrm>
            <a:off x="4799330" y="5233622"/>
            <a:ext cx="122808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55 Regular" panose="00020600040101010101" pitchFamily="18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rPr>
              <a:t>塑造传播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2.0 55 Regular" panose="00020600040101010101" pitchFamily="18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</a:endParaRPr>
          </a:p>
        </p:txBody>
      </p:sp>
      <p:sp>
        <p:nvSpPr>
          <p:cNvPr id="23" name="gaoding-15"/>
          <p:cNvSpPr txBox="1"/>
          <p:nvPr/>
        </p:nvSpPr>
        <p:spPr>
          <a:xfrm>
            <a:off x="6183309" y="2723730"/>
            <a:ext cx="4195131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24" name="gaoding-15"/>
          <p:cNvSpPr txBox="1"/>
          <p:nvPr/>
        </p:nvSpPr>
        <p:spPr>
          <a:xfrm>
            <a:off x="6183309" y="5116410"/>
            <a:ext cx="4195131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以优质内容作为营销输出核心，承载品牌内核，引发用户的情感共鸣和价值观认同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2666075" y="1836749"/>
            <a:ext cx="195262" cy="19526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</a:rPr>
              <a:t>1</a:t>
            </a:r>
            <a:endParaRPr lang="zh-CN" altLang="en-US" sz="90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6" name="iSHEJI-7"/>
          <p:cNvSpPr txBox="1"/>
          <p:nvPr/>
        </p:nvSpPr>
        <p:spPr>
          <a:xfrm>
            <a:off x="2929337" y="1826658"/>
            <a:ext cx="729188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板块分析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4799330" y="1836749"/>
            <a:ext cx="195262" cy="195262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</a:rPr>
              <a:t>2</a:t>
            </a:r>
            <a:endParaRPr lang="zh-CN" altLang="en-US" sz="90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8" name="iSHEJI-7"/>
          <p:cNvSpPr txBox="1"/>
          <p:nvPr/>
        </p:nvSpPr>
        <p:spPr>
          <a:xfrm>
            <a:off x="5062592" y="1826658"/>
            <a:ext cx="142240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spc="0" dirty="0">
                <a:solidFill>
                  <a:schemeClr val="tx1">
                    <a:lumMod val="50000"/>
                    <a:lumOff val="50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提供相应落地内容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HEJI-2"/>
          <p:cNvSpPr txBox="1"/>
          <p:nvPr/>
        </p:nvSpPr>
        <p:spPr>
          <a:xfrm>
            <a:off x="476000" y="447822"/>
            <a:ext cx="244612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工作成果展示</a:t>
            </a:r>
            <a:endParaRPr lang="zh-CN" altLang="en-US" spc="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" name="iSHEJI-3"/>
          <p:cNvSpPr txBox="1"/>
          <p:nvPr/>
        </p:nvSpPr>
        <p:spPr>
          <a:xfrm>
            <a:off x="476000" y="940265"/>
            <a:ext cx="289062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  <a:alpha val="6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defRPr>
            </a:lvl1pPr>
          </a:lstStyle>
          <a:p>
            <a:r>
              <a:rPr lang="en-US" altLang="zh-CN" dirty="0"/>
              <a:t>Presentation of work results</a:t>
            </a:r>
            <a:endParaRPr lang="en-US" altLang="zh-CN" dirty="0"/>
          </a:p>
        </p:txBody>
      </p:sp>
      <p:sp>
        <p:nvSpPr>
          <p:cNvPr id="5" name="iSHEJI-5"/>
          <p:cNvSpPr/>
          <p:nvPr/>
        </p:nvSpPr>
        <p:spPr>
          <a:xfrm>
            <a:off x="6545579" y="2050868"/>
            <a:ext cx="4871358" cy="3162703"/>
          </a:xfrm>
          <a:prstGeom prst="rect">
            <a:avLst/>
          </a:prstGeom>
          <a:blipFill dpi="0" rotWithShape="1">
            <a:blip r:embed="rId1"/>
            <a:srcRect/>
            <a:tile tx="0" ty="0" sx="100000" sy="100000" flip="none" algn="b"/>
          </a:blip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" name="iSHEJI-6"/>
          <p:cNvSpPr txBox="1"/>
          <p:nvPr/>
        </p:nvSpPr>
        <p:spPr>
          <a:xfrm>
            <a:off x="674514" y="2505155"/>
            <a:ext cx="4570569" cy="37187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zh-CN" altLang="en-US" sz="1400" spc="0" dirty="0">
                <a:solidFill>
                  <a:schemeClr val="tx1"/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爱设计</a:t>
            </a:r>
            <a:r>
              <a:rPr lang="en-US" altLang="zh-CN" sz="1400" spc="0" dirty="0">
                <a:solidFill>
                  <a:schemeClr val="tx1"/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isheji.com</a:t>
            </a:r>
            <a:r>
              <a:rPr lang="zh-CN" altLang="en-US" sz="1400" spc="0" dirty="0">
                <a:solidFill>
                  <a:schemeClr val="tx1"/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是国内领先的在线设计与协作平台，并为众多先进企业提供内容中台解决方案。</a:t>
            </a:r>
            <a:endParaRPr lang="zh-CN" altLang="en-US" sz="1400" spc="0" dirty="0">
              <a:solidFill>
                <a:schemeClr val="tx1"/>
              </a:solidFill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r>
              <a:rPr lang="zh-CN" altLang="en-US" sz="1400" spc="0" dirty="0">
                <a:solidFill>
                  <a:schemeClr val="tx1"/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爱设计个人版是一款多端在线拖拽式作图</a:t>
            </a:r>
            <a:r>
              <a:rPr lang="en-US" altLang="zh-CN" sz="1400" spc="0" dirty="0">
                <a:solidFill>
                  <a:schemeClr val="tx1"/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/</a:t>
            </a:r>
            <a:r>
              <a:rPr lang="zh-CN" altLang="en-US" sz="1400" spc="0" dirty="0">
                <a:solidFill>
                  <a:schemeClr val="tx1"/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视频工具，同时具备创意资产云端存储，管理和多终端分发的功能。平台接入了战略投资方</a:t>
            </a:r>
            <a:r>
              <a:rPr lang="en-US" altLang="zh-CN" sz="1400" spc="0" dirty="0">
                <a:solidFill>
                  <a:schemeClr val="tx1"/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A</a:t>
            </a:r>
            <a:r>
              <a:rPr lang="zh-CN" altLang="en-US" sz="1400" spc="0" dirty="0">
                <a:solidFill>
                  <a:schemeClr val="tx1"/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股上市公司「视觉中国」亿级图片模版素材，确保创意内容随取随用、安全合规、降本增效。</a:t>
            </a:r>
            <a:endParaRPr lang="en-US" altLang="zh-CN" sz="1400" spc="0" dirty="0">
              <a:solidFill>
                <a:schemeClr val="tx1"/>
              </a:solidFill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  <a:p>
            <a:pPr>
              <a:lnSpc>
                <a:spcPct val="150000"/>
              </a:lnSpc>
              <a:spcAft>
                <a:spcPts val="500"/>
              </a:spcAft>
              <a:defRPr/>
            </a:pPr>
            <a:r>
              <a:rPr lang="zh-CN" altLang="en-US" sz="1400" spc="0" dirty="0">
                <a:solidFill>
                  <a:schemeClr val="tx1"/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  <a:sym typeface="+mn-lt"/>
              </a:rPr>
              <a:t>爱设计企业版整合创意供应链和设计服务流程，建立了以企业内容中台为核心，集“创意供给、内容存储、在线编辑、营销协作、品牌资产管理云”五大功能于一体的服务体系，为企业提供设计</a:t>
            </a:r>
            <a:r>
              <a:rPr lang="en-US" altLang="zh-CN" sz="1400" spc="0" dirty="0">
                <a:solidFill>
                  <a:schemeClr val="tx1"/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  <a:sym typeface="+mn-lt"/>
              </a:rPr>
              <a:t>-</a:t>
            </a:r>
            <a:r>
              <a:rPr lang="zh-CN" altLang="en-US" sz="1400" spc="0" dirty="0">
                <a:solidFill>
                  <a:schemeClr val="tx1"/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  <a:sym typeface="+mn-lt"/>
              </a:rPr>
              <a:t>营销</a:t>
            </a:r>
            <a:r>
              <a:rPr lang="en-US" altLang="zh-CN" sz="1400" spc="0" dirty="0">
                <a:solidFill>
                  <a:schemeClr val="tx1"/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  <a:sym typeface="+mn-lt"/>
              </a:rPr>
              <a:t>-</a:t>
            </a:r>
            <a:r>
              <a:rPr lang="zh-CN" altLang="en-US" sz="1400" spc="0" dirty="0">
                <a:solidFill>
                  <a:schemeClr val="tx1"/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  <a:sym typeface="+mn-lt"/>
              </a:rPr>
              <a:t>管理的一站式解决方案。</a:t>
            </a:r>
            <a:endParaRPr lang="zh-CN" altLang="en-US" sz="1400" spc="0" dirty="0">
              <a:solidFill>
                <a:schemeClr val="tx1"/>
              </a:solidFill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  <a:sym typeface="+mn-lt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defRPr/>
            </a:pPr>
            <a:endParaRPr lang="zh-CN" altLang="en-US" sz="1400" spc="0" dirty="0">
              <a:solidFill>
                <a:schemeClr val="tx1"/>
              </a:solidFill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7" name="iSHEJI-7"/>
          <p:cNvSpPr/>
          <p:nvPr/>
        </p:nvSpPr>
        <p:spPr>
          <a:xfrm>
            <a:off x="5835830" y="2050869"/>
            <a:ext cx="604157" cy="198555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52255" cap="flat">
            <a:noFill/>
            <a:prstDash val="solid"/>
            <a:miter/>
          </a:ln>
        </p:spPr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8" name="iSHEJI-8"/>
          <p:cNvSpPr txBox="1"/>
          <p:nvPr/>
        </p:nvSpPr>
        <p:spPr>
          <a:xfrm>
            <a:off x="674515" y="2070347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9" name="iSHEJI-9"/>
          <p:cNvSpPr/>
          <p:nvPr/>
        </p:nvSpPr>
        <p:spPr>
          <a:xfrm>
            <a:off x="6545579" y="5302816"/>
            <a:ext cx="4871358" cy="684107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10"/>
          <p:cNvSpPr/>
          <p:nvPr/>
        </p:nvSpPr>
        <p:spPr>
          <a:xfrm>
            <a:off x="727987" y="1699228"/>
            <a:ext cx="412835" cy="238474"/>
          </a:xfrm>
          <a:prstGeom prst="rect">
            <a:avLst/>
          </a:prstGeom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1" name="iSHEJI-11"/>
          <p:cNvSpPr txBox="1"/>
          <p:nvPr/>
        </p:nvSpPr>
        <p:spPr>
          <a:xfrm rot="5400000">
            <a:off x="5298851" y="2933039"/>
            <a:ext cx="167811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Designed by iSHEJI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2" name="iSHEJI-12"/>
          <p:cNvSpPr txBox="1"/>
          <p:nvPr/>
        </p:nvSpPr>
        <p:spPr>
          <a:xfrm>
            <a:off x="8037214" y="5349728"/>
            <a:ext cx="188808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iSHEJI</a:t>
            </a:r>
            <a:endParaRPr kumimoji="0" lang="zh-CN" altLang="en-US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HEJI-3"/>
          <p:cNvSpPr txBox="1"/>
          <p:nvPr>
            <p:custDataLst>
              <p:tags r:id="rId1"/>
            </p:custDataLst>
          </p:nvPr>
        </p:nvSpPr>
        <p:spPr>
          <a:xfrm>
            <a:off x="11330510" y="443656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+mj-ea"/>
              <a:ea typeface="+mj-ea"/>
              <a:cs typeface="OPPOSans R" panose="00020600040101010101" pitchFamily="18" charset="-122"/>
            </a:endParaRPr>
          </a:p>
        </p:txBody>
      </p:sp>
      <p:sp>
        <p:nvSpPr>
          <p:cNvPr id="3" name="iSHEJI-2"/>
          <p:cNvSpPr txBox="1"/>
          <p:nvPr/>
        </p:nvSpPr>
        <p:spPr>
          <a:xfrm>
            <a:off x="476000" y="447822"/>
            <a:ext cx="244612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工作成果展示</a:t>
            </a:r>
            <a:endParaRPr lang="zh-CN" altLang="en-US" spc="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" name="iSHEJI-3"/>
          <p:cNvSpPr txBox="1"/>
          <p:nvPr/>
        </p:nvSpPr>
        <p:spPr>
          <a:xfrm>
            <a:off x="476000" y="940265"/>
            <a:ext cx="289062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  <a:alpha val="6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defRPr>
            </a:lvl1pPr>
          </a:lstStyle>
          <a:p>
            <a:r>
              <a:rPr lang="en-US" altLang="zh-CN" dirty="0"/>
              <a:t>Presentation of work results</a:t>
            </a:r>
            <a:endParaRPr lang="en-US" altLang="zh-CN" dirty="0"/>
          </a:p>
        </p:txBody>
      </p:sp>
      <p:sp>
        <p:nvSpPr>
          <p:cNvPr id="5" name="矩形 4"/>
          <p:cNvSpPr/>
          <p:nvPr/>
        </p:nvSpPr>
        <p:spPr>
          <a:xfrm>
            <a:off x="1197734" y="2381250"/>
            <a:ext cx="2890620" cy="3509116"/>
          </a:xfrm>
          <a:prstGeom prst="rect">
            <a:avLst/>
          </a:prstGeom>
          <a:solidFill>
            <a:srgbClr val="F4F4F4"/>
          </a:solidFill>
          <a:ln w="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197734" y="2381250"/>
            <a:ext cx="2890620" cy="119777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7" name="任意多边形: 形状 6"/>
          <p:cNvSpPr/>
          <p:nvPr/>
        </p:nvSpPr>
        <p:spPr>
          <a:xfrm>
            <a:off x="3442351" y="2906458"/>
            <a:ext cx="409032" cy="409032"/>
          </a:xfrm>
          <a:custGeom>
            <a:avLst/>
            <a:gdLst>
              <a:gd name="connsiteX0" fmla="*/ 438553 w 720000"/>
              <a:gd name="connsiteY0" fmla="*/ 189601 h 720000"/>
              <a:gd name="connsiteX1" fmla="*/ 373556 w 720000"/>
              <a:gd name="connsiteY1" fmla="*/ 216451 h 720000"/>
              <a:gd name="connsiteX2" fmla="*/ 232180 w 720000"/>
              <a:gd name="connsiteY2" fmla="*/ 357827 h 720000"/>
              <a:gd name="connsiteX3" fmla="*/ 191861 w 720000"/>
              <a:gd name="connsiteY3" fmla="*/ 528226 h 720000"/>
              <a:gd name="connsiteX4" fmla="*/ 362260 w 720000"/>
              <a:gd name="connsiteY4" fmla="*/ 487907 h 720000"/>
              <a:gd name="connsiteX5" fmla="*/ 503636 w 720000"/>
              <a:gd name="connsiteY5" fmla="*/ 346444 h 720000"/>
              <a:gd name="connsiteX6" fmla="*/ 503636 w 720000"/>
              <a:gd name="connsiteY6" fmla="*/ 216365 h 720000"/>
              <a:gd name="connsiteX7" fmla="*/ 438553 w 720000"/>
              <a:gd name="connsiteY7" fmla="*/ 189601 h 720000"/>
              <a:gd name="connsiteX8" fmla="*/ 438553 w 720000"/>
              <a:gd name="connsiteY8" fmla="*/ 141636 h 720000"/>
              <a:gd name="connsiteX9" fmla="*/ 537524 w 720000"/>
              <a:gd name="connsiteY9" fmla="*/ 182476 h 720000"/>
              <a:gd name="connsiteX10" fmla="*/ 537524 w 720000"/>
              <a:gd name="connsiteY10" fmla="*/ 380420 h 720000"/>
              <a:gd name="connsiteX11" fmla="*/ 396149 w 720000"/>
              <a:gd name="connsiteY11" fmla="*/ 521796 h 720000"/>
              <a:gd name="connsiteX12" fmla="*/ 141637 w 720000"/>
              <a:gd name="connsiteY12" fmla="*/ 578364 h 720000"/>
              <a:gd name="connsiteX13" fmla="*/ 198205 w 720000"/>
              <a:gd name="connsiteY13" fmla="*/ 323852 h 720000"/>
              <a:gd name="connsiteX14" fmla="*/ 339581 w 720000"/>
              <a:gd name="connsiteY14" fmla="*/ 182476 h 720000"/>
              <a:gd name="connsiteX15" fmla="*/ 438553 w 720000"/>
              <a:gd name="connsiteY15" fmla="*/ 141636 h 720000"/>
              <a:gd name="connsiteX16" fmla="*/ 120000 w 720000"/>
              <a:gd name="connsiteY16" fmla="*/ 47965 h 720000"/>
              <a:gd name="connsiteX17" fmla="*/ 47965 w 720000"/>
              <a:gd name="connsiteY17" fmla="*/ 120000 h 720000"/>
              <a:gd name="connsiteX18" fmla="*/ 47965 w 720000"/>
              <a:gd name="connsiteY18" fmla="*/ 600000 h 720000"/>
              <a:gd name="connsiteX19" fmla="*/ 120000 w 720000"/>
              <a:gd name="connsiteY19" fmla="*/ 672035 h 720000"/>
              <a:gd name="connsiteX20" fmla="*/ 600000 w 720000"/>
              <a:gd name="connsiteY20" fmla="*/ 672035 h 720000"/>
              <a:gd name="connsiteX21" fmla="*/ 672035 w 720000"/>
              <a:gd name="connsiteY21" fmla="*/ 600000 h 720000"/>
              <a:gd name="connsiteX22" fmla="*/ 672035 w 720000"/>
              <a:gd name="connsiteY22" fmla="*/ 120000 h 720000"/>
              <a:gd name="connsiteX23" fmla="*/ 600000 w 720000"/>
              <a:gd name="connsiteY23" fmla="*/ 47965 h 720000"/>
              <a:gd name="connsiteX24" fmla="*/ 120000 w 720000"/>
              <a:gd name="connsiteY24" fmla="*/ 0 h 720000"/>
              <a:gd name="connsiteX25" fmla="*/ 600000 w 720000"/>
              <a:gd name="connsiteY25" fmla="*/ 0 h 720000"/>
              <a:gd name="connsiteX26" fmla="*/ 720000 w 720000"/>
              <a:gd name="connsiteY26" fmla="*/ 120000 h 720000"/>
              <a:gd name="connsiteX27" fmla="*/ 720000 w 720000"/>
              <a:gd name="connsiteY27" fmla="*/ 600000 h 720000"/>
              <a:gd name="connsiteX28" fmla="*/ 600000 w 720000"/>
              <a:gd name="connsiteY28" fmla="*/ 720000 h 720000"/>
              <a:gd name="connsiteX29" fmla="*/ 120000 w 720000"/>
              <a:gd name="connsiteY29" fmla="*/ 720000 h 720000"/>
              <a:gd name="connsiteX30" fmla="*/ 0 w 720000"/>
              <a:gd name="connsiteY30" fmla="*/ 600000 h 720000"/>
              <a:gd name="connsiteX31" fmla="*/ 0 w 720000"/>
              <a:gd name="connsiteY31" fmla="*/ 120000 h 720000"/>
              <a:gd name="connsiteX32" fmla="*/ 120000 w 720000"/>
              <a:gd name="connsiteY32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720000" h="720000">
                <a:moveTo>
                  <a:pt x="438553" y="189601"/>
                </a:moveTo>
                <a:cubicBezTo>
                  <a:pt x="413875" y="189601"/>
                  <a:pt x="390761" y="199073"/>
                  <a:pt x="373556" y="216451"/>
                </a:cubicBezTo>
                <a:lnTo>
                  <a:pt x="232180" y="357827"/>
                </a:lnTo>
                <a:cubicBezTo>
                  <a:pt x="212456" y="377465"/>
                  <a:pt x="197336" y="453584"/>
                  <a:pt x="191861" y="528226"/>
                </a:cubicBezTo>
                <a:cubicBezTo>
                  <a:pt x="266503" y="522665"/>
                  <a:pt x="342622" y="507545"/>
                  <a:pt x="362260" y="487907"/>
                </a:cubicBezTo>
                <a:lnTo>
                  <a:pt x="503636" y="346444"/>
                </a:lnTo>
                <a:cubicBezTo>
                  <a:pt x="539523" y="310557"/>
                  <a:pt x="539523" y="252252"/>
                  <a:pt x="503636" y="216365"/>
                </a:cubicBezTo>
                <a:cubicBezTo>
                  <a:pt x="486344" y="199073"/>
                  <a:pt x="463230" y="189601"/>
                  <a:pt x="438553" y="189601"/>
                </a:cubicBezTo>
                <a:close/>
                <a:moveTo>
                  <a:pt x="438553" y="141636"/>
                </a:moveTo>
                <a:cubicBezTo>
                  <a:pt x="474440" y="141636"/>
                  <a:pt x="510327" y="155191"/>
                  <a:pt x="537524" y="182476"/>
                </a:cubicBezTo>
                <a:cubicBezTo>
                  <a:pt x="592007" y="236872"/>
                  <a:pt x="592007" y="325938"/>
                  <a:pt x="537524" y="380420"/>
                </a:cubicBezTo>
                <a:lnTo>
                  <a:pt x="396149" y="521796"/>
                </a:lnTo>
                <a:cubicBezTo>
                  <a:pt x="341753" y="576278"/>
                  <a:pt x="141637" y="578364"/>
                  <a:pt x="141637" y="578364"/>
                </a:cubicBezTo>
                <a:cubicBezTo>
                  <a:pt x="141637" y="578364"/>
                  <a:pt x="143723" y="378334"/>
                  <a:pt x="198205" y="323852"/>
                </a:cubicBezTo>
                <a:lnTo>
                  <a:pt x="339581" y="182476"/>
                </a:lnTo>
                <a:cubicBezTo>
                  <a:pt x="366778" y="155278"/>
                  <a:pt x="402666" y="141636"/>
                  <a:pt x="438553" y="141636"/>
                </a:cubicBezTo>
                <a:close/>
                <a:moveTo>
                  <a:pt x="120000" y="47965"/>
                </a:moveTo>
                <a:cubicBezTo>
                  <a:pt x="80290" y="47965"/>
                  <a:pt x="47965" y="80290"/>
                  <a:pt x="47965" y="120000"/>
                </a:cubicBezTo>
                <a:lnTo>
                  <a:pt x="47965" y="600000"/>
                </a:lnTo>
                <a:cubicBezTo>
                  <a:pt x="47965" y="639711"/>
                  <a:pt x="80290" y="672035"/>
                  <a:pt x="120000" y="672035"/>
                </a:cubicBezTo>
                <a:lnTo>
                  <a:pt x="600000" y="672035"/>
                </a:lnTo>
                <a:cubicBezTo>
                  <a:pt x="639711" y="672035"/>
                  <a:pt x="672035" y="639711"/>
                  <a:pt x="672035" y="600000"/>
                </a:cubicBezTo>
                <a:lnTo>
                  <a:pt x="672035" y="120000"/>
                </a:lnTo>
                <a:cubicBezTo>
                  <a:pt x="672035" y="80290"/>
                  <a:pt x="639711" y="47965"/>
                  <a:pt x="600000" y="47965"/>
                </a:cubicBezTo>
                <a:close/>
                <a:moveTo>
                  <a:pt x="120000" y="0"/>
                </a:moveTo>
                <a:lnTo>
                  <a:pt x="600000" y="0"/>
                </a:lnTo>
                <a:cubicBezTo>
                  <a:pt x="666040" y="0"/>
                  <a:pt x="720000" y="54048"/>
                  <a:pt x="720000" y="120000"/>
                </a:cubicBezTo>
                <a:lnTo>
                  <a:pt x="720000" y="600000"/>
                </a:lnTo>
                <a:cubicBezTo>
                  <a:pt x="720000" y="666039"/>
                  <a:pt x="666040" y="720000"/>
                  <a:pt x="600000" y="720000"/>
                </a:cubicBezTo>
                <a:lnTo>
                  <a:pt x="120000" y="720000"/>
                </a:lnTo>
                <a:cubicBezTo>
                  <a:pt x="53961" y="720000"/>
                  <a:pt x="0" y="666039"/>
                  <a:pt x="0" y="600000"/>
                </a:cubicBezTo>
                <a:lnTo>
                  <a:pt x="0" y="120000"/>
                </a:lnTo>
                <a:cubicBezTo>
                  <a:pt x="0" y="53961"/>
                  <a:pt x="53961" y="0"/>
                  <a:pt x="12000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8" name="gaoding-14"/>
          <p:cNvSpPr txBox="1"/>
          <p:nvPr/>
        </p:nvSpPr>
        <p:spPr>
          <a:xfrm>
            <a:off x="1359118" y="2890960"/>
            <a:ext cx="167789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内容智能流转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9" name="gaoding-14"/>
          <p:cNvSpPr txBox="1"/>
          <p:nvPr/>
        </p:nvSpPr>
        <p:spPr>
          <a:xfrm>
            <a:off x="1359118" y="3223157"/>
            <a:ext cx="19382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OPPOSans B" panose="00020600040101010101" pitchFamily="18" charset="-122"/>
              </a:rPr>
              <a:t>Intelligent flow of content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77542" y="3643432"/>
            <a:ext cx="2364324" cy="126393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通过海报、文章、视频、音频、直播等形式创造优质内容，经由内容智能中台分发到各个渠道，触达用户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650690" y="1900953"/>
            <a:ext cx="2890620" cy="3989414"/>
          </a:xfrm>
          <a:prstGeom prst="rect">
            <a:avLst/>
          </a:prstGeom>
          <a:solidFill>
            <a:srgbClr val="F4F4F4"/>
          </a:solidFill>
          <a:ln w="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650690" y="1900953"/>
            <a:ext cx="2890620" cy="119777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" name="Freeform 12"/>
          <p:cNvSpPr/>
          <p:nvPr/>
        </p:nvSpPr>
        <p:spPr>
          <a:xfrm>
            <a:off x="6903142" y="2461763"/>
            <a:ext cx="393362" cy="409032"/>
          </a:xfrm>
          <a:custGeom>
            <a:avLst/>
            <a:gdLst>
              <a:gd name="connsiteX0" fmla="*/ 337768 w 1372282"/>
              <a:gd name="connsiteY0" fmla="*/ 1315328 h 1426949"/>
              <a:gd name="connsiteX1" fmla="*/ 530173 w 1372282"/>
              <a:gd name="connsiteY1" fmla="*/ 1315328 h 1426949"/>
              <a:gd name="connsiteX2" fmla="*/ 842109 w 1372282"/>
              <a:gd name="connsiteY2" fmla="*/ 1315328 h 1426949"/>
              <a:gd name="connsiteX3" fmla="*/ 1034514 w 1372282"/>
              <a:gd name="connsiteY3" fmla="*/ 1315328 h 1426949"/>
              <a:gd name="connsiteX4" fmla="*/ 1090325 w 1372282"/>
              <a:gd name="connsiteY4" fmla="*/ 1371139 h 1426949"/>
              <a:gd name="connsiteX5" fmla="*/ 1034514 w 1372282"/>
              <a:gd name="connsiteY5" fmla="*/ 1426949 h 1426949"/>
              <a:gd name="connsiteX6" fmla="*/ 842109 w 1372282"/>
              <a:gd name="connsiteY6" fmla="*/ 1426949 h 1426949"/>
              <a:gd name="connsiteX7" fmla="*/ 530173 w 1372282"/>
              <a:gd name="connsiteY7" fmla="*/ 1426949 h 1426949"/>
              <a:gd name="connsiteX8" fmla="*/ 337768 w 1372282"/>
              <a:gd name="connsiteY8" fmla="*/ 1426949 h 1426949"/>
              <a:gd name="connsiteX9" fmla="*/ 281957 w 1372282"/>
              <a:gd name="connsiteY9" fmla="*/ 1371139 h 1426949"/>
              <a:gd name="connsiteX10" fmla="*/ 337768 w 1372282"/>
              <a:gd name="connsiteY10" fmla="*/ 1315328 h 1426949"/>
              <a:gd name="connsiteX11" fmla="*/ 686154 w 1372282"/>
              <a:gd name="connsiteY11" fmla="*/ 111621 h 1426949"/>
              <a:gd name="connsiteX12" fmla="*/ 237624 w 1372282"/>
              <a:gd name="connsiteY12" fmla="*/ 560152 h 1426949"/>
              <a:gd name="connsiteX13" fmla="*/ 237624 w 1372282"/>
              <a:gd name="connsiteY13" fmla="*/ 985614 h 1426949"/>
              <a:gd name="connsiteX14" fmla="*/ 229252 w 1372282"/>
              <a:gd name="connsiteY14" fmla="*/ 1014822 h 1426949"/>
              <a:gd name="connsiteX15" fmla="*/ 155768 w 1372282"/>
              <a:gd name="connsiteY15" fmla="*/ 1134814 h 1426949"/>
              <a:gd name="connsiteX16" fmla="*/ 1214680 w 1372282"/>
              <a:gd name="connsiteY16" fmla="*/ 1134814 h 1426949"/>
              <a:gd name="connsiteX17" fmla="*/ 1143429 w 1372282"/>
              <a:gd name="connsiteY17" fmla="*/ 1023565 h 1426949"/>
              <a:gd name="connsiteX18" fmla="*/ 1134685 w 1372282"/>
              <a:gd name="connsiteY18" fmla="*/ 993428 h 1426949"/>
              <a:gd name="connsiteX19" fmla="*/ 1134685 w 1372282"/>
              <a:gd name="connsiteY19" fmla="*/ 560152 h 1426949"/>
              <a:gd name="connsiteX20" fmla="*/ 686154 w 1372282"/>
              <a:gd name="connsiteY20" fmla="*/ 111621 h 1426949"/>
              <a:gd name="connsiteX21" fmla="*/ 686154 w 1372282"/>
              <a:gd name="connsiteY21" fmla="*/ 0 h 1426949"/>
              <a:gd name="connsiteX22" fmla="*/ 903815 w 1372282"/>
              <a:gd name="connsiteY22" fmla="*/ 44276 h 1426949"/>
              <a:gd name="connsiteX23" fmla="*/ 1081851 w 1372282"/>
              <a:gd name="connsiteY23" fmla="*/ 164455 h 1426949"/>
              <a:gd name="connsiteX24" fmla="*/ 1202030 w 1372282"/>
              <a:gd name="connsiteY24" fmla="*/ 342491 h 1426949"/>
              <a:gd name="connsiteX25" fmla="*/ 1246306 w 1372282"/>
              <a:gd name="connsiteY25" fmla="*/ 560152 h 1426949"/>
              <a:gd name="connsiteX26" fmla="*/ 1246306 w 1372282"/>
              <a:gd name="connsiteY26" fmla="*/ 977243 h 1426949"/>
              <a:gd name="connsiteX27" fmla="*/ 1363508 w 1372282"/>
              <a:gd name="connsiteY27" fmla="*/ 1160487 h 1426949"/>
              <a:gd name="connsiteX28" fmla="*/ 1365369 w 1372282"/>
              <a:gd name="connsiteY28" fmla="*/ 1217414 h 1426949"/>
              <a:gd name="connsiteX29" fmla="*/ 1316628 w 1372282"/>
              <a:gd name="connsiteY29" fmla="*/ 1246436 h 1426949"/>
              <a:gd name="connsiteX30" fmla="*/ 55867 w 1372282"/>
              <a:gd name="connsiteY30" fmla="*/ 1246436 h 1426949"/>
              <a:gd name="connsiteX31" fmla="*/ 7126 w 1372282"/>
              <a:gd name="connsiteY31" fmla="*/ 1217786 h 1426949"/>
              <a:gd name="connsiteX32" fmla="*/ 8242 w 1372282"/>
              <a:gd name="connsiteY32" fmla="*/ 1161232 h 1426949"/>
              <a:gd name="connsiteX33" fmla="*/ 126002 w 1372282"/>
              <a:gd name="connsiteY33" fmla="*/ 969801 h 1426949"/>
              <a:gd name="connsiteX34" fmla="*/ 126002 w 1372282"/>
              <a:gd name="connsiteY34" fmla="*/ 560152 h 1426949"/>
              <a:gd name="connsiteX35" fmla="*/ 170279 w 1372282"/>
              <a:gd name="connsiteY35" fmla="*/ 342491 h 1426949"/>
              <a:gd name="connsiteX36" fmla="*/ 290458 w 1372282"/>
              <a:gd name="connsiteY36" fmla="*/ 164455 h 1426949"/>
              <a:gd name="connsiteX37" fmla="*/ 468493 w 1372282"/>
              <a:gd name="connsiteY37" fmla="*/ 44276 h 1426949"/>
              <a:gd name="connsiteX38" fmla="*/ 686154 w 1372282"/>
              <a:gd name="connsiteY38" fmla="*/ 0 h 142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4" name="gaoding-14"/>
          <p:cNvSpPr txBox="1"/>
          <p:nvPr/>
        </p:nvSpPr>
        <p:spPr>
          <a:xfrm>
            <a:off x="4812074" y="2446265"/>
            <a:ext cx="167789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数字资产管理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5" name="gaoding-14"/>
          <p:cNvSpPr txBox="1"/>
          <p:nvPr/>
        </p:nvSpPr>
        <p:spPr>
          <a:xfrm>
            <a:off x="4812074" y="2778462"/>
            <a:ext cx="19382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OPPOSans B" panose="00020600040101010101" pitchFamily="18" charset="-122"/>
              </a:rPr>
              <a:t>Digital asset Management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830498" y="3198737"/>
            <a:ext cx="2364324" cy="158710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爱设计开放平台可以以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API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的方式输出作图能力和素材模版给到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SaaS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类合作伙伴，低成本帮助合作伙伴丰富产品功能和服务生态。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  <a:sym typeface="+mn-lt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103646" y="2644246"/>
            <a:ext cx="2890620" cy="3246120"/>
          </a:xfrm>
          <a:prstGeom prst="rect">
            <a:avLst/>
          </a:prstGeom>
          <a:solidFill>
            <a:srgbClr val="F4F4F4"/>
          </a:solidFill>
          <a:ln w="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103646" y="2644246"/>
            <a:ext cx="2890620" cy="119777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4" name="Freeform 19"/>
          <p:cNvSpPr/>
          <p:nvPr/>
        </p:nvSpPr>
        <p:spPr>
          <a:xfrm>
            <a:off x="10348263" y="3249725"/>
            <a:ext cx="409032" cy="378383"/>
          </a:xfrm>
          <a:custGeom>
            <a:avLst/>
            <a:gdLst>
              <a:gd name="connsiteX0" fmla="*/ 56258 w 778320"/>
              <a:gd name="connsiteY0" fmla="*/ 333700 h 720001"/>
              <a:gd name="connsiteX1" fmla="*/ 56258 w 778320"/>
              <a:gd name="connsiteY1" fmla="*/ 627457 h 720001"/>
              <a:gd name="connsiteX2" fmla="*/ 66946 w 778320"/>
              <a:gd name="connsiteY2" fmla="*/ 653054 h 720001"/>
              <a:gd name="connsiteX3" fmla="*/ 92544 w 778320"/>
              <a:gd name="connsiteY3" fmla="*/ 663743 h 720001"/>
              <a:gd name="connsiteX4" fmla="*/ 685683 w 778320"/>
              <a:gd name="connsiteY4" fmla="*/ 663743 h 720001"/>
              <a:gd name="connsiteX5" fmla="*/ 711281 w 778320"/>
              <a:gd name="connsiteY5" fmla="*/ 653054 h 720001"/>
              <a:gd name="connsiteX6" fmla="*/ 721969 w 778320"/>
              <a:gd name="connsiteY6" fmla="*/ 627457 h 720001"/>
              <a:gd name="connsiteX7" fmla="*/ 721969 w 778320"/>
              <a:gd name="connsiteY7" fmla="*/ 333700 h 720001"/>
              <a:gd name="connsiteX8" fmla="*/ 92544 w 778320"/>
              <a:gd name="connsiteY8" fmla="*/ 142049 h 720001"/>
              <a:gd name="connsiteX9" fmla="*/ 56258 w 778320"/>
              <a:gd name="connsiteY9" fmla="*/ 178336 h 720001"/>
              <a:gd name="connsiteX10" fmla="*/ 56258 w 778320"/>
              <a:gd name="connsiteY10" fmla="*/ 277443 h 720001"/>
              <a:gd name="connsiteX11" fmla="*/ 721969 w 778320"/>
              <a:gd name="connsiteY11" fmla="*/ 277443 h 720001"/>
              <a:gd name="connsiteX12" fmla="*/ 721969 w 778320"/>
              <a:gd name="connsiteY12" fmla="*/ 178336 h 720001"/>
              <a:gd name="connsiteX13" fmla="*/ 685683 w 778320"/>
              <a:gd name="connsiteY13" fmla="*/ 142049 h 720001"/>
              <a:gd name="connsiteX14" fmla="*/ 561355 w 778320"/>
              <a:gd name="connsiteY14" fmla="*/ 142049 h 720001"/>
              <a:gd name="connsiteX15" fmla="*/ 561355 w 778320"/>
              <a:gd name="connsiteY15" fmla="*/ 201026 h 720001"/>
              <a:gd name="connsiteX16" fmla="*/ 533226 w 778320"/>
              <a:gd name="connsiteY16" fmla="*/ 229249 h 720001"/>
              <a:gd name="connsiteX17" fmla="*/ 505097 w 778320"/>
              <a:gd name="connsiteY17" fmla="*/ 201120 h 720001"/>
              <a:gd name="connsiteX18" fmla="*/ 505097 w 778320"/>
              <a:gd name="connsiteY18" fmla="*/ 142049 h 720001"/>
              <a:gd name="connsiteX19" fmla="*/ 273129 w 778320"/>
              <a:gd name="connsiteY19" fmla="*/ 142049 h 720001"/>
              <a:gd name="connsiteX20" fmla="*/ 273129 w 778320"/>
              <a:gd name="connsiteY20" fmla="*/ 201026 h 720001"/>
              <a:gd name="connsiteX21" fmla="*/ 245001 w 778320"/>
              <a:gd name="connsiteY21" fmla="*/ 229249 h 720001"/>
              <a:gd name="connsiteX22" fmla="*/ 216872 w 778320"/>
              <a:gd name="connsiteY22" fmla="*/ 201120 h 720001"/>
              <a:gd name="connsiteX23" fmla="*/ 216872 w 778320"/>
              <a:gd name="connsiteY23" fmla="*/ 142049 h 720001"/>
              <a:gd name="connsiteX24" fmla="*/ 245001 w 778320"/>
              <a:gd name="connsiteY24" fmla="*/ 0 h 720001"/>
              <a:gd name="connsiteX25" fmla="*/ 273129 w 778320"/>
              <a:gd name="connsiteY25" fmla="*/ 28129 h 720001"/>
              <a:gd name="connsiteX26" fmla="*/ 273129 w 778320"/>
              <a:gd name="connsiteY26" fmla="*/ 85792 h 720001"/>
              <a:gd name="connsiteX27" fmla="*/ 505097 w 778320"/>
              <a:gd name="connsiteY27" fmla="*/ 85792 h 720001"/>
              <a:gd name="connsiteX28" fmla="*/ 505097 w 778320"/>
              <a:gd name="connsiteY28" fmla="*/ 28129 h 720001"/>
              <a:gd name="connsiteX29" fmla="*/ 533226 w 778320"/>
              <a:gd name="connsiteY29" fmla="*/ 0 h 720001"/>
              <a:gd name="connsiteX30" fmla="*/ 561355 w 778320"/>
              <a:gd name="connsiteY30" fmla="*/ 28129 h 720001"/>
              <a:gd name="connsiteX31" fmla="*/ 561355 w 778320"/>
              <a:gd name="connsiteY31" fmla="*/ 85792 h 720001"/>
              <a:gd name="connsiteX32" fmla="*/ 685683 w 778320"/>
              <a:gd name="connsiteY32" fmla="*/ 85792 h 720001"/>
              <a:gd name="connsiteX33" fmla="*/ 778320 w 778320"/>
              <a:gd name="connsiteY33" fmla="*/ 178336 h 720001"/>
              <a:gd name="connsiteX34" fmla="*/ 778320 w 778320"/>
              <a:gd name="connsiteY34" fmla="*/ 627457 h 720001"/>
              <a:gd name="connsiteX35" fmla="*/ 685777 w 778320"/>
              <a:gd name="connsiteY35" fmla="*/ 720001 h 720001"/>
              <a:gd name="connsiteX36" fmla="*/ 92544 w 778320"/>
              <a:gd name="connsiteY36" fmla="*/ 720001 h 720001"/>
              <a:gd name="connsiteX37" fmla="*/ 0 w 778320"/>
              <a:gd name="connsiteY37" fmla="*/ 627457 h 720001"/>
              <a:gd name="connsiteX38" fmla="*/ 0 w 778320"/>
              <a:gd name="connsiteY38" fmla="*/ 333700 h 720001"/>
              <a:gd name="connsiteX39" fmla="*/ 0 w 778320"/>
              <a:gd name="connsiteY39" fmla="*/ 277443 h 720001"/>
              <a:gd name="connsiteX40" fmla="*/ 0 w 778320"/>
              <a:gd name="connsiteY40" fmla="*/ 178336 h 720001"/>
              <a:gd name="connsiteX41" fmla="*/ 92544 w 778320"/>
              <a:gd name="connsiteY41" fmla="*/ 85792 h 720001"/>
              <a:gd name="connsiteX42" fmla="*/ 216872 w 778320"/>
              <a:gd name="connsiteY42" fmla="*/ 85792 h 720001"/>
              <a:gd name="connsiteX43" fmla="*/ 216872 w 778320"/>
              <a:gd name="connsiteY43" fmla="*/ 28129 h 720001"/>
              <a:gd name="connsiteX44" fmla="*/ 245001 w 778320"/>
              <a:gd name="connsiteY44" fmla="*/ 0 h 720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778320" h="720001">
                <a:moveTo>
                  <a:pt x="56258" y="333700"/>
                </a:moveTo>
                <a:lnTo>
                  <a:pt x="56258" y="627457"/>
                </a:lnTo>
                <a:cubicBezTo>
                  <a:pt x="56258" y="637115"/>
                  <a:pt x="60008" y="646116"/>
                  <a:pt x="66946" y="653054"/>
                </a:cubicBezTo>
                <a:cubicBezTo>
                  <a:pt x="73885" y="659899"/>
                  <a:pt x="82980" y="663743"/>
                  <a:pt x="92544" y="663743"/>
                </a:cubicBezTo>
                <a:lnTo>
                  <a:pt x="685683" y="663743"/>
                </a:lnTo>
                <a:cubicBezTo>
                  <a:pt x="695341" y="663743"/>
                  <a:pt x="704342" y="659993"/>
                  <a:pt x="711281" y="653054"/>
                </a:cubicBezTo>
                <a:cubicBezTo>
                  <a:pt x="718125" y="646116"/>
                  <a:pt x="721969" y="637021"/>
                  <a:pt x="721969" y="627457"/>
                </a:cubicBezTo>
                <a:lnTo>
                  <a:pt x="721969" y="333700"/>
                </a:lnTo>
                <a:close/>
                <a:moveTo>
                  <a:pt x="92544" y="142049"/>
                </a:moveTo>
                <a:cubicBezTo>
                  <a:pt x="72478" y="142049"/>
                  <a:pt x="56258" y="158364"/>
                  <a:pt x="56258" y="178336"/>
                </a:cubicBezTo>
                <a:lnTo>
                  <a:pt x="56258" y="277443"/>
                </a:lnTo>
                <a:lnTo>
                  <a:pt x="721969" y="277443"/>
                </a:lnTo>
                <a:lnTo>
                  <a:pt x="721969" y="178336"/>
                </a:lnTo>
                <a:cubicBezTo>
                  <a:pt x="721969" y="158270"/>
                  <a:pt x="705655" y="142049"/>
                  <a:pt x="685683" y="142049"/>
                </a:cubicBezTo>
                <a:lnTo>
                  <a:pt x="561355" y="142049"/>
                </a:lnTo>
                <a:lnTo>
                  <a:pt x="561355" y="201026"/>
                </a:lnTo>
                <a:cubicBezTo>
                  <a:pt x="561355" y="216591"/>
                  <a:pt x="548790" y="229249"/>
                  <a:pt x="533226" y="229249"/>
                </a:cubicBezTo>
                <a:cubicBezTo>
                  <a:pt x="517661" y="229249"/>
                  <a:pt x="505097" y="216685"/>
                  <a:pt x="505097" y="201120"/>
                </a:cubicBezTo>
                <a:lnTo>
                  <a:pt x="505097" y="142049"/>
                </a:lnTo>
                <a:lnTo>
                  <a:pt x="273129" y="142049"/>
                </a:lnTo>
                <a:lnTo>
                  <a:pt x="273129" y="201026"/>
                </a:lnTo>
                <a:cubicBezTo>
                  <a:pt x="273129" y="216591"/>
                  <a:pt x="260565" y="229249"/>
                  <a:pt x="245001" y="229249"/>
                </a:cubicBezTo>
                <a:cubicBezTo>
                  <a:pt x="229436" y="229249"/>
                  <a:pt x="216872" y="216685"/>
                  <a:pt x="216872" y="201120"/>
                </a:cubicBezTo>
                <a:lnTo>
                  <a:pt x="216872" y="142049"/>
                </a:lnTo>
                <a:close/>
                <a:moveTo>
                  <a:pt x="245001" y="0"/>
                </a:moveTo>
                <a:cubicBezTo>
                  <a:pt x="260565" y="0"/>
                  <a:pt x="273129" y="12564"/>
                  <a:pt x="273129" y="28129"/>
                </a:cubicBezTo>
                <a:lnTo>
                  <a:pt x="273129" y="85792"/>
                </a:lnTo>
                <a:lnTo>
                  <a:pt x="505097" y="85792"/>
                </a:lnTo>
                <a:lnTo>
                  <a:pt x="505097" y="28129"/>
                </a:lnTo>
                <a:cubicBezTo>
                  <a:pt x="505097" y="12564"/>
                  <a:pt x="517661" y="0"/>
                  <a:pt x="533226" y="0"/>
                </a:cubicBezTo>
                <a:cubicBezTo>
                  <a:pt x="548790" y="0"/>
                  <a:pt x="561355" y="12564"/>
                  <a:pt x="561355" y="28129"/>
                </a:cubicBezTo>
                <a:lnTo>
                  <a:pt x="561355" y="85792"/>
                </a:lnTo>
                <a:lnTo>
                  <a:pt x="685683" y="85792"/>
                </a:lnTo>
                <a:cubicBezTo>
                  <a:pt x="736784" y="85792"/>
                  <a:pt x="778227" y="127235"/>
                  <a:pt x="778320" y="178336"/>
                </a:cubicBezTo>
                <a:lnTo>
                  <a:pt x="778320" y="627457"/>
                </a:lnTo>
                <a:cubicBezTo>
                  <a:pt x="778320" y="678370"/>
                  <a:pt x="736690" y="720001"/>
                  <a:pt x="685777" y="720001"/>
                </a:cubicBezTo>
                <a:lnTo>
                  <a:pt x="92544" y="720001"/>
                </a:lnTo>
                <a:cubicBezTo>
                  <a:pt x="41631" y="720001"/>
                  <a:pt x="0" y="678370"/>
                  <a:pt x="0" y="627457"/>
                </a:cubicBezTo>
                <a:lnTo>
                  <a:pt x="0" y="333700"/>
                </a:lnTo>
                <a:lnTo>
                  <a:pt x="0" y="277443"/>
                </a:lnTo>
                <a:lnTo>
                  <a:pt x="0" y="178336"/>
                </a:lnTo>
                <a:cubicBezTo>
                  <a:pt x="0" y="127235"/>
                  <a:pt x="41443" y="85792"/>
                  <a:pt x="92544" y="85792"/>
                </a:cubicBezTo>
                <a:lnTo>
                  <a:pt x="216872" y="85792"/>
                </a:lnTo>
                <a:lnTo>
                  <a:pt x="216872" y="28129"/>
                </a:lnTo>
                <a:cubicBezTo>
                  <a:pt x="216872" y="12564"/>
                  <a:pt x="229436" y="0"/>
                  <a:pt x="245001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1" name="gaoding-14"/>
          <p:cNvSpPr txBox="1"/>
          <p:nvPr/>
        </p:nvSpPr>
        <p:spPr>
          <a:xfrm>
            <a:off x="8265030" y="3218902"/>
            <a:ext cx="167789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2" name="gaoding-14"/>
          <p:cNvSpPr txBox="1"/>
          <p:nvPr/>
        </p:nvSpPr>
        <p:spPr>
          <a:xfrm>
            <a:off x="8265029" y="3551099"/>
            <a:ext cx="2083233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OPPOSans B" panose="00020600040101010101" pitchFamily="18" charset="-122"/>
              </a:rPr>
              <a:t>Brand build and </a:t>
            </a:r>
            <a:r>
              <a:rPr kumimoji="0" lang="en-US" altLang="zh-CN" sz="1200" i="0" u="none" strike="noStrike" kern="1200" cap="none" spc="0" normalizeH="0" baseline="0" noProof="0" dirty="0" err="1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OPPOSans B" panose="00020600040101010101" pitchFamily="18" charset="-122"/>
              </a:rPr>
              <a:t>communicat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OPPOSans B" panose="00020600040101010101" pitchFamily="18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3454" y="3971374"/>
            <a:ext cx="2364324" cy="940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  <a:spcAft>
                <a:spcPts val="1000"/>
              </a:spcAft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+mn-lt"/>
              </a:rPr>
              <a:t>以优质内容作为营销输出核心，承载品牌内核，引发用户的情感共鸣和价值观认同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  <a:sym typeface="+mn-lt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SHEJI-3"/>
          <p:cNvSpPr txBox="1"/>
          <p:nvPr>
            <p:custDataLst>
              <p:tags r:id="rId1"/>
            </p:custDataLst>
          </p:nvPr>
        </p:nvSpPr>
        <p:spPr>
          <a:xfrm>
            <a:off x="11330510" y="443656"/>
            <a:ext cx="537267" cy="390488"/>
          </a:xfrm>
          <a:custGeom>
            <a:avLst/>
            <a:gdLst/>
            <a:ahLst/>
            <a:cxnLst/>
            <a:rect l="l" t="t" r="r" b="b"/>
            <a:pathLst>
              <a:path w="537267" h="390488">
                <a:moveTo>
                  <a:pt x="474259" y="272460"/>
                </a:moveTo>
                <a:cubicBezTo>
                  <a:pt x="461854" y="272289"/>
                  <a:pt x="453511" y="275831"/>
                  <a:pt x="449231" y="283086"/>
                </a:cubicBezTo>
                <a:cubicBezTo>
                  <a:pt x="444952" y="290341"/>
                  <a:pt x="442960" y="302334"/>
                  <a:pt x="443255" y="319065"/>
                </a:cubicBezTo>
                <a:cubicBezTo>
                  <a:pt x="442960" y="335947"/>
                  <a:pt x="444952" y="347890"/>
                  <a:pt x="449231" y="354895"/>
                </a:cubicBezTo>
                <a:cubicBezTo>
                  <a:pt x="453511" y="361900"/>
                  <a:pt x="461854" y="365292"/>
                  <a:pt x="474259" y="365071"/>
                </a:cubicBezTo>
                <a:cubicBezTo>
                  <a:pt x="486761" y="365292"/>
                  <a:pt x="495162" y="361900"/>
                  <a:pt x="499462" y="354895"/>
                </a:cubicBezTo>
                <a:cubicBezTo>
                  <a:pt x="503763" y="347890"/>
                  <a:pt x="505763" y="335947"/>
                  <a:pt x="505463" y="319065"/>
                </a:cubicBezTo>
                <a:cubicBezTo>
                  <a:pt x="505763" y="302334"/>
                  <a:pt x="503763" y="290341"/>
                  <a:pt x="499462" y="283086"/>
                </a:cubicBezTo>
                <a:cubicBezTo>
                  <a:pt x="495162" y="275831"/>
                  <a:pt x="486761" y="272289"/>
                  <a:pt x="474259" y="272460"/>
                </a:cubicBezTo>
                <a:close/>
                <a:moveTo>
                  <a:pt x="178984" y="272460"/>
                </a:moveTo>
                <a:cubicBezTo>
                  <a:pt x="166579" y="272289"/>
                  <a:pt x="158236" y="275831"/>
                  <a:pt x="153956" y="283086"/>
                </a:cubicBezTo>
                <a:cubicBezTo>
                  <a:pt x="149677" y="290341"/>
                  <a:pt x="147685" y="302334"/>
                  <a:pt x="147980" y="319065"/>
                </a:cubicBezTo>
                <a:cubicBezTo>
                  <a:pt x="147685" y="335947"/>
                  <a:pt x="149677" y="347890"/>
                  <a:pt x="153956" y="354895"/>
                </a:cubicBezTo>
                <a:cubicBezTo>
                  <a:pt x="158236" y="361900"/>
                  <a:pt x="166579" y="365292"/>
                  <a:pt x="178984" y="365071"/>
                </a:cubicBezTo>
                <a:cubicBezTo>
                  <a:pt x="191486" y="365292"/>
                  <a:pt x="199887" y="361900"/>
                  <a:pt x="204188" y="354895"/>
                </a:cubicBezTo>
                <a:cubicBezTo>
                  <a:pt x="208488" y="347890"/>
                  <a:pt x="210488" y="335947"/>
                  <a:pt x="210188" y="319065"/>
                </a:cubicBezTo>
                <a:cubicBezTo>
                  <a:pt x="210488" y="302334"/>
                  <a:pt x="208488" y="290341"/>
                  <a:pt x="204188" y="283086"/>
                </a:cubicBezTo>
                <a:cubicBezTo>
                  <a:pt x="199887" y="275831"/>
                  <a:pt x="191486" y="272289"/>
                  <a:pt x="178984" y="272460"/>
                </a:cubicBezTo>
                <a:close/>
                <a:moveTo>
                  <a:pt x="15002" y="249657"/>
                </a:moveTo>
                <a:lnTo>
                  <a:pt x="45406" y="249657"/>
                </a:lnTo>
                <a:lnTo>
                  <a:pt x="45406" y="362071"/>
                </a:lnTo>
                <a:lnTo>
                  <a:pt x="100613" y="362071"/>
                </a:lnTo>
                <a:lnTo>
                  <a:pt x="100613" y="388474"/>
                </a:lnTo>
                <a:lnTo>
                  <a:pt x="15002" y="388474"/>
                </a:lnTo>
                <a:close/>
                <a:moveTo>
                  <a:pt x="474259" y="247656"/>
                </a:moveTo>
                <a:cubicBezTo>
                  <a:pt x="487883" y="247490"/>
                  <a:pt x="499374" y="249468"/>
                  <a:pt x="508730" y="253591"/>
                </a:cubicBezTo>
                <a:cubicBezTo>
                  <a:pt x="518087" y="257713"/>
                  <a:pt x="525177" y="264981"/>
                  <a:pt x="530000" y="275393"/>
                </a:cubicBezTo>
                <a:cubicBezTo>
                  <a:pt x="534822" y="285806"/>
                  <a:pt x="537245" y="300363"/>
                  <a:pt x="537267" y="319065"/>
                </a:cubicBezTo>
                <a:cubicBezTo>
                  <a:pt x="537245" y="337768"/>
                  <a:pt x="534822" y="352325"/>
                  <a:pt x="530000" y="362737"/>
                </a:cubicBezTo>
                <a:cubicBezTo>
                  <a:pt x="525177" y="373150"/>
                  <a:pt x="518087" y="380417"/>
                  <a:pt x="508730" y="384540"/>
                </a:cubicBezTo>
                <a:cubicBezTo>
                  <a:pt x="499374" y="388663"/>
                  <a:pt x="487883" y="390641"/>
                  <a:pt x="474259" y="390474"/>
                </a:cubicBezTo>
                <a:cubicBezTo>
                  <a:pt x="460824" y="390641"/>
                  <a:pt x="449423" y="388663"/>
                  <a:pt x="440055" y="384540"/>
                </a:cubicBezTo>
                <a:cubicBezTo>
                  <a:pt x="430687" y="380417"/>
                  <a:pt x="423553" y="373150"/>
                  <a:pt x="418652" y="362737"/>
                </a:cubicBezTo>
                <a:cubicBezTo>
                  <a:pt x="413752" y="352325"/>
                  <a:pt x="411285" y="337768"/>
                  <a:pt x="411251" y="319065"/>
                </a:cubicBezTo>
                <a:cubicBezTo>
                  <a:pt x="411285" y="300363"/>
                  <a:pt x="413752" y="285806"/>
                  <a:pt x="418652" y="275393"/>
                </a:cubicBezTo>
                <a:cubicBezTo>
                  <a:pt x="423553" y="264981"/>
                  <a:pt x="430687" y="257713"/>
                  <a:pt x="440055" y="253591"/>
                </a:cubicBezTo>
                <a:cubicBezTo>
                  <a:pt x="449423" y="249468"/>
                  <a:pt x="460824" y="247490"/>
                  <a:pt x="474259" y="247656"/>
                </a:cubicBezTo>
                <a:close/>
                <a:moveTo>
                  <a:pt x="337785" y="247656"/>
                </a:moveTo>
                <a:cubicBezTo>
                  <a:pt x="344682" y="247665"/>
                  <a:pt x="351541" y="248098"/>
                  <a:pt x="358363" y="248957"/>
                </a:cubicBezTo>
                <a:cubicBezTo>
                  <a:pt x="365184" y="249815"/>
                  <a:pt x="370793" y="251049"/>
                  <a:pt x="375190" y="252657"/>
                </a:cubicBezTo>
                <a:lnTo>
                  <a:pt x="375190" y="279260"/>
                </a:lnTo>
                <a:cubicBezTo>
                  <a:pt x="369931" y="277364"/>
                  <a:pt x="364297" y="275956"/>
                  <a:pt x="358288" y="275035"/>
                </a:cubicBezTo>
                <a:cubicBezTo>
                  <a:pt x="352279" y="274114"/>
                  <a:pt x="346245" y="273656"/>
                  <a:pt x="340185" y="273660"/>
                </a:cubicBezTo>
                <a:cubicBezTo>
                  <a:pt x="326938" y="273351"/>
                  <a:pt x="317178" y="276518"/>
                  <a:pt x="310907" y="283161"/>
                </a:cubicBezTo>
                <a:cubicBezTo>
                  <a:pt x="304635" y="289803"/>
                  <a:pt x="301526" y="301772"/>
                  <a:pt x="301581" y="319065"/>
                </a:cubicBezTo>
                <a:cubicBezTo>
                  <a:pt x="301536" y="331218"/>
                  <a:pt x="302736" y="340629"/>
                  <a:pt x="305181" y="347299"/>
                </a:cubicBezTo>
                <a:cubicBezTo>
                  <a:pt x="307626" y="353969"/>
                  <a:pt x="311582" y="358594"/>
                  <a:pt x="317049" y="361174"/>
                </a:cubicBezTo>
                <a:cubicBezTo>
                  <a:pt x="322517" y="363755"/>
                  <a:pt x="329762" y="364987"/>
                  <a:pt x="338785" y="364871"/>
                </a:cubicBezTo>
                <a:cubicBezTo>
                  <a:pt x="341565" y="364884"/>
                  <a:pt x="344157" y="364809"/>
                  <a:pt x="346561" y="364646"/>
                </a:cubicBezTo>
                <a:cubicBezTo>
                  <a:pt x="348966" y="364484"/>
                  <a:pt x="351308" y="364159"/>
                  <a:pt x="353587" y="363671"/>
                </a:cubicBezTo>
                <a:lnTo>
                  <a:pt x="353587" y="333667"/>
                </a:lnTo>
                <a:lnTo>
                  <a:pt x="329984" y="333667"/>
                </a:lnTo>
                <a:lnTo>
                  <a:pt x="329984" y="308264"/>
                </a:lnTo>
                <a:lnTo>
                  <a:pt x="381791" y="308264"/>
                </a:lnTo>
                <a:lnTo>
                  <a:pt x="381791" y="384274"/>
                </a:lnTo>
                <a:cubicBezTo>
                  <a:pt x="376452" y="386020"/>
                  <a:pt x="369827" y="387478"/>
                  <a:pt x="361913" y="388649"/>
                </a:cubicBezTo>
                <a:cubicBezTo>
                  <a:pt x="354000" y="389820"/>
                  <a:pt x="345624" y="390428"/>
                  <a:pt x="336785" y="390474"/>
                </a:cubicBezTo>
                <a:cubicBezTo>
                  <a:pt x="322528" y="390671"/>
                  <a:pt x="310304" y="388811"/>
                  <a:pt x="300114" y="384896"/>
                </a:cubicBezTo>
                <a:cubicBezTo>
                  <a:pt x="289924" y="380981"/>
                  <a:pt x="282100" y="373831"/>
                  <a:pt x="276644" y="363449"/>
                </a:cubicBezTo>
                <a:cubicBezTo>
                  <a:pt x="271188" y="353066"/>
                  <a:pt x="268432" y="338271"/>
                  <a:pt x="268376" y="319065"/>
                </a:cubicBezTo>
                <a:cubicBezTo>
                  <a:pt x="268437" y="301308"/>
                  <a:pt x="271250" y="287195"/>
                  <a:pt x="276815" y="276727"/>
                </a:cubicBezTo>
                <a:cubicBezTo>
                  <a:pt x="282379" y="266259"/>
                  <a:pt x="290334" y="258769"/>
                  <a:pt x="300677" y="254257"/>
                </a:cubicBezTo>
                <a:cubicBezTo>
                  <a:pt x="311020" y="249746"/>
                  <a:pt x="323390" y="247545"/>
                  <a:pt x="337785" y="247656"/>
                </a:cubicBezTo>
                <a:close/>
                <a:moveTo>
                  <a:pt x="178984" y="247656"/>
                </a:moveTo>
                <a:cubicBezTo>
                  <a:pt x="192608" y="247490"/>
                  <a:pt x="204099" y="249468"/>
                  <a:pt x="213455" y="253591"/>
                </a:cubicBezTo>
                <a:cubicBezTo>
                  <a:pt x="222812" y="257713"/>
                  <a:pt x="229902" y="264981"/>
                  <a:pt x="234725" y="275393"/>
                </a:cubicBezTo>
                <a:cubicBezTo>
                  <a:pt x="239547" y="285806"/>
                  <a:pt x="241970" y="300363"/>
                  <a:pt x="241992" y="319065"/>
                </a:cubicBezTo>
                <a:cubicBezTo>
                  <a:pt x="241970" y="337768"/>
                  <a:pt x="239547" y="352325"/>
                  <a:pt x="234725" y="362737"/>
                </a:cubicBezTo>
                <a:cubicBezTo>
                  <a:pt x="229902" y="373150"/>
                  <a:pt x="222812" y="380417"/>
                  <a:pt x="213455" y="384540"/>
                </a:cubicBezTo>
                <a:cubicBezTo>
                  <a:pt x="204099" y="388663"/>
                  <a:pt x="192608" y="390641"/>
                  <a:pt x="178984" y="390474"/>
                </a:cubicBezTo>
                <a:cubicBezTo>
                  <a:pt x="165549" y="390641"/>
                  <a:pt x="154148" y="388663"/>
                  <a:pt x="144780" y="384540"/>
                </a:cubicBezTo>
                <a:cubicBezTo>
                  <a:pt x="135412" y="380417"/>
                  <a:pt x="128278" y="373150"/>
                  <a:pt x="123377" y="362737"/>
                </a:cubicBezTo>
                <a:cubicBezTo>
                  <a:pt x="118477" y="352325"/>
                  <a:pt x="116010" y="337768"/>
                  <a:pt x="115976" y="319065"/>
                </a:cubicBezTo>
                <a:cubicBezTo>
                  <a:pt x="116010" y="300363"/>
                  <a:pt x="118477" y="285806"/>
                  <a:pt x="123377" y="275393"/>
                </a:cubicBezTo>
                <a:cubicBezTo>
                  <a:pt x="128278" y="264981"/>
                  <a:pt x="135412" y="257713"/>
                  <a:pt x="144780" y="253591"/>
                </a:cubicBezTo>
                <a:cubicBezTo>
                  <a:pt x="154148" y="249468"/>
                  <a:pt x="165549" y="247490"/>
                  <a:pt x="178984" y="247656"/>
                </a:cubicBezTo>
                <a:close/>
                <a:moveTo>
                  <a:pt x="421729" y="13608"/>
                </a:moveTo>
                <a:lnTo>
                  <a:pt x="421729" y="71215"/>
                </a:lnTo>
                <a:lnTo>
                  <a:pt x="438931" y="71215"/>
                </a:lnTo>
                <a:cubicBezTo>
                  <a:pt x="449042" y="71205"/>
                  <a:pt x="456957" y="70514"/>
                  <a:pt x="462675" y="69141"/>
                </a:cubicBezTo>
                <a:cubicBezTo>
                  <a:pt x="468393" y="67768"/>
                  <a:pt x="472455" y="64973"/>
                  <a:pt x="474862" y="60755"/>
                </a:cubicBezTo>
                <a:cubicBezTo>
                  <a:pt x="477268" y="56537"/>
                  <a:pt x="478560" y="50156"/>
                  <a:pt x="478736" y="41612"/>
                </a:cubicBezTo>
                <a:cubicBezTo>
                  <a:pt x="478678" y="30406"/>
                  <a:pt x="475694" y="22913"/>
                  <a:pt x="469785" y="19134"/>
                </a:cubicBezTo>
                <a:cubicBezTo>
                  <a:pt x="463876" y="15354"/>
                  <a:pt x="453591" y="13512"/>
                  <a:pt x="438931" y="13608"/>
                </a:cubicBezTo>
                <a:close/>
                <a:moveTo>
                  <a:pt x="186909" y="11608"/>
                </a:moveTo>
                <a:cubicBezTo>
                  <a:pt x="175218" y="11787"/>
                  <a:pt x="166130" y="13829"/>
                  <a:pt x="159646" y="17735"/>
                </a:cubicBezTo>
                <a:cubicBezTo>
                  <a:pt x="153163" y="21640"/>
                  <a:pt x="148624" y="27935"/>
                  <a:pt x="146030" y="36618"/>
                </a:cubicBezTo>
                <a:cubicBezTo>
                  <a:pt x="143436" y="45302"/>
                  <a:pt x="142127" y="56901"/>
                  <a:pt x="142104" y="71415"/>
                </a:cubicBezTo>
                <a:cubicBezTo>
                  <a:pt x="141770" y="93160"/>
                  <a:pt x="144837" y="108628"/>
                  <a:pt x="151305" y="117821"/>
                </a:cubicBezTo>
                <a:cubicBezTo>
                  <a:pt x="157772" y="127014"/>
                  <a:pt x="169640" y="131481"/>
                  <a:pt x="186909" y="131223"/>
                </a:cubicBezTo>
                <a:cubicBezTo>
                  <a:pt x="198601" y="131059"/>
                  <a:pt x="207688" y="129076"/>
                  <a:pt x="214172" y="125274"/>
                </a:cubicBezTo>
                <a:cubicBezTo>
                  <a:pt x="220655" y="121472"/>
                  <a:pt x="225194" y="115237"/>
                  <a:pt x="227788" y="106568"/>
                </a:cubicBezTo>
                <a:cubicBezTo>
                  <a:pt x="230382" y="97899"/>
                  <a:pt x="231691" y="86181"/>
                  <a:pt x="231715" y="71415"/>
                </a:cubicBezTo>
                <a:cubicBezTo>
                  <a:pt x="231691" y="56835"/>
                  <a:pt x="230382" y="45191"/>
                  <a:pt x="227788" y="36485"/>
                </a:cubicBezTo>
                <a:cubicBezTo>
                  <a:pt x="225194" y="27779"/>
                  <a:pt x="220655" y="21484"/>
                  <a:pt x="214172" y="17601"/>
                </a:cubicBezTo>
                <a:cubicBezTo>
                  <a:pt x="207688" y="13718"/>
                  <a:pt x="198601" y="11720"/>
                  <a:pt x="186909" y="11608"/>
                </a:cubicBezTo>
                <a:close/>
                <a:moveTo>
                  <a:pt x="408527" y="2007"/>
                </a:moveTo>
                <a:lnTo>
                  <a:pt x="439131" y="2007"/>
                </a:lnTo>
                <a:cubicBezTo>
                  <a:pt x="452492" y="2051"/>
                  <a:pt x="462997" y="3251"/>
                  <a:pt x="470646" y="5607"/>
                </a:cubicBezTo>
                <a:cubicBezTo>
                  <a:pt x="478295" y="7963"/>
                  <a:pt x="483733" y="12008"/>
                  <a:pt x="486959" y="17742"/>
                </a:cubicBezTo>
                <a:cubicBezTo>
                  <a:pt x="490186" y="23476"/>
                  <a:pt x="491845" y="31433"/>
                  <a:pt x="491938" y="41612"/>
                </a:cubicBezTo>
                <a:cubicBezTo>
                  <a:pt x="492009" y="53596"/>
                  <a:pt x="489717" y="62681"/>
                  <a:pt x="485062" y="68865"/>
                </a:cubicBezTo>
                <a:cubicBezTo>
                  <a:pt x="480407" y="75049"/>
                  <a:pt x="472964" y="79033"/>
                  <a:pt x="462734" y="80817"/>
                </a:cubicBezTo>
                <a:lnTo>
                  <a:pt x="505139" y="140824"/>
                </a:lnTo>
                <a:lnTo>
                  <a:pt x="489337" y="140824"/>
                </a:lnTo>
                <a:lnTo>
                  <a:pt x="449132" y="82417"/>
                </a:lnTo>
                <a:cubicBezTo>
                  <a:pt x="448224" y="82513"/>
                  <a:pt x="446990" y="82571"/>
                  <a:pt x="445432" y="82592"/>
                </a:cubicBezTo>
                <a:cubicBezTo>
                  <a:pt x="443873" y="82613"/>
                  <a:pt x="442040" y="82621"/>
                  <a:pt x="439931" y="82617"/>
                </a:cubicBezTo>
                <a:lnTo>
                  <a:pt x="421729" y="82617"/>
                </a:lnTo>
                <a:lnTo>
                  <a:pt x="421729" y="140824"/>
                </a:lnTo>
                <a:lnTo>
                  <a:pt x="408527" y="140824"/>
                </a:lnTo>
                <a:close/>
                <a:moveTo>
                  <a:pt x="274377" y="2007"/>
                </a:moveTo>
                <a:lnTo>
                  <a:pt x="287579" y="2007"/>
                </a:lnTo>
                <a:lnTo>
                  <a:pt x="287579" y="92218"/>
                </a:lnTo>
                <a:cubicBezTo>
                  <a:pt x="287408" y="106961"/>
                  <a:pt x="290150" y="117179"/>
                  <a:pt x="295805" y="122872"/>
                </a:cubicBezTo>
                <a:cubicBezTo>
                  <a:pt x="301460" y="128564"/>
                  <a:pt x="311053" y="131281"/>
                  <a:pt x="324583" y="131023"/>
                </a:cubicBezTo>
                <a:cubicBezTo>
                  <a:pt x="338752" y="131281"/>
                  <a:pt x="348620" y="128564"/>
                  <a:pt x="354187" y="122872"/>
                </a:cubicBezTo>
                <a:cubicBezTo>
                  <a:pt x="359755" y="117179"/>
                  <a:pt x="362422" y="106961"/>
                  <a:pt x="362188" y="92218"/>
                </a:cubicBezTo>
                <a:lnTo>
                  <a:pt x="362188" y="2007"/>
                </a:lnTo>
                <a:lnTo>
                  <a:pt x="375190" y="2007"/>
                </a:lnTo>
                <a:lnTo>
                  <a:pt x="375190" y="96218"/>
                </a:lnTo>
                <a:cubicBezTo>
                  <a:pt x="375223" y="112512"/>
                  <a:pt x="371056" y="124380"/>
                  <a:pt x="362688" y="131823"/>
                </a:cubicBezTo>
                <a:cubicBezTo>
                  <a:pt x="354321" y="139266"/>
                  <a:pt x="341552" y="142933"/>
                  <a:pt x="324383" y="142824"/>
                </a:cubicBezTo>
                <a:cubicBezTo>
                  <a:pt x="307248" y="142970"/>
                  <a:pt x="294613" y="139378"/>
                  <a:pt x="286479" y="132048"/>
                </a:cubicBezTo>
                <a:cubicBezTo>
                  <a:pt x="278344" y="124718"/>
                  <a:pt x="274311" y="112775"/>
                  <a:pt x="274377" y="96218"/>
                </a:cubicBezTo>
                <a:close/>
                <a:moveTo>
                  <a:pt x="0" y="2007"/>
                </a:moveTo>
                <a:lnTo>
                  <a:pt x="15202" y="2007"/>
                </a:lnTo>
                <a:lnTo>
                  <a:pt x="55207" y="67215"/>
                </a:lnTo>
                <a:lnTo>
                  <a:pt x="56407" y="67215"/>
                </a:lnTo>
                <a:lnTo>
                  <a:pt x="95812" y="2007"/>
                </a:lnTo>
                <a:lnTo>
                  <a:pt x="110614" y="2007"/>
                </a:lnTo>
                <a:lnTo>
                  <a:pt x="61808" y="79416"/>
                </a:lnTo>
                <a:lnTo>
                  <a:pt x="61808" y="140824"/>
                </a:lnTo>
                <a:lnTo>
                  <a:pt x="48406" y="140824"/>
                </a:lnTo>
                <a:lnTo>
                  <a:pt x="48406" y="79616"/>
                </a:lnTo>
                <a:close/>
                <a:moveTo>
                  <a:pt x="186909" y="6"/>
                </a:moveTo>
                <a:cubicBezTo>
                  <a:pt x="200290" y="-123"/>
                  <a:pt x="211311" y="2003"/>
                  <a:pt x="219972" y="6385"/>
                </a:cubicBezTo>
                <a:cubicBezTo>
                  <a:pt x="228634" y="10767"/>
                  <a:pt x="235062" y="18183"/>
                  <a:pt x="239256" y="28632"/>
                </a:cubicBezTo>
                <a:cubicBezTo>
                  <a:pt x="243451" y="39082"/>
                  <a:pt x="245537" y="53343"/>
                  <a:pt x="245516" y="71415"/>
                </a:cubicBezTo>
                <a:cubicBezTo>
                  <a:pt x="245537" y="89488"/>
                  <a:pt x="243451" y="103749"/>
                  <a:pt x="239256" y="114198"/>
                </a:cubicBezTo>
                <a:cubicBezTo>
                  <a:pt x="235062" y="124648"/>
                  <a:pt x="228634" y="132064"/>
                  <a:pt x="219972" y="136446"/>
                </a:cubicBezTo>
                <a:cubicBezTo>
                  <a:pt x="211311" y="140828"/>
                  <a:pt x="200290" y="142954"/>
                  <a:pt x="186909" y="142824"/>
                </a:cubicBezTo>
                <a:cubicBezTo>
                  <a:pt x="173284" y="142776"/>
                  <a:pt x="162174" y="140605"/>
                  <a:pt x="153579" y="136312"/>
                </a:cubicBezTo>
                <a:cubicBezTo>
                  <a:pt x="144984" y="132019"/>
                  <a:pt x="138645" y="124692"/>
                  <a:pt x="134562" y="114332"/>
                </a:cubicBezTo>
                <a:cubicBezTo>
                  <a:pt x="130479" y="103971"/>
                  <a:pt x="128392" y="89666"/>
                  <a:pt x="128302" y="71415"/>
                </a:cubicBezTo>
                <a:cubicBezTo>
                  <a:pt x="128273" y="53343"/>
                  <a:pt x="130330" y="39082"/>
                  <a:pt x="134473" y="28632"/>
                </a:cubicBezTo>
                <a:cubicBezTo>
                  <a:pt x="138615" y="18183"/>
                  <a:pt x="145014" y="10767"/>
                  <a:pt x="153668" y="6385"/>
                </a:cubicBezTo>
                <a:cubicBezTo>
                  <a:pt x="162322" y="2003"/>
                  <a:pt x="173402" y="-123"/>
                  <a:pt x="186909" y="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defTabSz="731520">
              <a:defRPr/>
            </a:pPr>
            <a:endParaRPr lang="zh-CN" altLang="en-US" sz="1600" dirty="0">
              <a:latin typeface="+mj-ea"/>
              <a:ea typeface="+mj-ea"/>
              <a:cs typeface="OPPOSans R" panose="00020600040101010101" pitchFamily="18" charset="-122"/>
            </a:endParaRPr>
          </a:p>
        </p:txBody>
      </p:sp>
      <p:sp>
        <p:nvSpPr>
          <p:cNvPr id="3" name="iSHEJI-2"/>
          <p:cNvSpPr txBox="1"/>
          <p:nvPr/>
        </p:nvSpPr>
        <p:spPr>
          <a:xfrm>
            <a:off x="476000" y="447822"/>
            <a:ext cx="244612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工作成果展示</a:t>
            </a:r>
            <a:endParaRPr lang="zh-CN" altLang="en-US" spc="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" name="iSHEJI-3"/>
          <p:cNvSpPr txBox="1"/>
          <p:nvPr/>
        </p:nvSpPr>
        <p:spPr>
          <a:xfrm>
            <a:off x="476000" y="940265"/>
            <a:ext cx="289062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  <a:alpha val="6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defRPr>
            </a:lvl1pPr>
          </a:lstStyle>
          <a:p>
            <a:r>
              <a:rPr lang="en-US" altLang="zh-CN" dirty="0"/>
              <a:t>Presentation of work results</a:t>
            </a:r>
            <a:endParaRPr lang="en-US" altLang="zh-CN" dirty="0"/>
          </a:p>
        </p:txBody>
      </p:sp>
      <p:sp>
        <p:nvSpPr>
          <p:cNvPr id="9" name="iSHEJI-8"/>
          <p:cNvSpPr txBox="1"/>
          <p:nvPr/>
        </p:nvSpPr>
        <p:spPr>
          <a:xfrm>
            <a:off x="2060938" y="1982392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内容智能流转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0" name="iSHEJI-9"/>
          <p:cNvSpPr txBox="1"/>
          <p:nvPr/>
        </p:nvSpPr>
        <p:spPr>
          <a:xfrm>
            <a:off x="2060938" y="2378041"/>
            <a:ext cx="4217330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1" name="iSHEJI-10"/>
          <p:cNvSpPr txBox="1"/>
          <p:nvPr/>
        </p:nvSpPr>
        <p:spPr>
          <a:xfrm>
            <a:off x="2060938" y="3472676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数字资产管理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2" name="iSHEJI-11"/>
          <p:cNvSpPr txBox="1"/>
          <p:nvPr/>
        </p:nvSpPr>
        <p:spPr>
          <a:xfrm>
            <a:off x="2060937" y="3868325"/>
            <a:ext cx="4356918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基于全社交媒体平台进行全域流量整合营销，借助数据中台</a:t>
            </a:r>
            <a:r>
              <a:rPr kumimoji="0" lang="en-US" altLang="zh-CN" sz="1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KolRank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提供标准化产品及服务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3" name="iSHEJI-12"/>
          <p:cNvSpPr txBox="1"/>
          <p:nvPr/>
        </p:nvSpPr>
        <p:spPr>
          <a:xfrm>
            <a:off x="2060938" y="4962960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4" name="iSHEJI-13"/>
          <p:cNvSpPr txBox="1"/>
          <p:nvPr/>
        </p:nvSpPr>
        <p:spPr>
          <a:xfrm>
            <a:off x="2060938" y="5358609"/>
            <a:ext cx="4217330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以优质内容作为营销输出核心，承载品牌内核，引发用户的情感共鸣和价值观认同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5" name="iSHEJI-14"/>
          <p:cNvSpPr/>
          <p:nvPr/>
        </p:nvSpPr>
        <p:spPr>
          <a:xfrm>
            <a:off x="1012055" y="1963132"/>
            <a:ext cx="827392" cy="827392"/>
          </a:xfrm>
          <a:custGeom>
            <a:avLst/>
            <a:gdLst>
              <a:gd name="connsiteX0" fmla="*/ 413697 w 827392"/>
              <a:gd name="connsiteY0" fmla="*/ 0 h 827392"/>
              <a:gd name="connsiteX1" fmla="*/ 0 w 827392"/>
              <a:gd name="connsiteY1" fmla="*/ 413696 h 827392"/>
              <a:gd name="connsiteX2" fmla="*/ 413697 w 827392"/>
              <a:gd name="connsiteY2" fmla="*/ 827393 h 827392"/>
              <a:gd name="connsiteX3" fmla="*/ 827393 w 827392"/>
              <a:gd name="connsiteY3" fmla="*/ 413696 h 827392"/>
              <a:gd name="connsiteX4" fmla="*/ 413697 w 827392"/>
              <a:gd name="connsiteY4" fmla="*/ 0 h 827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7392" h="827392">
                <a:moveTo>
                  <a:pt x="413697" y="0"/>
                </a:moveTo>
                <a:cubicBezTo>
                  <a:pt x="185196" y="0"/>
                  <a:pt x="0" y="185217"/>
                  <a:pt x="0" y="413696"/>
                </a:cubicBezTo>
                <a:cubicBezTo>
                  <a:pt x="0" y="642176"/>
                  <a:pt x="185196" y="827393"/>
                  <a:pt x="413697" y="827393"/>
                </a:cubicBezTo>
                <a:cubicBezTo>
                  <a:pt x="642197" y="827393"/>
                  <a:pt x="827393" y="642176"/>
                  <a:pt x="827393" y="413696"/>
                </a:cubicBezTo>
                <a:cubicBezTo>
                  <a:pt x="827393" y="185217"/>
                  <a:pt x="642197" y="0"/>
                  <a:pt x="413697" y="0"/>
                </a:cubicBezTo>
                <a:close/>
              </a:path>
            </a:pathLst>
          </a:custGeom>
          <a:solidFill>
            <a:schemeClr val="accent1"/>
          </a:solidFill>
          <a:ln w="522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6" name="iSHEJI-15"/>
          <p:cNvSpPr/>
          <p:nvPr/>
        </p:nvSpPr>
        <p:spPr>
          <a:xfrm>
            <a:off x="1226008" y="2179298"/>
            <a:ext cx="395004" cy="395061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8" name="iSHEJI-16"/>
          <p:cNvSpPr/>
          <p:nvPr/>
        </p:nvSpPr>
        <p:spPr>
          <a:xfrm>
            <a:off x="1012055" y="3497615"/>
            <a:ext cx="827392" cy="827392"/>
          </a:xfrm>
          <a:custGeom>
            <a:avLst/>
            <a:gdLst>
              <a:gd name="connsiteX0" fmla="*/ 413697 w 827392"/>
              <a:gd name="connsiteY0" fmla="*/ 0 h 827392"/>
              <a:gd name="connsiteX1" fmla="*/ 0 w 827392"/>
              <a:gd name="connsiteY1" fmla="*/ 413696 h 827392"/>
              <a:gd name="connsiteX2" fmla="*/ 413697 w 827392"/>
              <a:gd name="connsiteY2" fmla="*/ 827393 h 827392"/>
              <a:gd name="connsiteX3" fmla="*/ 827393 w 827392"/>
              <a:gd name="connsiteY3" fmla="*/ 413696 h 827392"/>
              <a:gd name="connsiteX4" fmla="*/ 413697 w 827392"/>
              <a:gd name="connsiteY4" fmla="*/ 0 h 827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7392" h="827392">
                <a:moveTo>
                  <a:pt x="413697" y="0"/>
                </a:moveTo>
                <a:cubicBezTo>
                  <a:pt x="185196" y="0"/>
                  <a:pt x="0" y="185217"/>
                  <a:pt x="0" y="413696"/>
                </a:cubicBezTo>
                <a:cubicBezTo>
                  <a:pt x="0" y="642176"/>
                  <a:pt x="185196" y="827393"/>
                  <a:pt x="413697" y="827393"/>
                </a:cubicBezTo>
                <a:cubicBezTo>
                  <a:pt x="642197" y="827393"/>
                  <a:pt x="827393" y="642176"/>
                  <a:pt x="827393" y="413696"/>
                </a:cubicBezTo>
                <a:cubicBezTo>
                  <a:pt x="827393" y="185217"/>
                  <a:pt x="642197" y="0"/>
                  <a:pt x="413697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522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9" name="iSHEJI-17"/>
          <p:cNvSpPr/>
          <p:nvPr/>
        </p:nvSpPr>
        <p:spPr>
          <a:xfrm>
            <a:off x="1225980" y="3720153"/>
            <a:ext cx="395061" cy="38231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0" name="iSHEJI-18"/>
          <p:cNvSpPr/>
          <p:nvPr/>
        </p:nvSpPr>
        <p:spPr>
          <a:xfrm>
            <a:off x="1012055" y="5032098"/>
            <a:ext cx="827392" cy="827392"/>
          </a:xfrm>
          <a:custGeom>
            <a:avLst/>
            <a:gdLst>
              <a:gd name="connsiteX0" fmla="*/ 413697 w 827392"/>
              <a:gd name="connsiteY0" fmla="*/ 0 h 827392"/>
              <a:gd name="connsiteX1" fmla="*/ 0 w 827392"/>
              <a:gd name="connsiteY1" fmla="*/ 413696 h 827392"/>
              <a:gd name="connsiteX2" fmla="*/ 413697 w 827392"/>
              <a:gd name="connsiteY2" fmla="*/ 827393 h 827392"/>
              <a:gd name="connsiteX3" fmla="*/ 827393 w 827392"/>
              <a:gd name="connsiteY3" fmla="*/ 413696 h 827392"/>
              <a:gd name="connsiteX4" fmla="*/ 413697 w 827392"/>
              <a:gd name="connsiteY4" fmla="*/ 0 h 827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7392" h="827392">
                <a:moveTo>
                  <a:pt x="413697" y="0"/>
                </a:moveTo>
                <a:cubicBezTo>
                  <a:pt x="185196" y="0"/>
                  <a:pt x="0" y="185217"/>
                  <a:pt x="0" y="413696"/>
                </a:cubicBezTo>
                <a:cubicBezTo>
                  <a:pt x="0" y="642176"/>
                  <a:pt x="185196" y="827393"/>
                  <a:pt x="413697" y="827393"/>
                </a:cubicBezTo>
                <a:cubicBezTo>
                  <a:pt x="642197" y="827393"/>
                  <a:pt x="827393" y="642176"/>
                  <a:pt x="827393" y="413696"/>
                </a:cubicBezTo>
                <a:cubicBezTo>
                  <a:pt x="827393" y="185217"/>
                  <a:pt x="642197" y="0"/>
                  <a:pt x="413697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522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1" name="iSHEJI-19"/>
          <p:cNvSpPr/>
          <p:nvPr/>
        </p:nvSpPr>
        <p:spPr>
          <a:xfrm>
            <a:off x="1233546" y="5223159"/>
            <a:ext cx="379928" cy="395062"/>
          </a:xfrm>
          <a:custGeom>
            <a:avLst/>
            <a:gdLst>
              <a:gd name="connsiteX0" fmla="*/ 337768 w 1372282"/>
              <a:gd name="connsiteY0" fmla="*/ 1315328 h 1426949"/>
              <a:gd name="connsiteX1" fmla="*/ 530173 w 1372282"/>
              <a:gd name="connsiteY1" fmla="*/ 1315328 h 1426949"/>
              <a:gd name="connsiteX2" fmla="*/ 842109 w 1372282"/>
              <a:gd name="connsiteY2" fmla="*/ 1315328 h 1426949"/>
              <a:gd name="connsiteX3" fmla="*/ 1034514 w 1372282"/>
              <a:gd name="connsiteY3" fmla="*/ 1315328 h 1426949"/>
              <a:gd name="connsiteX4" fmla="*/ 1090325 w 1372282"/>
              <a:gd name="connsiteY4" fmla="*/ 1371139 h 1426949"/>
              <a:gd name="connsiteX5" fmla="*/ 1034514 w 1372282"/>
              <a:gd name="connsiteY5" fmla="*/ 1426949 h 1426949"/>
              <a:gd name="connsiteX6" fmla="*/ 842109 w 1372282"/>
              <a:gd name="connsiteY6" fmla="*/ 1426949 h 1426949"/>
              <a:gd name="connsiteX7" fmla="*/ 530173 w 1372282"/>
              <a:gd name="connsiteY7" fmla="*/ 1426949 h 1426949"/>
              <a:gd name="connsiteX8" fmla="*/ 337768 w 1372282"/>
              <a:gd name="connsiteY8" fmla="*/ 1426949 h 1426949"/>
              <a:gd name="connsiteX9" fmla="*/ 281957 w 1372282"/>
              <a:gd name="connsiteY9" fmla="*/ 1371139 h 1426949"/>
              <a:gd name="connsiteX10" fmla="*/ 337768 w 1372282"/>
              <a:gd name="connsiteY10" fmla="*/ 1315328 h 1426949"/>
              <a:gd name="connsiteX11" fmla="*/ 686154 w 1372282"/>
              <a:gd name="connsiteY11" fmla="*/ 111621 h 1426949"/>
              <a:gd name="connsiteX12" fmla="*/ 237624 w 1372282"/>
              <a:gd name="connsiteY12" fmla="*/ 560152 h 1426949"/>
              <a:gd name="connsiteX13" fmla="*/ 237624 w 1372282"/>
              <a:gd name="connsiteY13" fmla="*/ 985614 h 1426949"/>
              <a:gd name="connsiteX14" fmla="*/ 229252 w 1372282"/>
              <a:gd name="connsiteY14" fmla="*/ 1014822 h 1426949"/>
              <a:gd name="connsiteX15" fmla="*/ 155768 w 1372282"/>
              <a:gd name="connsiteY15" fmla="*/ 1134814 h 1426949"/>
              <a:gd name="connsiteX16" fmla="*/ 1214680 w 1372282"/>
              <a:gd name="connsiteY16" fmla="*/ 1134814 h 1426949"/>
              <a:gd name="connsiteX17" fmla="*/ 1143429 w 1372282"/>
              <a:gd name="connsiteY17" fmla="*/ 1023565 h 1426949"/>
              <a:gd name="connsiteX18" fmla="*/ 1134685 w 1372282"/>
              <a:gd name="connsiteY18" fmla="*/ 993428 h 1426949"/>
              <a:gd name="connsiteX19" fmla="*/ 1134685 w 1372282"/>
              <a:gd name="connsiteY19" fmla="*/ 560152 h 1426949"/>
              <a:gd name="connsiteX20" fmla="*/ 686154 w 1372282"/>
              <a:gd name="connsiteY20" fmla="*/ 111621 h 1426949"/>
              <a:gd name="connsiteX21" fmla="*/ 686154 w 1372282"/>
              <a:gd name="connsiteY21" fmla="*/ 0 h 1426949"/>
              <a:gd name="connsiteX22" fmla="*/ 903815 w 1372282"/>
              <a:gd name="connsiteY22" fmla="*/ 44276 h 1426949"/>
              <a:gd name="connsiteX23" fmla="*/ 1081851 w 1372282"/>
              <a:gd name="connsiteY23" fmla="*/ 164455 h 1426949"/>
              <a:gd name="connsiteX24" fmla="*/ 1202030 w 1372282"/>
              <a:gd name="connsiteY24" fmla="*/ 342491 h 1426949"/>
              <a:gd name="connsiteX25" fmla="*/ 1246306 w 1372282"/>
              <a:gd name="connsiteY25" fmla="*/ 560152 h 1426949"/>
              <a:gd name="connsiteX26" fmla="*/ 1246306 w 1372282"/>
              <a:gd name="connsiteY26" fmla="*/ 977243 h 1426949"/>
              <a:gd name="connsiteX27" fmla="*/ 1363508 w 1372282"/>
              <a:gd name="connsiteY27" fmla="*/ 1160487 h 1426949"/>
              <a:gd name="connsiteX28" fmla="*/ 1365369 w 1372282"/>
              <a:gd name="connsiteY28" fmla="*/ 1217414 h 1426949"/>
              <a:gd name="connsiteX29" fmla="*/ 1316628 w 1372282"/>
              <a:gd name="connsiteY29" fmla="*/ 1246436 h 1426949"/>
              <a:gd name="connsiteX30" fmla="*/ 55867 w 1372282"/>
              <a:gd name="connsiteY30" fmla="*/ 1246436 h 1426949"/>
              <a:gd name="connsiteX31" fmla="*/ 7126 w 1372282"/>
              <a:gd name="connsiteY31" fmla="*/ 1217786 h 1426949"/>
              <a:gd name="connsiteX32" fmla="*/ 8242 w 1372282"/>
              <a:gd name="connsiteY32" fmla="*/ 1161232 h 1426949"/>
              <a:gd name="connsiteX33" fmla="*/ 126002 w 1372282"/>
              <a:gd name="connsiteY33" fmla="*/ 969801 h 1426949"/>
              <a:gd name="connsiteX34" fmla="*/ 126002 w 1372282"/>
              <a:gd name="connsiteY34" fmla="*/ 560152 h 1426949"/>
              <a:gd name="connsiteX35" fmla="*/ 170279 w 1372282"/>
              <a:gd name="connsiteY35" fmla="*/ 342491 h 1426949"/>
              <a:gd name="connsiteX36" fmla="*/ 290458 w 1372282"/>
              <a:gd name="connsiteY36" fmla="*/ 164455 h 1426949"/>
              <a:gd name="connsiteX37" fmla="*/ 468493 w 1372282"/>
              <a:gd name="connsiteY37" fmla="*/ 44276 h 1426949"/>
              <a:gd name="connsiteX38" fmla="*/ 686154 w 1372282"/>
              <a:gd name="connsiteY38" fmla="*/ 0 h 142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25" name="任意多边形: 形状 24"/>
          <p:cNvSpPr/>
          <p:nvPr/>
        </p:nvSpPr>
        <p:spPr>
          <a:xfrm>
            <a:off x="6809904" y="1400630"/>
            <a:ext cx="5382097" cy="5457370"/>
          </a:xfrm>
          <a:custGeom>
            <a:avLst/>
            <a:gdLst>
              <a:gd name="connsiteX0" fmla="*/ 4593771 w 5382097"/>
              <a:gd name="connsiteY0" fmla="*/ 0 h 5457370"/>
              <a:gd name="connsiteX1" fmla="*/ 5293357 w 5382097"/>
              <a:gd name="connsiteY1" fmla="*/ 52931 h 5457370"/>
              <a:gd name="connsiteX2" fmla="*/ 5382097 w 5382097"/>
              <a:gd name="connsiteY2" fmla="*/ 68778 h 5457370"/>
              <a:gd name="connsiteX3" fmla="*/ 5382097 w 5382097"/>
              <a:gd name="connsiteY3" fmla="*/ 2788751 h 5457370"/>
              <a:gd name="connsiteX4" fmla="*/ 5360653 w 5382097"/>
              <a:gd name="connsiteY4" fmla="*/ 2778421 h 5457370"/>
              <a:gd name="connsiteX5" fmla="*/ 4593771 w 5382097"/>
              <a:gd name="connsiteY5" fmla="*/ 2623594 h 5457370"/>
              <a:gd name="connsiteX6" fmla="*/ 2623594 w 5382097"/>
              <a:gd name="connsiteY6" fmla="*/ 4593771 h 5457370"/>
              <a:gd name="connsiteX7" fmla="*/ 2778420 w 5382097"/>
              <a:gd name="connsiteY7" fmla="*/ 5360653 h 5457370"/>
              <a:gd name="connsiteX8" fmla="*/ 2825011 w 5382097"/>
              <a:gd name="connsiteY8" fmla="*/ 5457370 h 5457370"/>
              <a:gd name="connsiteX9" fmla="*/ 82221 w 5382097"/>
              <a:gd name="connsiteY9" fmla="*/ 5457370 h 5457370"/>
              <a:gd name="connsiteX10" fmla="*/ 52931 w 5382097"/>
              <a:gd name="connsiteY10" fmla="*/ 5293357 h 5457370"/>
              <a:gd name="connsiteX11" fmla="*/ 0 w 5382097"/>
              <a:gd name="connsiteY11" fmla="*/ 4593771 h 5457370"/>
              <a:gd name="connsiteX12" fmla="*/ 4593771 w 5382097"/>
              <a:gd name="connsiteY12" fmla="*/ 0 h 54573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382097" h="5457370">
                <a:moveTo>
                  <a:pt x="4593771" y="0"/>
                </a:moveTo>
                <a:cubicBezTo>
                  <a:pt x="4831621" y="0"/>
                  <a:pt x="5065250" y="18077"/>
                  <a:pt x="5293357" y="52931"/>
                </a:cubicBezTo>
                <a:lnTo>
                  <a:pt x="5382097" y="68778"/>
                </a:lnTo>
                <a:lnTo>
                  <a:pt x="5382097" y="2788751"/>
                </a:lnTo>
                <a:lnTo>
                  <a:pt x="5360653" y="2778421"/>
                </a:lnTo>
                <a:cubicBezTo>
                  <a:pt x="5124944" y="2678724"/>
                  <a:pt x="4865796" y="2623594"/>
                  <a:pt x="4593771" y="2623594"/>
                </a:cubicBezTo>
                <a:cubicBezTo>
                  <a:pt x="3505672" y="2623594"/>
                  <a:pt x="2623594" y="3505672"/>
                  <a:pt x="2623594" y="4593771"/>
                </a:cubicBezTo>
                <a:cubicBezTo>
                  <a:pt x="2623594" y="4865796"/>
                  <a:pt x="2678724" y="5124944"/>
                  <a:pt x="2778420" y="5360653"/>
                </a:cubicBezTo>
                <a:lnTo>
                  <a:pt x="2825011" y="5457370"/>
                </a:lnTo>
                <a:lnTo>
                  <a:pt x="82221" y="5457370"/>
                </a:lnTo>
                <a:lnTo>
                  <a:pt x="52931" y="5293357"/>
                </a:lnTo>
                <a:cubicBezTo>
                  <a:pt x="18077" y="5065250"/>
                  <a:pt x="0" y="4831622"/>
                  <a:pt x="0" y="4593771"/>
                </a:cubicBezTo>
                <a:cubicBezTo>
                  <a:pt x="0" y="2056701"/>
                  <a:pt x="2056701" y="0"/>
                  <a:pt x="4593771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8437418" y="5130098"/>
            <a:ext cx="4813069" cy="1172116"/>
          </a:xfrm>
          <a:custGeom>
            <a:avLst/>
            <a:gdLst>
              <a:gd name="connsiteX0" fmla="*/ 0 w 6035040"/>
              <a:gd name="connsiteY0" fmla="*/ 1172116 h 1172116"/>
              <a:gd name="connsiteX1" fmla="*/ 2485506 w 6035040"/>
              <a:gd name="connsiteY1" fmla="*/ 22 h 1172116"/>
              <a:gd name="connsiteX2" fmla="*/ 6035040 w 6035040"/>
              <a:gd name="connsiteY2" fmla="*/ 1147178 h 117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35040" h="1172116">
                <a:moveTo>
                  <a:pt x="0" y="1172116"/>
                </a:moveTo>
                <a:cubicBezTo>
                  <a:pt x="739833" y="588147"/>
                  <a:pt x="1479666" y="4178"/>
                  <a:pt x="2485506" y="22"/>
                </a:cubicBezTo>
                <a:cubicBezTo>
                  <a:pt x="3491346" y="-4134"/>
                  <a:pt x="4763193" y="571522"/>
                  <a:pt x="6035040" y="1147178"/>
                </a:cubicBezTo>
              </a:path>
            </a:pathLst>
          </a:custGeom>
          <a:noFill/>
          <a:ln w="762000">
            <a:solidFill>
              <a:schemeClr val="bg1"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-623455" y="5178227"/>
            <a:ext cx="14397644" cy="3318548"/>
          </a:xfrm>
          <a:custGeom>
            <a:avLst/>
            <a:gdLst>
              <a:gd name="connsiteX0" fmla="*/ 0 w 13749251"/>
              <a:gd name="connsiteY0" fmla="*/ 201275 h 3318548"/>
              <a:gd name="connsiteX1" fmla="*/ 7057505 w 13749251"/>
              <a:gd name="connsiteY1" fmla="*/ 334279 h 3318548"/>
              <a:gd name="connsiteX2" fmla="*/ 13749251 w 13749251"/>
              <a:gd name="connsiteY2" fmla="*/ 3318548 h 331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49251" h="3318548">
                <a:moveTo>
                  <a:pt x="0" y="201275"/>
                </a:moveTo>
                <a:cubicBezTo>
                  <a:pt x="2382981" y="8004"/>
                  <a:pt x="4765963" y="-185266"/>
                  <a:pt x="7057505" y="334279"/>
                </a:cubicBezTo>
                <a:cubicBezTo>
                  <a:pt x="9349047" y="853824"/>
                  <a:pt x="11600411" y="2862734"/>
                  <a:pt x="13749251" y="3318548"/>
                </a:cubicBezTo>
              </a:path>
            </a:pathLst>
          </a:custGeom>
          <a:noFill/>
          <a:ln w="762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879348" y="1404348"/>
            <a:ext cx="3814539" cy="3062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5400">
                  <a:solidFill>
                    <a:schemeClr val="bg1"/>
                  </a:solidFill>
                </a:ln>
                <a:noFill/>
                <a:effectLst/>
                <a:uLnTx/>
                <a:uFillTx/>
                <a:latin typeface="方正特雅宋简" panose="02000000000000000000" pitchFamily="2" charset="-122"/>
                <a:ea typeface="方正特雅宋简" panose="02000000000000000000" pitchFamily="2" charset="-122"/>
                <a:cs typeface="阿里巴巴普惠体 2.0 95 ExtraBold" panose="00020600040101010101" pitchFamily="18" charset="-122"/>
              </a:rPr>
              <a:t>03.</a:t>
            </a:r>
            <a:endParaRPr kumimoji="0" lang="zh-CN" altLang="en-US" sz="19900" b="0" i="0" u="none" strike="noStrike" kern="1200" cap="none" spc="0" normalizeH="0" baseline="0" noProof="0" dirty="0">
              <a:ln w="25400">
                <a:solidFill>
                  <a:schemeClr val="bg1"/>
                </a:solidFill>
              </a:ln>
              <a:noFill/>
              <a:effectLst/>
              <a:uLnTx/>
              <a:uFillTx/>
              <a:latin typeface="方正特雅宋简" panose="02000000000000000000" pitchFamily="2" charset="-122"/>
              <a:ea typeface="方正特雅宋简" panose="02000000000000000000" pitchFamily="2" charset="-122"/>
              <a:cs typeface="阿里巴巴普惠体 2.0 95 ExtraBold" panose="00020600040101010101" pitchFamily="18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5879348" y="3983287"/>
            <a:ext cx="405665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aoding-14"/>
          <p:cNvSpPr txBox="1"/>
          <p:nvPr/>
        </p:nvSpPr>
        <p:spPr>
          <a:xfrm>
            <a:off x="1699872" y="3213190"/>
            <a:ext cx="260403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存在主要问题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9" name="gaoding-14"/>
          <p:cNvSpPr txBox="1"/>
          <p:nvPr/>
        </p:nvSpPr>
        <p:spPr>
          <a:xfrm>
            <a:off x="1699872" y="3743804"/>
            <a:ext cx="33223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Major problems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HEJI-2"/>
          <p:cNvSpPr txBox="1"/>
          <p:nvPr/>
        </p:nvSpPr>
        <p:spPr>
          <a:xfrm>
            <a:off x="476000" y="447822"/>
            <a:ext cx="244612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存在主要问题</a:t>
            </a:r>
            <a:endParaRPr lang="zh-CN" altLang="en-US" spc="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" name="iSHEJI-3"/>
          <p:cNvSpPr txBox="1"/>
          <p:nvPr/>
        </p:nvSpPr>
        <p:spPr>
          <a:xfrm>
            <a:off x="476000" y="940265"/>
            <a:ext cx="289062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  <a:alpha val="6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defRPr>
            </a:lvl1pPr>
          </a:lstStyle>
          <a:p>
            <a:r>
              <a:rPr lang="en-US" altLang="zh-CN"/>
              <a:t>Major problems</a:t>
            </a:r>
            <a:endParaRPr lang="en-US" altLang="zh-CN" dirty="0"/>
          </a:p>
        </p:txBody>
      </p:sp>
      <p:sp>
        <p:nvSpPr>
          <p:cNvPr id="31" name="形状"/>
          <p:cNvSpPr/>
          <p:nvPr/>
        </p:nvSpPr>
        <p:spPr>
          <a:xfrm>
            <a:off x="932543" y="1632732"/>
            <a:ext cx="4508900" cy="22197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99" y="0"/>
                </a:moveTo>
                <a:cubicBezTo>
                  <a:pt x="4882" y="0"/>
                  <a:pt x="83" y="9641"/>
                  <a:pt x="0" y="21600"/>
                </a:cubicBezTo>
                <a:lnTo>
                  <a:pt x="1576" y="21600"/>
                </a:lnTo>
                <a:cubicBezTo>
                  <a:pt x="1596" y="19185"/>
                  <a:pt x="1833" y="16841"/>
                  <a:pt x="2295" y="14629"/>
                </a:cubicBezTo>
                <a:cubicBezTo>
                  <a:pt x="2760" y="12400"/>
                  <a:pt x="3424" y="10397"/>
                  <a:pt x="4272" y="8678"/>
                </a:cubicBezTo>
                <a:cubicBezTo>
                  <a:pt x="5120" y="6959"/>
                  <a:pt x="6108" y="5612"/>
                  <a:pt x="7208" y="4669"/>
                </a:cubicBezTo>
                <a:cubicBezTo>
                  <a:pt x="8346" y="3693"/>
                  <a:pt x="9553" y="3198"/>
                  <a:pt x="10799" y="3198"/>
                </a:cubicBezTo>
                <a:cubicBezTo>
                  <a:pt x="12045" y="3198"/>
                  <a:pt x="13256" y="3693"/>
                  <a:pt x="14394" y="4669"/>
                </a:cubicBezTo>
                <a:cubicBezTo>
                  <a:pt x="15494" y="5612"/>
                  <a:pt x="16480" y="6959"/>
                  <a:pt x="17328" y="8678"/>
                </a:cubicBezTo>
                <a:cubicBezTo>
                  <a:pt x="18176" y="10397"/>
                  <a:pt x="18840" y="12400"/>
                  <a:pt x="19305" y="14629"/>
                </a:cubicBezTo>
                <a:cubicBezTo>
                  <a:pt x="19766" y="16841"/>
                  <a:pt x="20004" y="19185"/>
                  <a:pt x="20024" y="21600"/>
                </a:cubicBezTo>
                <a:lnTo>
                  <a:pt x="21600" y="21600"/>
                </a:lnTo>
                <a:cubicBezTo>
                  <a:pt x="21517" y="9641"/>
                  <a:pt x="16717" y="0"/>
                  <a:pt x="1079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endParaRPr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2" name="形状"/>
          <p:cNvSpPr/>
          <p:nvPr/>
        </p:nvSpPr>
        <p:spPr>
          <a:xfrm>
            <a:off x="1309177" y="2007382"/>
            <a:ext cx="3756822" cy="18450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93" y="0"/>
                  <a:pt x="99" y="9641"/>
                  <a:pt x="0" y="21600"/>
                </a:cubicBezTo>
                <a:lnTo>
                  <a:pt x="1892" y="21600"/>
                </a:lnTo>
                <a:cubicBezTo>
                  <a:pt x="1938" y="16899"/>
                  <a:pt x="2854" y="12488"/>
                  <a:pt x="4495" y="9153"/>
                </a:cubicBezTo>
                <a:cubicBezTo>
                  <a:pt x="6180" y="5729"/>
                  <a:pt x="8418" y="3847"/>
                  <a:pt x="10800" y="3847"/>
                </a:cubicBezTo>
                <a:cubicBezTo>
                  <a:pt x="13182" y="3847"/>
                  <a:pt x="15423" y="5729"/>
                  <a:pt x="17107" y="9153"/>
                </a:cubicBezTo>
                <a:cubicBezTo>
                  <a:pt x="18748" y="12488"/>
                  <a:pt x="19662" y="16899"/>
                  <a:pt x="19708" y="21600"/>
                </a:cubicBezTo>
                <a:lnTo>
                  <a:pt x="21600" y="21600"/>
                </a:lnTo>
                <a:cubicBezTo>
                  <a:pt x="21501" y="9641"/>
                  <a:pt x="16710" y="0"/>
                  <a:pt x="10800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endParaRPr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33" name="形状"/>
          <p:cNvSpPr/>
          <p:nvPr/>
        </p:nvSpPr>
        <p:spPr>
          <a:xfrm>
            <a:off x="1685812" y="2382033"/>
            <a:ext cx="3005141" cy="14704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905" y="0"/>
                  <a:pt x="120" y="9632"/>
                  <a:pt x="0" y="21600"/>
                </a:cubicBezTo>
                <a:lnTo>
                  <a:pt x="2365" y="21600"/>
                </a:lnTo>
                <a:cubicBezTo>
                  <a:pt x="2421" y="17169"/>
                  <a:pt x="3285" y="13016"/>
                  <a:pt x="4827" y="9870"/>
                </a:cubicBezTo>
                <a:cubicBezTo>
                  <a:pt x="6422" y="6616"/>
                  <a:pt x="8544" y="4827"/>
                  <a:pt x="10800" y="4827"/>
                </a:cubicBezTo>
                <a:cubicBezTo>
                  <a:pt x="13056" y="4827"/>
                  <a:pt x="15175" y="6616"/>
                  <a:pt x="16771" y="9870"/>
                </a:cubicBezTo>
                <a:cubicBezTo>
                  <a:pt x="18312" y="13016"/>
                  <a:pt x="19176" y="17169"/>
                  <a:pt x="19232" y="21600"/>
                </a:cubicBezTo>
                <a:lnTo>
                  <a:pt x="21600" y="21600"/>
                </a:lnTo>
                <a:cubicBezTo>
                  <a:pt x="21480" y="9632"/>
                  <a:pt x="16695" y="0"/>
                  <a:pt x="10800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endParaRPr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grpSp>
        <p:nvGrpSpPr>
          <p:cNvPr id="34" name="成组"/>
          <p:cNvGrpSpPr/>
          <p:nvPr/>
        </p:nvGrpSpPr>
        <p:grpSpPr>
          <a:xfrm>
            <a:off x="1080329" y="4002795"/>
            <a:ext cx="1990280" cy="1872949"/>
            <a:chOff x="0" y="0"/>
            <a:chExt cx="1990278" cy="1872945"/>
          </a:xfrm>
        </p:grpSpPr>
        <p:sp>
          <p:nvSpPr>
            <p:cNvPr id="35" name="线条"/>
            <p:cNvSpPr/>
            <p:nvPr/>
          </p:nvSpPr>
          <p:spPr>
            <a:xfrm>
              <a:off x="0" y="2367"/>
              <a:ext cx="1990279" cy="187057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349" extrusionOk="0">
                  <a:moveTo>
                    <a:pt x="0" y="0"/>
                  </a:moveTo>
                  <a:cubicBezTo>
                    <a:pt x="91" y="6359"/>
                    <a:pt x="2828" y="12357"/>
                    <a:pt x="7488" y="16410"/>
                  </a:cubicBezTo>
                  <a:cubicBezTo>
                    <a:pt x="11441" y="19848"/>
                    <a:pt x="16477" y="21600"/>
                    <a:pt x="21600" y="21320"/>
                  </a:cubicBezTo>
                </a:path>
              </a:pathLst>
            </a:custGeom>
            <a:noFill/>
            <a:ln w="635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</a:endParaRPr>
            </a:p>
          </p:txBody>
        </p:sp>
        <p:sp>
          <p:nvSpPr>
            <p:cNvPr id="36" name="线条"/>
            <p:cNvSpPr/>
            <p:nvPr/>
          </p:nvSpPr>
          <p:spPr>
            <a:xfrm>
              <a:off x="419100" y="2367"/>
              <a:ext cx="1571179" cy="146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437" extrusionOk="0">
                  <a:moveTo>
                    <a:pt x="0" y="0"/>
                  </a:moveTo>
                  <a:cubicBezTo>
                    <a:pt x="139" y="6311"/>
                    <a:pt x="2867" y="12252"/>
                    <a:pt x="7488" y="16315"/>
                  </a:cubicBezTo>
                  <a:cubicBezTo>
                    <a:pt x="11429" y="19780"/>
                    <a:pt x="16456" y="21600"/>
                    <a:pt x="21600" y="21426"/>
                  </a:cubicBezTo>
                </a:path>
              </a:pathLst>
            </a:custGeom>
            <a:noFill/>
            <a:ln w="635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</a:endParaRPr>
            </a:p>
          </p:txBody>
        </p:sp>
        <p:sp>
          <p:nvSpPr>
            <p:cNvPr id="37" name="线条"/>
            <p:cNvSpPr/>
            <p:nvPr/>
          </p:nvSpPr>
          <p:spPr>
            <a:xfrm>
              <a:off x="778933" y="0"/>
              <a:ext cx="1211346" cy="10599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cubicBezTo>
                    <a:pt x="207" y="6228"/>
                    <a:pt x="2925" y="12060"/>
                    <a:pt x="7488" y="16137"/>
                  </a:cubicBezTo>
                  <a:cubicBezTo>
                    <a:pt x="11416" y="19647"/>
                    <a:pt x="16432" y="21585"/>
                    <a:pt x="21600" y="21600"/>
                  </a:cubicBezTo>
                </a:path>
              </a:pathLst>
            </a:custGeom>
            <a:noFill/>
            <a:ln w="63500" cap="flat">
              <a:solidFill>
                <a:srgbClr val="E5E5E5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endParaRPr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</a:endParaRPr>
            </a:p>
          </p:txBody>
        </p:sp>
      </p:grpSp>
      <p:sp>
        <p:nvSpPr>
          <p:cNvPr id="38" name="01"/>
          <p:cNvSpPr txBox="1"/>
          <p:nvPr/>
        </p:nvSpPr>
        <p:spPr>
          <a:xfrm>
            <a:off x="3174292" y="4831168"/>
            <a:ext cx="573013" cy="37540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lvl1pPr algn="l" defTabSz="584200">
              <a:lnSpc>
                <a:spcPct val="100000"/>
              </a:lnSpc>
              <a:spcBef>
                <a:spcPts val="0"/>
              </a:spcBef>
              <a:defRPr sz="2500" cap="all">
                <a:solidFill>
                  <a:srgbClr val="72B0D7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dirty="0">
                <a:solidFill>
                  <a:schemeClr val="accent1"/>
                </a:solidFill>
              </a:rPr>
              <a:t>01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9" name="02"/>
          <p:cNvSpPr txBox="1"/>
          <p:nvPr/>
        </p:nvSpPr>
        <p:spPr>
          <a:xfrm>
            <a:off x="3174292" y="5289059"/>
            <a:ext cx="573013" cy="375411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lvl1pPr algn="l" defTabSz="584200">
              <a:lnSpc>
                <a:spcPct val="100000"/>
              </a:lnSpc>
              <a:spcBef>
                <a:spcPts val="0"/>
              </a:spcBef>
              <a:defRPr sz="2500" cap="all">
                <a:solidFill>
                  <a:srgbClr val="3197E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>
                <a:solidFill>
                  <a:schemeClr val="accent1"/>
                </a:solidFill>
              </a:rPr>
              <a:t>02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0" name="03"/>
          <p:cNvSpPr txBox="1"/>
          <p:nvPr/>
        </p:nvSpPr>
        <p:spPr>
          <a:xfrm>
            <a:off x="3174292" y="5696152"/>
            <a:ext cx="573013" cy="37541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Autofit/>
          </a:bodyPr>
          <a:lstStyle>
            <a:lvl1pPr algn="l" defTabSz="584200">
              <a:lnSpc>
                <a:spcPct val="100000"/>
              </a:lnSpc>
              <a:spcBef>
                <a:spcPts val="0"/>
              </a:spcBef>
              <a:defRPr sz="2500" cap="all">
                <a:solidFill>
                  <a:srgbClr val="3483C9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>
                <a:solidFill>
                  <a:schemeClr val="accent1"/>
                </a:solidFill>
              </a:rPr>
              <a:t>03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41" name="gaoding-14"/>
          <p:cNvSpPr txBox="1"/>
          <p:nvPr/>
        </p:nvSpPr>
        <p:spPr>
          <a:xfrm>
            <a:off x="3608268" y="4940453"/>
            <a:ext cx="224650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ea typeface="+mn-ea"/>
                <a:cs typeface="OPPOSans B" panose="00020600040101010101" pitchFamily="18" charset="-122"/>
              </a:rPr>
              <a:t>Intelligent flow of content</a:t>
            </a:r>
            <a:endParaRPr kumimoji="0" lang="zh-CN" altLang="en-US" sz="12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ea typeface="+mn-ea"/>
              <a:cs typeface="OPPOSans B" panose="00020600040101010101" pitchFamily="18" charset="-122"/>
            </a:endParaRPr>
          </a:p>
        </p:txBody>
      </p:sp>
      <p:sp>
        <p:nvSpPr>
          <p:cNvPr id="42" name="gaoding-14"/>
          <p:cNvSpPr txBox="1"/>
          <p:nvPr/>
        </p:nvSpPr>
        <p:spPr>
          <a:xfrm>
            <a:off x="3608268" y="5408171"/>
            <a:ext cx="224650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ea typeface="+mn-ea"/>
                <a:cs typeface="OPPOSans B" panose="00020600040101010101" pitchFamily="18" charset="-122"/>
              </a:rPr>
              <a:t>Digital asset Management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ea typeface="+mn-ea"/>
              <a:cs typeface="OPPOSans B" panose="00020600040101010101" pitchFamily="18" charset="-122"/>
            </a:endParaRPr>
          </a:p>
        </p:txBody>
      </p:sp>
      <p:sp>
        <p:nvSpPr>
          <p:cNvPr id="43" name="gaoding-14"/>
          <p:cNvSpPr txBox="1"/>
          <p:nvPr/>
        </p:nvSpPr>
        <p:spPr>
          <a:xfrm>
            <a:off x="3608268" y="5826187"/>
            <a:ext cx="253821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+mn-ea"/>
                <a:ea typeface="+mn-ea"/>
                <a:cs typeface="OPPOSans B" panose="00020600040101010101" pitchFamily="18" charset="-122"/>
              </a:rPr>
              <a:t>Brand building and communication</a:t>
            </a:r>
            <a:endParaRPr kumimoji="0" lang="en-US" altLang="zh-CN" sz="120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65000"/>
                </a:schemeClr>
              </a:solidFill>
              <a:effectLst/>
              <a:uLnTx/>
              <a:uFillTx/>
              <a:latin typeface="+mn-ea"/>
              <a:ea typeface="+mn-ea"/>
              <a:cs typeface="OPPOSans B" panose="00020600040101010101" pitchFamily="18" charset="-122"/>
            </a:endParaRPr>
          </a:p>
        </p:txBody>
      </p:sp>
      <p:sp>
        <p:nvSpPr>
          <p:cNvPr id="44" name="iSHEJI-8"/>
          <p:cNvSpPr txBox="1"/>
          <p:nvPr/>
        </p:nvSpPr>
        <p:spPr>
          <a:xfrm>
            <a:off x="7195367" y="1854741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内容智能流转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5" name="iSHEJI-9"/>
          <p:cNvSpPr txBox="1"/>
          <p:nvPr/>
        </p:nvSpPr>
        <p:spPr>
          <a:xfrm>
            <a:off x="7195367" y="2250390"/>
            <a:ext cx="4217330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6" name="iSHEJI-10"/>
          <p:cNvSpPr txBox="1"/>
          <p:nvPr/>
        </p:nvSpPr>
        <p:spPr>
          <a:xfrm>
            <a:off x="7195367" y="3345025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数字资产管理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7" name="iSHEJI-11"/>
          <p:cNvSpPr txBox="1"/>
          <p:nvPr/>
        </p:nvSpPr>
        <p:spPr>
          <a:xfrm>
            <a:off x="7195366" y="3740674"/>
            <a:ext cx="4356918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基于全社交媒体平台进行全域流量整合营销，借助数据中台</a:t>
            </a:r>
            <a:r>
              <a:rPr kumimoji="0" lang="en-US" altLang="zh-CN" sz="1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KolRank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提供标准化产品及服务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8" name="iSHEJI-12"/>
          <p:cNvSpPr txBox="1"/>
          <p:nvPr/>
        </p:nvSpPr>
        <p:spPr>
          <a:xfrm>
            <a:off x="7195367" y="4835309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9" name="iSHEJI-13"/>
          <p:cNvSpPr txBox="1"/>
          <p:nvPr/>
        </p:nvSpPr>
        <p:spPr>
          <a:xfrm>
            <a:off x="7195367" y="5230958"/>
            <a:ext cx="4217330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以优质内容作为营销输出核心，承载品牌内核，引发用户的情感共鸣和价值观认同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50" name="iSHEJI-14"/>
          <p:cNvSpPr/>
          <p:nvPr/>
        </p:nvSpPr>
        <p:spPr>
          <a:xfrm>
            <a:off x="6146484" y="1835481"/>
            <a:ext cx="827392" cy="827392"/>
          </a:xfrm>
          <a:custGeom>
            <a:avLst/>
            <a:gdLst>
              <a:gd name="connsiteX0" fmla="*/ 413697 w 827392"/>
              <a:gd name="connsiteY0" fmla="*/ 0 h 827392"/>
              <a:gd name="connsiteX1" fmla="*/ 0 w 827392"/>
              <a:gd name="connsiteY1" fmla="*/ 413696 h 827392"/>
              <a:gd name="connsiteX2" fmla="*/ 413697 w 827392"/>
              <a:gd name="connsiteY2" fmla="*/ 827393 h 827392"/>
              <a:gd name="connsiteX3" fmla="*/ 827393 w 827392"/>
              <a:gd name="connsiteY3" fmla="*/ 413696 h 827392"/>
              <a:gd name="connsiteX4" fmla="*/ 413697 w 827392"/>
              <a:gd name="connsiteY4" fmla="*/ 0 h 827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7392" h="827392">
                <a:moveTo>
                  <a:pt x="413697" y="0"/>
                </a:moveTo>
                <a:cubicBezTo>
                  <a:pt x="185196" y="0"/>
                  <a:pt x="0" y="185217"/>
                  <a:pt x="0" y="413696"/>
                </a:cubicBezTo>
                <a:cubicBezTo>
                  <a:pt x="0" y="642176"/>
                  <a:pt x="185196" y="827393"/>
                  <a:pt x="413697" y="827393"/>
                </a:cubicBezTo>
                <a:cubicBezTo>
                  <a:pt x="642197" y="827393"/>
                  <a:pt x="827393" y="642176"/>
                  <a:pt x="827393" y="413696"/>
                </a:cubicBezTo>
                <a:cubicBezTo>
                  <a:pt x="827393" y="185217"/>
                  <a:pt x="642197" y="0"/>
                  <a:pt x="413697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12700" cap="flat">
            <a:noFill/>
            <a:miter lim="400000"/>
          </a:ln>
          <a:effectLst/>
        </p:spPr>
        <p:txBody>
          <a:bodyPr wrap="square" lIns="38100" tIns="38100" rIns="38100" bIns="38100" numCol="1" anchor="ctr">
            <a:noAutofit/>
          </a:bodyPr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51" name="iSHEJI-15"/>
          <p:cNvSpPr/>
          <p:nvPr/>
        </p:nvSpPr>
        <p:spPr>
          <a:xfrm>
            <a:off x="6360437" y="2051647"/>
            <a:ext cx="395004" cy="395061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52" name="iSHEJI-16"/>
          <p:cNvSpPr/>
          <p:nvPr/>
        </p:nvSpPr>
        <p:spPr>
          <a:xfrm>
            <a:off x="6146484" y="3369964"/>
            <a:ext cx="827392" cy="827392"/>
          </a:xfrm>
          <a:custGeom>
            <a:avLst/>
            <a:gdLst>
              <a:gd name="connsiteX0" fmla="*/ 413697 w 827392"/>
              <a:gd name="connsiteY0" fmla="*/ 0 h 827392"/>
              <a:gd name="connsiteX1" fmla="*/ 0 w 827392"/>
              <a:gd name="connsiteY1" fmla="*/ 413696 h 827392"/>
              <a:gd name="connsiteX2" fmla="*/ 413697 w 827392"/>
              <a:gd name="connsiteY2" fmla="*/ 827393 h 827392"/>
              <a:gd name="connsiteX3" fmla="*/ 827393 w 827392"/>
              <a:gd name="connsiteY3" fmla="*/ 413696 h 827392"/>
              <a:gd name="connsiteX4" fmla="*/ 413697 w 827392"/>
              <a:gd name="connsiteY4" fmla="*/ 0 h 827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7392" h="827392">
                <a:moveTo>
                  <a:pt x="413697" y="0"/>
                </a:moveTo>
                <a:cubicBezTo>
                  <a:pt x="185196" y="0"/>
                  <a:pt x="0" y="185217"/>
                  <a:pt x="0" y="413696"/>
                </a:cubicBezTo>
                <a:cubicBezTo>
                  <a:pt x="0" y="642176"/>
                  <a:pt x="185196" y="827393"/>
                  <a:pt x="413697" y="827393"/>
                </a:cubicBezTo>
                <a:cubicBezTo>
                  <a:pt x="642197" y="827393"/>
                  <a:pt x="827393" y="642176"/>
                  <a:pt x="827393" y="413696"/>
                </a:cubicBezTo>
                <a:cubicBezTo>
                  <a:pt x="827393" y="185217"/>
                  <a:pt x="642197" y="0"/>
                  <a:pt x="413697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 w="522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53" name="iSHEJI-17"/>
          <p:cNvSpPr/>
          <p:nvPr/>
        </p:nvSpPr>
        <p:spPr>
          <a:xfrm>
            <a:off x="6360409" y="3592502"/>
            <a:ext cx="395061" cy="382316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54" name="iSHEJI-18"/>
          <p:cNvSpPr/>
          <p:nvPr/>
        </p:nvSpPr>
        <p:spPr>
          <a:xfrm>
            <a:off x="6146484" y="4904447"/>
            <a:ext cx="827392" cy="827392"/>
          </a:xfrm>
          <a:custGeom>
            <a:avLst/>
            <a:gdLst>
              <a:gd name="connsiteX0" fmla="*/ 413697 w 827392"/>
              <a:gd name="connsiteY0" fmla="*/ 0 h 827392"/>
              <a:gd name="connsiteX1" fmla="*/ 0 w 827392"/>
              <a:gd name="connsiteY1" fmla="*/ 413696 h 827392"/>
              <a:gd name="connsiteX2" fmla="*/ 413697 w 827392"/>
              <a:gd name="connsiteY2" fmla="*/ 827393 h 827392"/>
              <a:gd name="connsiteX3" fmla="*/ 827393 w 827392"/>
              <a:gd name="connsiteY3" fmla="*/ 413696 h 827392"/>
              <a:gd name="connsiteX4" fmla="*/ 413697 w 827392"/>
              <a:gd name="connsiteY4" fmla="*/ 0 h 827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7392" h="827392">
                <a:moveTo>
                  <a:pt x="413697" y="0"/>
                </a:moveTo>
                <a:cubicBezTo>
                  <a:pt x="185196" y="0"/>
                  <a:pt x="0" y="185217"/>
                  <a:pt x="0" y="413696"/>
                </a:cubicBezTo>
                <a:cubicBezTo>
                  <a:pt x="0" y="642176"/>
                  <a:pt x="185196" y="827393"/>
                  <a:pt x="413697" y="827393"/>
                </a:cubicBezTo>
                <a:cubicBezTo>
                  <a:pt x="642197" y="827393"/>
                  <a:pt x="827393" y="642176"/>
                  <a:pt x="827393" y="413696"/>
                </a:cubicBezTo>
                <a:cubicBezTo>
                  <a:pt x="827393" y="185217"/>
                  <a:pt x="642197" y="0"/>
                  <a:pt x="413697" y="0"/>
                </a:cubicBezTo>
                <a:close/>
              </a:path>
            </a:pathLst>
          </a:custGeom>
          <a:solidFill>
            <a:schemeClr val="accent1">
              <a:lumMod val="50000"/>
            </a:schemeClr>
          </a:solidFill>
          <a:ln w="5225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55" name="iSHEJI-19"/>
          <p:cNvSpPr/>
          <p:nvPr/>
        </p:nvSpPr>
        <p:spPr>
          <a:xfrm>
            <a:off x="6367975" y="5095508"/>
            <a:ext cx="379928" cy="395062"/>
          </a:xfrm>
          <a:custGeom>
            <a:avLst/>
            <a:gdLst>
              <a:gd name="connsiteX0" fmla="*/ 337768 w 1372282"/>
              <a:gd name="connsiteY0" fmla="*/ 1315328 h 1426949"/>
              <a:gd name="connsiteX1" fmla="*/ 530173 w 1372282"/>
              <a:gd name="connsiteY1" fmla="*/ 1315328 h 1426949"/>
              <a:gd name="connsiteX2" fmla="*/ 842109 w 1372282"/>
              <a:gd name="connsiteY2" fmla="*/ 1315328 h 1426949"/>
              <a:gd name="connsiteX3" fmla="*/ 1034514 w 1372282"/>
              <a:gd name="connsiteY3" fmla="*/ 1315328 h 1426949"/>
              <a:gd name="connsiteX4" fmla="*/ 1090325 w 1372282"/>
              <a:gd name="connsiteY4" fmla="*/ 1371139 h 1426949"/>
              <a:gd name="connsiteX5" fmla="*/ 1034514 w 1372282"/>
              <a:gd name="connsiteY5" fmla="*/ 1426949 h 1426949"/>
              <a:gd name="connsiteX6" fmla="*/ 842109 w 1372282"/>
              <a:gd name="connsiteY6" fmla="*/ 1426949 h 1426949"/>
              <a:gd name="connsiteX7" fmla="*/ 530173 w 1372282"/>
              <a:gd name="connsiteY7" fmla="*/ 1426949 h 1426949"/>
              <a:gd name="connsiteX8" fmla="*/ 337768 w 1372282"/>
              <a:gd name="connsiteY8" fmla="*/ 1426949 h 1426949"/>
              <a:gd name="connsiteX9" fmla="*/ 281957 w 1372282"/>
              <a:gd name="connsiteY9" fmla="*/ 1371139 h 1426949"/>
              <a:gd name="connsiteX10" fmla="*/ 337768 w 1372282"/>
              <a:gd name="connsiteY10" fmla="*/ 1315328 h 1426949"/>
              <a:gd name="connsiteX11" fmla="*/ 686154 w 1372282"/>
              <a:gd name="connsiteY11" fmla="*/ 111621 h 1426949"/>
              <a:gd name="connsiteX12" fmla="*/ 237624 w 1372282"/>
              <a:gd name="connsiteY12" fmla="*/ 560152 h 1426949"/>
              <a:gd name="connsiteX13" fmla="*/ 237624 w 1372282"/>
              <a:gd name="connsiteY13" fmla="*/ 985614 h 1426949"/>
              <a:gd name="connsiteX14" fmla="*/ 229252 w 1372282"/>
              <a:gd name="connsiteY14" fmla="*/ 1014822 h 1426949"/>
              <a:gd name="connsiteX15" fmla="*/ 155768 w 1372282"/>
              <a:gd name="connsiteY15" fmla="*/ 1134814 h 1426949"/>
              <a:gd name="connsiteX16" fmla="*/ 1214680 w 1372282"/>
              <a:gd name="connsiteY16" fmla="*/ 1134814 h 1426949"/>
              <a:gd name="connsiteX17" fmla="*/ 1143429 w 1372282"/>
              <a:gd name="connsiteY17" fmla="*/ 1023565 h 1426949"/>
              <a:gd name="connsiteX18" fmla="*/ 1134685 w 1372282"/>
              <a:gd name="connsiteY18" fmla="*/ 993428 h 1426949"/>
              <a:gd name="connsiteX19" fmla="*/ 1134685 w 1372282"/>
              <a:gd name="connsiteY19" fmla="*/ 560152 h 1426949"/>
              <a:gd name="connsiteX20" fmla="*/ 686154 w 1372282"/>
              <a:gd name="connsiteY20" fmla="*/ 111621 h 1426949"/>
              <a:gd name="connsiteX21" fmla="*/ 686154 w 1372282"/>
              <a:gd name="connsiteY21" fmla="*/ 0 h 1426949"/>
              <a:gd name="connsiteX22" fmla="*/ 903815 w 1372282"/>
              <a:gd name="connsiteY22" fmla="*/ 44276 h 1426949"/>
              <a:gd name="connsiteX23" fmla="*/ 1081851 w 1372282"/>
              <a:gd name="connsiteY23" fmla="*/ 164455 h 1426949"/>
              <a:gd name="connsiteX24" fmla="*/ 1202030 w 1372282"/>
              <a:gd name="connsiteY24" fmla="*/ 342491 h 1426949"/>
              <a:gd name="connsiteX25" fmla="*/ 1246306 w 1372282"/>
              <a:gd name="connsiteY25" fmla="*/ 560152 h 1426949"/>
              <a:gd name="connsiteX26" fmla="*/ 1246306 w 1372282"/>
              <a:gd name="connsiteY26" fmla="*/ 977243 h 1426949"/>
              <a:gd name="connsiteX27" fmla="*/ 1363508 w 1372282"/>
              <a:gd name="connsiteY27" fmla="*/ 1160487 h 1426949"/>
              <a:gd name="connsiteX28" fmla="*/ 1365369 w 1372282"/>
              <a:gd name="connsiteY28" fmla="*/ 1217414 h 1426949"/>
              <a:gd name="connsiteX29" fmla="*/ 1316628 w 1372282"/>
              <a:gd name="connsiteY29" fmla="*/ 1246436 h 1426949"/>
              <a:gd name="connsiteX30" fmla="*/ 55867 w 1372282"/>
              <a:gd name="connsiteY30" fmla="*/ 1246436 h 1426949"/>
              <a:gd name="connsiteX31" fmla="*/ 7126 w 1372282"/>
              <a:gd name="connsiteY31" fmla="*/ 1217786 h 1426949"/>
              <a:gd name="connsiteX32" fmla="*/ 8242 w 1372282"/>
              <a:gd name="connsiteY32" fmla="*/ 1161232 h 1426949"/>
              <a:gd name="connsiteX33" fmla="*/ 126002 w 1372282"/>
              <a:gd name="connsiteY33" fmla="*/ 969801 h 1426949"/>
              <a:gd name="connsiteX34" fmla="*/ 126002 w 1372282"/>
              <a:gd name="connsiteY34" fmla="*/ 560152 h 1426949"/>
              <a:gd name="connsiteX35" fmla="*/ 170279 w 1372282"/>
              <a:gd name="connsiteY35" fmla="*/ 342491 h 1426949"/>
              <a:gd name="connsiteX36" fmla="*/ 290458 w 1372282"/>
              <a:gd name="connsiteY36" fmla="*/ 164455 h 1426949"/>
              <a:gd name="connsiteX37" fmla="*/ 468493 w 1372282"/>
              <a:gd name="connsiteY37" fmla="*/ 44276 h 1426949"/>
              <a:gd name="connsiteX38" fmla="*/ 686154 w 1372282"/>
              <a:gd name="connsiteY38" fmla="*/ 0 h 142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HEJI-2"/>
          <p:cNvSpPr txBox="1"/>
          <p:nvPr/>
        </p:nvSpPr>
        <p:spPr>
          <a:xfrm>
            <a:off x="476000" y="447822"/>
            <a:ext cx="244612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存在主要问题</a:t>
            </a:r>
            <a:endParaRPr lang="zh-CN" altLang="en-US" spc="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" name="iSHEJI-3"/>
          <p:cNvSpPr txBox="1"/>
          <p:nvPr/>
        </p:nvSpPr>
        <p:spPr>
          <a:xfrm>
            <a:off x="476000" y="940265"/>
            <a:ext cx="289062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  <a:alpha val="6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defRPr>
            </a:lvl1pPr>
          </a:lstStyle>
          <a:p>
            <a:r>
              <a:rPr lang="en-US" altLang="zh-CN" dirty="0"/>
              <a:t>Major problems</a:t>
            </a:r>
            <a:endParaRPr lang="en-US" altLang="zh-CN" dirty="0"/>
          </a:p>
        </p:txBody>
      </p:sp>
      <p:sp>
        <p:nvSpPr>
          <p:cNvPr id="5" name="Rectangle 8"/>
          <p:cNvSpPr/>
          <p:nvPr/>
        </p:nvSpPr>
        <p:spPr>
          <a:xfrm>
            <a:off x="973773" y="4194184"/>
            <a:ext cx="2947985" cy="81742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2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Calibri" panose="020F0502020204030204"/>
              <a:ea typeface="阿里巴巴普惠体 2.0 35 Thin" panose="00020600040101010101" pitchFamily="18" charset="-122"/>
              <a:cs typeface="+mn-cs"/>
            </a:endParaRPr>
          </a:p>
        </p:txBody>
      </p:sp>
      <p:sp>
        <p:nvSpPr>
          <p:cNvPr id="7" name="Rectangle 5"/>
          <p:cNvSpPr/>
          <p:nvPr/>
        </p:nvSpPr>
        <p:spPr>
          <a:xfrm>
            <a:off x="973773" y="1804465"/>
            <a:ext cx="2947985" cy="2371784"/>
          </a:xfrm>
          <a:prstGeom prst="rect">
            <a:avLst/>
          </a:prstGeom>
          <a:blipFill dpi="0" rotWithShape="1">
            <a:blip r:embed="rId1"/>
            <a:srcRect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id-ID" sz="162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973773" y="4125606"/>
            <a:ext cx="2947985" cy="13716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2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Calibri" panose="020F0502020204030204"/>
              <a:ea typeface="阿里巴巴普惠体 2.0 35 Thin" panose="00020600040101010101" pitchFamily="18" charset="-122"/>
              <a:cs typeface="+mn-cs"/>
            </a:endParaRPr>
          </a:p>
        </p:txBody>
      </p:sp>
      <p:sp>
        <p:nvSpPr>
          <p:cNvPr id="14" name="iSHEJI-8"/>
          <p:cNvSpPr txBox="1"/>
          <p:nvPr/>
        </p:nvSpPr>
        <p:spPr>
          <a:xfrm>
            <a:off x="1062909" y="4436696"/>
            <a:ext cx="193861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6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内容智能流转</a:t>
            </a:r>
            <a:endParaRPr kumimoji="0" lang="zh-CN" altLang="en-US" sz="216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5" name="iSHEJI-9"/>
          <p:cNvSpPr txBox="1"/>
          <p:nvPr/>
        </p:nvSpPr>
        <p:spPr>
          <a:xfrm>
            <a:off x="973773" y="5122920"/>
            <a:ext cx="2539173" cy="1102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1" name="iSHEJI-15"/>
          <p:cNvSpPr/>
          <p:nvPr/>
        </p:nvSpPr>
        <p:spPr>
          <a:xfrm>
            <a:off x="3384572" y="4453190"/>
            <a:ext cx="355504" cy="355555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2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" name="Rectangle 4"/>
          <p:cNvSpPr/>
          <p:nvPr/>
        </p:nvSpPr>
        <p:spPr>
          <a:xfrm>
            <a:off x="4185904" y="1804465"/>
            <a:ext cx="3667794" cy="2371784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id-ID" sz="162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4185903" y="4194184"/>
            <a:ext cx="3667794" cy="81742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2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Calibri" panose="020F0502020204030204"/>
              <a:ea typeface="阿里巴巴普惠体 2.0 35 Thin" panose="00020600040101010101" pitchFamily="18" charset="-122"/>
              <a:cs typeface="+mn-cs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4185903" y="4125606"/>
            <a:ext cx="3667794" cy="137160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2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Calibri" panose="020F0502020204030204"/>
              <a:ea typeface="阿里巴巴普惠体 2.0 35 Thin" panose="00020600040101010101" pitchFamily="18" charset="-122"/>
              <a:cs typeface="+mn-cs"/>
            </a:endParaRPr>
          </a:p>
        </p:txBody>
      </p:sp>
      <p:sp>
        <p:nvSpPr>
          <p:cNvPr id="16" name="iSHEJI-10"/>
          <p:cNvSpPr txBox="1"/>
          <p:nvPr/>
        </p:nvSpPr>
        <p:spPr>
          <a:xfrm>
            <a:off x="4341139" y="4436696"/>
            <a:ext cx="193861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6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数字资产管理</a:t>
            </a:r>
            <a:endParaRPr kumimoji="0" lang="zh-CN" altLang="en-US" sz="216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8" name="iSHEJI-11"/>
          <p:cNvSpPr txBox="1"/>
          <p:nvPr/>
        </p:nvSpPr>
        <p:spPr>
          <a:xfrm>
            <a:off x="4185903" y="5122920"/>
            <a:ext cx="3308363" cy="8225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基于全社交媒体平台进行全域流量整合营销，借助数据中台</a:t>
            </a:r>
            <a:r>
              <a:rPr kumimoji="0" lang="en-US" altLang="zh-CN" sz="1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KolRank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提供标准化产品及服务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2" name="iSHEJI-17"/>
          <p:cNvSpPr/>
          <p:nvPr/>
        </p:nvSpPr>
        <p:spPr>
          <a:xfrm>
            <a:off x="7340212" y="4453190"/>
            <a:ext cx="355555" cy="344084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2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8" name="Rectangle 6"/>
          <p:cNvSpPr/>
          <p:nvPr/>
        </p:nvSpPr>
        <p:spPr>
          <a:xfrm>
            <a:off x="8117843" y="1804465"/>
            <a:ext cx="2947985" cy="2371784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id-ID" sz="162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17843" y="4194184"/>
            <a:ext cx="2947985" cy="81742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2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Calibri" panose="020F0502020204030204"/>
              <a:ea typeface="阿里巴巴普惠体 2.0 35 Thin" panose="00020600040101010101" pitchFamily="18" charset="-122"/>
              <a:cs typeface="+mn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117843" y="4125606"/>
            <a:ext cx="2947985" cy="13716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id-ID" sz="162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Calibri" panose="020F0502020204030204"/>
              <a:ea typeface="阿里巴巴普惠体 2.0 35 Thin" panose="00020600040101010101" pitchFamily="18" charset="-122"/>
              <a:cs typeface="+mn-cs"/>
            </a:endParaRPr>
          </a:p>
        </p:txBody>
      </p:sp>
      <p:sp>
        <p:nvSpPr>
          <p:cNvPr id="19" name="iSHEJI-12"/>
          <p:cNvSpPr txBox="1"/>
          <p:nvPr/>
        </p:nvSpPr>
        <p:spPr>
          <a:xfrm>
            <a:off x="8256183" y="4436696"/>
            <a:ext cx="1938610" cy="3323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16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  <a:endParaRPr kumimoji="0" lang="zh-CN" altLang="en-US" sz="216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0" name="iSHEJI-13"/>
          <p:cNvSpPr txBox="1"/>
          <p:nvPr/>
        </p:nvSpPr>
        <p:spPr>
          <a:xfrm>
            <a:off x="8117843" y="5122920"/>
            <a:ext cx="2893052" cy="8225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以优质内容作为营销输出核心，承载品牌内核，引发用户的情感共鸣和价值观认同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3" name="iSHEJI-19"/>
          <p:cNvSpPr/>
          <p:nvPr/>
        </p:nvSpPr>
        <p:spPr>
          <a:xfrm>
            <a:off x="10537080" y="4413539"/>
            <a:ext cx="341935" cy="355556"/>
          </a:xfrm>
          <a:custGeom>
            <a:avLst/>
            <a:gdLst>
              <a:gd name="connsiteX0" fmla="*/ 337768 w 1372282"/>
              <a:gd name="connsiteY0" fmla="*/ 1315328 h 1426949"/>
              <a:gd name="connsiteX1" fmla="*/ 530173 w 1372282"/>
              <a:gd name="connsiteY1" fmla="*/ 1315328 h 1426949"/>
              <a:gd name="connsiteX2" fmla="*/ 842109 w 1372282"/>
              <a:gd name="connsiteY2" fmla="*/ 1315328 h 1426949"/>
              <a:gd name="connsiteX3" fmla="*/ 1034514 w 1372282"/>
              <a:gd name="connsiteY3" fmla="*/ 1315328 h 1426949"/>
              <a:gd name="connsiteX4" fmla="*/ 1090325 w 1372282"/>
              <a:gd name="connsiteY4" fmla="*/ 1371139 h 1426949"/>
              <a:gd name="connsiteX5" fmla="*/ 1034514 w 1372282"/>
              <a:gd name="connsiteY5" fmla="*/ 1426949 h 1426949"/>
              <a:gd name="connsiteX6" fmla="*/ 842109 w 1372282"/>
              <a:gd name="connsiteY6" fmla="*/ 1426949 h 1426949"/>
              <a:gd name="connsiteX7" fmla="*/ 530173 w 1372282"/>
              <a:gd name="connsiteY7" fmla="*/ 1426949 h 1426949"/>
              <a:gd name="connsiteX8" fmla="*/ 337768 w 1372282"/>
              <a:gd name="connsiteY8" fmla="*/ 1426949 h 1426949"/>
              <a:gd name="connsiteX9" fmla="*/ 281957 w 1372282"/>
              <a:gd name="connsiteY9" fmla="*/ 1371139 h 1426949"/>
              <a:gd name="connsiteX10" fmla="*/ 337768 w 1372282"/>
              <a:gd name="connsiteY10" fmla="*/ 1315328 h 1426949"/>
              <a:gd name="connsiteX11" fmla="*/ 686154 w 1372282"/>
              <a:gd name="connsiteY11" fmla="*/ 111621 h 1426949"/>
              <a:gd name="connsiteX12" fmla="*/ 237624 w 1372282"/>
              <a:gd name="connsiteY12" fmla="*/ 560152 h 1426949"/>
              <a:gd name="connsiteX13" fmla="*/ 237624 w 1372282"/>
              <a:gd name="connsiteY13" fmla="*/ 985614 h 1426949"/>
              <a:gd name="connsiteX14" fmla="*/ 229252 w 1372282"/>
              <a:gd name="connsiteY14" fmla="*/ 1014822 h 1426949"/>
              <a:gd name="connsiteX15" fmla="*/ 155768 w 1372282"/>
              <a:gd name="connsiteY15" fmla="*/ 1134814 h 1426949"/>
              <a:gd name="connsiteX16" fmla="*/ 1214680 w 1372282"/>
              <a:gd name="connsiteY16" fmla="*/ 1134814 h 1426949"/>
              <a:gd name="connsiteX17" fmla="*/ 1143429 w 1372282"/>
              <a:gd name="connsiteY17" fmla="*/ 1023565 h 1426949"/>
              <a:gd name="connsiteX18" fmla="*/ 1134685 w 1372282"/>
              <a:gd name="connsiteY18" fmla="*/ 993428 h 1426949"/>
              <a:gd name="connsiteX19" fmla="*/ 1134685 w 1372282"/>
              <a:gd name="connsiteY19" fmla="*/ 560152 h 1426949"/>
              <a:gd name="connsiteX20" fmla="*/ 686154 w 1372282"/>
              <a:gd name="connsiteY20" fmla="*/ 111621 h 1426949"/>
              <a:gd name="connsiteX21" fmla="*/ 686154 w 1372282"/>
              <a:gd name="connsiteY21" fmla="*/ 0 h 1426949"/>
              <a:gd name="connsiteX22" fmla="*/ 903815 w 1372282"/>
              <a:gd name="connsiteY22" fmla="*/ 44276 h 1426949"/>
              <a:gd name="connsiteX23" fmla="*/ 1081851 w 1372282"/>
              <a:gd name="connsiteY23" fmla="*/ 164455 h 1426949"/>
              <a:gd name="connsiteX24" fmla="*/ 1202030 w 1372282"/>
              <a:gd name="connsiteY24" fmla="*/ 342491 h 1426949"/>
              <a:gd name="connsiteX25" fmla="*/ 1246306 w 1372282"/>
              <a:gd name="connsiteY25" fmla="*/ 560152 h 1426949"/>
              <a:gd name="connsiteX26" fmla="*/ 1246306 w 1372282"/>
              <a:gd name="connsiteY26" fmla="*/ 977243 h 1426949"/>
              <a:gd name="connsiteX27" fmla="*/ 1363508 w 1372282"/>
              <a:gd name="connsiteY27" fmla="*/ 1160487 h 1426949"/>
              <a:gd name="connsiteX28" fmla="*/ 1365369 w 1372282"/>
              <a:gd name="connsiteY28" fmla="*/ 1217414 h 1426949"/>
              <a:gd name="connsiteX29" fmla="*/ 1316628 w 1372282"/>
              <a:gd name="connsiteY29" fmla="*/ 1246436 h 1426949"/>
              <a:gd name="connsiteX30" fmla="*/ 55867 w 1372282"/>
              <a:gd name="connsiteY30" fmla="*/ 1246436 h 1426949"/>
              <a:gd name="connsiteX31" fmla="*/ 7126 w 1372282"/>
              <a:gd name="connsiteY31" fmla="*/ 1217786 h 1426949"/>
              <a:gd name="connsiteX32" fmla="*/ 8242 w 1372282"/>
              <a:gd name="connsiteY32" fmla="*/ 1161232 h 1426949"/>
              <a:gd name="connsiteX33" fmla="*/ 126002 w 1372282"/>
              <a:gd name="connsiteY33" fmla="*/ 969801 h 1426949"/>
              <a:gd name="connsiteX34" fmla="*/ 126002 w 1372282"/>
              <a:gd name="connsiteY34" fmla="*/ 560152 h 1426949"/>
              <a:gd name="connsiteX35" fmla="*/ 170279 w 1372282"/>
              <a:gd name="connsiteY35" fmla="*/ 342491 h 1426949"/>
              <a:gd name="connsiteX36" fmla="*/ 290458 w 1372282"/>
              <a:gd name="connsiteY36" fmla="*/ 164455 h 1426949"/>
              <a:gd name="connsiteX37" fmla="*/ 468493 w 1372282"/>
              <a:gd name="connsiteY37" fmla="*/ 44276 h 1426949"/>
              <a:gd name="connsiteX38" fmla="*/ 686154 w 1372282"/>
              <a:gd name="connsiteY38" fmla="*/ 0 h 1426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372282" h="1426949">
                <a:moveTo>
                  <a:pt x="337768" y="1315328"/>
                </a:moveTo>
                <a:lnTo>
                  <a:pt x="530173" y="1315328"/>
                </a:lnTo>
                <a:lnTo>
                  <a:pt x="842109" y="1315328"/>
                </a:lnTo>
                <a:lnTo>
                  <a:pt x="1034514" y="1315328"/>
                </a:lnTo>
                <a:cubicBezTo>
                  <a:pt x="1065396" y="1315328"/>
                  <a:pt x="1090325" y="1340257"/>
                  <a:pt x="1090325" y="1371139"/>
                </a:cubicBezTo>
                <a:cubicBezTo>
                  <a:pt x="1090325" y="1402021"/>
                  <a:pt x="1065210" y="1426949"/>
                  <a:pt x="1034514" y="1426949"/>
                </a:cubicBezTo>
                <a:lnTo>
                  <a:pt x="842109" y="1426949"/>
                </a:lnTo>
                <a:lnTo>
                  <a:pt x="530173" y="1426949"/>
                </a:lnTo>
                <a:lnTo>
                  <a:pt x="337768" y="1426949"/>
                </a:lnTo>
                <a:cubicBezTo>
                  <a:pt x="306886" y="1426949"/>
                  <a:pt x="281957" y="1402021"/>
                  <a:pt x="281957" y="1371139"/>
                </a:cubicBezTo>
                <a:cubicBezTo>
                  <a:pt x="281957" y="1340257"/>
                  <a:pt x="306886" y="1315328"/>
                  <a:pt x="337768" y="1315328"/>
                </a:cubicBezTo>
                <a:close/>
                <a:moveTo>
                  <a:pt x="686154" y="111621"/>
                </a:moveTo>
                <a:cubicBezTo>
                  <a:pt x="438914" y="111621"/>
                  <a:pt x="237624" y="312725"/>
                  <a:pt x="237624" y="560152"/>
                </a:cubicBezTo>
                <a:lnTo>
                  <a:pt x="237624" y="985614"/>
                </a:lnTo>
                <a:cubicBezTo>
                  <a:pt x="237624" y="996032"/>
                  <a:pt x="234833" y="1006078"/>
                  <a:pt x="229252" y="1014822"/>
                </a:cubicBezTo>
                <a:lnTo>
                  <a:pt x="155768" y="1134814"/>
                </a:lnTo>
                <a:lnTo>
                  <a:pt x="1214680" y="1134814"/>
                </a:lnTo>
                <a:lnTo>
                  <a:pt x="1143429" y="1023565"/>
                </a:lnTo>
                <a:cubicBezTo>
                  <a:pt x="1137662" y="1014636"/>
                  <a:pt x="1134685" y="1004218"/>
                  <a:pt x="1134685" y="993428"/>
                </a:cubicBezTo>
                <a:lnTo>
                  <a:pt x="1134685" y="560152"/>
                </a:lnTo>
                <a:cubicBezTo>
                  <a:pt x="1134685" y="312911"/>
                  <a:pt x="933581" y="111621"/>
                  <a:pt x="686154" y="111621"/>
                </a:cubicBezTo>
                <a:close/>
                <a:moveTo>
                  <a:pt x="686154" y="0"/>
                </a:moveTo>
                <a:cubicBezTo>
                  <a:pt x="761499" y="0"/>
                  <a:pt x="834610" y="14883"/>
                  <a:pt x="903815" y="44276"/>
                </a:cubicBezTo>
                <a:cubicBezTo>
                  <a:pt x="970416" y="72554"/>
                  <a:pt x="1030319" y="113109"/>
                  <a:pt x="1081851" y="164455"/>
                </a:cubicBezTo>
                <a:cubicBezTo>
                  <a:pt x="1133383" y="215987"/>
                  <a:pt x="1173753" y="275890"/>
                  <a:pt x="1202030" y="342491"/>
                </a:cubicBezTo>
                <a:cubicBezTo>
                  <a:pt x="1231423" y="411510"/>
                  <a:pt x="1246306" y="484808"/>
                  <a:pt x="1246306" y="560152"/>
                </a:cubicBezTo>
                <a:lnTo>
                  <a:pt x="1246306" y="977243"/>
                </a:lnTo>
                <a:lnTo>
                  <a:pt x="1363508" y="1160487"/>
                </a:lnTo>
                <a:cubicBezTo>
                  <a:pt x="1374484" y="1177603"/>
                  <a:pt x="1375229" y="1199555"/>
                  <a:pt x="1365369" y="1217414"/>
                </a:cubicBezTo>
                <a:cubicBezTo>
                  <a:pt x="1355695" y="1235273"/>
                  <a:pt x="1336905" y="1246436"/>
                  <a:pt x="1316628" y="1246436"/>
                </a:cubicBezTo>
                <a:lnTo>
                  <a:pt x="55867" y="1246436"/>
                </a:lnTo>
                <a:cubicBezTo>
                  <a:pt x="35589" y="1246436"/>
                  <a:pt x="16986" y="1235460"/>
                  <a:pt x="7126" y="1217786"/>
                </a:cubicBezTo>
                <a:cubicBezTo>
                  <a:pt x="-2734" y="1200113"/>
                  <a:pt x="-2362" y="1178533"/>
                  <a:pt x="8242" y="1161232"/>
                </a:cubicBezTo>
                <a:lnTo>
                  <a:pt x="126002" y="969801"/>
                </a:lnTo>
                <a:lnTo>
                  <a:pt x="126002" y="560152"/>
                </a:lnTo>
                <a:cubicBezTo>
                  <a:pt x="126002" y="484808"/>
                  <a:pt x="140885" y="411696"/>
                  <a:pt x="170279" y="342491"/>
                </a:cubicBezTo>
                <a:cubicBezTo>
                  <a:pt x="198556" y="275890"/>
                  <a:pt x="239112" y="215987"/>
                  <a:pt x="290458" y="164455"/>
                </a:cubicBezTo>
                <a:cubicBezTo>
                  <a:pt x="341803" y="112923"/>
                  <a:pt x="401893" y="72554"/>
                  <a:pt x="468493" y="44276"/>
                </a:cubicBezTo>
                <a:cubicBezTo>
                  <a:pt x="537512" y="14883"/>
                  <a:pt x="610810" y="0"/>
                  <a:pt x="686154" y="0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162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多边形: 形状 6"/>
          <p:cNvSpPr/>
          <p:nvPr/>
        </p:nvSpPr>
        <p:spPr>
          <a:xfrm>
            <a:off x="8437418" y="5130098"/>
            <a:ext cx="4813069" cy="1172116"/>
          </a:xfrm>
          <a:custGeom>
            <a:avLst/>
            <a:gdLst>
              <a:gd name="connsiteX0" fmla="*/ 0 w 6035040"/>
              <a:gd name="connsiteY0" fmla="*/ 1172116 h 1172116"/>
              <a:gd name="connsiteX1" fmla="*/ 2485506 w 6035040"/>
              <a:gd name="connsiteY1" fmla="*/ 22 h 1172116"/>
              <a:gd name="connsiteX2" fmla="*/ 6035040 w 6035040"/>
              <a:gd name="connsiteY2" fmla="*/ 1147178 h 11721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35040" h="1172116">
                <a:moveTo>
                  <a:pt x="0" y="1172116"/>
                </a:moveTo>
                <a:cubicBezTo>
                  <a:pt x="739833" y="588147"/>
                  <a:pt x="1479666" y="4178"/>
                  <a:pt x="2485506" y="22"/>
                </a:cubicBezTo>
                <a:cubicBezTo>
                  <a:pt x="3491346" y="-4134"/>
                  <a:pt x="4763193" y="571522"/>
                  <a:pt x="6035040" y="1147178"/>
                </a:cubicBezTo>
              </a:path>
            </a:pathLst>
          </a:custGeom>
          <a:noFill/>
          <a:ln w="762000">
            <a:solidFill>
              <a:schemeClr val="bg1"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任意多边形: 形状 5"/>
          <p:cNvSpPr/>
          <p:nvPr/>
        </p:nvSpPr>
        <p:spPr>
          <a:xfrm>
            <a:off x="-623455" y="5178227"/>
            <a:ext cx="14397644" cy="3318548"/>
          </a:xfrm>
          <a:custGeom>
            <a:avLst/>
            <a:gdLst>
              <a:gd name="connsiteX0" fmla="*/ 0 w 13749251"/>
              <a:gd name="connsiteY0" fmla="*/ 201275 h 3318548"/>
              <a:gd name="connsiteX1" fmla="*/ 7057505 w 13749251"/>
              <a:gd name="connsiteY1" fmla="*/ 334279 h 3318548"/>
              <a:gd name="connsiteX2" fmla="*/ 13749251 w 13749251"/>
              <a:gd name="connsiteY2" fmla="*/ 3318548 h 33185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749251" h="3318548">
                <a:moveTo>
                  <a:pt x="0" y="201275"/>
                </a:moveTo>
                <a:cubicBezTo>
                  <a:pt x="2382981" y="8004"/>
                  <a:pt x="4765963" y="-185266"/>
                  <a:pt x="7057505" y="334279"/>
                </a:cubicBezTo>
                <a:cubicBezTo>
                  <a:pt x="9349047" y="853824"/>
                  <a:pt x="11600411" y="2862734"/>
                  <a:pt x="13749251" y="3318548"/>
                </a:cubicBezTo>
              </a:path>
            </a:pathLst>
          </a:custGeom>
          <a:noFill/>
          <a:ln w="7620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5879348" y="1404348"/>
            <a:ext cx="3814539" cy="3062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9900" b="0" i="0" u="none" strike="noStrike" kern="1200" cap="none" spc="0" normalizeH="0" baseline="0" noProof="0" dirty="0">
                <a:ln w="25400">
                  <a:solidFill>
                    <a:schemeClr val="bg1"/>
                  </a:solidFill>
                </a:ln>
                <a:noFill/>
                <a:effectLst/>
                <a:uLnTx/>
                <a:uFillTx/>
                <a:latin typeface="方正特雅宋简" panose="02000000000000000000" pitchFamily="2" charset="-122"/>
                <a:ea typeface="方正特雅宋简" panose="02000000000000000000" pitchFamily="2" charset="-122"/>
                <a:cs typeface="阿里巴巴普惠体 2.0 95 ExtraBold" panose="00020600040101010101" pitchFamily="18" charset="-122"/>
              </a:rPr>
              <a:t>04.</a:t>
            </a:r>
            <a:endParaRPr kumimoji="0" lang="zh-CN" altLang="en-US" sz="19900" b="0" i="0" u="none" strike="noStrike" kern="1200" cap="none" spc="0" normalizeH="0" baseline="0" noProof="0" dirty="0">
              <a:ln w="25400">
                <a:solidFill>
                  <a:schemeClr val="bg1"/>
                </a:solidFill>
              </a:ln>
              <a:noFill/>
              <a:effectLst/>
              <a:uLnTx/>
              <a:uFillTx/>
              <a:latin typeface="方正特雅宋简" panose="02000000000000000000" pitchFamily="2" charset="-122"/>
              <a:ea typeface="方正特雅宋简" panose="02000000000000000000" pitchFamily="2" charset="-122"/>
              <a:cs typeface="阿里巴巴普惠体 2.0 95 ExtraBold" panose="00020600040101010101" pitchFamily="18" charset="-122"/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5879348" y="3983287"/>
            <a:ext cx="4056659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aoding-14"/>
          <p:cNvSpPr txBox="1"/>
          <p:nvPr/>
        </p:nvSpPr>
        <p:spPr>
          <a:xfrm>
            <a:off x="1699872" y="3213190"/>
            <a:ext cx="260403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明年工作计划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9" name="gaoding-14"/>
          <p:cNvSpPr txBox="1"/>
          <p:nvPr/>
        </p:nvSpPr>
        <p:spPr>
          <a:xfrm>
            <a:off x="1699872" y="3743804"/>
            <a:ext cx="332232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Work Plan for next year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HEJI-2"/>
          <p:cNvSpPr txBox="1"/>
          <p:nvPr/>
        </p:nvSpPr>
        <p:spPr>
          <a:xfrm>
            <a:off x="476000" y="447822"/>
            <a:ext cx="244612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明年工作计划</a:t>
            </a:r>
            <a:endParaRPr lang="zh-CN" altLang="en-US" spc="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" name="iSHEJI-3"/>
          <p:cNvSpPr txBox="1"/>
          <p:nvPr/>
        </p:nvSpPr>
        <p:spPr>
          <a:xfrm>
            <a:off x="476000" y="940265"/>
            <a:ext cx="289062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  <a:alpha val="6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defRPr>
            </a:lvl1pPr>
          </a:lstStyle>
          <a:p>
            <a:r>
              <a:rPr lang="en-US" altLang="zh-CN" dirty="0"/>
              <a:t>Work Plan for </a:t>
            </a:r>
            <a:r>
              <a:rPr lang="en-US" altLang="zh-CN"/>
              <a:t>next year</a:t>
            </a:r>
            <a:endParaRPr lang="en-US" altLang="zh-CN" dirty="0"/>
          </a:p>
        </p:txBody>
      </p:sp>
      <p:sp>
        <p:nvSpPr>
          <p:cNvPr id="5" name="任意多边形: 形状 4"/>
          <p:cNvSpPr/>
          <p:nvPr/>
        </p:nvSpPr>
        <p:spPr>
          <a:xfrm rot="10800000">
            <a:off x="7020389" y="4618240"/>
            <a:ext cx="4098539" cy="1137643"/>
          </a:xfrm>
          <a:custGeom>
            <a:avLst/>
            <a:gdLst>
              <a:gd name="connsiteX0" fmla="*/ 0 w 4098539"/>
              <a:gd name="connsiteY0" fmla="*/ 0 h 1137643"/>
              <a:gd name="connsiteX1" fmla="*/ 4098539 w 4098539"/>
              <a:gd name="connsiteY1" fmla="*/ 0 h 1137643"/>
              <a:gd name="connsiteX2" fmla="*/ 4098539 w 4098539"/>
              <a:gd name="connsiteY2" fmla="*/ 1137644 h 1137643"/>
              <a:gd name="connsiteX3" fmla="*/ 0 w 4098539"/>
              <a:gd name="connsiteY3" fmla="*/ 1137644 h 113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98539" h="1137643">
                <a:moveTo>
                  <a:pt x="0" y="0"/>
                </a:moveTo>
                <a:lnTo>
                  <a:pt x="4098539" y="0"/>
                </a:lnTo>
                <a:lnTo>
                  <a:pt x="4098539" y="1137644"/>
                </a:lnTo>
                <a:lnTo>
                  <a:pt x="0" y="1137644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0" scaled="0"/>
          </a:gradFill>
          <a:ln w="839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" name="任意多边形: 形状 5"/>
          <p:cNvSpPr/>
          <p:nvPr/>
        </p:nvSpPr>
        <p:spPr>
          <a:xfrm rot="10800000">
            <a:off x="6585841" y="3199967"/>
            <a:ext cx="4098539" cy="1137643"/>
          </a:xfrm>
          <a:custGeom>
            <a:avLst/>
            <a:gdLst>
              <a:gd name="connsiteX0" fmla="*/ 0 w 4098539"/>
              <a:gd name="connsiteY0" fmla="*/ 0 h 1137643"/>
              <a:gd name="connsiteX1" fmla="*/ 4098539 w 4098539"/>
              <a:gd name="connsiteY1" fmla="*/ 0 h 1137643"/>
              <a:gd name="connsiteX2" fmla="*/ 4098539 w 4098539"/>
              <a:gd name="connsiteY2" fmla="*/ 1137644 h 1137643"/>
              <a:gd name="connsiteX3" fmla="*/ 0 w 4098539"/>
              <a:gd name="connsiteY3" fmla="*/ 1137644 h 113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98539" h="1137643">
                <a:moveTo>
                  <a:pt x="0" y="0"/>
                </a:moveTo>
                <a:lnTo>
                  <a:pt x="4098539" y="0"/>
                </a:lnTo>
                <a:lnTo>
                  <a:pt x="4098539" y="1137644"/>
                </a:lnTo>
                <a:lnTo>
                  <a:pt x="0" y="1137644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0" scaled="0"/>
          </a:gradFill>
          <a:ln w="839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7" name="任意多边形: 形状 6"/>
          <p:cNvSpPr/>
          <p:nvPr/>
        </p:nvSpPr>
        <p:spPr>
          <a:xfrm rot="10800000">
            <a:off x="6266563" y="1818663"/>
            <a:ext cx="4098539" cy="1137643"/>
          </a:xfrm>
          <a:custGeom>
            <a:avLst/>
            <a:gdLst>
              <a:gd name="connsiteX0" fmla="*/ 0 w 4098539"/>
              <a:gd name="connsiteY0" fmla="*/ 0 h 1137643"/>
              <a:gd name="connsiteX1" fmla="*/ 4098539 w 4098539"/>
              <a:gd name="connsiteY1" fmla="*/ 0 h 1137643"/>
              <a:gd name="connsiteX2" fmla="*/ 4098539 w 4098539"/>
              <a:gd name="connsiteY2" fmla="*/ 1137643 h 1137643"/>
              <a:gd name="connsiteX3" fmla="*/ 0 w 4098539"/>
              <a:gd name="connsiteY3" fmla="*/ 1137643 h 113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98539" h="1137643">
                <a:moveTo>
                  <a:pt x="0" y="0"/>
                </a:moveTo>
                <a:lnTo>
                  <a:pt x="4098539" y="0"/>
                </a:lnTo>
                <a:lnTo>
                  <a:pt x="4098539" y="1137643"/>
                </a:lnTo>
                <a:lnTo>
                  <a:pt x="0" y="1137643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0" scaled="0"/>
          </a:gradFill>
          <a:ln w="8393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8" name="任意多边形: 形状 7"/>
          <p:cNvSpPr/>
          <p:nvPr/>
        </p:nvSpPr>
        <p:spPr>
          <a:xfrm>
            <a:off x="644732" y="4358377"/>
            <a:ext cx="3700377" cy="1137643"/>
          </a:xfrm>
          <a:custGeom>
            <a:avLst/>
            <a:gdLst>
              <a:gd name="connsiteX0" fmla="*/ 0 w 2847468"/>
              <a:gd name="connsiteY0" fmla="*/ 0 h 1137643"/>
              <a:gd name="connsiteX1" fmla="*/ 2847468 w 2847468"/>
              <a:gd name="connsiteY1" fmla="*/ 0 h 1137643"/>
              <a:gd name="connsiteX2" fmla="*/ 2847468 w 2847468"/>
              <a:gd name="connsiteY2" fmla="*/ 1137643 h 1137643"/>
              <a:gd name="connsiteX3" fmla="*/ 0 w 2847468"/>
              <a:gd name="connsiteY3" fmla="*/ 1137643 h 113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47468" h="1137643">
                <a:moveTo>
                  <a:pt x="0" y="0"/>
                </a:moveTo>
                <a:lnTo>
                  <a:pt x="2847468" y="0"/>
                </a:lnTo>
                <a:lnTo>
                  <a:pt x="2847468" y="1137643"/>
                </a:lnTo>
                <a:lnTo>
                  <a:pt x="0" y="1137643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0" scaled="0"/>
          </a:gradFill>
          <a:ln w="8393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1095075" y="2782986"/>
            <a:ext cx="4199365" cy="1137643"/>
          </a:xfrm>
          <a:custGeom>
            <a:avLst/>
            <a:gdLst>
              <a:gd name="connsiteX0" fmla="*/ 0 w 3231443"/>
              <a:gd name="connsiteY0" fmla="*/ 0 h 1137643"/>
              <a:gd name="connsiteX1" fmla="*/ 3231444 w 3231443"/>
              <a:gd name="connsiteY1" fmla="*/ 0 h 1137643"/>
              <a:gd name="connsiteX2" fmla="*/ 3231444 w 3231443"/>
              <a:gd name="connsiteY2" fmla="*/ 1137643 h 1137643"/>
              <a:gd name="connsiteX3" fmla="*/ 0 w 3231443"/>
              <a:gd name="connsiteY3" fmla="*/ 1137643 h 113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31443" h="1137643">
                <a:moveTo>
                  <a:pt x="0" y="0"/>
                </a:moveTo>
                <a:lnTo>
                  <a:pt x="3231444" y="0"/>
                </a:lnTo>
                <a:lnTo>
                  <a:pt x="3231444" y="1137643"/>
                </a:lnTo>
                <a:lnTo>
                  <a:pt x="0" y="1137643"/>
                </a:lnTo>
                <a:close/>
              </a:path>
            </a:pathLst>
          </a:cu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95000"/>
                  <a:alpha val="0"/>
                </a:schemeClr>
              </a:gs>
            </a:gsLst>
            <a:lin ang="0" scaled="0"/>
          </a:gradFill>
          <a:ln w="8393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任意多边形: 形状 9"/>
          <p:cNvSpPr/>
          <p:nvPr/>
        </p:nvSpPr>
        <p:spPr>
          <a:xfrm>
            <a:off x="6585841" y="4927199"/>
            <a:ext cx="1016654" cy="1921559"/>
          </a:xfrm>
          <a:custGeom>
            <a:avLst/>
            <a:gdLst>
              <a:gd name="connsiteX0" fmla="*/ 576384 w 1016654"/>
              <a:gd name="connsiteY0" fmla="*/ 0 h 1921559"/>
              <a:gd name="connsiteX1" fmla="*/ 1016654 w 1016654"/>
              <a:gd name="connsiteY1" fmla="*/ 254584 h 1921559"/>
              <a:gd name="connsiteX2" fmla="*/ 576384 w 1016654"/>
              <a:gd name="connsiteY2" fmla="*/ 509167 h 1921559"/>
              <a:gd name="connsiteX3" fmla="*/ 576384 w 1016654"/>
              <a:gd name="connsiteY3" fmla="*/ 331043 h 1921559"/>
              <a:gd name="connsiteX4" fmla="*/ 295753 w 1016654"/>
              <a:gd name="connsiteY4" fmla="*/ 331043 h 1921559"/>
              <a:gd name="connsiteX5" fmla="*/ 152918 w 1016654"/>
              <a:gd name="connsiteY5" fmla="*/ 473878 h 1921559"/>
              <a:gd name="connsiteX6" fmla="*/ 152918 w 1016654"/>
              <a:gd name="connsiteY6" fmla="*/ 1921559 h 1921559"/>
              <a:gd name="connsiteX7" fmla="*/ 0 w 1016654"/>
              <a:gd name="connsiteY7" fmla="*/ 1921559 h 1921559"/>
              <a:gd name="connsiteX8" fmla="*/ 0 w 1016654"/>
              <a:gd name="connsiteY8" fmla="*/ 473878 h 1921559"/>
              <a:gd name="connsiteX9" fmla="*/ 295753 w 1016654"/>
              <a:gd name="connsiteY9" fmla="*/ 178125 h 1921559"/>
              <a:gd name="connsiteX10" fmla="*/ 576384 w 1016654"/>
              <a:gd name="connsiteY10" fmla="*/ 178125 h 1921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6654" h="1921559">
                <a:moveTo>
                  <a:pt x="576384" y="0"/>
                </a:moveTo>
                <a:lnTo>
                  <a:pt x="1016654" y="254584"/>
                </a:lnTo>
                <a:lnTo>
                  <a:pt x="576384" y="509167"/>
                </a:lnTo>
                <a:lnTo>
                  <a:pt x="576384" y="331043"/>
                </a:lnTo>
                <a:lnTo>
                  <a:pt x="295753" y="331043"/>
                </a:lnTo>
                <a:cubicBezTo>
                  <a:pt x="217059" y="331505"/>
                  <a:pt x="153380" y="395184"/>
                  <a:pt x="152918" y="473878"/>
                </a:cubicBezTo>
                <a:lnTo>
                  <a:pt x="152918" y="1921559"/>
                </a:lnTo>
                <a:lnTo>
                  <a:pt x="0" y="1921559"/>
                </a:lnTo>
                <a:lnTo>
                  <a:pt x="0" y="473878"/>
                </a:lnTo>
                <a:cubicBezTo>
                  <a:pt x="462" y="310727"/>
                  <a:pt x="132602" y="178587"/>
                  <a:pt x="295753" y="178125"/>
                </a:cubicBezTo>
                <a:lnTo>
                  <a:pt x="576384" y="17812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393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1" name="任意多边形: 形状 10"/>
          <p:cNvSpPr/>
          <p:nvPr/>
        </p:nvSpPr>
        <p:spPr>
          <a:xfrm>
            <a:off x="6158175" y="3519007"/>
            <a:ext cx="1016653" cy="3338992"/>
          </a:xfrm>
          <a:custGeom>
            <a:avLst/>
            <a:gdLst>
              <a:gd name="connsiteX0" fmla="*/ 575543 w 1016653"/>
              <a:gd name="connsiteY0" fmla="*/ 0 h 3338992"/>
              <a:gd name="connsiteX1" fmla="*/ 1016653 w 1016653"/>
              <a:gd name="connsiteY1" fmla="*/ 254583 h 3338992"/>
              <a:gd name="connsiteX2" fmla="*/ 575543 w 1016653"/>
              <a:gd name="connsiteY2" fmla="*/ 509167 h 3338992"/>
              <a:gd name="connsiteX3" fmla="*/ 575543 w 1016653"/>
              <a:gd name="connsiteY3" fmla="*/ 331043 h 3338992"/>
              <a:gd name="connsiteX4" fmla="*/ 295753 w 1016653"/>
              <a:gd name="connsiteY4" fmla="*/ 331043 h 3338992"/>
              <a:gd name="connsiteX5" fmla="*/ 152918 w 1016653"/>
              <a:gd name="connsiteY5" fmla="*/ 473879 h 3338992"/>
              <a:gd name="connsiteX6" fmla="*/ 152918 w 1016653"/>
              <a:gd name="connsiteY6" fmla="*/ 3338992 h 3338992"/>
              <a:gd name="connsiteX7" fmla="*/ 0 w 1016653"/>
              <a:gd name="connsiteY7" fmla="*/ 3338992 h 3338992"/>
              <a:gd name="connsiteX8" fmla="*/ 0 w 1016653"/>
              <a:gd name="connsiteY8" fmla="*/ 473879 h 3338992"/>
              <a:gd name="connsiteX9" fmla="*/ 295753 w 1016653"/>
              <a:gd name="connsiteY9" fmla="*/ 178125 h 3338992"/>
              <a:gd name="connsiteX10" fmla="*/ 575543 w 1016653"/>
              <a:gd name="connsiteY10" fmla="*/ 178125 h 3338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6653" h="3338992">
                <a:moveTo>
                  <a:pt x="575543" y="0"/>
                </a:moveTo>
                <a:lnTo>
                  <a:pt x="1016653" y="254583"/>
                </a:lnTo>
                <a:lnTo>
                  <a:pt x="575543" y="509167"/>
                </a:lnTo>
                <a:lnTo>
                  <a:pt x="575543" y="331043"/>
                </a:lnTo>
                <a:lnTo>
                  <a:pt x="295753" y="331043"/>
                </a:lnTo>
                <a:cubicBezTo>
                  <a:pt x="216866" y="331043"/>
                  <a:pt x="152918" y="394991"/>
                  <a:pt x="152918" y="473879"/>
                </a:cubicBezTo>
                <a:lnTo>
                  <a:pt x="152918" y="3338992"/>
                </a:lnTo>
                <a:lnTo>
                  <a:pt x="0" y="3338992"/>
                </a:lnTo>
                <a:lnTo>
                  <a:pt x="0" y="473879"/>
                </a:lnTo>
                <a:cubicBezTo>
                  <a:pt x="462" y="310727"/>
                  <a:pt x="132602" y="178587"/>
                  <a:pt x="295753" y="178125"/>
                </a:cubicBezTo>
                <a:lnTo>
                  <a:pt x="575543" y="178125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 w="8393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2" name="任意多边形: 形状 11"/>
          <p:cNvSpPr/>
          <p:nvPr/>
        </p:nvSpPr>
        <p:spPr>
          <a:xfrm>
            <a:off x="5742272" y="2317509"/>
            <a:ext cx="799878" cy="4531248"/>
          </a:xfrm>
          <a:custGeom>
            <a:avLst/>
            <a:gdLst>
              <a:gd name="connsiteX0" fmla="*/ 152918 w 799878"/>
              <a:gd name="connsiteY0" fmla="*/ 4531249 h 4531248"/>
              <a:gd name="connsiteX1" fmla="*/ 0 w 799878"/>
              <a:gd name="connsiteY1" fmla="*/ 4531249 h 4531248"/>
              <a:gd name="connsiteX2" fmla="*/ 0 w 799878"/>
              <a:gd name="connsiteY2" fmla="*/ 296594 h 4531248"/>
              <a:gd name="connsiteX3" fmla="*/ 295754 w 799878"/>
              <a:gd name="connsiteY3" fmla="*/ 0 h 4531248"/>
              <a:gd name="connsiteX4" fmla="*/ 799879 w 799878"/>
              <a:gd name="connsiteY4" fmla="*/ 0 h 4531248"/>
              <a:gd name="connsiteX5" fmla="*/ 799879 w 799878"/>
              <a:gd name="connsiteY5" fmla="*/ 152078 h 4531248"/>
              <a:gd name="connsiteX6" fmla="*/ 295754 w 799878"/>
              <a:gd name="connsiteY6" fmla="*/ 152078 h 4531248"/>
              <a:gd name="connsiteX7" fmla="*/ 152910 w 799878"/>
              <a:gd name="connsiteY7" fmla="*/ 294903 h 4531248"/>
              <a:gd name="connsiteX8" fmla="*/ 152918 w 799878"/>
              <a:gd name="connsiteY8" fmla="*/ 296594 h 453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99878" h="4531248">
                <a:moveTo>
                  <a:pt x="152918" y="4531249"/>
                </a:moveTo>
                <a:lnTo>
                  <a:pt x="0" y="4531249"/>
                </a:lnTo>
                <a:lnTo>
                  <a:pt x="0" y="296594"/>
                </a:lnTo>
                <a:cubicBezTo>
                  <a:pt x="0" y="133117"/>
                  <a:pt x="132274" y="463"/>
                  <a:pt x="295754" y="0"/>
                </a:cubicBezTo>
                <a:lnTo>
                  <a:pt x="799879" y="0"/>
                </a:lnTo>
                <a:lnTo>
                  <a:pt x="799879" y="152078"/>
                </a:lnTo>
                <a:lnTo>
                  <a:pt x="295754" y="152078"/>
                </a:lnTo>
                <a:cubicBezTo>
                  <a:pt x="216866" y="152073"/>
                  <a:pt x="152910" y="216018"/>
                  <a:pt x="152910" y="294903"/>
                </a:cubicBezTo>
                <a:cubicBezTo>
                  <a:pt x="152910" y="295467"/>
                  <a:pt x="152910" y="296030"/>
                  <a:pt x="152918" y="296594"/>
                </a:cubicBezTo>
                <a:close/>
              </a:path>
            </a:pathLst>
          </a:custGeom>
          <a:solidFill>
            <a:schemeClr val="accent1"/>
          </a:solidFill>
          <a:ln w="8393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6318655" y="2138545"/>
            <a:ext cx="440269" cy="508326"/>
          </a:xfrm>
          <a:custGeom>
            <a:avLst/>
            <a:gdLst>
              <a:gd name="connsiteX0" fmla="*/ 440269 w 440269"/>
              <a:gd name="connsiteY0" fmla="*/ 254583 h 508326"/>
              <a:gd name="connsiteX1" fmla="*/ 0 w 440269"/>
              <a:gd name="connsiteY1" fmla="*/ 0 h 508326"/>
              <a:gd name="connsiteX2" fmla="*/ 0 w 440269"/>
              <a:gd name="connsiteY2" fmla="*/ 508327 h 508326"/>
              <a:gd name="connsiteX3" fmla="*/ 440269 w 440269"/>
              <a:gd name="connsiteY3" fmla="*/ 254583 h 508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269" h="508326">
                <a:moveTo>
                  <a:pt x="440269" y="254583"/>
                </a:moveTo>
                <a:lnTo>
                  <a:pt x="0" y="0"/>
                </a:lnTo>
                <a:lnTo>
                  <a:pt x="0" y="508327"/>
                </a:lnTo>
                <a:lnTo>
                  <a:pt x="440269" y="254583"/>
                </a:lnTo>
                <a:close/>
              </a:path>
            </a:pathLst>
          </a:custGeom>
          <a:solidFill>
            <a:schemeClr val="accent1"/>
          </a:solidFill>
          <a:ln w="8393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4" name="任意多边形: 形状 13"/>
          <p:cNvSpPr/>
          <p:nvPr/>
        </p:nvSpPr>
        <p:spPr>
          <a:xfrm>
            <a:off x="4087060" y="4620523"/>
            <a:ext cx="1016653" cy="2228235"/>
          </a:xfrm>
          <a:custGeom>
            <a:avLst/>
            <a:gdLst>
              <a:gd name="connsiteX0" fmla="*/ 440269 w 1016653"/>
              <a:gd name="connsiteY0" fmla="*/ 0 h 2228235"/>
              <a:gd name="connsiteX1" fmla="*/ 440269 w 1016653"/>
              <a:gd name="connsiteY1" fmla="*/ 178124 h 2228235"/>
              <a:gd name="connsiteX2" fmla="*/ 720059 w 1016653"/>
              <a:gd name="connsiteY2" fmla="*/ 178124 h 2228235"/>
              <a:gd name="connsiteX3" fmla="*/ 1016653 w 1016653"/>
              <a:gd name="connsiteY3" fmla="*/ 473878 h 2228235"/>
              <a:gd name="connsiteX4" fmla="*/ 1016653 w 1016653"/>
              <a:gd name="connsiteY4" fmla="*/ 2228235 h 2228235"/>
              <a:gd name="connsiteX5" fmla="*/ 862895 w 1016653"/>
              <a:gd name="connsiteY5" fmla="*/ 2228235 h 2228235"/>
              <a:gd name="connsiteX6" fmla="*/ 862895 w 1016653"/>
              <a:gd name="connsiteY6" fmla="*/ 473878 h 2228235"/>
              <a:gd name="connsiteX7" fmla="*/ 720059 w 1016653"/>
              <a:gd name="connsiteY7" fmla="*/ 331042 h 2228235"/>
              <a:gd name="connsiteX8" fmla="*/ 440269 w 1016653"/>
              <a:gd name="connsiteY8" fmla="*/ 331042 h 2228235"/>
              <a:gd name="connsiteX9" fmla="*/ 440269 w 1016653"/>
              <a:gd name="connsiteY9" fmla="*/ 509167 h 2228235"/>
              <a:gd name="connsiteX10" fmla="*/ 0 w 1016653"/>
              <a:gd name="connsiteY10" fmla="*/ 254583 h 2228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016653" h="2228235">
                <a:moveTo>
                  <a:pt x="440269" y="0"/>
                </a:moveTo>
                <a:lnTo>
                  <a:pt x="440269" y="178124"/>
                </a:lnTo>
                <a:lnTo>
                  <a:pt x="720059" y="178124"/>
                </a:lnTo>
                <a:cubicBezTo>
                  <a:pt x="883539" y="178124"/>
                  <a:pt x="1016191" y="310398"/>
                  <a:pt x="1016653" y="473878"/>
                </a:cubicBezTo>
                <a:lnTo>
                  <a:pt x="1016653" y="2228235"/>
                </a:lnTo>
                <a:lnTo>
                  <a:pt x="862895" y="2228235"/>
                </a:lnTo>
                <a:lnTo>
                  <a:pt x="862895" y="473878"/>
                </a:lnTo>
                <a:cubicBezTo>
                  <a:pt x="862895" y="394990"/>
                  <a:pt x="798947" y="331042"/>
                  <a:pt x="720059" y="331042"/>
                </a:cubicBezTo>
                <a:lnTo>
                  <a:pt x="440269" y="331042"/>
                </a:lnTo>
                <a:lnTo>
                  <a:pt x="440269" y="509167"/>
                </a:lnTo>
                <a:lnTo>
                  <a:pt x="0" y="254583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83939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5" name="任意多边形: 形状 14"/>
          <p:cNvSpPr/>
          <p:nvPr/>
        </p:nvSpPr>
        <p:spPr>
          <a:xfrm>
            <a:off x="4553376" y="3004626"/>
            <a:ext cx="939353" cy="3853374"/>
          </a:xfrm>
          <a:custGeom>
            <a:avLst/>
            <a:gdLst>
              <a:gd name="connsiteX0" fmla="*/ 440270 w 939353"/>
              <a:gd name="connsiteY0" fmla="*/ 0 h 3853374"/>
              <a:gd name="connsiteX1" fmla="*/ 440270 w 939353"/>
              <a:gd name="connsiteY1" fmla="*/ 183169 h 3853374"/>
              <a:gd name="connsiteX2" fmla="*/ 643599 w 939353"/>
              <a:gd name="connsiteY2" fmla="*/ 183169 h 3853374"/>
              <a:gd name="connsiteX3" fmla="*/ 939353 w 939353"/>
              <a:gd name="connsiteY3" fmla="*/ 479763 h 3853374"/>
              <a:gd name="connsiteX4" fmla="*/ 939353 w 939353"/>
              <a:gd name="connsiteY4" fmla="*/ 1789433 h 3853374"/>
              <a:gd name="connsiteX5" fmla="*/ 939353 w 939353"/>
              <a:gd name="connsiteY5" fmla="*/ 3497795 h 3853374"/>
              <a:gd name="connsiteX6" fmla="*/ 939353 w 939353"/>
              <a:gd name="connsiteY6" fmla="*/ 3853374 h 3853374"/>
              <a:gd name="connsiteX7" fmla="*/ 786435 w 939353"/>
              <a:gd name="connsiteY7" fmla="*/ 3853374 h 3853374"/>
              <a:gd name="connsiteX8" fmla="*/ 786435 w 939353"/>
              <a:gd name="connsiteY8" fmla="*/ 3497795 h 3853374"/>
              <a:gd name="connsiteX9" fmla="*/ 786435 w 939353"/>
              <a:gd name="connsiteY9" fmla="*/ 1789433 h 3853374"/>
              <a:gd name="connsiteX10" fmla="*/ 786435 w 939353"/>
              <a:gd name="connsiteY10" fmla="*/ 1531467 h 3853374"/>
              <a:gd name="connsiteX11" fmla="*/ 786435 w 939353"/>
              <a:gd name="connsiteY11" fmla="*/ 479763 h 3853374"/>
              <a:gd name="connsiteX12" fmla="*/ 643599 w 939353"/>
              <a:gd name="connsiteY12" fmla="*/ 336927 h 3853374"/>
              <a:gd name="connsiteX13" fmla="*/ 440270 w 939353"/>
              <a:gd name="connsiteY13" fmla="*/ 336927 h 3853374"/>
              <a:gd name="connsiteX14" fmla="*/ 440270 w 939353"/>
              <a:gd name="connsiteY14" fmla="*/ 508327 h 3853374"/>
              <a:gd name="connsiteX15" fmla="*/ 143856 w 939353"/>
              <a:gd name="connsiteY15" fmla="*/ 336927 h 3853374"/>
              <a:gd name="connsiteX16" fmla="*/ 139474 w 939353"/>
              <a:gd name="connsiteY16" fmla="*/ 336927 h 3853374"/>
              <a:gd name="connsiteX17" fmla="*/ 139474 w 939353"/>
              <a:gd name="connsiteY17" fmla="*/ 334393 h 3853374"/>
              <a:gd name="connsiteX18" fmla="*/ 0 w 939353"/>
              <a:gd name="connsiteY18" fmla="*/ 253743 h 3853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39353" h="3853374">
                <a:moveTo>
                  <a:pt x="440270" y="0"/>
                </a:moveTo>
                <a:lnTo>
                  <a:pt x="440270" y="183169"/>
                </a:lnTo>
                <a:lnTo>
                  <a:pt x="643599" y="183169"/>
                </a:lnTo>
                <a:cubicBezTo>
                  <a:pt x="807079" y="183631"/>
                  <a:pt x="939353" y="316283"/>
                  <a:pt x="939353" y="479763"/>
                </a:cubicBezTo>
                <a:lnTo>
                  <a:pt x="939353" y="1789433"/>
                </a:lnTo>
                <a:lnTo>
                  <a:pt x="939353" y="3497795"/>
                </a:lnTo>
                <a:lnTo>
                  <a:pt x="939353" y="3853374"/>
                </a:lnTo>
                <a:lnTo>
                  <a:pt x="786435" y="3853374"/>
                </a:lnTo>
                <a:lnTo>
                  <a:pt x="786435" y="3497795"/>
                </a:lnTo>
                <a:lnTo>
                  <a:pt x="786435" y="1789433"/>
                </a:lnTo>
                <a:lnTo>
                  <a:pt x="786435" y="1531467"/>
                </a:lnTo>
                <a:lnTo>
                  <a:pt x="786435" y="479763"/>
                </a:lnTo>
                <a:cubicBezTo>
                  <a:pt x="786435" y="400876"/>
                  <a:pt x="722487" y="336927"/>
                  <a:pt x="643599" y="336927"/>
                </a:cubicBezTo>
                <a:lnTo>
                  <a:pt x="440270" y="336927"/>
                </a:lnTo>
                <a:lnTo>
                  <a:pt x="440270" y="508327"/>
                </a:lnTo>
                <a:lnTo>
                  <a:pt x="143856" y="336927"/>
                </a:lnTo>
                <a:lnTo>
                  <a:pt x="139474" y="336927"/>
                </a:lnTo>
                <a:lnTo>
                  <a:pt x="139474" y="334393"/>
                </a:lnTo>
                <a:lnTo>
                  <a:pt x="0" y="253743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83939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6" name="gaoding-14"/>
          <p:cNvSpPr txBox="1"/>
          <p:nvPr/>
        </p:nvSpPr>
        <p:spPr>
          <a:xfrm>
            <a:off x="1176672" y="2974547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内容智能流转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18" name="gaoding-14"/>
          <p:cNvSpPr txBox="1"/>
          <p:nvPr/>
        </p:nvSpPr>
        <p:spPr>
          <a:xfrm>
            <a:off x="1176672" y="3311634"/>
            <a:ext cx="2850731" cy="5047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通过海报、文章、视频、音频、直播等形式创造优质内容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19" name="gaoding-14"/>
          <p:cNvSpPr txBox="1"/>
          <p:nvPr/>
        </p:nvSpPr>
        <p:spPr>
          <a:xfrm>
            <a:off x="726329" y="4523704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defRPr>
            </a:lvl1pPr>
          </a:lstStyle>
          <a:p>
            <a:r>
              <a:rPr lang="zh-CN" altLang="en-US" dirty="0"/>
              <a:t>数字资产管理</a:t>
            </a:r>
            <a:endParaRPr lang="zh-CN" altLang="en-US" dirty="0"/>
          </a:p>
        </p:txBody>
      </p:sp>
      <p:sp>
        <p:nvSpPr>
          <p:cNvPr id="20" name="gaoding-14"/>
          <p:cNvSpPr txBox="1"/>
          <p:nvPr/>
        </p:nvSpPr>
        <p:spPr>
          <a:xfrm>
            <a:off x="726329" y="4860791"/>
            <a:ext cx="2850731" cy="5047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基于全社交媒体平台进行全域流量整合营销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21" name="gaoding-14"/>
          <p:cNvSpPr txBox="1"/>
          <p:nvPr/>
        </p:nvSpPr>
        <p:spPr>
          <a:xfrm>
            <a:off x="8024094" y="1992403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2000" i="0" u="none" strike="noStrike" cap="none" spc="0" normalizeH="0" baseline="0">
                <a:ln>
                  <a:noFill/>
                </a:ln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defRPr>
            </a:lvl1pPr>
          </a:lstStyle>
          <a:p>
            <a:pPr algn="r"/>
            <a:r>
              <a:rPr lang="zh-CN" altLang="en-US" dirty="0"/>
              <a:t>品牌塑造传播</a:t>
            </a:r>
            <a:endParaRPr lang="zh-CN" altLang="en-US" dirty="0"/>
          </a:p>
        </p:txBody>
      </p:sp>
      <p:sp>
        <p:nvSpPr>
          <p:cNvPr id="22" name="gaoding-14"/>
          <p:cNvSpPr txBox="1"/>
          <p:nvPr/>
        </p:nvSpPr>
        <p:spPr>
          <a:xfrm>
            <a:off x="7327375" y="2329490"/>
            <a:ext cx="2850731" cy="5047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以优质内容作为营销输出核心，承载品牌内核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23" name="gaoding-14"/>
          <p:cNvSpPr txBox="1"/>
          <p:nvPr/>
        </p:nvSpPr>
        <p:spPr>
          <a:xfrm>
            <a:off x="8343372" y="3337043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全员营销获客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24" name="gaoding-14"/>
          <p:cNvSpPr txBox="1"/>
          <p:nvPr/>
        </p:nvSpPr>
        <p:spPr>
          <a:xfrm>
            <a:off x="7646653" y="3674130"/>
            <a:ext cx="2850731" cy="5047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在不同流量平台开设个人账户，传递品牌声量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  <p:sp>
        <p:nvSpPr>
          <p:cNvPr id="25" name="gaoding-14"/>
          <p:cNvSpPr txBox="1"/>
          <p:nvPr/>
        </p:nvSpPr>
        <p:spPr>
          <a:xfrm>
            <a:off x="8777920" y="4768237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内容智能流转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26" name="gaoding-14"/>
          <p:cNvSpPr txBox="1"/>
          <p:nvPr/>
        </p:nvSpPr>
        <p:spPr>
          <a:xfrm>
            <a:off x="8081201" y="5105324"/>
            <a:ext cx="2850731" cy="50475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通过海报、文章、视频、音频、直播等形式创造优质内容</a:t>
            </a:r>
            <a:r>
              <a:rPr lang="zh-CN" altLang="en-US" sz="1400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rPr>
              <a:t>。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HEJI-2"/>
          <p:cNvSpPr txBox="1"/>
          <p:nvPr/>
        </p:nvSpPr>
        <p:spPr>
          <a:xfrm>
            <a:off x="476000" y="447822"/>
            <a:ext cx="244612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明年工作计划</a:t>
            </a:r>
            <a:endParaRPr lang="zh-CN" altLang="en-US" spc="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" name="iSHEJI-3"/>
          <p:cNvSpPr txBox="1"/>
          <p:nvPr/>
        </p:nvSpPr>
        <p:spPr>
          <a:xfrm>
            <a:off x="476000" y="940265"/>
            <a:ext cx="289062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  <a:alpha val="6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defRPr>
            </a:lvl1pPr>
          </a:lstStyle>
          <a:p>
            <a:r>
              <a:rPr lang="en-US" altLang="zh-CN" dirty="0"/>
              <a:t>Work Plan for next year</a:t>
            </a:r>
            <a:endParaRPr lang="en-US" altLang="zh-CN" dirty="0"/>
          </a:p>
        </p:txBody>
      </p:sp>
      <p:sp>
        <p:nvSpPr>
          <p:cNvPr id="5" name="iSHEJI-5"/>
          <p:cNvSpPr/>
          <p:nvPr/>
        </p:nvSpPr>
        <p:spPr>
          <a:xfrm>
            <a:off x="1260366" y="1932214"/>
            <a:ext cx="1539240" cy="153924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" name="iSHEJI-6"/>
          <p:cNvSpPr/>
          <p:nvPr/>
        </p:nvSpPr>
        <p:spPr>
          <a:xfrm>
            <a:off x="1607146" y="2278939"/>
            <a:ext cx="845681" cy="845790"/>
          </a:xfrm>
          <a:custGeom>
            <a:avLst/>
            <a:gdLst>
              <a:gd name="connsiteX0" fmla="*/ 444543 w 845681"/>
              <a:gd name="connsiteY0" fmla="*/ 267264 h 845790"/>
              <a:gd name="connsiteX1" fmla="*/ 444543 w 845681"/>
              <a:gd name="connsiteY1" fmla="*/ 401246 h 845790"/>
              <a:gd name="connsiteX2" fmla="*/ 578272 w 845681"/>
              <a:gd name="connsiteY2" fmla="*/ 401246 h 845790"/>
              <a:gd name="connsiteX3" fmla="*/ 570035 w 845681"/>
              <a:gd name="connsiteY3" fmla="*/ 360574 h 845790"/>
              <a:gd name="connsiteX4" fmla="*/ 484790 w 845681"/>
              <a:gd name="connsiteY4" fmla="*/ 275385 h 845790"/>
              <a:gd name="connsiteX5" fmla="*/ 351130 w 845681"/>
              <a:gd name="connsiteY5" fmla="*/ 252956 h 845790"/>
              <a:gd name="connsiteX6" fmla="*/ 367908 w 845681"/>
              <a:gd name="connsiteY6" fmla="*/ 292789 h 845790"/>
              <a:gd name="connsiteX7" fmla="*/ 292790 w 845681"/>
              <a:gd name="connsiteY7" fmla="*/ 477880 h 845790"/>
              <a:gd name="connsiteX8" fmla="*/ 476895 w 845681"/>
              <a:gd name="connsiteY8" fmla="*/ 553420 h 845790"/>
              <a:gd name="connsiteX9" fmla="*/ 477881 w 845681"/>
              <a:gd name="connsiteY9" fmla="*/ 552999 h 845790"/>
              <a:gd name="connsiteX10" fmla="*/ 552999 w 845681"/>
              <a:gd name="connsiteY10" fmla="*/ 477880 h 845790"/>
              <a:gd name="connsiteX11" fmla="*/ 592831 w 845681"/>
              <a:gd name="connsiteY11" fmla="*/ 494765 h 845790"/>
              <a:gd name="connsiteX12" fmla="*/ 494766 w 845681"/>
              <a:gd name="connsiteY12" fmla="*/ 592831 h 845790"/>
              <a:gd name="connsiteX13" fmla="*/ 422894 w 845681"/>
              <a:gd name="connsiteY13" fmla="*/ 607335 h 845790"/>
              <a:gd name="connsiteX14" fmla="*/ 351130 w 845681"/>
              <a:gd name="connsiteY14" fmla="*/ 592831 h 845790"/>
              <a:gd name="connsiteX15" fmla="*/ 252957 w 845681"/>
              <a:gd name="connsiteY15" fmla="*/ 494765 h 845790"/>
              <a:gd name="connsiteX16" fmla="*/ 351130 w 845681"/>
              <a:gd name="connsiteY16" fmla="*/ 252956 h 845790"/>
              <a:gd name="connsiteX17" fmla="*/ 401246 w 845681"/>
              <a:gd name="connsiteY17" fmla="*/ 184549 h 845790"/>
              <a:gd name="connsiteX18" fmla="*/ 444543 w 845681"/>
              <a:gd name="connsiteY18" fmla="*/ 184549 h 845790"/>
              <a:gd name="connsiteX19" fmla="*/ 444543 w 845681"/>
              <a:gd name="connsiteY19" fmla="*/ 221736 h 845790"/>
              <a:gd name="connsiteX20" fmla="*/ 463457 w 845681"/>
              <a:gd name="connsiteY20" fmla="*/ 223642 h 845790"/>
              <a:gd name="connsiteX21" fmla="*/ 621798 w 845681"/>
              <a:gd name="connsiteY21" fmla="*/ 381901 h 845790"/>
              <a:gd name="connsiteX22" fmla="*/ 623759 w 845681"/>
              <a:gd name="connsiteY22" fmla="*/ 401246 h 845790"/>
              <a:gd name="connsiteX23" fmla="*/ 663728 w 845681"/>
              <a:gd name="connsiteY23" fmla="*/ 401246 h 845790"/>
              <a:gd name="connsiteX24" fmla="*/ 663728 w 845681"/>
              <a:gd name="connsiteY24" fmla="*/ 444542 h 845790"/>
              <a:gd name="connsiteX25" fmla="*/ 401246 w 845681"/>
              <a:gd name="connsiteY25" fmla="*/ 444542 h 845790"/>
              <a:gd name="connsiteX26" fmla="*/ 398648 w 845681"/>
              <a:gd name="connsiteY26" fmla="*/ 43621 h 845790"/>
              <a:gd name="connsiteX27" fmla="*/ 379490 w 845681"/>
              <a:gd name="connsiteY27" fmla="*/ 175782 h 845790"/>
              <a:gd name="connsiteX28" fmla="*/ 365094 w 845681"/>
              <a:gd name="connsiteY28" fmla="*/ 179138 h 845790"/>
              <a:gd name="connsiteX29" fmla="*/ 291491 w 845681"/>
              <a:gd name="connsiteY29" fmla="*/ 209662 h 845790"/>
              <a:gd name="connsiteX30" fmla="*/ 278826 w 845681"/>
              <a:gd name="connsiteY30" fmla="*/ 217347 h 845790"/>
              <a:gd name="connsiteX31" fmla="*/ 172102 w 845681"/>
              <a:gd name="connsiteY31" fmla="*/ 137140 h 845790"/>
              <a:gd name="connsiteX32" fmla="*/ 138114 w 845681"/>
              <a:gd name="connsiteY32" fmla="*/ 171128 h 845790"/>
              <a:gd name="connsiteX33" fmla="*/ 217779 w 845681"/>
              <a:gd name="connsiteY33" fmla="*/ 278395 h 845790"/>
              <a:gd name="connsiteX34" fmla="*/ 209986 w 845681"/>
              <a:gd name="connsiteY34" fmla="*/ 290950 h 845790"/>
              <a:gd name="connsiteX35" fmla="*/ 179029 w 845681"/>
              <a:gd name="connsiteY35" fmla="*/ 365095 h 845790"/>
              <a:gd name="connsiteX36" fmla="*/ 175673 w 845681"/>
              <a:gd name="connsiteY36" fmla="*/ 379491 h 845790"/>
              <a:gd name="connsiteX37" fmla="*/ 43403 w 845681"/>
              <a:gd name="connsiteY37" fmla="*/ 398433 h 845790"/>
              <a:gd name="connsiteX38" fmla="*/ 43403 w 845681"/>
              <a:gd name="connsiteY38" fmla="*/ 446600 h 845790"/>
              <a:gd name="connsiteX39" fmla="*/ 175565 w 845681"/>
              <a:gd name="connsiteY39" fmla="*/ 465975 h 845790"/>
              <a:gd name="connsiteX40" fmla="*/ 178921 w 845681"/>
              <a:gd name="connsiteY40" fmla="*/ 480370 h 845790"/>
              <a:gd name="connsiteX41" fmla="*/ 209553 w 845681"/>
              <a:gd name="connsiteY41" fmla="*/ 554732 h 845790"/>
              <a:gd name="connsiteX42" fmla="*/ 217346 w 845681"/>
              <a:gd name="connsiteY42" fmla="*/ 567288 h 845790"/>
              <a:gd name="connsiteX43" fmla="*/ 137140 w 845681"/>
              <a:gd name="connsiteY43" fmla="*/ 674121 h 845790"/>
              <a:gd name="connsiteX44" fmla="*/ 171236 w 845681"/>
              <a:gd name="connsiteY44" fmla="*/ 708325 h 845790"/>
              <a:gd name="connsiteX45" fmla="*/ 278394 w 845681"/>
              <a:gd name="connsiteY45" fmla="*/ 628552 h 845790"/>
              <a:gd name="connsiteX46" fmla="*/ 290841 w 845681"/>
              <a:gd name="connsiteY46" fmla="*/ 636345 h 845790"/>
              <a:gd name="connsiteX47" fmla="*/ 365094 w 845681"/>
              <a:gd name="connsiteY47" fmla="*/ 667302 h 845790"/>
              <a:gd name="connsiteX48" fmla="*/ 379490 w 845681"/>
              <a:gd name="connsiteY48" fmla="*/ 670658 h 845790"/>
              <a:gd name="connsiteX49" fmla="*/ 398324 w 845681"/>
              <a:gd name="connsiteY49" fmla="*/ 802495 h 845790"/>
              <a:gd name="connsiteX50" fmla="*/ 446492 w 845681"/>
              <a:gd name="connsiteY50" fmla="*/ 802495 h 845790"/>
              <a:gd name="connsiteX51" fmla="*/ 465758 w 845681"/>
              <a:gd name="connsiteY51" fmla="*/ 670333 h 845790"/>
              <a:gd name="connsiteX52" fmla="*/ 480154 w 845681"/>
              <a:gd name="connsiteY52" fmla="*/ 666977 h 845790"/>
              <a:gd name="connsiteX53" fmla="*/ 554515 w 845681"/>
              <a:gd name="connsiteY53" fmla="*/ 636562 h 845790"/>
              <a:gd name="connsiteX54" fmla="*/ 567071 w 845681"/>
              <a:gd name="connsiteY54" fmla="*/ 628768 h 845790"/>
              <a:gd name="connsiteX55" fmla="*/ 674012 w 845681"/>
              <a:gd name="connsiteY55" fmla="*/ 708866 h 845790"/>
              <a:gd name="connsiteX56" fmla="*/ 708108 w 845681"/>
              <a:gd name="connsiteY56" fmla="*/ 674878 h 845790"/>
              <a:gd name="connsiteX57" fmla="*/ 628227 w 845681"/>
              <a:gd name="connsiteY57" fmla="*/ 567721 h 845790"/>
              <a:gd name="connsiteX58" fmla="*/ 636020 w 845681"/>
              <a:gd name="connsiteY58" fmla="*/ 555273 h 845790"/>
              <a:gd name="connsiteX59" fmla="*/ 666868 w 845681"/>
              <a:gd name="connsiteY59" fmla="*/ 480912 h 845790"/>
              <a:gd name="connsiteX60" fmla="*/ 670332 w 845681"/>
              <a:gd name="connsiteY60" fmla="*/ 466624 h 845790"/>
              <a:gd name="connsiteX61" fmla="*/ 802493 w 845681"/>
              <a:gd name="connsiteY61" fmla="*/ 447573 h 845790"/>
              <a:gd name="connsiteX62" fmla="*/ 802493 w 845681"/>
              <a:gd name="connsiteY62" fmla="*/ 399407 h 845790"/>
              <a:gd name="connsiteX63" fmla="*/ 670332 w 845681"/>
              <a:gd name="connsiteY63" fmla="*/ 380140 h 845790"/>
              <a:gd name="connsiteX64" fmla="*/ 666976 w 845681"/>
              <a:gd name="connsiteY64" fmla="*/ 365745 h 845790"/>
              <a:gd name="connsiteX65" fmla="*/ 636236 w 845681"/>
              <a:gd name="connsiteY65" fmla="*/ 291492 h 845790"/>
              <a:gd name="connsiteX66" fmla="*/ 628443 w 845681"/>
              <a:gd name="connsiteY66" fmla="*/ 278935 h 845790"/>
              <a:gd name="connsiteX67" fmla="*/ 708433 w 845681"/>
              <a:gd name="connsiteY67" fmla="*/ 171994 h 845790"/>
              <a:gd name="connsiteX68" fmla="*/ 674337 w 845681"/>
              <a:gd name="connsiteY68" fmla="*/ 137898 h 845790"/>
              <a:gd name="connsiteX69" fmla="*/ 567287 w 845681"/>
              <a:gd name="connsiteY69" fmla="*/ 217780 h 845790"/>
              <a:gd name="connsiteX70" fmla="*/ 554840 w 845681"/>
              <a:gd name="connsiteY70" fmla="*/ 209986 h 845790"/>
              <a:gd name="connsiteX71" fmla="*/ 480478 w 845681"/>
              <a:gd name="connsiteY71" fmla="*/ 179138 h 845790"/>
              <a:gd name="connsiteX72" fmla="*/ 466191 w 845681"/>
              <a:gd name="connsiteY72" fmla="*/ 175782 h 845790"/>
              <a:gd name="connsiteX73" fmla="*/ 447032 w 845681"/>
              <a:gd name="connsiteY73" fmla="*/ 43621 h 845790"/>
              <a:gd name="connsiteX74" fmla="*/ 361306 w 845681"/>
              <a:gd name="connsiteY74" fmla="*/ 0 h 845790"/>
              <a:gd name="connsiteX75" fmla="*/ 484484 w 845681"/>
              <a:gd name="connsiteY75" fmla="*/ 0 h 845790"/>
              <a:gd name="connsiteX76" fmla="*/ 504832 w 845681"/>
              <a:gd name="connsiteY76" fmla="*/ 140713 h 845790"/>
              <a:gd name="connsiteX77" fmla="*/ 564798 w 845681"/>
              <a:gd name="connsiteY77" fmla="*/ 165607 h 845790"/>
              <a:gd name="connsiteX78" fmla="*/ 678450 w 845681"/>
              <a:gd name="connsiteY78" fmla="*/ 80639 h 845790"/>
              <a:gd name="connsiteX79" fmla="*/ 765042 w 845681"/>
              <a:gd name="connsiteY79" fmla="*/ 167231 h 845790"/>
              <a:gd name="connsiteX80" fmla="*/ 680074 w 845681"/>
              <a:gd name="connsiteY80" fmla="*/ 281208 h 845790"/>
              <a:gd name="connsiteX81" fmla="*/ 704968 w 845681"/>
              <a:gd name="connsiteY81" fmla="*/ 341174 h 845790"/>
              <a:gd name="connsiteX82" fmla="*/ 845681 w 845681"/>
              <a:gd name="connsiteY82" fmla="*/ 361631 h 845790"/>
              <a:gd name="connsiteX83" fmla="*/ 845681 w 845681"/>
              <a:gd name="connsiteY83" fmla="*/ 485025 h 845790"/>
              <a:gd name="connsiteX84" fmla="*/ 704968 w 845681"/>
              <a:gd name="connsiteY84" fmla="*/ 505157 h 845790"/>
              <a:gd name="connsiteX85" fmla="*/ 680074 w 845681"/>
              <a:gd name="connsiteY85" fmla="*/ 565123 h 845790"/>
              <a:gd name="connsiteX86" fmla="*/ 764934 w 845681"/>
              <a:gd name="connsiteY86" fmla="*/ 678884 h 845790"/>
              <a:gd name="connsiteX87" fmla="*/ 677693 w 845681"/>
              <a:gd name="connsiteY87" fmla="*/ 765476 h 845790"/>
              <a:gd name="connsiteX88" fmla="*/ 564040 w 845681"/>
              <a:gd name="connsiteY88" fmla="*/ 680399 h 845790"/>
              <a:gd name="connsiteX89" fmla="*/ 504075 w 845681"/>
              <a:gd name="connsiteY89" fmla="*/ 705187 h 845790"/>
              <a:gd name="connsiteX90" fmla="*/ 483942 w 845681"/>
              <a:gd name="connsiteY90" fmla="*/ 845790 h 845790"/>
              <a:gd name="connsiteX91" fmla="*/ 360764 w 845681"/>
              <a:gd name="connsiteY91" fmla="*/ 845790 h 845790"/>
              <a:gd name="connsiteX92" fmla="*/ 340632 w 845681"/>
              <a:gd name="connsiteY92" fmla="*/ 705078 h 845790"/>
              <a:gd name="connsiteX93" fmla="*/ 280775 w 845681"/>
              <a:gd name="connsiteY93" fmla="*/ 680075 h 845790"/>
              <a:gd name="connsiteX94" fmla="*/ 166906 w 845681"/>
              <a:gd name="connsiteY94" fmla="*/ 764935 h 845790"/>
              <a:gd name="connsiteX95" fmla="*/ 80314 w 845681"/>
              <a:gd name="connsiteY95" fmla="*/ 677585 h 845790"/>
              <a:gd name="connsiteX96" fmla="*/ 165390 w 845681"/>
              <a:gd name="connsiteY96" fmla="*/ 564041 h 845790"/>
              <a:gd name="connsiteX97" fmla="*/ 140713 w 845681"/>
              <a:gd name="connsiteY97" fmla="*/ 504075 h 845790"/>
              <a:gd name="connsiteX98" fmla="*/ 0 w 845681"/>
              <a:gd name="connsiteY98" fmla="*/ 483510 h 845790"/>
              <a:gd name="connsiteX99" fmla="*/ 0 w 845681"/>
              <a:gd name="connsiteY99" fmla="*/ 360332 h 845790"/>
              <a:gd name="connsiteX100" fmla="*/ 140713 w 845681"/>
              <a:gd name="connsiteY100" fmla="*/ 340308 h 845790"/>
              <a:gd name="connsiteX101" fmla="*/ 165715 w 845681"/>
              <a:gd name="connsiteY101" fmla="*/ 280451 h 845790"/>
              <a:gd name="connsiteX102" fmla="*/ 80964 w 845681"/>
              <a:gd name="connsiteY102" fmla="*/ 166473 h 845790"/>
              <a:gd name="connsiteX103" fmla="*/ 168313 w 845681"/>
              <a:gd name="connsiteY103" fmla="*/ 79881 h 845790"/>
              <a:gd name="connsiteX104" fmla="*/ 281857 w 845681"/>
              <a:gd name="connsiteY104" fmla="*/ 165174 h 845790"/>
              <a:gd name="connsiteX105" fmla="*/ 341065 w 845681"/>
              <a:gd name="connsiteY105" fmla="*/ 140713 h 845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845681" h="845790">
                <a:moveTo>
                  <a:pt x="444543" y="267264"/>
                </a:moveTo>
                <a:lnTo>
                  <a:pt x="444543" y="401246"/>
                </a:lnTo>
                <a:lnTo>
                  <a:pt x="578272" y="401246"/>
                </a:lnTo>
                <a:lnTo>
                  <a:pt x="570035" y="360574"/>
                </a:lnTo>
                <a:cubicBezTo>
                  <a:pt x="553810" y="322267"/>
                  <a:pt x="523107" y="291584"/>
                  <a:pt x="484790" y="275385"/>
                </a:cubicBezTo>
                <a:close/>
                <a:moveTo>
                  <a:pt x="351130" y="252956"/>
                </a:moveTo>
                <a:lnTo>
                  <a:pt x="367908" y="292789"/>
                </a:lnTo>
                <a:cubicBezTo>
                  <a:pt x="296199" y="323290"/>
                  <a:pt x="262623" y="406018"/>
                  <a:pt x="292790" y="477880"/>
                </a:cubicBezTo>
                <a:cubicBezTo>
                  <a:pt x="322772" y="549578"/>
                  <a:pt x="405198" y="583392"/>
                  <a:pt x="476895" y="553420"/>
                </a:cubicBezTo>
                <a:cubicBezTo>
                  <a:pt x="477220" y="553280"/>
                  <a:pt x="477556" y="553139"/>
                  <a:pt x="477881" y="552999"/>
                </a:cubicBezTo>
                <a:cubicBezTo>
                  <a:pt x="511662" y="538559"/>
                  <a:pt x="538559" y="511661"/>
                  <a:pt x="552999" y="477880"/>
                </a:cubicBezTo>
                <a:lnTo>
                  <a:pt x="592831" y="494765"/>
                </a:lnTo>
                <a:cubicBezTo>
                  <a:pt x="574073" y="538916"/>
                  <a:pt x="538918" y="574073"/>
                  <a:pt x="494766" y="592831"/>
                </a:cubicBezTo>
                <a:cubicBezTo>
                  <a:pt x="472025" y="602443"/>
                  <a:pt x="447584" y="607367"/>
                  <a:pt x="422894" y="607335"/>
                </a:cubicBezTo>
                <a:cubicBezTo>
                  <a:pt x="398237" y="607389"/>
                  <a:pt x="373828" y="602453"/>
                  <a:pt x="351130" y="592831"/>
                </a:cubicBezTo>
                <a:cubicBezTo>
                  <a:pt x="306915" y="574127"/>
                  <a:pt x="271704" y="538960"/>
                  <a:pt x="252957" y="494765"/>
                </a:cubicBezTo>
                <a:cubicBezTo>
                  <a:pt x="213298" y="400877"/>
                  <a:pt x="257254" y="292626"/>
                  <a:pt x="351130" y="252956"/>
                </a:cubicBezTo>
                <a:close/>
                <a:moveTo>
                  <a:pt x="401246" y="184549"/>
                </a:moveTo>
                <a:lnTo>
                  <a:pt x="444543" y="184549"/>
                </a:lnTo>
                <a:lnTo>
                  <a:pt x="444543" y="221736"/>
                </a:lnTo>
                <a:lnTo>
                  <a:pt x="463457" y="223642"/>
                </a:lnTo>
                <a:cubicBezTo>
                  <a:pt x="542911" y="239895"/>
                  <a:pt x="605501" y="302455"/>
                  <a:pt x="621798" y="381901"/>
                </a:cubicBezTo>
                <a:lnTo>
                  <a:pt x="623759" y="401246"/>
                </a:lnTo>
                <a:lnTo>
                  <a:pt x="663728" y="401246"/>
                </a:lnTo>
                <a:lnTo>
                  <a:pt x="663728" y="444542"/>
                </a:lnTo>
                <a:lnTo>
                  <a:pt x="401246" y="444542"/>
                </a:lnTo>
                <a:close/>
                <a:moveTo>
                  <a:pt x="398648" y="43621"/>
                </a:moveTo>
                <a:lnTo>
                  <a:pt x="379490" y="175782"/>
                </a:lnTo>
                <a:lnTo>
                  <a:pt x="365094" y="179138"/>
                </a:lnTo>
                <a:cubicBezTo>
                  <a:pt x="339073" y="185275"/>
                  <a:pt x="314221" y="195579"/>
                  <a:pt x="291491" y="209662"/>
                </a:cubicBezTo>
                <a:lnTo>
                  <a:pt x="278826" y="217347"/>
                </a:lnTo>
                <a:lnTo>
                  <a:pt x="172102" y="137140"/>
                </a:lnTo>
                <a:lnTo>
                  <a:pt x="138114" y="171128"/>
                </a:lnTo>
                <a:lnTo>
                  <a:pt x="217779" y="278395"/>
                </a:lnTo>
                <a:lnTo>
                  <a:pt x="209986" y="290950"/>
                </a:lnTo>
                <a:cubicBezTo>
                  <a:pt x="195741" y="313843"/>
                  <a:pt x="185297" y="338879"/>
                  <a:pt x="179029" y="365095"/>
                </a:cubicBezTo>
                <a:lnTo>
                  <a:pt x="175673" y="379491"/>
                </a:lnTo>
                <a:lnTo>
                  <a:pt x="43403" y="398433"/>
                </a:lnTo>
                <a:lnTo>
                  <a:pt x="43403" y="446600"/>
                </a:lnTo>
                <a:lnTo>
                  <a:pt x="175565" y="465975"/>
                </a:lnTo>
                <a:lnTo>
                  <a:pt x="178921" y="480370"/>
                </a:lnTo>
                <a:cubicBezTo>
                  <a:pt x="185015" y="506663"/>
                  <a:pt x="195362" y="531775"/>
                  <a:pt x="209553" y="554732"/>
                </a:cubicBezTo>
                <a:lnTo>
                  <a:pt x="217346" y="567288"/>
                </a:lnTo>
                <a:lnTo>
                  <a:pt x="137140" y="674121"/>
                </a:lnTo>
                <a:lnTo>
                  <a:pt x="171236" y="708325"/>
                </a:lnTo>
                <a:lnTo>
                  <a:pt x="278394" y="628552"/>
                </a:lnTo>
                <a:lnTo>
                  <a:pt x="290841" y="636345"/>
                </a:lnTo>
                <a:cubicBezTo>
                  <a:pt x="313778" y="650568"/>
                  <a:pt x="338846" y="661024"/>
                  <a:pt x="365094" y="667302"/>
                </a:cubicBezTo>
                <a:lnTo>
                  <a:pt x="379490" y="670658"/>
                </a:lnTo>
                <a:lnTo>
                  <a:pt x="398324" y="802495"/>
                </a:lnTo>
                <a:lnTo>
                  <a:pt x="446492" y="802495"/>
                </a:lnTo>
                <a:lnTo>
                  <a:pt x="465758" y="670333"/>
                </a:lnTo>
                <a:lnTo>
                  <a:pt x="480154" y="666977"/>
                </a:lnTo>
                <a:cubicBezTo>
                  <a:pt x="506446" y="660992"/>
                  <a:pt x="531568" y="650709"/>
                  <a:pt x="554515" y="636562"/>
                </a:cubicBezTo>
                <a:lnTo>
                  <a:pt x="567071" y="628768"/>
                </a:lnTo>
                <a:lnTo>
                  <a:pt x="674012" y="708866"/>
                </a:lnTo>
                <a:lnTo>
                  <a:pt x="708108" y="674878"/>
                </a:lnTo>
                <a:lnTo>
                  <a:pt x="628227" y="567721"/>
                </a:lnTo>
                <a:lnTo>
                  <a:pt x="636020" y="555273"/>
                </a:lnTo>
                <a:cubicBezTo>
                  <a:pt x="650265" y="532326"/>
                  <a:pt x="660688" y="507204"/>
                  <a:pt x="666868" y="480912"/>
                </a:cubicBezTo>
                <a:lnTo>
                  <a:pt x="670332" y="466624"/>
                </a:lnTo>
                <a:lnTo>
                  <a:pt x="802493" y="447573"/>
                </a:lnTo>
                <a:lnTo>
                  <a:pt x="802493" y="399407"/>
                </a:lnTo>
                <a:lnTo>
                  <a:pt x="670332" y="380140"/>
                </a:lnTo>
                <a:lnTo>
                  <a:pt x="666976" y="365745"/>
                </a:lnTo>
                <a:cubicBezTo>
                  <a:pt x="660817" y="339496"/>
                  <a:pt x="650437" y="314417"/>
                  <a:pt x="636236" y="291492"/>
                </a:cubicBezTo>
                <a:lnTo>
                  <a:pt x="628443" y="278935"/>
                </a:lnTo>
                <a:lnTo>
                  <a:pt x="708433" y="171994"/>
                </a:lnTo>
                <a:lnTo>
                  <a:pt x="674337" y="137898"/>
                </a:lnTo>
                <a:lnTo>
                  <a:pt x="567287" y="217780"/>
                </a:lnTo>
                <a:lnTo>
                  <a:pt x="554840" y="209986"/>
                </a:lnTo>
                <a:cubicBezTo>
                  <a:pt x="531881" y="195753"/>
                  <a:pt x="506771" y="185340"/>
                  <a:pt x="480478" y="179138"/>
                </a:cubicBezTo>
                <a:lnTo>
                  <a:pt x="466191" y="175782"/>
                </a:lnTo>
                <a:lnTo>
                  <a:pt x="447032" y="43621"/>
                </a:lnTo>
                <a:close/>
                <a:moveTo>
                  <a:pt x="361306" y="0"/>
                </a:moveTo>
                <a:lnTo>
                  <a:pt x="484484" y="0"/>
                </a:lnTo>
                <a:lnTo>
                  <a:pt x="504832" y="140713"/>
                </a:lnTo>
                <a:cubicBezTo>
                  <a:pt x="525702" y="146688"/>
                  <a:pt x="545823" y="155043"/>
                  <a:pt x="564798" y="165607"/>
                </a:cubicBezTo>
                <a:lnTo>
                  <a:pt x="678450" y="80639"/>
                </a:lnTo>
                <a:lnTo>
                  <a:pt x="765042" y="167231"/>
                </a:lnTo>
                <a:lnTo>
                  <a:pt x="680074" y="281208"/>
                </a:lnTo>
                <a:cubicBezTo>
                  <a:pt x="690595" y="300205"/>
                  <a:pt x="698941" y="320315"/>
                  <a:pt x="704968" y="341174"/>
                </a:cubicBezTo>
                <a:lnTo>
                  <a:pt x="845681" y="361631"/>
                </a:lnTo>
                <a:lnTo>
                  <a:pt x="845681" y="485025"/>
                </a:lnTo>
                <a:lnTo>
                  <a:pt x="704968" y="505157"/>
                </a:lnTo>
                <a:cubicBezTo>
                  <a:pt x="698919" y="526005"/>
                  <a:pt x="690562" y="546116"/>
                  <a:pt x="680074" y="565123"/>
                </a:cubicBezTo>
                <a:lnTo>
                  <a:pt x="764934" y="678884"/>
                </a:lnTo>
                <a:lnTo>
                  <a:pt x="677693" y="765476"/>
                </a:lnTo>
                <a:lnTo>
                  <a:pt x="564040" y="680399"/>
                </a:lnTo>
                <a:cubicBezTo>
                  <a:pt x="545055" y="690898"/>
                  <a:pt x="524933" y="699222"/>
                  <a:pt x="504075" y="705187"/>
                </a:cubicBezTo>
                <a:lnTo>
                  <a:pt x="483942" y="845790"/>
                </a:lnTo>
                <a:lnTo>
                  <a:pt x="360764" y="845790"/>
                </a:lnTo>
                <a:lnTo>
                  <a:pt x="340632" y="705078"/>
                </a:lnTo>
                <a:cubicBezTo>
                  <a:pt x="319807" y="699016"/>
                  <a:pt x="299728" y="690627"/>
                  <a:pt x="280775" y="680075"/>
                </a:cubicBezTo>
                <a:lnTo>
                  <a:pt x="166906" y="764935"/>
                </a:lnTo>
                <a:lnTo>
                  <a:pt x="80314" y="677585"/>
                </a:lnTo>
                <a:lnTo>
                  <a:pt x="165390" y="564041"/>
                </a:lnTo>
                <a:cubicBezTo>
                  <a:pt x="154989" y="545023"/>
                  <a:pt x="146708" y="524912"/>
                  <a:pt x="140713" y="504075"/>
                </a:cubicBezTo>
                <a:lnTo>
                  <a:pt x="0" y="483510"/>
                </a:lnTo>
                <a:lnTo>
                  <a:pt x="0" y="360332"/>
                </a:lnTo>
                <a:lnTo>
                  <a:pt x="140713" y="340308"/>
                </a:lnTo>
                <a:cubicBezTo>
                  <a:pt x="146740" y="319471"/>
                  <a:pt x="155130" y="299382"/>
                  <a:pt x="165715" y="280451"/>
                </a:cubicBezTo>
                <a:lnTo>
                  <a:pt x="80964" y="166473"/>
                </a:lnTo>
                <a:lnTo>
                  <a:pt x="168313" y="79881"/>
                </a:lnTo>
                <a:lnTo>
                  <a:pt x="281857" y="165174"/>
                </a:lnTo>
                <a:cubicBezTo>
                  <a:pt x="300648" y="154892"/>
                  <a:pt x="320499" y="146688"/>
                  <a:pt x="341065" y="140713"/>
                </a:cubicBezTo>
                <a:close/>
              </a:path>
            </a:pathLst>
          </a:custGeom>
          <a:solidFill>
            <a:schemeClr val="bg1"/>
          </a:solidFill>
          <a:ln w="1039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7" name="iSHEJI-10"/>
          <p:cNvSpPr/>
          <p:nvPr/>
        </p:nvSpPr>
        <p:spPr>
          <a:xfrm>
            <a:off x="3971042" y="1932214"/>
            <a:ext cx="1539240" cy="1539240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8" name="iSHEJI-14"/>
          <p:cNvSpPr/>
          <p:nvPr/>
        </p:nvSpPr>
        <p:spPr>
          <a:xfrm>
            <a:off x="6681718" y="1932214"/>
            <a:ext cx="1539240" cy="153924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9" name="iSHEJI-18"/>
          <p:cNvSpPr/>
          <p:nvPr/>
        </p:nvSpPr>
        <p:spPr>
          <a:xfrm>
            <a:off x="9392394" y="1932214"/>
            <a:ext cx="1539240" cy="153924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pic>
        <p:nvPicPr>
          <p:cNvPr id="10" name="iSHEJI-22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57805" y="2341834"/>
            <a:ext cx="765714" cy="720000"/>
          </a:xfrm>
          <a:prstGeom prst="rect">
            <a:avLst/>
          </a:prstGeom>
        </p:spPr>
      </p:pic>
      <p:sp>
        <p:nvSpPr>
          <p:cNvPr id="11" name="iSHEJI-23"/>
          <p:cNvSpPr/>
          <p:nvPr/>
        </p:nvSpPr>
        <p:spPr>
          <a:xfrm>
            <a:off x="9695097" y="2294039"/>
            <a:ext cx="933834" cy="815591"/>
          </a:xfrm>
          <a:custGeom>
            <a:avLst/>
            <a:gdLst>
              <a:gd name="connsiteX0" fmla="*/ 348471 w 933834"/>
              <a:gd name="connsiteY0" fmla="*/ 665679 h 815591"/>
              <a:gd name="connsiteX1" fmla="*/ 385055 w 933834"/>
              <a:gd name="connsiteY1" fmla="*/ 672823 h 815591"/>
              <a:gd name="connsiteX2" fmla="*/ 382566 w 933834"/>
              <a:gd name="connsiteY2" fmla="*/ 716118 h 815591"/>
              <a:gd name="connsiteX3" fmla="*/ 334400 w 933834"/>
              <a:gd name="connsiteY3" fmla="*/ 706594 h 815591"/>
              <a:gd name="connsiteX4" fmla="*/ 457253 w 933834"/>
              <a:gd name="connsiteY4" fmla="*/ 657236 h 815591"/>
              <a:gd name="connsiteX5" fmla="*/ 477493 w 933834"/>
              <a:gd name="connsiteY5" fmla="*/ 695553 h 815591"/>
              <a:gd name="connsiteX6" fmla="*/ 431383 w 933834"/>
              <a:gd name="connsiteY6" fmla="*/ 712330 h 815591"/>
              <a:gd name="connsiteX7" fmla="*/ 422291 w 933834"/>
              <a:gd name="connsiteY7" fmla="*/ 670008 h 815591"/>
              <a:gd name="connsiteX8" fmla="*/ 457253 w 933834"/>
              <a:gd name="connsiteY8" fmla="*/ 657236 h 815591"/>
              <a:gd name="connsiteX9" fmla="*/ 287640 w 933834"/>
              <a:gd name="connsiteY9" fmla="*/ 624331 h 815591"/>
              <a:gd name="connsiteX10" fmla="*/ 315241 w 933834"/>
              <a:gd name="connsiteY10" fmla="*/ 649443 h 815591"/>
              <a:gd name="connsiteX11" fmla="*/ 290670 w 933834"/>
              <a:gd name="connsiteY11" fmla="*/ 684512 h 815591"/>
              <a:gd name="connsiteX12" fmla="*/ 254410 w 933834"/>
              <a:gd name="connsiteY12" fmla="*/ 652040 h 815591"/>
              <a:gd name="connsiteX13" fmla="*/ 511048 w 933834"/>
              <a:gd name="connsiteY13" fmla="*/ 606579 h 815591"/>
              <a:gd name="connsiteX14" fmla="*/ 548066 w 933834"/>
              <a:gd name="connsiteY14" fmla="*/ 628985 h 815591"/>
              <a:gd name="connsiteX15" fmla="*/ 517325 w 933834"/>
              <a:gd name="connsiteY15" fmla="*/ 667085 h 815591"/>
              <a:gd name="connsiteX16" fmla="*/ 487668 w 933834"/>
              <a:gd name="connsiteY16" fmla="*/ 635587 h 815591"/>
              <a:gd name="connsiteX17" fmla="*/ 511048 w 933834"/>
              <a:gd name="connsiteY17" fmla="*/ 606579 h 815591"/>
              <a:gd name="connsiteX18" fmla="*/ 257115 w 933834"/>
              <a:gd name="connsiteY18" fmla="*/ 556464 h 815591"/>
              <a:gd name="connsiteX19" fmla="*/ 267940 w 933834"/>
              <a:gd name="connsiteY19" fmla="*/ 592184 h 815591"/>
              <a:gd name="connsiteX20" fmla="*/ 228324 w 933834"/>
              <a:gd name="connsiteY20" fmla="*/ 610044 h 815591"/>
              <a:gd name="connsiteX21" fmla="*/ 214361 w 933834"/>
              <a:gd name="connsiteY21" fmla="*/ 563066 h 815591"/>
              <a:gd name="connsiteX22" fmla="*/ 530856 w 933834"/>
              <a:gd name="connsiteY22" fmla="*/ 535466 h 815591"/>
              <a:gd name="connsiteX23" fmla="*/ 574152 w 933834"/>
              <a:gd name="connsiteY23" fmla="*/ 535466 h 815591"/>
              <a:gd name="connsiteX24" fmla="*/ 567874 w 933834"/>
              <a:gd name="connsiteY24" fmla="*/ 583957 h 815591"/>
              <a:gd name="connsiteX25" fmla="*/ 525877 w 933834"/>
              <a:gd name="connsiteY25" fmla="*/ 572483 h 815591"/>
              <a:gd name="connsiteX26" fmla="*/ 530856 w 933834"/>
              <a:gd name="connsiteY26" fmla="*/ 535466 h 815591"/>
              <a:gd name="connsiteX27" fmla="*/ 256502 w 933834"/>
              <a:gd name="connsiteY27" fmla="*/ 518980 h 815591"/>
              <a:gd name="connsiteX28" fmla="*/ 256792 w 933834"/>
              <a:gd name="connsiteY28" fmla="*/ 519013 h 815591"/>
              <a:gd name="connsiteX29" fmla="*/ 256466 w 933834"/>
              <a:gd name="connsiteY29" fmla="*/ 519121 h 815591"/>
              <a:gd name="connsiteX30" fmla="*/ 225727 w 933834"/>
              <a:gd name="connsiteY30" fmla="*/ 466516 h 815591"/>
              <a:gd name="connsiteX31" fmla="*/ 265776 w 933834"/>
              <a:gd name="connsiteY31" fmla="*/ 482969 h 815591"/>
              <a:gd name="connsiteX32" fmla="*/ 256502 w 933834"/>
              <a:gd name="connsiteY32" fmla="*/ 518980 h 815591"/>
              <a:gd name="connsiteX33" fmla="*/ 213495 w 933834"/>
              <a:gd name="connsiteY33" fmla="*/ 514033 h 815591"/>
              <a:gd name="connsiteX34" fmla="*/ 225727 w 933834"/>
              <a:gd name="connsiteY34" fmla="*/ 466516 h 815591"/>
              <a:gd name="connsiteX35" fmla="*/ 469159 w 933834"/>
              <a:gd name="connsiteY35" fmla="*/ 457099 h 815591"/>
              <a:gd name="connsiteX36" fmla="*/ 499792 w 933834"/>
              <a:gd name="connsiteY36" fmla="*/ 487731 h 815591"/>
              <a:gd name="connsiteX37" fmla="*/ 358430 w 933834"/>
              <a:gd name="connsiteY37" fmla="*/ 628985 h 815591"/>
              <a:gd name="connsiteX38" fmla="*/ 286558 w 933834"/>
              <a:gd name="connsiteY38" fmla="*/ 557114 h 815591"/>
              <a:gd name="connsiteX39" fmla="*/ 317190 w 933834"/>
              <a:gd name="connsiteY39" fmla="*/ 526481 h 815591"/>
              <a:gd name="connsiteX40" fmla="*/ 358430 w 933834"/>
              <a:gd name="connsiteY40" fmla="*/ 567720 h 815591"/>
              <a:gd name="connsiteX41" fmla="*/ 284708 w 933834"/>
              <a:gd name="connsiteY41" fmla="*/ 450621 h 815591"/>
              <a:gd name="connsiteX42" fmla="*/ 284825 w 933834"/>
              <a:gd name="connsiteY42" fmla="*/ 450713 h 815591"/>
              <a:gd name="connsiteX43" fmla="*/ 284501 w 933834"/>
              <a:gd name="connsiteY43" fmla="*/ 450821 h 815591"/>
              <a:gd name="connsiteX44" fmla="*/ 285800 w 933834"/>
              <a:gd name="connsiteY44" fmla="*/ 389883 h 815591"/>
              <a:gd name="connsiteX45" fmla="*/ 311561 w 933834"/>
              <a:gd name="connsiteY45" fmla="*/ 424627 h 815591"/>
              <a:gd name="connsiteX46" fmla="*/ 284708 w 933834"/>
              <a:gd name="connsiteY46" fmla="*/ 450621 h 815591"/>
              <a:gd name="connsiteX47" fmla="*/ 250729 w 933834"/>
              <a:gd name="connsiteY47" fmla="*/ 424086 h 815591"/>
              <a:gd name="connsiteX48" fmla="*/ 285800 w 933834"/>
              <a:gd name="connsiteY48" fmla="*/ 389883 h 815591"/>
              <a:gd name="connsiteX49" fmla="*/ 376181 w 933834"/>
              <a:gd name="connsiteY49" fmla="*/ 356003 h 815591"/>
              <a:gd name="connsiteX50" fmla="*/ 380185 w 933834"/>
              <a:gd name="connsiteY50" fmla="*/ 399300 h 815591"/>
              <a:gd name="connsiteX51" fmla="*/ 343925 w 933834"/>
              <a:gd name="connsiteY51" fmla="*/ 406768 h 815591"/>
              <a:gd name="connsiteX52" fmla="*/ 344250 w 933834"/>
              <a:gd name="connsiteY52" fmla="*/ 406660 h 815591"/>
              <a:gd name="connsiteX53" fmla="*/ 328338 w 933834"/>
              <a:gd name="connsiteY53" fmla="*/ 366828 h 815591"/>
              <a:gd name="connsiteX54" fmla="*/ 376181 w 933834"/>
              <a:gd name="connsiteY54" fmla="*/ 356003 h 815591"/>
              <a:gd name="connsiteX55" fmla="*/ 393175 w 933834"/>
              <a:gd name="connsiteY55" fmla="*/ 354487 h 815591"/>
              <a:gd name="connsiteX56" fmla="*/ 574153 w 933834"/>
              <a:gd name="connsiteY56" fmla="*/ 535357 h 815591"/>
              <a:gd name="connsiteX57" fmla="*/ 530857 w 933834"/>
              <a:gd name="connsiteY57" fmla="*/ 535357 h 815591"/>
              <a:gd name="connsiteX58" fmla="*/ 393175 w 933834"/>
              <a:gd name="connsiteY58" fmla="*/ 397784 h 815591"/>
              <a:gd name="connsiteX59" fmla="*/ 730668 w 933834"/>
              <a:gd name="connsiteY59" fmla="*/ 297444 h 815591"/>
              <a:gd name="connsiteX60" fmla="*/ 795286 w 933834"/>
              <a:gd name="connsiteY60" fmla="*/ 297444 h 815591"/>
              <a:gd name="connsiteX61" fmla="*/ 795286 w 933834"/>
              <a:gd name="connsiteY61" fmla="*/ 340740 h 815591"/>
              <a:gd name="connsiteX62" fmla="*/ 730668 w 933834"/>
              <a:gd name="connsiteY62" fmla="*/ 340740 h 815591"/>
              <a:gd name="connsiteX63" fmla="*/ 749608 w 933834"/>
              <a:gd name="connsiteY63" fmla="*/ 237155 h 815591"/>
              <a:gd name="connsiteX64" fmla="*/ 697112 w 933834"/>
              <a:gd name="connsiteY64" fmla="*/ 295604 h 815591"/>
              <a:gd name="connsiteX65" fmla="*/ 105146 w 933834"/>
              <a:gd name="connsiteY65" fmla="*/ 295604 h 815591"/>
              <a:gd name="connsiteX66" fmla="*/ 105363 w 933834"/>
              <a:gd name="connsiteY66" fmla="*/ 772295 h 815591"/>
              <a:gd name="connsiteX67" fmla="*/ 665832 w 933834"/>
              <a:gd name="connsiteY67" fmla="*/ 772295 h 815591"/>
              <a:gd name="connsiteX68" fmla="*/ 665832 w 933834"/>
              <a:gd name="connsiteY68" fmla="*/ 319093 h 815591"/>
              <a:gd name="connsiteX69" fmla="*/ 709128 w 933834"/>
              <a:gd name="connsiteY69" fmla="*/ 319093 h 815591"/>
              <a:gd name="connsiteX70" fmla="*/ 709128 w 933834"/>
              <a:gd name="connsiteY70" fmla="*/ 772295 h 815591"/>
              <a:gd name="connsiteX71" fmla="*/ 809574 w 933834"/>
              <a:gd name="connsiteY71" fmla="*/ 772295 h 815591"/>
              <a:gd name="connsiteX72" fmla="*/ 809574 w 933834"/>
              <a:gd name="connsiteY72" fmla="*/ 305346 h 815591"/>
              <a:gd name="connsiteX73" fmla="*/ 863695 w 933834"/>
              <a:gd name="connsiteY73" fmla="*/ 237155 h 815591"/>
              <a:gd name="connsiteX74" fmla="*/ 61093 w 933834"/>
              <a:gd name="connsiteY74" fmla="*/ 201328 h 815591"/>
              <a:gd name="connsiteX75" fmla="*/ 95050 w 933834"/>
              <a:gd name="connsiteY75" fmla="*/ 252308 h 815591"/>
              <a:gd name="connsiteX76" fmla="*/ 168574 w 933834"/>
              <a:gd name="connsiteY76" fmla="*/ 252308 h 815591"/>
              <a:gd name="connsiteX77" fmla="*/ 131016 w 933834"/>
              <a:gd name="connsiteY77" fmla="*/ 201328 h 815591"/>
              <a:gd name="connsiteX78" fmla="*/ 22776 w 933834"/>
              <a:gd name="connsiteY78" fmla="*/ 158032 h 815591"/>
              <a:gd name="connsiteX79" fmla="*/ 152665 w 933834"/>
              <a:gd name="connsiteY79" fmla="*/ 158032 h 815591"/>
              <a:gd name="connsiteX80" fmla="*/ 160133 w 933834"/>
              <a:gd name="connsiteY80" fmla="*/ 167449 h 815591"/>
              <a:gd name="connsiteX81" fmla="*/ 222625 w 933834"/>
              <a:gd name="connsiteY81" fmla="*/ 252308 h 815591"/>
              <a:gd name="connsiteX82" fmla="*/ 678062 w 933834"/>
              <a:gd name="connsiteY82" fmla="*/ 252308 h 815591"/>
              <a:gd name="connsiteX83" fmla="*/ 730234 w 933834"/>
              <a:gd name="connsiteY83" fmla="*/ 193642 h 815591"/>
              <a:gd name="connsiteX84" fmla="*/ 921602 w 933834"/>
              <a:gd name="connsiteY84" fmla="*/ 193642 h 815591"/>
              <a:gd name="connsiteX85" fmla="*/ 933834 w 933834"/>
              <a:gd name="connsiteY85" fmla="*/ 218321 h 815591"/>
              <a:gd name="connsiteX86" fmla="*/ 925391 w 933834"/>
              <a:gd name="connsiteY86" fmla="*/ 229145 h 815591"/>
              <a:gd name="connsiteX87" fmla="*/ 852654 w 933834"/>
              <a:gd name="connsiteY87" fmla="*/ 319958 h 815591"/>
              <a:gd name="connsiteX88" fmla="*/ 852654 w 933834"/>
              <a:gd name="connsiteY88" fmla="*/ 789830 h 815591"/>
              <a:gd name="connsiteX89" fmla="*/ 827985 w 933834"/>
              <a:gd name="connsiteY89" fmla="*/ 815591 h 815591"/>
              <a:gd name="connsiteX90" fmla="*/ 827650 w 933834"/>
              <a:gd name="connsiteY90" fmla="*/ 815591 h 815591"/>
              <a:gd name="connsiteX91" fmla="*/ 87286 w 933834"/>
              <a:gd name="connsiteY91" fmla="*/ 815591 h 815591"/>
              <a:gd name="connsiteX92" fmla="*/ 62067 w 933834"/>
              <a:gd name="connsiteY92" fmla="*/ 790371 h 815591"/>
              <a:gd name="connsiteX93" fmla="*/ 62067 w 933834"/>
              <a:gd name="connsiteY93" fmla="*/ 280782 h 815591"/>
              <a:gd name="connsiteX94" fmla="*/ 3834 w 933834"/>
              <a:gd name="connsiteY94" fmla="*/ 193535 h 815591"/>
              <a:gd name="connsiteX95" fmla="*/ 10177 w 933834"/>
              <a:gd name="connsiteY95" fmla="*/ 161863 h 815591"/>
              <a:gd name="connsiteX96" fmla="*/ 22776 w 933834"/>
              <a:gd name="connsiteY96" fmla="*/ 158032 h 815591"/>
              <a:gd name="connsiteX97" fmla="*/ 446603 w 933834"/>
              <a:gd name="connsiteY97" fmla="*/ 120537 h 815591"/>
              <a:gd name="connsiteX98" fmla="*/ 553478 w 933834"/>
              <a:gd name="connsiteY98" fmla="*/ 220714 h 815591"/>
              <a:gd name="connsiteX99" fmla="*/ 553478 w 933834"/>
              <a:gd name="connsiteY99" fmla="*/ 227413 h 815591"/>
              <a:gd name="connsiteX100" fmla="*/ 510182 w 933834"/>
              <a:gd name="connsiteY100" fmla="*/ 227413 h 815591"/>
              <a:gd name="connsiteX101" fmla="*/ 452501 w 933834"/>
              <a:gd name="connsiteY101" fmla="*/ 164623 h 815591"/>
              <a:gd name="connsiteX102" fmla="*/ 389711 w 933834"/>
              <a:gd name="connsiteY102" fmla="*/ 222304 h 815591"/>
              <a:gd name="connsiteX103" fmla="*/ 389711 w 933834"/>
              <a:gd name="connsiteY103" fmla="*/ 227413 h 815591"/>
              <a:gd name="connsiteX104" fmla="*/ 346414 w 933834"/>
              <a:gd name="connsiteY104" fmla="*/ 227413 h 815591"/>
              <a:gd name="connsiteX105" fmla="*/ 446603 w 933834"/>
              <a:gd name="connsiteY105" fmla="*/ 120537 h 815591"/>
              <a:gd name="connsiteX106" fmla="*/ 411252 w 933834"/>
              <a:gd name="connsiteY106" fmla="*/ 0 h 815591"/>
              <a:gd name="connsiteX107" fmla="*/ 495787 w 933834"/>
              <a:gd name="connsiteY107" fmla="*/ 0 h 815591"/>
              <a:gd name="connsiteX108" fmla="*/ 506611 w 933834"/>
              <a:gd name="connsiteY108" fmla="*/ 56393 h 815591"/>
              <a:gd name="connsiteX109" fmla="*/ 533454 w 933834"/>
              <a:gd name="connsiteY109" fmla="*/ 67217 h 815591"/>
              <a:gd name="connsiteX110" fmla="*/ 582920 w 933834"/>
              <a:gd name="connsiteY110" fmla="*/ 34745 h 815591"/>
              <a:gd name="connsiteX111" fmla="*/ 642777 w 933834"/>
              <a:gd name="connsiteY111" fmla="*/ 94710 h 815591"/>
              <a:gd name="connsiteX112" fmla="*/ 610305 w 933834"/>
              <a:gd name="connsiteY112" fmla="*/ 144176 h 815591"/>
              <a:gd name="connsiteX113" fmla="*/ 621129 w 933834"/>
              <a:gd name="connsiteY113" fmla="*/ 170803 h 815591"/>
              <a:gd name="connsiteX114" fmla="*/ 687805 w 933834"/>
              <a:gd name="connsiteY114" fmla="*/ 180004 h 815591"/>
              <a:gd name="connsiteX115" fmla="*/ 687805 w 933834"/>
              <a:gd name="connsiteY115" fmla="*/ 226547 h 815591"/>
              <a:gd name="connsiteX116" fmla="*/ 644509 w 933834"/>
              <a:gd name="connsiteY116" fmla="*/ 226547 h 815591"/>
              <a:gd name="connsiteX117" fmla="*/ 644509 w 933834"/>
              <a:gd name="connsiteY117" fmla="*/ 217671 h 815591"/>
              <a:gd name="connsiteX118" fmla="*/ 586384 w 933834"/>
              <a:gd name="connsiteY118" fmla="*/ 209661 h 815591"/>
              <a:gd name="connsiteX119" fmla="*/ 583028 w 933834"/>
              <a:gd name="connsiteY119" fmla="*/ 195266 h 815591"/>
              <a:gd name="connsiteX120" fmla="*/ 566359 w 933834"/>
              <a:gd name="connsiteY120" fmla="*/ 154784 h 815591"/>
              <a:gd name="connsiteX121" fmla="*/ 559107 w 933834"/>
              <a:gd name="connsiteY121" fmla="*/ 143202 h 815591"/>
              <a:gd name="connsiteX122" fmla="*/ 586709 w 933834"/>
              <a:gd name="connsiteY122" fmla="*/ 100556 h 815591"/>
              <a:gd name="connsiteX123" fmla="*/ 575885 w 933834"/>
              <a:gd name="connsiteY123" fmla="*/ 89731 h 815591"/>
              <a:gd name="connsiteX124" fmla="*/ 533238 w 933834"/>
              <a:gd name="connsiteY124" fmla="*/ 117332 h 815591"/>
              <a:gd name="connsiteX125" fmla="*/ 521547 w 933834"/>
              <a:gd name="connsiteY125" fmla="*/ 110080 h 815591"/>
              <a:gd name="connsiteX126" fmla="*/ 481499 w 933834"/>
              <a:gd name="connsiteY126" fmla="*/ 93519 h 815591"/>
              <a:gd name="connsiteX127" fmla="*/ 467752 w 933834"/>
              <a:gd name="connsiteY127" fmla="*/ 90164 h 815591"/>
              <a:gd name="connsiteX128" fmla="*/ 459634 w 933834"/>
              <a:gd name="connsiteY128" fmla="*/ 43405 h 815591"/>
              <a:gd name="connsiteX129" fmla="*/ 444805 w 933834"/>
              <a:gd name="connsiteY129" fmla="*/ 43405 h 815591"/>
              <a:gd name="connsiteX130" fmla="*/ 432358 w 933834"/>
              <a:gd name="connsiteY130" fmla="*/ 91788 h 815591"/>
              <a:gd name="connsiteX131" fmla="*/ 419585 w 933834"/>
              <a:gd name="connsiteY131" fmla="*/ 94710 h 815591"/>
              <a:gd name="connsiteX132" fmla="*/ 379103 w 933834"/>
              <a:gd name="connsiteY132" fmla="*/ 111379 h 815591"/>
              <a:gd name="connsiteX133" fmla="*/ 367522 w 933834"/>
              <a:gd name="connsiteY133" fmla="*/ 118523 h 815591"/>
              <a:gd name="connsiteX134" fmla="*/ 324875 w 933834"/>
              <a:gd name="connsiteY134" fmla="*/ 91247 h 815591"/>
              <a:gd name="connsiteX135" fmla="*/ 314051 w 933834"/>
              <a:gd name="connsiteY135" fmla="*/ 102070 h 815591"/>
              <a:gd name="connsiteX136" fmla="*/ 341652 w 933834"/>
              <a:gd name="connsiteY136" fmla="*/ 144284 h 815591"/>
              <a:gd name="connsiteX137" fmla="*/ 334400 w 933834"/>
              <a:gd name="connsiteY137" fmla="*/ 155974 h 815591"/>
              <a:gd name="connsiteX138" fmla="*/ 317623 w 933834"/>
              <a:gd name="connsiteY138" fmla="*/ 196348 h 815591"/>
              <a:gd name="connsiteX139" fmla="*/ 314268 w 933834"/>
              <a:gd name="connsiteY139" fmla="*/ 210311 h 815591"/>
              <a:gd name="connsiteX140" fmla="*/ 263611 w 933834"/>
              <a:gd name="connsiteY140" fmla="*/ 218862 h 815591"/>
              <a:gd name="connsiteX141" fmla="*/ 263287 w 933834"/>
              <a:gd name="connsiteY141" fmla="*/ 227413 h 815591"/>
              <a:gd name="connsiteX142" fmla="*/ 219990 w 933834"/>
              <a:gd name="connsiteY142" fmla="*/ 227413 h 815591"/>
              <a:gd name="connsiteX143" fmla="*/ 219990 w 933834"/>
              <a:gd name="connsiteY143" fmla="*/ 181843 h 815591"/>
              <a:gd name="connsiteX144" fmla="*/ 278981 w 933834"/>
              <a:gd name="connsiteY144" fmla="*/ 171886 h 815591"/>
              <a:gd name="connsiteX145" fmla="*/ 289805 w 933834"/>
              <a:gd name="connsiteY145" fmla="*/ 144934 h 815591"/>
              <a:gd name="connsiteX146" fmla="*/ 257334 w 933834"/>
              <a:gd name="connsiteY146" fmla="*/ 95901 h 815591"/>
              <a:gd name="connsiteX147" fmla="*/ 318922 w 933834"/>
              <a:gd name="connsiteY147" fmla="*/ 36044 h 815591"/>
              <a:gd name="connsiteX148" fmla="*/ 368388 w 933834"/>
              <a:gd name="connsiteY148" fmla="*/ 67542 h 815591"/>
              <a:gd name="connsiteX149" fmla="*/ 396855 w 933834"/>
              <a:gd name="connsiteY149" fmla="*/ 55960 h 815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933834" h="815591">
                <a:moveTo>
                  <a:pt x="348471" y="665679"/>
                </a:moveTo>
                <a:cubicBezTo>
                  <a:pt x="360280" y="669737"/>
                  <a:pt x="372586" y="672141"/>
                  <a:pt x="385055" y="672823"/>
                </a:cubicBezTo>
                <a:lnTo>
                  <a:pt x="382566" y="716118"/>
                </a:lnTo>
                <a:cubicBezTo>
                  <a:pt x="366158" y="715133"/>
                  <a:pt x="349954" y="711930"/>
                  <a:pt x="334400" y="706594"/>
                </a:cubicBezTo>
                <a:close/>
                <a:moveTo>
                  <a:pt x="457253" y="657236"/>
                </a:moveTo>
                <a:lnTo>
                  <a:pt x="477493" y="695553"/>
                </a:lnTo>
                <a:cubicBezTo>
                  <a:pt x="462957" y="703206"/>
                  <a:pt x="447446" y="708856"/>
                  <a:pt x="431383" y="712330"/>
                </a:cubicBezTo>
                <a:lnTo>
                  <a:pt x="422291" y="670008"/>
                </a:lnTo>
                <a:cubicBezTo>
                  <a:pt x="434479" y="667378"/>
                  <a:pt x="446244" y="663081"/>
                  <a:pt x="457253" y="657236"/>
                </a:cubicBezTo>
                <a:close/>
                <a:moveTo>
                  <a:pt x="287640" y="624331"/>
                </a:moveTo>
                <a:cubicBezTo>
                  <a:pt x="295692" y="633877"/>
                  <a:pt x="304969" y="642320"/>
                  <a:pt x="315241" y="649443"/>
                </a:cubicBezTo>
                <a:lnTo>
                  <a:pt x="290670" y="684512"/>
                </a:lnTo>
                <a:cubicBezTo>
                  <a:pt x="277151" y="675399"/>
                  <a:pt x="264952" y="664477"/>
                  <a:pt x="254410" y="652040"/>
                </a:cubicBezTo>
                <a:close/>
                <a:moveTo>
                  <a:pt x="511048" y="606579"/>
                </a:moveTo>
                <a:lnTo>
                  <a:pt x="548066" y="628985"/>
                </a:lnTo>
                <a:cubicBezTo>
                  <a:pt x="539602" y="643024"/>
                  <a:pt x="529265" y="655851"/>
                  <a:pt x="517325" y="667085"/>
                </a:cubicBezTo>
                <a:lnTo>
                  <a:pt x="487668" y="635587"/>
                </a:lnTo>
                <a:cubicBezTo>
                  <a:pt x="496772" y="627048"/>
                  <a:pt x="504640" y="617284"/>
                  <a:pt x="511048" y="606579"/>
                </a:cubicBezTo>
                <a:close/>
                <a:moveTo>
                  <a:pt x="257115" y="556464"/>
                </a:moveTo>
                <a:cubicBezTo>
                  <a:pt x="259032" y="568814"/>
                  <a:pt x="262669" y="580840"/>
                  <a:pt x="267940" y="592184"/>
                </a:cubicBezTo>
                <a:lnTo>
                  <a:pt x="228324" y="610044"/>
                </a:lnTo>
                <a:cubicBezTo>
                  <a:pt x="221527" y="595106"/>
                  <a:pt x="216829" y="579292"/>
                  <a:pt x="214361" y="563066"/>
                </a:cubicBezTo>
                <a:close/>
                <a:moveTo>
                  <a:pt x="530856" y="535466"/>
                </a:moveTo>
                <a:lnTo>
                  <a:pt x="574152" y="535466"/>
                </a:lnTo>
                <a:cubicBezTo>
                  <a:pt x="574293" y="551842"/>
                  <a:pt x="572182" y="568154"/>
                  <a:pt x="567874" y="583957"/>
                </a:cubicBezTo>
                <a:lnTo>
                  <a:pt x="525877" y="572483"/>
                </a:lnTo>
                <a:cubicBezTo>
                  <a:pt x="529156" y="560415"/>
                  <a:pt x="530834" y="547967"/>
                  <a:pt x="530856" y="535466"/>
                </a:cubicBezTo>
                <a:close/>
                <a:moveTo>
                  <a:pt x="256502" y="518980"/>
                </a:moveTo>
                <a:lnTo>
                  <a:pt x="256792" y="519013"/>
                </a:lnTo>
                <a:lnTo>
                  <a:pt x="256466" y="519121"/>
                </a:lnTo>
                <a:close/>
                <a:moveTo>
                  <a:pt x="225727" y="466516"/>
                </a:moveTo>
                <a:lnTo>
                  <a:pt x="265776" y="482969"/>
                </a:lnTo>
                <a:lnTo>
                  <a:pt x="256502" y="518980"/>
                </a:lnTo>
                <a:lnTo>
                  <a:pt x="213495" y="514033"/>
                </a:lnTo>
                <a:cubicBezTo>
                  <a:pt x="215324" y="497701"/>
                  <a:pt x="219448" y="481703"/>
                  <a:pt x="225727" y="466516"/>
                </a:cubicBezTo>
                <a:close/>
                <a:moveTo>
                  <a:pt x="469159" y="457099"/>
                </a:moveTo>
                <a:lnTo>
                  <a:pt x="499792" y="487731"/>
                </a:lnTo>
                <a:lnTo>
                  <a:pt x="358430" y="628985"/>
                </a:lnTo>
                <a:lnTo>
                  <a:pt x="286558" y="557114"/>
                </a:lnTo>
                <a:lnTo>
                  <a:pt x="317190" y="526481"/>
                </a:lnTo>
                <a:lnTo>
                  <a:pt x="358430" y="567720"/>
                </a:lnTo>
                <a:close/>
                <a:moveTo>
                  <a:pt x="284708" y="450621"/>
                </a:moveTo>
                <a:lnTo>
                  <a:pt x="284825" y="450713"/>
                </a:lnTo>
                <a:lnTo>
                  <a:pt x="284501" y="450821"/>
                </a:lnTo>
                <a:close/>
                <a:moveTo>
                  <a:pt x="285800" y="389883"/>
                </a:moveTo>
                <a:lnTo>
                  <a:pt x="311561" y="424627"/>
                </a:lnTo>
                <a:lnTo>
                  <a:pt x="284708" y="450621"/>
                </a:lnTo>
                <a:lnTo>
                  <a:pt x="250729" y="424086"/>
                </a:lnTo>
                <a:cubicBezTo>
                  <a:pt x="260818" y="411151"/>
                  <a:pt x="272615" y="399645"/>
                  <a:pt x="285800" y="389883"/>
                </a:cubicBezTo>
                <a:close/>
                <a:moveTo>
                  <a:pt x="376181" y="356003"/>
                </a:moveTo>
                <a:lnTo>
                  <a:pt x="380185" y="399300"/>
                </a:lnTo>
                <a:cubicBezTo>
                  <a:pt x="367814" y="400154"/>
                  <a:pt x="355626" y="402666"/>
                  <a:pt x="343925" y="406768"/>
                </a:cubicBezTo>
                <a:lnTo>
                  <a:pt x="344250" y="406660"/>
                </a:lnTo>
                <a:lnTo>
                  <a:pt x="328338" y="366828"/>
                </a:lnTo>
                <a:cubicBezTo>
                  <a:pt x="343719" y="361069"/>
                  <a:pt x="359814" y="357421"/>
                  <a:pt x="376181" y="356003"/>
                </a:cubicBezTo>
                <a:close/>
                <a:moveTo>
                  <a:pt x="393175" y="354487"/>
                </a:moveTo>
                <a:cubicBezTo>
                  <a:pt x="493037" y="354606"/>
                  <a:pt x="573969" y="435494"/>
                  <a:pt x="574153" y="535357"/>
                </a:cubicBezTo>
                <a:lnTo>
                  <a:pt x="530857" y="535357"/>
                </a:lnTo>
                <a:cubicBezTo>
                  <a:pt x="530737" y="459382"/>
                  <a:pt x="469150" y="397848"/>
                  <a:pt x="393175" y="397784"/>
                </a:cubicBezTo>
                <a:close/>
                <a:moveTo>
                  <a:pt x="730668" y="297444"/>
                </a:moveTo>
                <a:lnTo>
                  <a:pt x="795286" y="297444"/>
                </a:lnTo>
                <a:lnTo>
                  <a:pt x="795286" y="340740"/>
                </a:lnTo>
                <a:lnTo>
                  <a:pt x="730668" y="340740"/>
                </a:lnTo>
                <a:close/>
                <a:moveTo>
                  <a:pt x="749608" y="237155"/>
                </a:moveTo>
                <a:lnTo>
                  <a:pt x="697112" y="295604"/>
                </a:lnTo>
                <a:lnTo>
                  <a:pt x="105146" y="295604"/>
                </a:lnTo>
                <a:lnTo>
                  <a:pt x="105363" y="772295"/>
                </a:lnTo>
                <a:lnTo>
                  <a:pt x="665832" y="772295"/>
                </a:lnTo>
                <a:lnTo>
                  <a:pt x="665832" y="319093"/>
                </a:lnTo>
                <a:lnTo>
                  <a:pt x="709128" y="319093"/>
                </a:lnTo>
                <a:lnTo>
                  <a:pt x="709128" y="772295"/>
                </a:lnTo>
                <a:lnTo>
                  <a:pt x="809574" y="772295"/>
                </a:lnTo>
                <a:lnTo>
                  <a:pt x="809574" y="305346"/>
                </a:lnTo>
                <a:lnTo>
                  <a:pt x="863695" y="237155"/>
                </a:lnTo>
                <a:close/>
                <a:moveTo>
                  <a:pt x="61093" y="201328"/>
                </a:moveTo>
                <a:lnTo>
                  <a:pt x="95050" y="252308"/>
                </a:lnTo>
                <a:lnTo>
                  <a:pt x="168574" y="252308"/>
                </a:lnTo>
                <a:lnTo>
                  <a:pt x="131016" y="201328"/>
                </a:lnTo>
                <a:close/>
                <a:moveTo>
                  <a:pt x="22776" y="158032"/>
                </a:moveTo>
                <a:lnTo>
                  <a:pt x="152665" y="158032"/>
                </a:lnTo>
                <a:lnTo>
                  <a:pt x="160133" y="167449"/>
                </a:lnTo>
                <a:lnTo>
                  <a:pt x="222625" y="252308"/>
                </a:lnTo>
                <a:lnTo>
                  <a:pt x="678062" y="252308"/>
                </a:lnTo>
                <a:lnTo>
                  <a:pt x="730234" y="193642"/>
                </a:lnTo>
                <a:lnTo>
                  <a:pt x="921602" y="193642"/>
                </a:lnTo>
                <a:lnTo>
                  <a:pt x="933834" y="218321"/>
                </a:lnTo>
                <a:lnTo>
                  <a:pt x="925391" y="229145"/>
                </a:lnTo>
                <a:lnTo>
                  <a:pt x="852654" y="319958"/>
                </a:lnTo>
                <a:lnTo>
                  <a:pt x="852654" y="789830"/>
                </a:lnTo>
                <a:cubicBezTo>
                  <a:pt x="852957" y="803760"/>
                  <a:pt x="841905" y="815288"/>
                  <a:pt x="827985" y="815591"/>
                </a:cubicBezTo>
                <a:cubicBezTo>
                  <a:pt x="827867" y="815591"/>
                  <a:pt x="827758" y="815591"/>
                  <a:pt x="827650" y="815591"/>
                </a:cubicBezTo>
                <a:lnTo>
                  <a:pt x="87286" y="815591"/>
                </a:lnTo>
                <a:cubicBezTo>
                  <a:pt x="73356" y="815591"/>
                  <a:pt x="62067" y="804302"/>
                  <a:pt x="62067" y="790371"/>
                </a:cubicBezTo>
                <a:lnTo>
                  <a:pt x="62067" y="280782"/>
                </a:lnTo>
                <a:lnTo>
                  <a:pt x="3834" y="193535"/>
                </a:lnTo>
                <a:cubicBezTo>
                  <a:pt x="-3158" y="183036"/>
                  <a:pt x="-323" y="168856"/>
                  <a:pt x="10177" y="161863"/>
                </a:cubicBezTo>
                <a:cubicBezTo>
                  <a:pt x="13911" y="159374"/>
                  <a:pt x="18295" y="158042"/>
                  <a:pt x="22776" y="158032"/>
                </a:cubicBezTo>
                <a:close/>
                <a:moveTo>
                  <a:pt x="446603" y="120537"/>
                </a:moveTo>
                <a:cubicBezTo>
                  <a:pt x="503774" y="118686"/>
                  <a:pt x="551628" y="163541"/>
                  <a:pt x="553478" y="220714"/>
                </a:cubicBezTo>
                <a:cubicBezTo>
                  <a:pt x="553554" y="222954"/>
                  <a:pt x="553554" y="225183"/>
                  <a:pt x="553478" y="227413"/>
                </a:cubicBezTo>
                <a:lnTo>
                  <a:pt x="510182" y="227413"/>
                </a:lnTo>
                <a:cubicBezTo>
                  <a:pt x="511590" y="194151"/>
                  <a:pt x="485764" y="166031"/>
                  <a:pt x="452501" y="164623"/>
                </a:cubicBezTo>
                <a:cubicBezTo>
                  <a:pt x="419228" y="163216"/>
                  <a:pt x="391118" y="189042"/>
                  <a:pt x="389711" y="222304"/>
                </a:cubicBezTo>
                <a:cubicBezTo>
                  <a:pt x="389635" y="224004"/>
                  <a:pt x="389635" y="225714"/>
                  <a:pt x="389711" y="227413"/>
                </a:cubicBezTo>
                <a:lnTo>
                  <a:pt x="346414" y="227413"/>
                </a:lnTo>
                <a:cubicBezTo>
                  <a:pt x="344563" y="170230"/>
                  <a:pt x="389418" y="122388"/>
                  <a:pt x="446603" y="120537"/>
                </a:cubicBezTo>
                <a:close/>
                <a:moveTo>
                  <a:pt x="411252" y="0"/>
                </a:moveTo>
                <a:lnTo>
                  <a:pt x="495787" y="0"/>
                </a:lnTo>
                <a:lnTo>
                  <a:pt x="506611" y="56393"/>
                </a:lnTo>
                <a:cubicBezTo>
                  <a:pt x="515822" y="59302"/>
                  <a:pt x="524796" y="62921"/>
                  <a:pt x="533454" y="67217"/>
                </a:cubicBezTo>
                <a:lnTo>
                  <a:pt x="582920" y="34745"/>
                </a:lnTo>
                <a:lnTo>
                  <a:pt x="642777" y="94710"/>
                </a:lnTo>
                <a:lnTo>
                  <a:pt x="610305" y="144176"/>
                </a:lnTo>
                <a:cubicBezTo>
                  <a:pt x="614613" y="152749"/>
                  <a:pt x="618239" y="161657"/>
                  <a:pt x="621129" y="170803"/>
                </a:cubicBezTo>
                <a:lnTo>
                  <a:pt x="687805" y="180004"/>
                </a:lnTo>
                <a:lnTo>
                  <a:pt x="687805" y="226547"/>
                </a:lnTo>
                <a:lnTo>
                  <a:pt x="644509" y="226547"/>
                </a:lnTo>
                <a:lnTo>
                  <a:pt x="644509" y="217671"/>
                </a:lnTo>
                <a:lnTo>
                  <a:pt x="586384" y="209661"/>
                </a:lnTo>
                <a:lnTo>
                  <a:pt x="583028" y="195266"/>
                </a:lnTo>
                <a:cubicBezTo>
                  <a:pt x="579706" y="180956"/>
                  <a:pt x="574077" y="167285"/>
                  <a:pt x="566359" y="154784"/>
                </a:cubicBezTo>
                <a:lnTo>
                  <a:pt x="559107" y="143202"/>
                </a:lnTo>
                <a:lnTo>
                  <a:pt x="586709" y="100556"/>
                </a:lnTo>
                <a:lnTo>
                  <a:pt x="575885" y="89731"/>
                </a:lnTo>
                <a:lnTo>
                  <a:pt x="533238" y="117332"/>
                </a:lnTo>
                <a:lnTo>
                  <a:pt x="521547" y="110080"/>
                </a:lnTo>
                <a:cubicBezTo>
                  <a:pt x="509198" y="102406"/>
                  <a:pt x="495667" y="96810"/>
                  <a:pt x="481499" y="93519"/>
                </a:cubicBezTo>
                <a:lnTo>
                  <a:pt x="467752" y="90164"/>
                </a:lnTo>
                <a:lnTo>
                  <a:pt x="459634" y="43405"/>
                </a:lnTo>
                <a:lnTo>
                  <a:pt x="444805" y="43405"/>
                </a:lnTo>
                <a:lnTo>
                  <a:pt x="432358" y="91788"/>
                </a:lnTo>
                <a:lnTo>
                  <a:pt x="419585" y="94710"/>
                </a:lnTo>
                <a:cubicBezTo>
                  <a:pt x="405277" y="98033"/>
                  <a:pt x="391605" y="103662"/>
                  <a:pt x="379103" y="111379"/>
                </a:cubicBezTo>
                <a:lnTo>
                  <a:pt x="367522" y="118523"/>
                </a:lnTo>
                <a:lnTo>
                  <a:pt x="324875" y="91247"/>
                </a:lnTo>
                <a:lnTo>
                  <a:pt x="314051" y="102070"/>
                </a:lnTo>
                <a:lnTo>
                  <a:pt x="341652" y="144284"/>
                </a:lnTo>
                <a:lnTo>
                  <a:pt x="334400" y="155974"/>
                </a:lnTo>
                <a:cubicBezTo>
                  <a:pt x="326607" y="168411"/>
                  <a:pt x="320935" y="182049"/>
                  <a:pt x="317623" y="196348"/>
                </a:cubicBezTo>
                <a:lnTo>
                  <a:pt x="314268" y="210311"/>
                </a:lnTo>
                <a:lnTo>
                  <a:pt x="263611" y="218862"/>
                </a:lnTo>
                <a:lnTo>
                  <a:pt x="263287" y="227413"/>
                </a:lnTo>
                <a:lnTo>
                  <a:pt x="219990" y="227413"/>
                </a:lnTo>
                <a:lnTo>
                  <a:pt x="219990" y="181843"/>
                </a:lnTo>
                <a:lnTo>
                  <a:pt x="278981" y="171886"/>
                </a:lnTo>
                <a:cubicBezTo>
                  <a:pt x="281828" y="162609"/>
                  <a:pt x="285454" y="153603"/>
                  <a:pt x="289805" y="144934"/>
                </a:cubicBezTo>
                <a:lnTo>
                  <a:pt x="257334" y="95901"/>
                </a:lnTo>
                <a:lnTo>
                  <a:pt x="318922" y="36044"/>
                </a:lnTo>
                <a:lnTo>
                  <a:pt x="368388" y="67542"/>
                </a:lnTo>
                <a:cubicBezTo>
                  <a:pt x="377523" y="62860"/>
                  <a:pt x="387048" y="58984"/>
                  <a:pt x="396855" y="55960"/>
                </a:cubicBezTo>
                <a:close/>
              </a:path>
            </a:pathLst>
          </a:custGeom>
          <a:solidFill>
            <a:schemeClr val="bg1"/>
          </a:solidFill>
          <a:ln w="1039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pic>
        <p:nvPicPr>
          <p:cNvPr id="12" name="iSHEJI-24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08356" y="2320740"/>
            <a:ext cx="885964" cy="762188"/>
          </a:xfrm>
          <a:prstGeom prst="rect">
            <a:avLst/>
          </a:prstGeom>
        </p:spPr>
      </p:pic>
      <p:sp>
        <p:nvSpPr>
          <p:cNvPr id="13" name="iSHEJI-7"/>
          <p:cNvSpPr txBox="1"/>
          <p:nvPr/>
        </p:nvSpPr>
        <p:spPr>
          <a:xfrm>
            <a:off x="952980" y="3717333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内容智能流转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4" name="iSHEJI-8"/>
          <p:cNvSpPr txBox="1"/>
          <p:nvPr/>
        </p:nvSpPr>
        <p:spPr>
          <a:xfrm>
            <a:off x="952980" y="4410724"/>
            <a:ext cx="2154012" cy="1102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cxnSp>
        <p:nvCxnSpPr>
          <p:cNvPr id="15" name="iSHEJI-9"/>
          <p:cNvCxnSpPr/>
          <p:nvPr/>
        </p:nvCxnSpPr>
        <p:spPr>
          <a:xfrm>
            <a:off x="1755291" y="4248694"/>
            <a:ext cx="54939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iSHEJI-11"/>
          <p:cNvSpPr txBox="1"/>
          <p:nvPr/>
        </p:nvSpPr>
        <p:spPr>
          <a:xfrm>
            <a:off x="3663656" y="3717333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数字资产管理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8" name="iSHEJI-12"/>
          <p:cNvSpPr txBox="1"/>
          <p:nvPr/>
        </p:nvSpPr>
        <p:spPr>
          <a:xfrm>
            <a:off x="3663656" y="4410724"/>
            <a:ext cx="2154012" cy="1102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基于全社交媒体平台进行全域流量整合营销，借助数据中台</a:t>
            </a:r>
            <a:r>
              <a:rPr kumimoji="0" lang="en-US" altLang="zh-CN" sz="1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KolRank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提供标准化产品及服务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cxnSp>
        <p:nvCxnSpPr>
          <p:cNvPr id="19" name="iSHEJI-13"/>
          <p:cNvCxnSpPr/>
          <p:nvPr/>
        </p:nvCxnSpPr>
        <p:spPr>
          <a:xfrm>
            <a:off x="4465967" y="4248694"/>
            <a:ext cx="54939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iSHEJI-15"/>
          <p:cNvSpPr txBox="1"/>
          <p:nvPr/>
        </p:nvSpPr>
        <p:spPr>
          <a:xfrm>
            <a:off x="6374332" y="3717333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1" name="iSHEJI-16"/>
          <p:cNvSpPr txBox="1"/>
          <p:nvPr/>
        </p:nvSpPr>
        <p:spPr>
          <a:xfrm>
            <a:off x="6374332" y="4410724"/>
            <a:ext cx="2154012" cy="8225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以优质内容作为营销输出核心，承载品牌内核，引发用户的情感共鸣和价值观认同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cxnSp>
        <p:nvCxnSpPr>
          <p:cNvPr id="22" name="iSHEJI-17"/>
          <p:cNvCxnSpPr/>
          <p:nvPr/>
        </p:nvCxnSpPr>
        <p:spPr>
          <a:xfrm>
            <a:off x="7176643" y="4248694"/>
            <a:ext cx="54939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iSHEJI-19"/>
          <p:cNvSpPr txBox="1"/>
          <p:nvPr/>
        </p:nvSpPr>
        <p:spPr>
          <a:xfrm>
            <a:off x="9085008" y="3717333"/>
            <a:ext cx="215401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全员营销获客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24" name="iSHEJI-20"/>
          <p:cNvSpPr txBox="1"/>
          <p:nvPr/>
        </p:nvSpPr>
        <p:spPr>
          <a:xfrm>
            <a:off x="9085008" y="4410724"/>
            <a:ext cx="2154012" cy="110261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在不同流量平台开设个人账户，传递品牌声量，对平台用户种草、拉新以建立企业私域流量池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cxnSp>
        <p:nvCxnSpPr>
          <p:cNvPr id="25" name="iSHEJI-21"/>
          <p:cNvCxnSpPr/>
          <p:nvPr/>
        </p:nvCxnSpPr>
        <p:spPr>
          <a:xfrm>
            <a:off x="9887319" y="4248694"/>
            <a:ext cx="54939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HEJI-2"/>
          <p:cNvSpPr txBox="1"/>
          <p:nvPr/>
        </p:nvSpPr>
        <p:spPr>
          <a:xfrm>
            <a:off x="476000" y="447822"/>
            <a:ext cx="244612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明年工作计划</a:t>
            </a:r>
            <a:endParaRPr lang="zh-CN" altLang="en-US" spc="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" name="iSHEJI-3"/>
          <p:cNvSpPr txBox="1"/>
          <p:nvPr/>
        </p:nvSpPr>
        <p:spPr>
          <a:xfrm>
            <a:off x="476000" y="940265"/>
            <a:ext cx="289062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  <a:alpha val="6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defRPr>
            </a:lvl1pPr>
          </a:lstStyle>
          <a:p>
            <a:r>
              <a:rPr lang="en-US" altLang="zh-CN" dirty="0"/>
              <a:t>Work Plan for next year</a:t>
            </a:r>
            <a:endParaRPr lang="en-US" altLang="zh-CN" dirty="0"/>
          </a:p>
        </p:txBody>
      </p:sp>
      <p:sp>
        <p:nvSpPr>
          <p:cNvPr id="5" name="iSHEJI-5"/>
          <p:cNvSpPr/>
          <p:nvPr/>
        </p:nvSpPr>
        <p:spPr>
          <a:xfrm flipH="1">
            <a:off x="6305786" y="4619706"/>
            <a:ext cx="5886214" cy="1092756"/>
          </a:xfrm>
          <a:custGeom>
            <a:avLst/>
            <a:gdLst>
              <a:gd name="connsiteX0" fmla="*/ 5886214 w 5886214"/>
              <a:gd name="connsiteY0" fmla="*/ 0 h 1092756"/>
              <a:gd name="connsiteX1" fmla="*/ 0 w 5886214"/>
              <a:gd name="connsiteY1" fmla="*/ 0 h 1092756"/>
              <a:gd name="connsiteX2" fmla="*/ 0 w 5886214"/>
              <a:gd name="connsiteY2" fmla="*/ 1092756 h 1092756"/>
              <a:gd name="connsiteX3" fmla="*/ 5255480 w 5886214"/>
              <a:gd name="connsiteY3" fmla="*/ 1092756 h 109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86214" h="1092756">
                <a:moveTo>
                  <a:pt x="5886214" y="0"/>
                </a:moveTo>
                <a:lnTo>
                  <a:pt x="0" y="0"/>
                </a:lnTo>
                <a:lnTo>
                  <a:pt x="0" y="1092756"/>
                </a:lnTo>
                <a:lnTo>
                  <a:pt x="5255480" y="10927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 w="7734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" name="iSHEJI-6"/>
          <p:cNvSpPr/>
          <p:nvPr/>
        </p:nvSpPr>
        <p:spPr>
          <a:xfrm flipH="1">
            <a:off x="5854598" y="3290909"/>
            <a:ext cx="6337402" cy="1092756"/>
          </a:xfrm>
          <a:custGeom>
            <a:avLst/>
            <a:gdLst>
              <a:gd name="connsiteX0" fmla="*/ 6022421 w 6337402"/>
              <a:gd name="connsiteY0" fmla="*/ 0 h 1092756"/>
              <a:gd name="connsiteX1" fmla="*/ 0 w 6337402"/>
              <a:gd name="connsiteY1" fmla="*/ 0 h 1092756"/>
              <a:gd name="connsiteX2" fmla="*/ 0 w 6337402"/>
              <a:gd name="connsiteY2" fmla="*/ 1092756 h 1092756"/>
              <a:gd name="connsiteX3" fmla="*/ 6022421 w 6337402"/>
              <a:gd name="connsiteY3" fmla="*/ 1092756 h 1092756"/>
              <a:gd name="connsiteX4" fmla="*/ 6337402 w 6337402"/>
              <a:gd name="connsiteY4" fmla="*/ 546378 h 109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337402" h="1092756">
                <a:moveTo>
                  <a:pt x="6022421" y="0"/>
                </a:moveTo>
                <a:lnTo>
                  <a:pt x="0" y="0"/>
                </a:lnTo>
                <a:lnTo>
                  <a:pt x="0" y="1092756"/>
                </a:lnTo>
                <a:lnTo>
                  <a:pt x="6022421" y="1092756"/>
                </a:lnTo>
                <a:lnTo>
                  <a:pt x="6337402" y="546378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 w="7734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7" name="iSHEJI-7"/>
          <p:cNvSpPr/>
          <p:nvPr/>
        </p:nvSpPr>
        <p:spPr>
          <a:xfrm flipH="1">
            <a:off x="6305786" y="1962112"/>
            <a:ext cx="5886214" cy="1092756"/>
          </a:xfrm>
          <a:custGeom>
            <a:avLst/>
            <a:gdLst>
              <a:gd name="connsiteX0" fmla="*/ 5255480 w 5886214"/>
              <a:gd name="connsiteY0" fmla="*/ 0 h 1092756"/>
              <a:gd name="connsiteX1" fmla="*/ 0 w 5886214"/>
              <a:gd name="connsiteY1" fmla="*/ 0 h 1092756"/>
              <a:gd name="connsiteX2" fmla="*/ 0 w 5886214"/>
              <a:gd name="connsiteY2" fmla="*/ 1092756 h 1092756"/>
              <a:gd name="connsiteX3" fmla="*/ 5886214 w 5886214"/>
              <a:gd name="connsiteY3" fmla="*/ 1092756 h 109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86214" h="1092756">
                <a:moveTo>
                  <a:pt x="5255480" y="0"/>
                </a:moveTo>
                <a:lnTo>
                  <a:pt x="0" y="0"/>
                </a:lnTo>
                <a:lnTo>
                  <a:pt x="0" y="1092756"/>
                </a:lnTo>
                <a:lnTo>
                  <a:pt x="5886214" y="1092756"/>
                </a:lnTo>
                <a:close/>
              </a:path>
            </a:pathLst>
          </a:custGeom>
          <a:solidFill>
            <a:schemeClr val="accent1"/>
          </a:solidFill>
          <a:ln w="7734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8" name="iSHEJI-8"/>
          <p:cNvSpPr/>
          <p:nvPr/>
        </p:nvSpPr>
        <p:spPr>
          <a:xfrm>
            <a:off x="6894622" y="2311000"/>
            <a:ext cx="419068" cy="394980"/>
          </a:xfrm>
          <a:custGeom>
            <a:avLst/>
            <a:gdLst>
              <a:gd name="connsiteX0" fmla="*/ 1110072 w 1498885"/>
              <a:gd name="connsiteY0" fmla="*/ 1039039 h 1412736"/>
              <a:gd name="connsiteX1" fmla="*/ 1149511 w 1498885"/>
              <a:gd name="connsiteY1" fmla="*/ 1055363 h 1412736"/>
              <a:gd name="connsiteX2" fmla="*/ 1371451 w 1498885"/>
              <a:gd name="connsiteY2" fmla="*/ 1277303 h 1412736"/>
              <a:gd name="connsiteX3" fmla="*/ 1371451 w 1498885"/>
              <a:gd name="connsiteY3" fmla="*/ 1356182 h 1412736"/>
              <a:gd name="connsiteX4" fmla="*/ 1332012 w 1498885"/>
              <a:gd name="connsiteY4" fmla="*/ 1372553 h 1412736"/>
              <a:gd name="connsiteX5" fmla="*/ 1292572 w 1498885"/>
              <a:gd name="connsiteY5" fmla="*/ 1356182 h 1412736"/>
              <a:gd name="connsiteX6" fmla="*/ 1070632 w 1498885"/>
              <a:gd name="connsiteY6" fmla="*/ 1134242 h 1412736"/>
              <a:gd name="connsiteX7" fmla="*/ 1070632 w 1498885"/>
              <a:gd name="connsiteY7" fmla="*/ 1055363 h 1412736"/>
              <a:gd name="connsiteX8" fmla="*/ 1110072 w 1498885"/>
              <a:gd name="connsiteY8" fmla="*/ 1039039 h 1412736"/>
              <a:gd name="connsiteX9" fmla="*/ 1110072 w 1498885"/>
              <a:gd name="connsiteY9" fmla="*/ 705989 h 1412736"/>
              <a:gd name="connsiteX10" fmla="*/ 1443075 w 1498885"/>
              <a:gd name="connsiteY10" fmla="*/ 705989 h 1412736"/>
              <a:gd name="connsiteX11" fmla="*/ 1498885 w 1498885"/>
              <a:gd name="connsiteY11" fmla="*/ 761800 h 1412736"/>
              <a:gd name="connsiteX12" fmla="*/ 1443075 w 1498885"/>
              <a:gd name="connsiteY12" fmla="*/ 817611 h 1412736"/>
              <a:gd name="connsiteX13" fmla="*/ 1110072 w 1498885"/>
              <a:gd name="connsiteY13" fmla="*/ 817611 h 1412736"/>
              <a:gd name="connsiteX14" fmla="*/ 1054261 w 1498885"/>
              <a:gd name="connsiteY14" fmla="*/ 761800 h 1412736"/>
              <a:gd name="connsiteX15" fmla="*/ 1110072 w 1498885"/>
              <a:gd name="connsiteY15" fmla="*/ 705989 h 1412736"/>
              <a:gd name="connsiteX16" fmla="*/ 1332012 w 1498885"/>
              <a:gd name="connsiteY16" fmla="*/ 151093 h 1412736"/>
              <a:gd name="connsiteX17" fmla="*/ 1371451 w 1498885"/>
              <a:gd name="connsiteY17" fmla="*/ 167418 h 1412736"/>
              <a:gd name="connsiteX18" fmla="*/ 1371451 w 1498885"/>
              <a:gd name="connsiteY18" fmla="*/ 246297 h 1412736"/>
              <a:gd name="connsiteX19" fmla="*/ 1149511 w 1498885"/>
              <a:gd name="connsiteY19" fmla="*/ 468236 h 1412736"/>
              <a:gd name="connsiteX20" fmla="*/ 1110072 w 1498885"/>
              <a:gd name="connsiteY20" fmla="*/ 484608 h 1412736"/>
              <a:gd name="connsiteX21" fmla="*/ 1070632 w 1498885"/>
              <a:gd name="connsiteY21" fmla="*/ 468236 h 1412736"/>
              <a:gd name="connsiteX22" fmla="*/ 1070632 w 1498885"/>
              <a:gd name="connsiteY22" fmla="*/ 389358 h 1412736"/>
              <a:gd name="connsiteX23" fmla="*/ 1292572 w 1498885"/>
              <a:gd name="connsiteY23" fmla="*/ 167418 h 1412736"/>
              <a:gd name="connsiteX24" fmla="*/ 1332012 w 1498885"/>
              <a:gd name="connsiteY24" fmla="*/ 151093 h 1412736"/>
              <a:gd name="connsiteX25" fmla="*/ 709724 w 1498885"/>
              <a:gd name="connsiteY25" fmla="*/ 111607 h 1412736"/>
              <a:gd name="connsiteX26" fmla="*/ 649635 w 1498885"/>
              <a:gd name="connsiteY26" fmla="*/ 127420 h 1412736"/>
              <a:gd name="connsiteX27" fmla="*/ 174129 w 1498885"/>
              <a:gd name="connsiteY27" fmla="*/ 394752 h 1412736"/>
              <a:gd name="connsiteX28" fmla="*/ 111621 w 1498885"/>
              <a:gd name="connsiteY28" fmla="*/ 501536 h 1412736"/>
              <a:gd name="connsiteX29" fmla="*/ 111621 w 1498885"/>
              <a:gd name="connsiteY29" fmla="*/ 910814 h 1412736"/>
              <a:gd name="connsiteX30" fmla="*/ 174129 w 1498885"/>
              <a:gd name="connsiteY30" fmla="*/ 1017598 h 1412736"/>
              <a:gd name="connsiteX31" fmla="*/ 649821 w 1498885"/>
              <a:gd name="connsiteY31" fmla="*/ 1284930 h 1412736"/>
              <a:gd name="connsiteX32" fmla="*/ 771674 w 1498885"/>
              <a:gd name="connsiteY32" fmla="*/ 1283814 h 1412736"/>
              <a:gd name="connsiteX33" fmla="*/ 832321 w 1498885"/>
              <a:gd name="connsiteY33" fmla="*/ 1178146 h 1412736"/>
              <a:gd name="connsiteX34" fmla="*/ 832321 w 1498885"/>
              <a:gd name="connsiteY34" fmla="*/ 234204 h 1412736"/>
              <a:gd name="connsiteX35" fmla="*/ 771674 w 1498885"/>
              <a:gd name="connsiteY35" fmla="*/ 128536 h 1412736"/>
              <a:gd name="connsiteX36" fmla="*/ 709724 w 1498885"/>
              <a:gd name="connsiteY36" fmla="*/ 111607 h 1412736"/>
              <a:gd name="connsiteX37" fmla="*/ 711864 w 1498885"/>
              <a:gd name="connsiteY37" fmla="*/ 9 h 1412736"/>
              <a:gd name="connsiteX38" fmla="*/ 828043 w 1498885"/>
              <a:gd name="connsiteY38" fmla="*/ 32356 h 1412736"/>
              <a:gd name="connsiteX39" fmla="*/ 943942 w 1498885"/>
              <a:gd name="connsiteY39" fmla="*/ 234390 h 1412736"/>
              <a:gd name="connsiteX40" fmla="*/ 943942 w 1498885"/>
              <a:gd name="connsiteY40" fmla="*/ 1178518 h 1412736"/>
              <a:gd name="connsiteX41" fmla="*/ 828043 w 1498885"/>
              <a:gd name="connsiteY41" fmla="*/ 1380552 h 1412736"/>
              <a:gd name="connsiteX42" fmla="*/ 709910 w 1498885"/>
              <a:gd name="connsiteY42" fmla="*/ 1412736 h 1412736"/>
              <a:gd name="connsiteX43" fmla="*/ 595126 w 1498885"/>
              <a:gd name="connsiteY43" fmla="*/ 1382413 h 1412736"/>
              <a:gd name="connsiteX44" fmla="*/ 119435 w 1498885"/>
              <a:gd name="connsiteY44" fmla="*/ 1115080 h 1412736"/>
              <a:gd name="connsiteX45" fmla="*/ 0 w 1498885"/>
              <a:gd name="connsiteY45" fmla="*/ 911000 h 1412736"/>
              <a:gd name="connsiteX46" fmla="*/ 0 w 1498885"/>
              <a:gd name="connsiteY46" fmla="*/ 501722 h 1412736"/>
              <a:gd name="connsiteX47" fmla="*/ 119435 w 1498885"/>
              <a:gd name="connsiteY47" fmla="*/ 297642 h 1412736"/>
              <a:gd name="connsiteX48" fmla="*/ 595126 w 1498885"/>
              <a:gd name="connsiteY48" fmla="*/ 30309 h 1412736"/>
              <a:gd name="connsiteX49" fmla="*/ 711864 w 1498885"/>
              <a:gd name="connsiteY49" fmla="*/ 9 h 14127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1498885" h="1412736">
                <a:moveTo>
                  <a:pt x="1110072" y="1039039"/>
                </a:moveTo>
                <a:cubicBezTo>
                  <a:pt x="1124350" y="1039039"/>
                  <a:pt x="1138628" y="1044480"/>
                  <a:pt x="1149511" y="1055363"/>
                </a:cubicBezTo>
                <a:lnTo>
                  <a:pt x="1371451" y="1277303"/>
                </a:lnTo>
                <a:cubicBezTo>
                  <a:pt x="1393217" y="1299070"/>
                  <a:pt x="1393217" y="1334416"/>
                  <a:pt x="1371451" y="1356182"/>
                </a:cubicBezTo>
                <a:cubicBezTo>
                  <a:pt x="1360661" y="1366972"/>
                  <a:pt x="1346336" y="1372553"/>
                  <a:pt x="1332012" y="1372553"/>
                </a:cubicBezTo>
                <a:cubicBezTo>
                  <a:pt x="1317687" y="1372553"/>
                  <a:pt x="1303362" y="1367158"/>
                  <a:pt x="1292572" y="1356182"/>
                </a:cubicBezTo>
                <a:lnTo>
                  <a:pt x="1070632" y="1134242"/>
                </a:lnTo>
                <a:cubicBezTo>
                  <a:pt x="1048866" y="1112476"/>
                  <a:pt x="1048866" y="1077130"/>
                  <a:pt x="1070632" y="1055363"/>
                </a:cubicBezTo>
                <a:cubicBezTo>
                  <a:pt x="1081515" y="1044480"/>
                  <a:pt x="1095793" y="1039039"/>
                  <a:pt x="1110072" y="1039039"/>
                </a:cubicBezTo>
                <a:close/>
                <a:moveTo>
                  <a:pt x="1110072" y="705989"/>
                </a:moveTo>
                <a:lnTo>
                  <a:pt x="1443075" y="705989"/>
                </a:lnTo>
                <a:cubicBezTo>
                  <a:pt x="1473956" y="705989"/>
                  <a:pt x="1498885" y="730918"/>
                  <a:pt x="1498885" y="761800"/>
                </a:cubicBezTo>
                <a:cubicBezTo>
                  <a:pt x="1498885" y="792682"/>
                  <a:pt x="1473770" y="817611"/>
                  <a:pt x="1443075" y="817611"/>
                </a:cubicBezTo>
                <a:lnTo>
                  <a:pt x="1110072" y="817611"/>
                </a:lnTo>
                <a:cubicBezTo>
                  <a:pt x="1079190" y="817611"/>
                  <a:pt x="1054261" y="792682"/>
                  <a:pt x="1054261" y="761800"/>
                </a:cubicBezTo>
                <a:cubicBezTo>
                  <a:pt x="1054261" y="730918"/>
                  <a:pt x="1079190" y="705989"/>
                  <a:pt x="1110072" y="705989"/>
                </a:cubicBezTo>
                <a:close/>
                <a:moveTo>
                  <a:pt x="1332012" y="151093"/>
                </a:moveTo>
                <a:cubicBezTo>
                  <a:pt x="1346290" y="151093"/>
                  <a:pt x="1360568" y="156535"/>
                  <a:pt x="1371451" y="167418"/>
                </a:cubicBezTo>
                <a:cubicBezTo>
                  <a:pt x="1393217" y="189184"/>
                  <a:pt x="1393217" y="224530"/>
                  <a:pt x="1371451" y="246297"/>
                </a:cubicBezTo>
                <a:lnTo>
                  <a:pt x="1149511" y="468236"/>
                </a:lnTo>
                <a:cubicBezTo>
                  <a:pt x="1138721" y="479213"/>
                  <a:pt x="1124396" y="484608"/>
                  <a:pt x="1110072" y="484608"/>
                </a:cubicBezTo>
                <a:cubicBezTo>
                  <a:pt x="1095747" y="484608"/>
                  <a:pt x="1081422" y="479213"/>
                  <a:pt x="1070632" y="468236"/>
                </a:cubicBezTo>
                <a:cubicBezTo>
                  <a:pt x="1048866" y="446470"/>
                  <a:pt x="1048866" y="411124"/>
                  <a:pt x="1070632" y="389358"/>
                </a:cubicBezTo>
                <a:lnTo>
                  <a:pt x="1292572" y="167418"/>
                </a:lnTo>
                <a:cubicBezTo>
                  <a:pt x="1303455" y="156535"/>
                  <a:pt x="1317733" y="151093"/>
                  <a:pt x="1332012" y="151093"/>
                </a:cubicBezTo>
                <a:close/>
                <a:moveTo>
                  <a:pt x="709724" y="111607"/>
                </a:moveTo>
                <a:cubicBezTo>
                  <a:pt x="689074" y="111607"/>
                  <a:pt x="668610" y="116816"/>
                  <a:pt x="649635" y="127420"/>
                </a:cubicBezTo>
                <a:lnTo>
                  <a:pt x="174129" y="394752"/>
                </a:lnTo>
                <a:cubicBezTo>
                  <a:pt x="135620" y="416332"/>
                  <a:pt x="111621" y="457260"/>
                  <a:pt x="111621" y="501536"/>
                </a:cubicBezTo>
                <a:lnTo>
                  <a:pt x="111621" y="910814"/>
                </a:lnTo>
                <a:cubicBezTo>
                  <a:pt x="111621" y="955090"/>
                  <a:pt x="135620" y="996018"/>
                  <a:pt x="174129" y="1017598"/>
                </a:cubicBezTo>
                <a:lnTo>
                  <a:pt x="649821" y="1284930"/>
                </a:lnTo>
                <a:cubicBezTo>
                  <a:pt x="688144" y="1306510"/>
                  <a:pt x="733723" y="1306138"/>
                  <a:pt x="771674" y="1283814"/>
                </a:cubicBezTo>
                <a:cubicBezTo>
                  <a:pt x="809625" y="1261676"/>
                  <a:pt x="832321" y="1222050"/>
                  <a:pt x="832321" y="1178146"/>
                </a:cubicBezTo>
                <a:lnTo>
                  <a:pt x="832321" y="234204"/>
                </a:lnTo>
                <a:cubicBezTo>
                  <a:pt x="832321" y="190113"/>
                  <a:pt x="809625" y="150674"/>
                  <a:pt x="771674" y="128536"/>
                </a:cubicBezTo>
                <a:cubicBezTo>
                  <a:pt x="752326" y="117188"/>
                  <a:pt x="731118" y="111607"/>
                  <a:pt x="709724" y="111607"/>
                </a:cubicBezTo>
                <a:close/>
                <a:moveTo>
                  <a:pt x="711864" y="9"/>
                </a:moveTo>
                <a:cubicBezTo>
                  <a:pt x="751861" y="358"/>
                  <a:pt x="791766" y="11148"/>
                  <a:pt x="828043" y="32356"/>
                </a:cubicBezTo>
                <a:cubicBezTo>
                  <a:pt x="900596" y="74772"/>
                  <a:pt x="943942" y="150302"/>
                  <a:pt x="943942" y="234390"/>
                </a:cubicBezTo>
                <a:lnTo>
                  <a:pt x="943942" y="1178518"/>
                </a:lnTo>
                <a:cubicBezTo>
                  <a:pt x="943942" y="1262606"/>
                  <a:pt x="900596" y="1338136"/>
                  <a:pt x="828043" y="1380552"/>
                </a:cubicBezTo>
                <a:cubicBezTo>
                  <a:pt x="791208" y="1401946"/>
                  <a:pt x="750466" y="1412736"/>
                  <a:pt x="709910" y="1412736"/>
                </a:cubicBezTo>
                <a:cubicBezTo>
                  <a:pt x="670471" y="1412736"/>
                  <a:pt x="631217" y="1402691"/>
                  <a:pt x="595126" y="1382413"/>
                </a:cubicBezTo>
                <a:lnTo>
                  <a:pt x="119435" y="1115080"/>
                </a:lnTo>
                <a:cubicBezTo>
                  <a:pt x="45765" y="1073594"/>
                  <a:pt x="0" y="995460"/>
                  <a:pt x="0" y="911000"/>
                </a:cubicBezTo>
                <a:lnTo>
                  <a:pt x="0" y="501722"/>
                </a:lnTo>
                <a:cubicBezTo>
                  <a:pt x="0" y="417262"/>
                  <a:pt x="45765" y="338942"/>
                  <a:pt x="119435" y="297642"/>
                </a:cubicBezTo>
                <a:lnTo>
                  <a:pt x="595126" y="30309"/>
                </a:lnTo>
                <a:cubicBezTo>
                  <a:pt x="631775" y="9752"/>
                  <a:pt x="671866" y="-340"/>
                  <a:pt x="711864" y="9"/>
                </a:cubicBezTo>
                <a:close/>
              </a:path>
            </a:pathLst>
          </a:custGeom>
          <a:solidFill>
            <a:schemeClr val="bg1"/>
          </a:solidFill>
          <a:ln w="11430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9" name="iSHEJI-9"/>
          <p:cNvSpPr/>
          <p:nvPr/>
        </p:nvSpPr>
        <p:spPr>
          <a:xfrm>
            <a:off x="6096283" y="3627753"/>
            <a:ext cx="419006" cy="419068"/>
          </a:xfrm>
          <a:custGeom>
            <a:avLst/>
            <a:gdLst>
              <a:gd name="connsiteX0" fmla="*/ 669168 w 1599855"/>
              <a:gd name="connsiteY0" fmla="*/ 111621 h 1600088"/>
              <a:gd name="connsiteX1" fmla="*/ 886086 w 1599855"/>
              <a:gd name="connsiteY1" fmla="*/ 155339 h 1600088"/>
              <a:gd name="connsiteX2" fmla="*/ 1063377 w 1599855"/>
              <a:gd name="connsiteY2" fmla="*/ 274960 h 1600088"/>
              <a:gd name="connsiteX3" fmla="*/ 1182998 w 1599855"/>
              <a:gd name="connsiteY3" fmla="*/ 452251 h 1600088"/>
              <a:gd name="connsiteX4" fmla="*/ 1226716 w 1599855"/>
              <a:gd name="connsiteY4" fmla="*/ 669168 h 1600088"/>
              <a:gd name="connsiteX5" fmla="*/ 1182998 w 1599855"/>
              <a:gd name="connsiteY5" fmla="*/ 886085 h 1600088"/>
              <a:gd name="connsiteX6" fmla="*/ 1063377 w 1599855"/>
              <a:gd name="connsiteY6" fmla="*/ 1063377 h 1600088"/>
              <a:gd name="connsiteX7" fmla="*/ 886086 w 1599855"/>
              <a:gd name="connsiteY7" fmla="*/ 1182998 h 1600088"/>
              <a:gd name="connsiteX8" fmla="*/ 669168 w 1599855"/>
              <a:gd name="connsiteY8" fmla="*/ 1226716 h 1600088"/>
              <a:gd name="connsiteX9" fmla="*/ 452251 w 1599855"/>
              <a:gd name="connsiteY9" fmla="*/ 1182998 h 1600088"/>
              <a:gd name="connsiteX10" fmla="*/ 274960 w 1599855"/>
              <a:gd name="connsiteY10" fmla="*/ 1063377 h 1600088"/>
              <a:gd name="connsiteX11" fmla="*/ 155339 w 1599855"/>
              <a:gd name="connsiteY11" fmla="*/ 886085 h 1600088"/>
              <a:gd name="connsiteX12" fmla="*/ 111621 w 1599855"/>
              <a:gd name="connsiteY12" fmla="*/ 669168 h 1600088"/>
              <a:gd name="connsiteX13" fmla="*/ 155339 w 1599855"/>
              <a:gd name="connsiteY13" fmla="*/ 452251 h 1600088"/>
              <a:gd name="connsiteX14" fmla="*/ 274960 w 1599855"/>
              <a:gd name="connsiteY14" fmla="*/ 274960 h 1600088"/>
              <a:gd name="connsiteX15" fmla="*/ 452251 w 1599855"/>
              <a:gd name="connsiteY15" fmla="*/ 155339 h 1600088"/>
              <a:gd name="connsiteX16" fmla="*/ 669168 w 1599855"/>
              <a:gd name="connsiteY16" fmla="*/ 111621 h 1600088"/>
              <a:gd name="connsiteX17" fmla="*/ 669168 w 1599855"/>
              <a:gd name="connsiteY17" fmla="*/ 0 h 1600088"/>
              <a:gd name="connsiteX18" fmla="*/ 0 w 1599855"/>
              <a:gd name="connsiteY18" fmla="*/ 669168 h 1600088"/>
              <a:gd name="connsiteX19" fmla="*/ 669168 w 1599855"/>
              <a:gd name="connsiteY19" fmla="*/ 1338337 h 1600088"/>
              <a:gd name="connsiteX20" fmla="*/ 1338337 w 1599855"/>
              <a:gd name="connsiteY20" fmla="*/ 669168 h 1600088"/>
              <a:gd name="connsiteX21" fmla="*/ 669168 w 1599855"/>
              <a:gd name="connsiteY21" fmla="*/ 0 h 1600088"/>
              <a:gd name="connsiteX22" fmla="*/ 1544278 w 1599855"/>
              <a:gd name="connsiteY22" fmla="*/ 1600088 h 1600088"/>
              <a:gd name="connsiteX23" fmla="*/ 1504838 w 1599855"/>
              <a:gd name="connsiteY23" fmla="*/ 1583717 h 1600088"/>
              <a:gd name="connsiteX24" fmla="*/ 1247366 w 1599855"/>
              <a:gd name="connsiteY24" fmla="*/ 1326431 h 1600088"/>
              <a:gd name="connsiteX25" fmla="*/ 1247366 w 1599855"/>
              <a:gd name="connsiteY25" fmla="*/ 1247552 h 1600088"/>
              <a:gd name="connsiteX26" fmla="*/ 1326245 w 1599855"/>
              <a:gd name="connsiteY26" fmla="*/ 1247552 h 1600088"/>
              <a:gd name="connsiteX27" fmla="*/ 1583531 w 1599855"/>
              <a:gd name="connsiteY27" fmla="*/ 1504838 h 1600088"/>
              <a:gd name="connsiteX28" fmla="*/ 1583531 w 1599855"/>
              <a:gd name="connsiteY28" fmla="*/ 1583717 h 1600088"/>
              <a:gd name="connsiteX29" fmla="*/ 1544278 w 1599855"/>
              <a:gd name="connsiteY29" fmla="*/ 1600088 h 1600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599855" h="1600088">
                <a:moveTo>
                  <a:pt x="669168" y="111621"/>
                </a:moveTo>
                <a:cubicBezTo>
                  <a:pt x="744513" y="111621"/>
                  <a:pt x="817438" y="126318"/>
                  <a:pt x="886086" y="155339"/>
                </a:cubicBezTo>
                <a:cubicBezTo>
                  <a:pt x="952500" y="183431"/>
                  <a:pt x="1012031" y="223614"/>
                  <a:pt x="1063377" y="274960"/>
                </a:cubicBezTo>
                <a:cubicBezTo>
                  <a:pt x="1114537" y="326120"/>
                  <a:pt x="1154906" y="385837"/>
                  <a:pt x="1182998" y="452251"/>
                </a:cubicBezTo>
                <a:cubicBezTo>
                  <a:pt x="1212019" y="520898"/>
                  <a:pt x="1226716" y="594010"/>
                  <a:pt x="1226716" y="669168"/>
                </a:cubicBezTo>
                <a:cubicBezTo>
                  <a:pt x="1226716" y="744327"/>
                  <a:pt x="1212019" y="817438"/>
                  <a:pt x="1182998" y="886085"/>
                </a:cubicBezTo>
                <a:cubicBezTo>
                  <a:pt x="1154906" y="952500"/>
                  <a:pt x="1114723" y="1012031"/>
                  <a:pt x="1063377" y="1063377"/>
                </a:cubicBezTo>
                <a:cubicBezTo>
                  <a:pt x="1012217" y="1114537"/>
                  <a:pt x="952500" y="1154906"/>
                  <a:pt x="886086" y="1182998"/>
                </a:cubicBezTo>
                <a:cubicBezTo>
                  <a:pt x="817438" y="1212019"/>
                  <a:pt x="744327" y="1226716"/>
                  <a:pt x="669168" y="1226716"/>
                </a:cubicBezTo>
                <a:cubicBezTo>
                  <a:pt x="594010" y="1226716"/>
                  <a:pt x="520898" y="1212019"/>
                  <a:pt x="452251" y="1182998"/>
                </a:cubicBezTo>
                <a:cubicBezTo>
                  <a:pt x="385837" y="1154906"/>
                  <a:pt x="326306" y="1114723"/>
                  <a:pt x="274960" y="1063377"/>
                </a:cubicBezTo>
                <a:cubicBezTo>
                  <a:pt x="223800" y="1012217"/>
                  <a:pt x="183431" y="952500"/>
                  <a:pt x="155339" y="886085"/>
                </a:cubicBezTo>
                <a:cubicBezTo>
                  <a:pt x="126318" y="817438"/>
                  <a:pt x="111621" y="744327"/>
                  <a:pt x="111621" y="669168"/>
                </a:cubicBezTo>
                <a:cubicBezTo>
                  <a:pt x="111621" y="594010"/>
                  <a:pt x="126318" y="520898"/>
                  <a:pt x="155339" y="452251"/>
                </a:cubicBezTo>
                <a:cubicBezTo>
                  <a:pt x="183431" y="385837"/>
                  <a:pt x="223614" y="326306"/>
                  <a:pt x="274960" y="274960"/>
                </a:cubicBezTo>
                <a:cubicBezTo>
                  <a:pt x="326306" y="223614"/>
                  <a:pt x="385837" y="183431"/>
                  <a:pt x="452251" y="155339"/>
                </a:cubicBezTo>
                <a:cubicBezTo>
                  <a:pt x="520898" y="126318"/>
                  <a:pt x="593824" y="111621"/>
                  <a:pt x="669168" y="111621"/>
                </a:cubicBezTo>
                <a:moveTo>
                  <a:pt x="669168" y="0"/>
                </a:moveTo>
                <a:cubicBezTo>
                  <a:pt x="299517" y="0"/>
                  <a:pt x="0" y="299517"/>
                  <a:pt x="0" y="669168"/>
                </a:cubicBezTo>
                <a:cubicBezTo>
                  <a:pt x="0" y="1038820"/>
                  <a:pt x="299517" y="1338337"/>
                  <a:pt x="669168" y="1338337"/>
                </a:cubicBezTo>
                <a:cubicBezTo>
                  <a:pt x="1038820" y="1338337"/>
                  <a:pt x="1338337" y="1038820"/>
                  <a:pt x="1338337" y="669168"/>
                </a:cubicBezTo>
                <a:cubicBezTo>
                  <a:pt x="1338337" y="299703"/>
                  <a:pt x="1038820" y="0"/>
                  <a:pt x="669168" y="0"/>
                </a:cubicBezTo>
                <a:close/>
                <a:moveTo>
                  <a:pt x="1544278" y="1600088"/>
                </a:moveTo>
                <a:cubicBezTo>
                  <a:pt x="1529953" y="1600088"/>
                  <a:pt x="1515628" y="1594693"/>
                  <a:pt x="1504838" y="1583717"/>
                </a:cubicBezTo>
                <a:lnTo>
                  <a:pt x="1247366" y="1326431"/>
                </a:lnTo>
                <a:cubicBezTo>
                  <a:pt x="1225600" y="1304665"/>
                  <a:pt x="1225600" y="1269318"/>
                  <a:pt x="1247366" y="1247552"/>
                </a:cubicBezTo>
                <a:cubicBezTo>
                  <a:pt x="1269132" y="1225786"/>
                  <a:pt x="1304479" y="1225786"/>
                  <a:pt x="1326245" y="1247552"/>
                </a:cubicBezTo>
                <a:lnTo>
                  <a:pt x="1583531" y="1504838"/>
                </a:lnTo>
                <a:cubicBezTo>
                  <a:pt x="1605297" y="1526605"/>
                  <a:pt x="1605297" y="1561951"/>
                  <a:pt x="1583531" y="1583717"/>
                </a:cubicBezTo>
                <a:cubicBezTo>
                  <a:pt x="1572927" y="1594693"/>
                  <a:pt x="1558603" y="1600088"/>
                  <a:pt x="1544278" y="1600088"/>
                </a:cubicBezTo>
                <a:close/>
              </a:path>
            </a:pathLst>
          </a:custGeom>
          <a:solidFill>
            <a:schemeClr val="bg1"/>
          </a:solidFill>
          <a:ln w="11430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0" name="iSHEJI-10"/>
          <p:cNvSpPr/>
          <p:nvPr/>
        </p:nvSpPr>
        <p:spPr>
          <a:xfrm>
            <a:off x="6894622" y="4959585"/>
            <a:ext cx="419068" cy="405548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14300" cap="flat">
            <a:noFill/>
            <a:prstDash val="solid"/>
            <a:miter/>
          </a:ln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1" name="iSHEJI-11"/>
          <p:cNvSpPr txBox="1"/>
          <p:nvPr/>
        </p:nvSpPr>
        <p:spPr>
          <a:xfrm>
            <a:off x="3817870" y="2066181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内容智能流转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2" name="iSHEJI-12"/>
          <p:cNvSpPr txBox="1"/>
          <p:nvPr/>
        </p:nvSpPr>
        <p:spPr>
          <a:xfrm>
            <a:off x="1846592" y="2408600"/>
            <a:ext cx="4125290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通过海报、文章、视频、音频、直播等形式创造优质内容，经由内容智能中台分发到各个渠道，触达用户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3" name="iSHEJI-13"/>
          <p:cNvSpPr txBox="1"/>
          <p:nvPr/>
        </p:nvSpPr>
        <p:spPr>
          <a:xfrm>
            <a:off x="3189220" y="3394978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数字资产管理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4" name="iSHEJI-14"/>
          <p:cNvSpPr txBox="1"/>
          <p:nvPr/>
        </p:nvSpPr>
        <p:spPr>
          <a:xfrm>
            <a:off x="1217942" y="3737397"/>
            <a:ext cx="4125290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基于全社交媒体平台进行全域流量整合营销，借助数据中台</a:t>
            </a:r>
            <a:r>
              <a:rPr kumimoji="0" lang="en-US" altLang="zh-CN" sz="140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KolRank</a:t>
            </a: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提供标准化产品及服务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5" name="iSHEJI-15"/>
          <p:cNvSpPr txBox="1"/>
          <p:nvPr/>
        </p:nvSpPr>
        <p:spPr>
          <a:xfrm>
            <a:off x="3817870" y="4723775"/>
            <a:ext cx="21540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品牌塑造传播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16" name="iSHEJI-16"/>
          <p:cNvSpPr txBox="1"/>
          <p:nvPr/>
        </p:nvSpPr>
        <p:spPr>
          <a:xfrm>
            <a:off x="1846592" y="5066194"/>
            <a:ext cx="4125290" cy="5422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95 ExtraBold" panose="00020600040101010101" pitchFamily="18" charset="-122"/>
              </a:rPr>
              <a:t>以优质内容作为营销输出核心，承载品牌内核，引发用户的情感共鸣和价值观认同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SHEJI-2"/>
          <p:cNvSpPr txBox="1"/>
          <p:nvPr/>
        </p:nvSpPr>
        <p:spPr>
          <a:xfrm>
            <a:off x="476000" y="447822"/>
            <a:ext cx="2446121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pc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</a:rPr>
              <a:t>明年工作计划</a:t>
            </a:r>
            <a:endParaRPr lang="zh-CN" altLang="en-US" spc="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</a:endParaRPr>
          </a:p>
        </p:txBody>
      </p:sp>
      <p:sp>
        <p:nvSpPr>
          <p:cNvPr id="4" name="iSHEJI-3"/>
          <p:cNvSpPr txBox="1"/>
          <p:nvPr/>
        </p:nvSpPr>
        <p:spPr>
          <a:xfrm>
            <a:off x="476000" y="940265"/>
            <a:ext cx="2890621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1400" i="0" u="none" strike="noStrike" cap="none" spc="0" normalizeH="0" baseline="0">
                <a:ln>
                  <a:noFill/>
                </a:ln>
                <a:solidFill>
                  <a:schemeClr val="tx1">
                    <a:lumMod val="75000"/>
                    <a:lumOff val="25000"/>
                    <a:alpha val="60000"/>
                  </a:schemeClr>
                </a:solidFill>
                <a:effectLst/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</a:defRPr>
            </a:lvl1pPr>
          </a:lstStyle>
          <a:p>
            <a:r>
              <a:rPr lang="en-US" altLang="zh-CN" dirty="0"/>
              <a:t>Work Plan for next year</a:t>
            </a:r>
            <a:endParaRPr lang="en-US" altLang="zh-CN" dirty="0"/>
          </a:p>
        </p:txBody>
      </p:sp>
      <p:sp>
        <p:nvSpPr>
          <p:cNvPr id="5" name="矩形: 圆角 4"/>
          <p:cNvSpPr/>
          <p:nvPr/>
        </p:nvSpPr>
        <p:spPr>
          <a:xfrm>
            <a:off x="1223434" y="1803391"/>
            <a:ext cx="7116233" cy="2004937"/>
          </a:xfrm>
          <a:prstGeom prst="roundRect">
            <a:avLst>
              <a:gd name="adj" fmla="val 4605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6" name="@稿定PPT实验室 出品-13-1"/>
          <p:cNvSpPr txBox="1"/>
          <p:nvPr/>
        </p:nvSpPr>
        <p:spPr>
          <a:xfrm>
            <a:off x="1617154" y="2231708"/>
            <a:ext cx="2945058" cy="3320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ctr" anchorCtr="0">
            <a:noAutofit/>
          </a:bodyPr>
          <a:lstStyle/>
          <a:p>
            <a:pPr marL="0" marR="0" lvl="0" indent="0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25000"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  <a:sym typeface="Arial" panose="020B0604020202020204" pitchFamily="34" charset="0"/>
              </a:rPr>
              <a:t>数字资产管理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7" name="@稿定PPT实验室 出品-13-2"/>
          <p:cNvSpPr txBox="1"/>
          <p:nvPr/>
        </p:nvSpPr>
        <p:spPr>
          <a:xfrm>
            <a:off x="1617153" y="2928249"/>
            <a:ext cx="4221361" cy="6530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t" anchorCtr="0">
            <a:noAutofit/>
          </a:bodyPr>
          <a:lstStyle/>
          <a:p>
            <a:pPr>
              <a:lnSpc>
                <a:spcPct val="130000"/>
              </a:lnSpc>
              <a:buSzPct val="25000"/>
            </a:pPr>
            <a:r>
              <a:rPr lang="zh-CN" altLang="en-US" sz="14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Arial" panose="020B0604020202020204" pitchFamily="34" charset="0"/>
              </a:rPr>
              <a:t>基于全社交媒体平台进行全域流量整合营销，借助数据中台</a:t>
            </a:r>
            <a:r>
              <a:rPr lang="en-US" altLang="zh-CN" sz="1400" dirty="0" err="1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Arial" panose="020B0604020202020204" pitchFamily="34" charset="0"/>
              </a:rPr>
              <a:t>KolRank</a:t>
            </a:r>
            <a:r>
              <a:rPr lang="zh-CN" altLang="en-US" sz="14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Arial" panose="020B0604020202020204" pitchFamily="34" charset="0"/>
              </a:rPr>
              <a:t>提供标准化产品及服务</a:t>
            </a:r>
            <a:endParaRPr lang="zh-CN" altLang="en-US" sz="140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8" name="@稿定PPT实验室 出品-13-1"/>
          <p:cNvSpPr txBox="1"/>
          <p:nvPr/>
        </p:nvSpPr>
        <p:spPr>
          <a:xfrm>
            <a:off x="1617154" y="2578971"/>
            <a:ext cx="2945058" cy="24860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ctr" anchorCtr="0">
            <a:noAutofit/>
          </a:bodyPr>
          <a:lstStyle/>
          <a:p>
            <a:pPr marL="0" marR="0" lvl="0" indent="0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25000"/>
              <a:buFontTx/>
              <a:buNone/>
              <a:defRPr/>
            </a:pP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Arial" panose="020B0604020202020204" pitchFamily="34" charset="0"/>
              </a:rPr>
              <a:t>Digital asset Management</a:t>
            </a:r>
            <a:endParaRPr kumimoji="0" lang="en-US" altLang="zh-CN" sz="11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51788" y="1550888"/>
            <a:ext cx="494455" cy="428317"/>
          </a:xfrm>
          <a:custGeom>
            <a:avLst/>
            <a:gdLst/>
            <a:ahLst/>
            <a:cxnLst/>
            <a:rect l="l" t="t" r="r" b="b"/>
            <a:pathLst>
              <a:path w="315441" h="273249">
                <a:moveTo>
                  <a:pt x="283964" y="0"/>
                </a:moveTo>
                <a:lnTo>
                  <a:pt x="315441" y="59606"/>
                </a:lnTo>
                <a:cubicBezTo>
                  <a:pt x="289768" y="71661"/>
                  <a:pt x="272020" y="83660"/>
                  <a:pt x="262198" y="95604"/>
                </a:cubicBezTo>
                <a:cubicBezTo>
                  <a:pt x="252375" y="107547"/>
                  <a:pt x="246906" y="121667"/>
                  <a:pt x="245789" y="137964"/>
                </a:cubicBezTo>
                <a:lnTo>
                  <a:pt x="315441" y="137964"/>
                </a:lnTo>
                <a:lnTo>
                  <a:pt x="315441" y="273249"/>
                </a:lnTo>
                <a:lnTo>
                  <a:pt x="169775" y="273249"/>
                </a:lnTo>
                <a:lnTo>
                  <a:pt x="169775" y="161070"/>
                </a:lnTo>
                <a:cubicBezTo>
                  <a:pt x="169775" y="119770"/>
                  <a:pt x="178370" y="87177"/>
                  <a:pt x="195560" y="63290"/>
                </a:cubicBezTo>
                <a:cubicBezTo>
                  <a:pt x="212750" y="39403"/>
                  <a:pt x="242217" y="18306"/>
                  <a:pt x="283964" y="0"/>
                </a:cubicBezTo>
                <a:close/>
                <a:moveTo>
                  <a:pt x="114188" y="0"/>
                </a:moveTo>
                <a:lnTo>
                  <a:pt x="145665" y="59606"/>
                </a:lnTo>
                <a:cubicBezTo>
                  <a:pt x="119992" y="71661"/>
                  <a:pt x="102245" y="83660"/>
                  <a:pt x="92422" y="95604"/>
                </a:cubicBezTo>
                <a:cubicBezTo>
                  <a:pt x="82599" y="107547"/>
                  <a:pt x="77130" y="121667"/>
                  <a:pt x="76014" y="137964"/>
                </a:cubicBezTo>
                <a:lnTo>
                  <a:pt x="145665" y="137964"/>
                </a:lnTo>
                <a:lnTo>
                  <a:pt x="145665" y="273249"/>
                </a:lnTo>
                <a:lnTo>
                  <a:pt x="0" y="273249"/>
                </a:lnTo>
                <a:lnTo>
                  <a:pt x="0" y="161070"/>
                </a:lnTo>
                <a:cubicBezTo>
                  <a:pt x="0" y="119770"/>
                  <a:pt x="8595" y="87177"/>
                  <a:pt x="25784" y="63290"/>
                </a:cubicBezTo>
                <a:cubicBezTo>
                  <a:pt x="42974" y="39403"/>
                  <a:pt x="72442" y="18306"/>
                  <a:pt x="1141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25000"/>
              <a:buFontTx/>
              <a:buNone/>
              <a:defRPr/>
            </a:pP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0" name="任意多边形: 形状 9"/>
          <p:cNvSpPr/>
          <p:nvPr/>
        </p:nvSpPr>
        <p:spPr>
          <a:xfrm>
            <a:off x="6232233" y="1803391"/>
            <a:ext cx="2107434" cy="2004937"/>
          </a:xfrm>
          <a:custGeom>
            <a:avLst/>
            <a:gdLst>
              <a:gd name="connsiteX0" fmla="*/ 0 w 2107434"/>
              <a:gd name="connsiteY0" fmla="*/ 0 h 2004937"/>
              <a:gd name="connsiteX1" fmla="*/ 2015107 w 2107434"/>
              <a:gd name="connsiteY1" fmla="*/ 0 h 2004937"/>
              <a:gd name="connsiteX2" fmla="*/ 2107434 w 2107434"/>
              <a:gd name="connsiteY2" fmla="*/ 92327 h 2004937"/>
              <a:gd name="connsiteX3" fmla="*/ 2107434 w 2107434"/>
              <a:gd name="connsiteY3" fmla="*/ 1912610 h 2004937"/>
              <a:gd name="connsiteX4" fmla="*/ 2015107 w 2107434"/>
              <a:gd name="connsiteY4" fmla="*/ 2004937 h 2004937"/>
              <a:gd name="connsiteX5" fmla="*/ 0 w 2107434"/>
              <a:gd name="connsiteY5" fmla="*/ 2004937 h 200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7434" h="2004937">
                <a:moveTo>
                  <a:pt x="0" y="0"/>
                </a:moveTo>
                <a:lnTo>
                  <a:pt x="2015107" y="0"/>
                </a:lnTo>
                <a:cubicBezTo>
                  <a:pt x="2066098" y="0"/>
                  <a:pt x="2107434" y="41336"/>
                  <a:pt x="2107434" y="92327"/>
                </a:cubicBezTo>
                <a:lnTo>
                  <a:pt x="2107434" y="1912610"/>
                </a:lnTo>
                <a:cubicBezTo>
                  <a:pt x="2107434" y="1963601"/>
                  <a:pt x="2066098" y="2004937"/>
                  <a:pt x="2015107" y="2004937"/>
                </a:cubicBezTo>
                <a:lnTo>
                  <a:pt x="0" y="2004937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1" name="iSHEJI-14"/>
          <p:cNvSpPr/>
          <p:nvPr/>
        </p:nvSpPr>
        <p:spPr>
          <a:xfrm>
            <a:off x="6725709" y="2266950"/>
            <a:ext cx="1113752" cy="1077818"/>
          </a:xfrm>
          <a:custGeom>
            <a:avLst/>
            <a:gdLst>
              <a:gd name="connsiteX0" fmla="*/ 695958 w 1660735"/>
              <a:gd name="connsiteY0" fmla="*/ 752512 h 1607157"/>
              <a:gd name="connsiteX1" fmla="*/ 376349 w 1660735"/>
              <a:gd name="connsiteY1" fmla="*/ 752512 h 1607157"/>
              <a:gd name="connsiteX2" fmla="*/ 110505 w 1660735"/>
              <a:gd name="connsiteY2" fmla="*/ 642007 h 1607157"/>
              <a:gd name="connsiteX3" fmla="*/ 0 w 1660735"/>
              <a:gd name="connsiteY3" fmla="*/ 376349 h 1607157"/>
              <a:gd name="connsiteX4" fmla="*/ 110505 w 1660735"/>
              <a:gd name="connsiteY4" fmla="*/ 110505 h 1607157"/>
              <a:gd name="connsiteX5" fmla="*/ 376349 w 1660735"/>
              <a:gd name="connsiteY5" fmla="*/ 0 h 1607157"/>
              <a:gd name="connsiteX6" fmla="*/ 642193 w 1660735"/>
              <a:gd name="connsiteY6" fmla="*/ 110505 h 1607157"/>
              <a:gd name="connsiteX7" fmla="*/ 752698 w 1660735"/>
              <a:gd name="connsiteY7" fmla="*/ 376349 h 1607157"/>
              <a:gd name="connsiteX8" fmla="*/ 752698 w 1660735"/>
              <a:gd name="connsiteY8" fmla="*/ 695958 h 1607157"/>
              <a:gd name="connsiteX9" fmla="*/ 695958 w 1660735"/>
              <a:gd name="connsiteY9" fmla="*/ 752512 h 1607157"/>
              <a:gd name="connsiteX10" fmla="*/ 376349 w 1660735"/>
              <a:gd name="connsiteY10" fmla="*/ 111621 h 1607157"/>
              <a:gd name="connsiteX11" fmla="*/ 111621 w 1660735"/>
              <a:gd name="connsiteY11" fmla="*/ 376349 h 1607157"/>
              <a:gd name="connsiteX12" fmla="*/ 376349 w 1660735"/>
              <a:gd name="connsiteY12" fmla="*/ 641077 h 1607157"/>
              <a:gd name="connsiteX13" fmla="*/ 641077 w 1660735"/>
              <a:gd name="connsiteY13" fmla="*/ 641077 h 1607157"/>
              <a:gd name="connsiteX14" fmla="*/ 641077 w 1660735"/>
              <a:gd name="connsiteY14" fmla="*/ 376349 h 1607157"/>
              <a:gd name="connsiteX15" fmla="*/ 376349 w 1660735"/>
              <a:gd name="connsiteY15" fmla="*/ 111621 h 1607157"/>
              <a:gd name="connsiteX16" fmla="*/ 1284201 w 1660735"/>
              <a:gd name="connsiteY16" fmla="*/ 752512 h 1607157"/>
              <a:gd name="connsiteX17" fmla="*/ 964592 w 1660735"/>
              <a:gd name="connsiteY17" fmla="*/ 752512 h 1607157"/>
              <a:gd name="connsiteX18" fmla="*/ 908038 w 1660735"/>
              <a:gd name="connsiteY18" fmla="*/ 695958 h 1607157"/>
              <a:gd name="connsiteX19" fmla="*/ 908038 w 1660735"/>
              <a:gd name="connsiteY19" fmla="*/ 376349 h 1607157"/>
              <a:gd name="connsiteX20" fmla="*/ 1018543 w 1660735"/>
              <a:gd name="connsiteY20" fmla="*/ 110505 h 1607157"/>
              <a:gd name="connsiteX21" fmla="*/ 1284387 w 1660735"/>
              <a:gd name="connsiteY21" fmla="*/ 0 h 1607157"/>
              <a:gd name="connsiteX22" fmla="*/ 1550231 w 1660735"/>
              <a:gd name="connsiteY22" fmla="*/ 110505 h 1607157"/>
              <a:gd name="connsiteX23" fmla="*/ 1660736 w 1660735"/>
              <a:gd name="connsiteY23" fmla="*/ 376349 h 1607157"/>
              <a:gd name="connsiteX24" fmla="*/ 1550231 w 1660735"/>
              <a:gd name="connsiteY24" fmla="*/ 642193 h 1607157"/>
              <a:gd name="connsiteX25" fmla="*/ 1284201 w 1660735"/>
              <a:gd name="connsiteY25" fmla="*/ 752512 h 1607157"/>
              <a:gd name="connsiteX26" fmla="*/ 1019659 w 1660735"/>
              <a:gd name="connsiteY26" fmla="*/ 640891 h 1607157"/>
              <a:gd name="connsiteX27" fmla="*/ 1284387 w 1660735"/>
              <a:gd name="connsiteY27" fmla="*/ 640891 h 1607157"/>
              <a:gd name="connsiteX28" fmla="*/ 1549115 w 1660735"/>
              <a:gd name="connsiteY28" fmla="*/ 376163 h 1607157"/>
              <a:gd name="connsiteX29" fmla="*/ 1284387 w 1660735"/>
              <a:gd name="connsiteY29" fmla="*/ 111435 h 1607157"/>
              <a:gd name="connsiteX30" fmla="*/ 1019659 w 1660735"/>
              <a:gd name="connsiteY30" fmla="*/ 376163 h 1607157"/>
              <a:gd name="connsiteX31" fmla="*/ 1019659 w 1660735"/>
              <a:gd name="connsiteY31" fmla="*/ 640891 h 1607157"/>
              <a:gd name="connsiteX32" fmla="*/ 376349 w 1660735"/>
              <a:gd name="connsiteY32" fmla="*/ 1607158 h 1607157"/>
              <a:gd name="connsiteX33" fmla="*/ 110505 w 1660735"/>
              <a:gd name="connsiteY33" fmla="*/ 1496653 h 1607157"/>
              <a:gd name="connsiteX34" fmla="*/ 0 w 1660735"/>
              <a:gd name="connsiteY34" fmla="*/ 1230809 h 1607157"/>
              <a:gd name="connsiteX35" fmla="*/ 110505 w 1660735"/>
              <a:gd name="connsiteY35" fmla="*/ 964964 h 1607157"/>
              <a:gd name="connsiteX36" fmla="*/ 376349 w 1660735"/>
              <a:gd name="connsiteY36" fmla="*/ 854459 h 1607157"/>
              <a:gd name="connsiteX37" fmla="*/ 695958 w 1660735"/>
              <a:gd name="connsiteY37" fmla="*/ 854459 h 1607157"/>
              <a:gd name="connsiteX38" fmla="*/ 752512 w 1660735"/>
              <a:gd name="connsiteY38" fmla="*/ 911014 h 1607157"/>
              <a:gd name="connsiteX39" fmla="*/ 752512 w 1660735"/>
              <a:gd name="connsiteY39" fmla="*/ 1230623 h 1607157"/>
              <a:gd name="connsiteX40" fmla="*/ 642007 w 1660735"/>
              <a:gd name="connsiteY40" fmla="*/ 1496467 h 1607157"/>
              <a:gd name="connsiteX41" fmla="*/ 376349 w 1660735"/>
              <a:gd name="connsiteY41" fmla="*/ 1607158 h 1607157"/>
              <a:gd name="connsiteX42" fmla="*/ 376349 w 1660735"/>
              <a:gd name="connsiteY42" fmla="*/ 966267 h 1607157"/>
              <a:gd name="connsiteX43" fmla="*/ 111621 w 1660735"/>
              <a:gd name="connsiteY43" fmla="*/ 1230809 h 1607157"/>
              <a:gd name="connsiteX44" fmla="*/ 376349 w 1660735"/>
              <a:gd name="connsiteY44" fmla="*/ 1495537 h 1607157"/>
              <a:gd name="connsiteX45" fmla="*/ 641077 w 1660735"/>
              <a:gd name="connsiteY45" fmla="*/ 1230809 h 1607157"/>
              <a:gd name="connsiteX46" fmla="*/ 641077 w 1660735"/>
              <a:gd name="connsiteY46" fmla="*/ 966267 h 1607157"/>
              <a:gd name="connsiteX47" fmla="*/ 376349 w 1660735"/>
              <a:gd name="connsiteY47" fmla="*/ 966267 h 1607157"/>
              <a:gd name="connsiteX48" fmla="*/ 1284201 w 1660735"/>
              <a:gd name="connsiteY48" fmla="*/ 1607158 h 1607157"/>
              <a:gd name="connsiteX49" fmla="*/ 1018357 w 1660735"/>
              <a:gd name="connsiteY49" fmla="*/ 1496653 h 1607157"/>
              <a:gd name="connsiteX50" fmla="*/ 907852 w 1660735"/>
              <a:gd name="connsiteY50" fmla="*/ 1230809 h 1607157"/>
              <a:gd name="connsiteX51" fmla="*/ 907852 w 1660735"/>
              <a:gd name="connsiteY51" fmla="*/ 911200 h 1607157"/>
              <a:gd name="connsiteX52" fmla="*/ 964406 w 1660735"/>
              <a:gd name="connsiteY52" fmla="*/ 854646 h 1607157"/>
              <a:gd name="connsiteX53" fmla="*/ 1284015 w 1660735"/>
              <a:gd name="connsiteY53" fmla="*/ 854646 h 1607157"/>
              <a:gd name="connsiteX54" fmla="*/ 1549859 w 1660735"/>
              <a:gd name="connsiteY54" fmla="*/ 965150 h 1607157"/>
              <a:gd name="connsiteX55" fmla="*/ 1660364 w 1660735"/>
              <a:gd name="connsiteY55" fmla="*/ 1230995 h 1607157"/>
              <a:gd name="connsiteX56" fmla="*/ 1550045 w 1660735"/>
              <a:gd name="connsiteY56" fmla="*/ 1496653 h 1607157"/>
              <a:gd name="connsiteX57" fmla="*/ 1284201 w 1660735"/>
              <a:gd name="connsiteY57" fmla="*/ 1607158 h 1607157"/>
              <a:gd name="connsiteX58" fmla="*/ 1019659 w 1660735"/>
              <a:gd name="connsiteY58" fmla="*/ 966267 h 1607157"/>
              <a:gd name="connsiteX59" fmla="*/ 1019659 w 1660735"/>
              <a:gd name="connsiteY59" fmla="*/ 1230995 h 1607157"/>
              <a:gd name="connsiteX60" fmla="*/ 1284387 w 1660735"/>
              <a:gd name="connsiteY60" fmla="*/ 1495723 h 1607157"/>
              <a:gd name="connsiteX61" fmla="*/ 1549115 w 1660735"/>
              <a:gd name="connsiteY61" fmla="*/ 1230995 h 1607157"/>
              <a:gd name="connsiteX62" fmla="*/ 1284387 w 1660735"/>
              <a:gd name="connsiteY62" fmla="*/ 966267 h 1607157"/>
              <a:gd name="connsiteX63" fmla="*/ 1019659 w 1660735"/>
              <a:gd name="connsiteY63" fmla="*/ 966267 h 16071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1660735" h="1607157">
                <a:moveTo>
                  <a:pt x="695958" y="752512"/>
                </a:moveTo>
                <a:lnTo>
                  <a:pt x="376349" y="752512"/>
                </a:lnTo>
                <a:cubicBezTo>
                  <a:pt x="276262" y="752512"/>
                  <a:pt x="181756" y="713259"/>
                  <a:pt x="110505" y="642007"/>
                </a:cubicBezTo>
                <a:cubicBezTo>
                  <a:pt x="39253" y="570756"/>
                  <a:pt x="0" y="476436"/>
                  <a:pt x="0" y="376349"/>
                </a:cubicBezTo>
                <a:cubicBezTo>
                  <a:pt x="0" y="276262"/>
                  <a:pt x="39253" y="181756"/>
                  <a:pt x="110505" y="110505"/>
                </a:cubicBezTo>
                <a:cubicBezTo>
                  <a:pt x="181756" y="39253"/>
                  <a:pt x="276076" y="0"/>
                  <a:pt x="376349" y="0"/>
                </a:cubicBezTo>
                <a:cubicBezTo>
                  <a:pt x="476436" y="0"/>
                  <a:pt x="570942" y="39253"/>
                  <a:pt x="642193" y="110505"/>
                </a:cubicBezTo>
                <a:cubicBezTo>
                  <a:pt x="713445" y="181756"/>
                  <a:pt x="752698" y="276076"/>
                  <a:pt x="752698" y="376349"/>
                </a:cubicBezTo>
                <a:lnTo>
                  <a:pt x="752698" y="695958"/>
                </a:lnTo>
                <a:cubicBezTo>
                  <a:pt x="752512" y="727211"/>
                  <a:pt x="727211" y="752512"/>
                  <a:pt x="695958" y="752512"/>
                </a:cubicBezTo>
                <a:close/>
                <a:moveTo>
                  <a:pt x="376349" y="111621"/>
                </a:moveTo>
                <a:cubicBezTo>
                  <a:pt x="230498" y="111621"/>
                  <a:pt x="111621" y="230312"/>
                  <a:pt x="111621" y="376349"/>
                </a:cubicBezTo>
                <a:cubicBezTo>
                  <a:pt x="111621" y="522201"/>
                  <a:pt x="230312" y="641077"/>
                  <a:pt x="376349" y="641077"/>
                </a:cubicBezTo>
                <a:lnTo>
                  <a:pt x="641077" y="641077"/>
                </a:lnTo>
                <a:lnTo>
                  <a:pt x="641077" y="376349"/>
                </a:lnTo>
                <a:cubicBezTo>
                  <a:pt x="640891" y="230312"/>
                  <a:pt x="522201" y="111621"/>
                  <a:pt x="376349" y="111621"/>
                </a:cubicBezTo>
                <a:close/>
                <a:moveTo>
                  <a:pt x="1284201" y="752512"/>
                </a:moveTo>
                <a:lnTo>
                  <a:pt x="964592" y="752512"/>
                </a:lnTo>
                <a:cubicBezTo>
                  <a:pt x="933338" y="752512"/>
                  <a:pt x="908038" y="727025"/>
                  <a:pt x="908038" y="695958"/>
                </a:cubicBezTo>
                <a:lnTo>
                  <a:pt x="908038" y="376349"/>
                </a:lnTo>
                <a:cubicBezTo>
                  <a:pt x="908038" y="276262"/>
                  <a:pt x="947291" y="181756"/>
                  <a:pt x="1018543" y="110505"/>
                </a:cubicBezTo>
                <a:cubicBezTo>
                  <a:pt x="1089794" y="39253"/>
                  <a:pt x="1184114" y="0"/>
                  <a:pt x="1284387" y="0"/>
                </a:cubicBezTo>
                <a:cubicBezTo>
                  <a:pt x="1384660" y="0"/>
                  <a:pt x="1478980" y="39253"/>
                  <a:pt x="1550231" y="110505"/>
                </a:cubicBezTo>
                <a:cubicBezTo>
                  <a:pt x="1621482" y="181756"/>
                  <a:pt x="1660736" y="276076"/>
                  <a:pt x="1660736" y="376349"/>
                </a:cubicBezTo>
                <a:cubicBezTo>
                  <a:pt x="1660736" y="476622"/>
                  <a:pt x="1621482" y="570942"/>
                  <a:pt x="1550231" y="642193"/>
                </a:cubicBezTo>
                <a:cubicBezTo>
                  <a:pt x="1478794" y="713259"/>
                  <a:pt x="1384288" y="752512"/>
                  <a:pt x="1284201" y="752512"/>
                </a:cubicBezTo>
                <a:close/>
                <a:moveTo>
                  <a:pt x="1019659" y="640891"/>
                </a:moveTo>
                <a:lnTo>
                  <a:pt x="1284387" y="640891"/>
                </a:lnTo>
                <a:cubicBezTo>
                  <a:pt x="1430238" y="640891"/>
                  <a:pt x="1549115" y="522201"/>
                  <a:pt x="1549115" y="376163"/>
                </a:cubicBezTo>
                <a:cubicBezTo>
                  <a:pt x="1549115" y="230312"/>
                  <a:pt x="1430424" y="111435"/>
                  <a:pt x="1284387" y="111435"/>
                </a:cubicBezTo>
                <a:cubicBezTo>
                  <a:pt x="1138349" y="111435"/>
                  <a:pt x="1019659" y="230125"/>
                  <a:pt x="1019659" y="376163"/>
                </a:cubicBezTo>
                <a:lnTo>
                  <a:pt x="1019659" y="640891"/>
                </a:lnTo>
                <a:close/>
                <a:moveTo>
                  <a:pt x="376349" y="1607158"/>
                </a:moveTo>
                <a:cubicBezTo>
                  <a:pt x="276262" y="1607158"/>
                  <a:pt x="181756" y="1567904"/>
                  <a:pt x="110505" y="1496653"/>
                </a:cubicBezTo>
                <a:cubicBezTo>
                  <a:pt x="39253" y="1425401"/>
                  <a:pt x="0" y="1330896"/>
                  <a:pt x="0" y="1230809"/>
                </a:cubicBezTo>
                <a:cubicBezTo>
                  <a:pt x="0" y="1130722"/>
                  <a:pt x="39253" y="1036216"/>
                  <a:pt x="110505" y="964964"/>
                </a:cubicBezTo>
                <a:cubicBezTo>
                  <a:pt x="181756" y="893713"/>
                  <a:pt x="276076" y="854459"/>
                  <a:pt x="376349" y="854459"/>
                </a:cubicBezTo>
                <a:lnTo>
                  <a:pt x="695958" y="854459"/>
                </a:lnTo>
                <a:cubicBezTo>
                  <a:pt x="727211" y="854459"/>
                  <a:pt x="752512" y="879760"/>
                  <a:pt x="752512" y="911014"/>
                </a:cubicBezTo>
                <a:lnTo>
                  <a:pt x="752512" y="1230623"/>
                </a:lnTo>
                <a:cubicBezTo>
                  <a:pt x="752512" y="1330709"/>
                  <a:pt x="713259" y="1425215"/>
                  <a:pt x="642007" y="1496467"/>
                </a:cubicBezTo>
                <a:cubicBezTo>
                  <a:pt x="570756" y="1567718"/>
                  <a:pt x="476436" y="1607158"/>
                  <a:pt x="376349" y="1607158"/>
                </a:cubicBezTo>
                <a:close/>
                <a:moveTo>
                  <a:pt x="376349" y="966267"/>
                </a:moveTo>
                <a:cubicBezTo>
                  <a:pt x="230312" y="966267"/>
                  <a:pt x="111621" y="1084957"/>
                  <a:pt x="111621" y="1230809"/>
                </a:cubicBezTo>
                <a:cubicBezTo>
                  <a:pt x="111621" y="1376660"/>
                  <a:pt x="230312" y="1495537"/>
                  <a:pt x="376349" y="1495537"/>
                </a:cubicBezTo>
                <a:cubicBezTo>
                  <a:pt x="522201" y="1495537"/>
                  <a:pt x="641077" y="1376846"/>
                  <a:pt x="641077" y="1230809"/>
                </a:cubicBezTo>
                <a:lnTo>
                  <a:pt x="641077" y="966267"/>
                </a:lnTo>
                <a:lnTo>
                  <a:pt x="376349" y="966267"/>
                </a:lnTo>
                <a:close/>
                <a:moveTo>
                  <a:pt x="1284201" y="1607158"/>
                </a:moveTo>
                <a:cubicBezTo>
                  <a:pt x="1184114" y="1607158"/>
                  <a:pt x="1089608" y="1567904"/>
                  <a:pt x="1018357" y="1496653"/>
                </a:cubicBezTo>
                <a:cubicBezTo>
                  <a:pt x="947105" y="1425401"/>
                  <a:pt x="907852" y="1331082"/>
                  <a:pt x="907852" y="1230809"/>
                </a:cubicBezTo>
                <a:lnTo>
                  <a:pt x="907852" y="911200"/>
                </a:lnTo>
                <a:cubicBezTo>
                  <a:pt x="907852" y="879946"/>
                  <a:pt x="933152" y="854646"/>
                  <a:pt x="964406" y="854646"/>
                </a:cubicBezTo>
                <a:lnTo>
                  <a:pt x="1284015" y="854646"/>
                </a:lnTo>
                <a:cubicBezTo>
                  <a:pt x="1384102" y="854646"/>
                  <a:pt x="1478607" y="893899"/>
                  <a:pt x="1549859" y="965150"/>
                </a:cubicBezTo>
                <a:cubicBezTo>
                  <a:pt x="1621110" y="1036402"/>
                  <a:pt x="1660364" y="1130722"/>
                  <a:pt x="1660364" y="1230995"/>
                </a:cubicBezTo>
                <a:cubicBezTo>
                  <a:pt x="1660364" y="1331268"/>
                  <a:pt x="1621296" y="1425401"/>
                  <a:pt x="1550045" y="1496653"/>
                </a:cubicBezTo>
                <a:cubicBezTo>
                  <a:pt x="1478794" y="1567904"/>
                  <a:pt x="1384288" y="1607158"/>
                  <a:pt x="1284201" y="1607158"/>
                </a:cubicBezTo>
                <a:close/>
                <a:moveTo>
                  <a:pt x="1019659" y="966267"/>
                </a:moveTo>
                <a:lnTo>
                  <a:pt x="1019659" y="1230995"/>
                </a:lnTo>
                <a:cubicBezTo>
                  <a:pt x="1019659" y="1376846"/>
                  <a:pt x="1138349" y="1495723"/>
                  <a:pt x="1284387" y="1495723"/>
                </a:cubicBezTo>
                <a:cubicBezTo>
                  <a:pt x="1430424" y="1495723"/>
                  <a:pt x="1549115" y="1377032"/>
                  <a:pt x="1549115" y="1230995"/>
                </a:cubicBezTo>
                <a:cubicBezTo>
                  <a:pt x="1549115" y="1084957"/>
                  <a:pt x="1430424" y="966267"/>
                  <a:pt x="1284387" y="966267"/>
                </a:cubicBezTo>
                <a:lnTo>
                  <a:pt x="1019659" y="966267"/>
                </a:ln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2" name="矩形: 圆角 11"/>
          <p:cNvSpPr/>
          <p:nvPr/>
        </p:nvSpPr>
        <p:spPr>
          <a:xfrm>
            <a:off x="3852334" y="4306975"/>
            <a:ext cx="7116233" cy="2004937"/>
          </a:xfrm>
          <a:prstGeom prst="roundRect">
            <a:avLst>
              <a:gd name="adj" fmla="val 4605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3" name="@稿定PPT实验室 出品-13-1"/>
          <p:cNvSpPr txBox="1"/>
          <p:nvPr/>
        </p:nvSpPr>
        <p:spPr>
          <a:xfrm>
            <a:off x="4246054" y="4735292"/>
            <a:ext cx="2945058" cy="3320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ctr" anchorCtr="0">
            <a:noAutofit/>
          </a:bodyPr>
          <a:lstStyle/>
          <a:p>
            <a:pPr marL="0" marR="0" lvl="0" indent="0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25000"/>
              <a:buFontTx/>
              <a:buNone/>
              <a:defRPr/>
            </a:pPr>
            <a:r>
              <a:rPr kumimoji="0" lang="zh-CN" altLang="en-US" sz="24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uLnTx/>
                <a:uFillTx/>
                <a:latin typeface="阿里巴巴普惠体 2.0 95 ExtraBold" panose="00020600040101010101" pitchFamily="18" charset="-122"/>
                <a:ea typeface="阿里巴巴普惠体 2.0 95 ExtraBold" panose="00020600040101010101" pitchFamily="18" charset="-122"/>
                <a:cs typeface="阿里巴巴普惠体 2.0 95 ExtraBold" panose="00020600040101010101" pitchFamily="18" charset="-122"/>
                <a:sym typeface="Arial" panose="020B0604020202020204" pitchFamily="34" charset="0"/>
              </a:rPr>
              <a:t>品牌塑造传播</a:t>
            </a:r>
            <a:endParaRPr kumimoji="0" lang="zh-CN" altLang="en-US" sz="24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4" name="@稿定PPT实验室 出品-13-2"/>
          <p:cNvSpPr txBox="1"/>
          <p:nvPr/>
        </p:nvSpPr>
        <p:spPr>
          <a:xfrm>
            <a:off x="4246053" y="5431833"/>
            <a:ext cx="4221361" cy="65305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t" anchorCtr="0">
            <a:noAutofit/>
          </a:bodyPr>
          <a:lstStyle/>
          <a:p>
            <a:pPr>
              <a:lnSpc>
                <a:spcPct val="130000"/>
              </a:lnSpc>
              <a:buSzPct val="25000"/>
            </a:pPr>
            <a:r>
              <a:rPr lang="zh-CN" altLang="en-US" sz="1400" dirty="0"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Arial" panose="020B0604020202020204" pitchFamily="34" charset="0"/>
              </a:rPr>
              <a:t>以优质内容作为营销输出核心，承载品牌内核，引发用户的情感共鸣和价值观认同</a:t>
            </a:r>
            <a:endParaRPr lang="zh-CN" altLang="en-US" sz="1400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5" name="@稿定PPT实验室 出品-13-1"/>
          <p:cNvSpPr txBox="1"/>
          <p:nvPr/>
        </p:nvSpPr>
        <p:spPr>
          <a:xfrm>
            <a:off x="4246054" y="5082555"/>
            <a:ext cx="2945058" cy="24860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64008" tIns="32004" rIns="64008" bIns="32004" anchor="ctr" anchorCtr="0">
            <a:noAutofit/>
          </a:bodyPr>
          <a:lstStyle/>
          <a:p>
            <a:pPr marL="0" marR="0" lvl="0" indent="0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25000"/>
              <a:buFontTx/>
              <a:buNone/>
              <a:defRPr/>
            </a:pPr>
            <a:r>
              <a:rPr kumimoji="0" lang="en-US" altLang="zh-CN" sz="110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uLnTx/>
                <a:uFillTx/>
                <a:latin typeface="阿里巴巴普惠体 2.0 35 Thin" panose="00020600040101010101" pitchFamily="18" charset="-122"/>
                <a:ea typeface="阿里巴巴普惠体 2.0 35 Thin" panose="00020600040101010101" pitchFamily="18" charset="-122"/>
                <a:cs typeface="阿里巴巴普惠体 2.0 35 Thin" panose="00020600040101010101" pitchFamily="18" charset="-122"/>
                <a:sym typeface="Arial" panose="020B0604020202020204" pitchFamily="34" charset="0"/>
              </a:rPr>
              <a:t>Brand building and communication</a:t>
            </a:r>
            <a:endParaRPr kumimoji="0" lang="en-US" altLang="zh-CN" sz="110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uLnTx/>
              <a:uFillTx/>
              <a:latin typeface="阿里巴巴普惠体 2.0 35 Thin" panose="00020600040101010101" pitchFamily="18" charset="-122"/>
              <a:ea typeface="阿里巴巴普惠体 2.0 35 Thin" panose="00020600040101010101" pitchFamily="18" charset="-122"/>
              <a:cs typeface="阿里巴巴普惠体 2.0 35 Thin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280688" y="4054472"/>
            <a:ext cx="494455" cy="428317"/>
          </a:xfrm>
          <a:custGeom>
            <a:avLst/>
            <a:gdLst/>
            <a:ahLst/>
            <a:cxnLst/>
            <a:rect l="l" t="t" r="r" b="b"/>
            <a:pathLst>
              <a:path w="315441" h="273249">
                <a:moveTo>
                  <a:pt x="283964" y="0"/>
                </a:moveTo>
                <a:lnTo>
                  <a:pt x="315441" y="59606"/>
                </a:lnTo>
                <a:cubicBezTo>
                  <a:pt x="289768" y="71661"/>
                  <a:pt x="272020" y="83660"/>
                  <a:pt x="262198" y="95604"/>
                </a:cubicBezTo>
                <a:cubicBezTo>
                  <a:pt x="252375" y="107547"/>
                  <a:pt x="246906" y="121667"/>
                  <a:pt x="245789" y="137964"/>
                </a:cubicBezTo>
                <a:lnTo>
                  <a:pt x="315441" y="137964"/>
                </a:lnTo>
                <a:lnTo>
                  <a:pt x="315441" y="273249"/>
                </a:lnTo>
                <a:lnTo>
                  <a:pt x="169775" y="273249"/>
                </a:lnTo>
                <a:lnTo>
                  <a:pt x="169775" y="161070"/>
                </a:lnTo>
                <a:cubicBezTo>
                  <a:pt x="169775" y="119770"/>
                  <a:pt x="178370" y="87177"/>
                  <a:pt x="195560" y="63290"/>
                </a:cubicBezTo>
                <a:cubicBezTo>
                  <a:pt x="212750" y="39403"/>
                  <a:pt x="242217" y="18306"/>
                  <a:pt x="283964" y="0"/>
                </a:cubicBezTo>
                <a:close/>
                <a:moveTo>
                  <a:pt x="114188" y="0"/>
                </a:moveTo>
                <a:lnTo>
                  <a:pt x="145665" y="59606"/>
                </a:lnTo>
                <a:cubicBezTo>
                  <a:pt x="119992" y="71661"/>
                  <a:pt x="102245" y="83660"/>
                  <a:pt x="92422" y="95604"/>
                </a:cubicBezTo>
                <a:cubicBezTo>
                  <a:pt x="82599" y="107547"/>
                  <a:pt x="77130" y="121667"/>
                  <a:pt x="76014" y="137964"/>
                </a:cubicBezTo>
                <a:lnTo>
                  <a:pt x="145665" y="137964"/>
                </a:lnTo>
                <a:lnTo>
                  <a:pt x="145665" y="273249"/>
                </a:lnTo>
                <a:lnTo>
                  <a:pt x="0" y="273249"/>
                </a:lnTo>
                <a:lnTo>
                  <a:pt x="0" y="161070"/>
                </a:lnTo>
                <a:cubicBezTo>
                  <a:pt x="0" y="119770"/>
                  <a:pt x="8595" y="87177"/>
                  <a:pt x="25784" y="63290"/>
                </a:cubicBezTo>
                <a:cubicBezTo>
                  <a:pt x="42974" y="39403"/>
                  <a:pt x="72442" y="18306"/>
                  <a:pt x="114188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marL="0" marR="0" lvl="0" indent="0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Pct val="25000"/>
              <a:buFontTx/>
              <a:buNone/>
              <a:defRPr/>
            </a:pP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uLnTx/>
              <a:uFillTx/>
              <a:latin typeface="阿里巴巴普惠体 2.0 95 ExtraBold" panose="00020600040101010101" pitchFamily="18" charset="-122"/>
              <a:ea typeface="阿里巴巴普惠体 2.0 95 ExtraBold" panose="00020600040101010101" pitchFamily="18" charset="-122"/>
              <a:cs typeface="阿里巴巴普惠体 2.0 95 ExtraBold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18" name="任意多边形: 形状 17"/>
          <p:cNvSpPr/>
          <p:nvPr/>
        </p:nvSpPr>
        <p:spPr>
          <a:xfrm>
            <a:off x="8861133" y="4306975"/>
            <a:ext cx="2107434" cy="2004937"/>
          </a:xfrm>
          <a:custGeom>
            <a:avLst/>
            <a:gdLst>
              <a:gd name="connsiteX0" fmla="*/ 0 w 2107434"/>
              <a:gd name="connsiteY0" fmla="*/ 0 h 2004937"/>
              <a:gd name="connsiteX1" fmla="*/ 2015107 w 2107434"/>
              <a:gd name="connsiteY1" fmla="*/ 0 h 2004937"/>
              <a:gd name="connsiteX2" fmla="*/ 2107434 w 2107434"/>
              <a:gd name="connsiteY2" fmla="*/ 92327 h 2004937"/>
              <a:gd name="connsiteX3" fmla="*/ 2107434 w 2107434"/>
              <a:gd name="connsiteY3" fmla="*/ 1912610 h 2004937"/>
              <a:gd name="connsiteX4" fmla="*/ 2015107 w 2107434"/>
              <a:gd name="connsiteY4" fmla="*/ 2004937 h 2004937"/>
              <a:gd name="connsiteX5" fmla="*/ 0 w 2107434"/>
              <a:gd name="connsiteY5" fmla="*/ 2004937 h 2004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7434" h="2004937">
                <a:moveTo>
                  <a:pt x="0" y="0"/>
                </a:moveTo>
                <a:lnTo>
                  <a:pt x="2015107" y="0"/>
                </a:lnTo>
                <a:cubicBezTo>
                  <a:pt x="2066098" y="0"/>
                  <a:pt x="2107434" y="41336"/>
                  <a:pt x="2107434" y="92327"/>
                </a:cubicBezTo>
                <a:lnTo>
                  <a:pt x="2107434" y="1912610"/>
                </a:lnTo>
                <a:cubicBezTo>
                  <a:pt x="2107434" y="1963601"/>
                  <a:pt x="2066098" y="2004937"/>
                  <a:pt x="2015107" y="2004937"/>
                </a:cubicBezTo>
                <a:lnTo>
                  <a:pt x="0" y="200493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  <p:sp>
        <p:nvSpPr>
          <p:cNvPr id="19" name="Freeform 32"/>
          <p:cNvSpPr/>
          <p:nvPr/>
        </p:nvSpPr>
        <p:spPr>
          <a:xfrm>
            <a:off x="9395619" y="4838700"/>
            <a:ext cx="1038462" cy="941486"/>
          </a:xfrm>
          <a:custGeom>
            <a:avLst/>
            <a:gdLst>
              <a:gd name="connsiteX0" fmla="*/ 351048 w 1543905"/>
              <a:gd name="connsiteY0" fmla="*/ 523317 h 1399728"/>
              <a:gd name="connsiteX1" fmla="*/ 351048 w 1543905"/>
              <a:gd name="connsiteY1" fmla="*/ 523317 h 1399728"/>
              <a:gd name="connsiteX2" fmla="*/ 351420 w 1543905"/>
              <a:gd name="connsiteY2" fmla="*/ 523503 h 1399728"/>
              <a:gd name="connsiteX3" fmla="*/ 351420 w 1543905"/>
              <a:gd name="connsiteY3" fmla="*/ 1020031 h 1399728"/>
              <a:gd name="connsiteX4" fmla="*/ 351048 w 1543905"/>
              <a:gd name="connsiteY4" fmla="*/ 1020403 h 1399728"/>
              <a:gd name="connsiteX5" fmla="*/ 163525 w 1543905"/>
              <a:gd name="connsiteY5" fmla="*/ 1020403 h 1399728"/>
              <a:gd name="connsiteX6" fmla="*/ 163153 w 1543905"/>
              <a:gd name="connsiteY6" fmla="*/ 1020031 h 1399728"/>
              <a:gd name="connsiteX7" fmla="*/ 163153 w 1543905"/>
              <a:gd name="connsiteY7" fmla="*/ 523503 h 1399728"/>
              <a:gd name="connsiteX8" fmla="*/ 163153 w 1543905"/>
              <a:gd name="connsiteY8" fmla="*/ 523317 h 1399728"/>
              <a:gd name="connsiteX9" fmla="*/ 163339 w 1543905"/>
              <a:gd name="connsiteY9" fmla="*/ 523131 h 1399728"/>
              <a:gd name="connsiteX10" fmla="*/ 351048 w 1543905"/>
              <a:gd name="connsiteY10" fmla="*/ 523131 h 1399728"/>
              <a:gd name="connsiteX11" fmla="*/ 351048 w 1543905"/>
              <a:gd name="connsiteY11" fmla="*/ 411696 h 1399728"/>
              <a:gd name="connsiteX12" fmla="*/ 163339 w 1543905"/>
              <a:gd name="connsiteY12" fmla="*/ 411696 h 1399728"/>
              <a:gd name="connsiteX13" fmla="*/ 51346 w 1543905"/>
              <a:gd name="connsiteY13" fmla="*/ 523689 h 1399728"/>
              <a:gd name="connsiteX14" fmla="*/ 51346 w 1543905"/>
              <a:gd name="connsiteY14" fmla="*/ 1020217 h 1399728"/>
              <a:gd name="connsiteX15" fmla="*/ 163339 w 1543905"/>
              <a:gd name="connsiteY15" fmla="*/ 1132210 h 1399728"/>
              <a:gd name="connsiteX16" fmla="*/ 351048 w 1543905"/>
              <a:gd name="connsiteY16" fmla="*/ 1132210 h 1399728"/>
              <a:gd name="connsiteX17" fmla="*/ 463042 w 1543905"/>
              <a:gd name="connsiteY17" fmla="*/ 1020217 h 1399728"/>
              <a:gd name="connsiteX18" fmla="*/ 463042 w 1543905"/>
              <a:gd name="connsiteY18" fmla="*/ 523503 h 1399728"/>
              <a:gd name="connsiteX19" fmla="*/ 351048 w 1543905"/>
              <a:gd name="connsiteY19" fmla="*/ 411696 h 1399728"/>
              <a:gd name="connsiteX20" fmla="*/ 865808 w 1543905"/>
              <a:gd name="connsiteY20" fmla="*/ 111621 h 1399728"/>
              <a:gd name="connsiteX21" fmla="*/ 866180 w 1543905"/>
              <a:gd name="connsiteY21" fmla="*/ 111807 h 1399728"/>
              <a:gd name="connsiteX22" fmla="*/ 866180 w 1543905"/>
              <a:gd name="connsiteY22" fmla="*/ 1020031 h 1399728"/>
              <a:gd name="connsiteX23" fmla="*/ 865808 w 1543905"/>
              <a:gd name="connsiteY23" fmla="*/ 1020403 h 1399728"/>
              <a:gd name="connsiteX24" fmla="*/ 678284 w 1543905"/>
              <a:gd name="connsiteY24" fmla="*/ 1020403 h 1399728"/>
              <a:gd name="connsiteX25" fmla="*/ 677912 w 1543905"/>
              <a:gd name="connsiteY25" fmla="*/ 1020031 h 1399728"/>
              <a:gd name="connsiteX26" fmla="*/ 677912 w 1543905"/>
              <a:gd name="connsiteY26" fmla="*/ 111993 h 1399728"/>
              <a:gd name="connsiteX27" fmla="*/ 677912 w 1543905"/>
              <a:gd name="connsiteY27" fmla="*/ 111807 h 1399728"/>
              <a:gd name="connsiteX28" fmla="*/ 678098 w 1543905"/>
              <a:gd name="connsiteY28" fmla="*/ 111621 h 1399728"/>
              <a:gd name="connsiteX29" fmla="*/ 865808 w 1543905"/>
              <a:gd name="connsiteY29" fmla="*/ 111621 h 1399728"/>
              <a:gd name="connsiteX30" fmla="*/ 865808 w 1543905"/>
              <a:gd name="connsiteY30" fmla="*/ 0 h 1399728"/>
              <a:gd name="connsiteX31" fmla="*/ 677912 w 1543905"/>
              <a:gd name="connsiteY31" fmla="*/ 0 h 1399728"/>
              <a:gd name="connsiteX32" fmla="*/ 565919 w 1543905"/>
              <a:gd name="connsiteY32" fmla="*/ 111993 h 1399728"/>
              <a:gd name="connsiteX33" fmla="*/ 565919 w 1543905"/>
              <a:gd name="connsiteY33" fmla="*/ 1020217 h 1399728"/>
              <a:gd name="connsiteX34" fmla="*/ 677912 w 1543905"/>
              <a:gd name="connsiteY34" fmla="*/ 1132210 h 1399728"/>
              <a:gd name="connsiteX35" fmla="*/ 865622 w 1543905"/>
              <a:gd name="connsiteY35" fmla="*/ 1132210 h 1399728"/>
              <a:gd name="connsiteX36" fmla="*/ 977615 w 1543905"/>
              <a:gd name="connsiteY36" fmla="*/ 1020217 h 1399728"/>
              <a:gd name="connsiteX37" fmla="*/ 977615 w 1543905"/>
              <a:gd name="connsiteY37" fmla="*/ 111993 h 1399728"/>
              <a:gd name="connsiteX38" fmla="*/ 865808 w 1543905"/>
              <a:gd name="connsiteY38" fmla="*/ 0 h 1399728"/>
              <a:gd name="connsiteX39" fmla="*/ 1380381 w 1543905"/>
              <a:gd name="connsiteY39" fmla="*/ 729072 h 1399728"/>
              <a:gd name="connsiteX40" fmla="*/ 1380753 w 1543905"/>
              <a:gd name="connsiteY40" fmla="*/ 729258 h 1399728"/>
              <a:gd name="connsiteX41" fmla="*/ 1380753 w 1543905"/>
              <a:gd name="connsiteY41" fmla="*/ 1020031 h 1399728"/>
              <a:gd name="connsiteX42" fmla="*/ 1380381 w 1543905"/>
              <a:gd name="connsiteY42" fmla="*/ 1020403 h 1399728"/>
              <a:gd name="connsiteX43" fmla="*/ 1192858 w 1543905"/>
              <a:gd name="connsiteY43" fmla="*/ 1020403 h 1399728"/>
              <a:gd name="connsiteX44" fmla="*/ 1192485 w 1543905"/>
              <a:gd name="connsiteY44" fmla="*/ 1020031 h 1399728"/>
              <a:gd name="connsiteX45" fmla="*/ 1192485 w 1543905"/>
              <a:gd name="connsiteY45" fmla="*/ 729444 h 1399728"/>
              <a:gd name="connsiteX46" fmla="*/ 1192485 w 1543905"/>
              <a:gd name="connsiteY46" fmla="*/ 729258 h 1399728"/>
              <a:gd name="connsiteX47" fmla="*/ 1192671 w 1543905"/>
              <a:gd name="connsiteY47" fmla="*/ 729072 h 1399728"/>
              <a:gd name="connsiteX48" fmla="*/ 1380381 w 1543905"/>
              <a:gd name="connsiteY48" fmla="*/ 729072 h 1399728"/>
              <a:gd name="connsiteX49" fmla="*/ 1380381 w 1543905"/>
              <a:gd name="connsiteY49" fmla="*/ 617451 h 1399728"/>
              <a:gd name="connsiteX50" fmla="*/ 1192671 w 1543905"/>
              <a:gd name="connsiteY50" fmla="*/ 617451 h 1399728"/>
              <a:gd name="connsiteX51" fmla="*/ 1080678 w 1543905"/>
              <a:gd name="connsiteY51" fmla="*/ 729444 h 1399728"/>
              <a:gd name="connsiteX52" fmla="*/ 1080678 w 1543905"/>
              <a:gd name="connsiteY52" fmla="*/ 1020031 h 1399728"/>
              <a:gd name="connsiteX53" fmla="*/ 1192671 w 1543905"/>
              <a:gd name="connsiteY53" fmla="*/ 1132024 h 1399728"/>
              <a:gd name="connsiteX54" fmla="*/ 1380381 w 1543905"/>
              <a:gd name="connsiteY54" fmla="*/ 1132024 h 1399728"/>
              <a:gd name="connsiteX55" fmla="*/ 1492374 w 1543905"/>
              <a:gd name="connsiteY55" fmla="*/ 1020031 h 1399728"/>
              <a:gd name="connsiteX56" fmla="*/ 1492374 w 1543905"/>
              <a:gd name="connsiteY56" fmla="*/ 729444 h 1399728"/>
              <a:gd name="connsiteX57" fmla="*/ 1380381 w 1543905"/>
              <a:gd name="connsiteY57" fmla="*/ 617451 h 1399728"/>
              <a:gd name="connsiteX58" fmla="*/ 1481956 w 1543905"/>
              <a:gd name="connsiteY58" fmla="*/ 1276201 h 1399728"/>
              <a:gd name="connsiteX59" fmla="*/ 61764 w 1543905"/>
              <a:gd name="connsiteY59" fmla="*/ 1276201 h 1399728"/>
              <a:gd name="connsiteX60" fmla="*/ 0 w 1543905"/>
              <a:gd name="connsiteY60" fmla="*/ 1337965 h 1399728"/>
              <a:gd name="connsiteX61" fmla="*/ 61764 w 1543905"/>
              <a:gd name="connsiteY61" fmla="*/ 1399729 h 1399728"/>
              <a:gd name="connsiteX62" fmla="*/ 1482142 w 1543905"/>
              <a:gd name="connsiteY62" fmla="*/ 1399729 h 1399728"/>
              <a:gd name="connsiteX63" fmla="*/ 1543906 w 1543905"/>
              <a:gd name="connsiteY63" fmla="*/ 1337965 h 1399728"/>
              <a:gd name="connsiteX64" fmla="*/ 1481956 w 1543905"/>
              <a:gd name="connsiteY64" fmla="*/ 1276201 h 13997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</a:cxnLst>
            <a:rect l="l" t="t" r="r" b="b"/>
            <a:pathLst>
              <a:path w="1543905" h="1399728">
                <a:moveTo>
                  <a:pt x="351048" y="523317"/>
                </a:moveTo>
                <a:cubicBezTo>
                  <a:pt x="351234" y="523317"/>
                  <a:pt x="351234" y="523317"/>
                  <a:pt x="351048" y="523317"/>
                </a:cubicBezTo>
                <a:cubicBezTo>
                  <a:pt x="351234" y="523317"/>
                  <a:pt x="351420" y="523503"/>
                  <a:pt x="351420" y="523503"/>
                </a:cubicBezTo>
                <a:lnTo>
                  <a:pt x="351420" y="1020031"/>
                </a:lnTo>
                <a:lnTo>
                  <a:pt x="351048" y="1020403"/>
                </a:lnTo>
                <a:lnTo>
                  <a:pt x="163525" y="1020403"/>
                </a:lnTo>
                <a:lnTo>
                  <a:pt x="163153" y="1020031"/>
                </a:lnTo>
                <a:lnTo>
                  <a:pt x="163153" y="523503"/>
                </a:lnTo>
                <a:lnTo>
                  <a:pt x="163153" y="523317"/>
                </a:lnTo>
                <a:lnTo>
                  <a:pt x="163339" y="523131"/>
                </a:lnTo>
                <a:lnTo>
                  <a:pt x="351048" y="523131"/>
                </a:lnTo>
                <a:moveTo>
                  <a:pt x="351048" y="411696"/>
                </a:moveTo>
                <a:lnTo>
                  <a:pt x="163339" y="411696"/>
                </a:lnTo>
                <a:cubicBezTo>
                  <a:pt x="101575" y="411696"/>
                  <a:pt x="51346" y="461739"/>
                  <a:pt x="51346" y="523689"/>
                </a:cubicBezTo>
                <a:lnTo>
                  <a:pt x="51346" y="1020217"/>
                </a:lnTo>
                <a:cubicBezTo>
                  <a:pt x="51346" y="1081795"/>
                  <a:pt x="101761" y="1132210"/>
                  <a:pt x="163339" y="1132210"/>
                </a:cubicBezTo>
                <a:lnTo>
                  <a:pt x="351048" y="1132210"/>
                </a:lnTo>
                <a:cubicBezTo>
                  <a:pt x="412626" y="1132210"/>
                  <a:pt x="463042" y="1081795"/>
                  <a:pt x="463042" y="1020217"/>
                </a:cubicBezTo>
                <a:lnTo>
                  <a:pt x="463042" y="523503"/>
                </a:lnTo>
                <a:cubicBezTo>
                  <a:pt x="463042" y="461739"/>
                  <a:pt x="412998" y="411696"/>
                  <a:pt x="351048" y="411696"/>
                </a:cubicBezTo>
                <a:close/>
                <a:moveTo>
                  <a:pt x="865808" y="111621"/>
                </a:moveTo>
                <a:cubicBezTo>
                  <a:pt x="865994" y="111621"/>
                  <a:pt x="866180" y="111807"/>
                  <a:pt x="866180" y="111807"/>
                </a:cubicBezTo>
                <a:lnTo>
                  <a:pt x="866180" y="1020031"/>
                </a:lnTo>
                <a:lnTo>
                  <a:pt x="865808" y="1020403"/>
                </a:lnTo>
                <a:lnTo>
                  <a:pt x="678284" y="1020403"/>
                </a:lnTo>
                <a:lnTo>
                  <a:pt x="677912" y="1020031"/>
                </a:lnTo>
                <a:lnTo>
                  <a:pt x="677912" y="111993"/>
                </a:lnTo>
                <a:lnTo>
                  <a:pt x="677912" y="111807"/>
                </a:lnTo>
                <a:lnTo>
                  <a:pt x="678098" y="111621"/>
                </a:lnTo>
                <a:lnTo>
                  <a:pt x="865808" y="111621"/>
                </a:lnTo>
                <a:moveTo>
                  <a:pt x="865808" y="0"/>
                </a:moveTo>
                <a:lnTo>
                  <a:pt x="677912" y="0"/>
                </a:lnTo>
                <a:cubicBezTo>
                  <a:pt x="616148" y="0"/>
                  <a:pt x="565919" y="50043"/>
                  <a:pt x="565919" y="111993"/>
                </a:cubicBezTo>
                <a:lnTo>
                  <a:pt x="565919" y="1020217"/>
                </a:lnTo>
                <a:cubicBezTo>
                  <a:pt x="565919" y="1081795"/>
                  <a:pt x="616335" y="1132210"/>
                  <a:pt x="677912" y="1132210"/>
                </a:cubicBezTo>
                <a:lnTo>
                  <a:pt x="865622" y="1132210"/>
                </a:lnTo>
                <a:cubicBezTo>
                  <a:pt x="927199" y="1132210"/>
                  <a:pt x="977615" y="1081795"/>
                  <a:pt x="977615" y="1020217"/>
                </a:cubicBezTo>
                <a:lnTo>
                  <a:pt x="977615" y="111993"/>
                </a:lnTo>
                <a:cubicBezTo>
                  <a:pt x="977615" y="50043"/>
                  <a:pt x="927571" y="0"/>
                  <a:pt x="865808" y="0"/>
                </a:cubicBezTo>
                <a:close/>
                <a:moveTo>
                  <a:pt x="1380381" y="729072"/>
                </a:moveTo>
                <a:cubicBezTo>
                  <a:pt x="1380567" y="729072"/>
                  <a:pt x="1380753" y="729258"/>
                  <a:pt x="1380753" y="729258"/>
                </a:cubicBezTo>
                <a:lnTo>
                  <a:pt x="1380753" y="1020031"/>
                </a:lnTo>
                <a:lnTo>
                  <a:pt x="1380381" y="1020403"/>
                </a:lnTo>
                <a:lnTo>
                  <a:pt x="1192858" y="1020403"/>
                </a:lnTo>
                <a:lnTo>
                  <a:pt x="1192485" y="1020031"/>
                </a:lnTo>
                <a:lnTo>
                  <a:pt x="1192485" y="729444"/>
                </a:lnTo>
                <a:lnTo>
                  <a:pt x="1192485" y="729258"/>
                </a:lnTo>
                <a:lnTo>
                  <a:pt x="1192671" y="729072"/>
                </a:lnTo>
                <a:lnTo>
                  <a:pt x="1380381" y="729072"/>
                </a:lnTo>
                <a:moveTo>
                  <a:pt x="1380381" y="617451"/>
                </a:moveTo>
                <a:lnTo>
                  <a:pt x="1192671" y="617451"/>
                </a:lnTo>
                <a:cubicBezTo>
                  <a:pt x="1130908" y="617451"/>
                  <a:pt x="1080678" y="667494"/>
                  <a:pt x="1080678" y="729444"/>
                </a:cubicBezTo>
                <a:lnTo>
                  <a:pt x="1080678" y="1020031"/>
                </a:lnTo>
                <a:cubicBezTo>
                  <a:pt x="1080678" y="1081608"/>
                  <a:pt x="1131094" y="1132024"/>
                  <a:pt x="1192671" y="1132024"/>
                </a:cubicBezTo>
                <a:lnTo>
                  <a:pt x="1380381" y="1132024"/>
                </a:lnTo>
                <a:cubicBezTo>
                  <a:pt x="1441959" y="1132024"/>
                  <a:pt x="1492374" y="1081608"/>
                  <a:pt x="1492374" y="1020031"/>
                </a:cubicBezTo>
                <a:lnTo>
                  <a:pt x="1492374" y="729444"/>
                </a:lnTo>
                <a:cubicBezTo>
                  <a:pt x="1492374" y="667680"/>
                  <a:pt x="1442145" y="617451"/>
                  <a:pt x="1380381" y="617451"/>
                </a:cubicBezTo>
                <a:close/>
                <a:moveTo>
                  <a:pt x="1481956" y="1276201"/>
                </a:moveTo>
                <a:lnTo>
                  <a:pt x="61764" y="1276201"/>
                </a:lnTo>
                <a:cubicBezTo>
                  <a:pt x="27719" y="1276201"/>
                  <a:pt x="0" y="1303920"/>
                  <a:pt x="0" y="1337965"/>
                </a:cubicBezTo>
                <a:cubicBezTo>
                  <a:pt x="0" y="1372009"/>
                  <a:pt x="27719" y="1399729"/>
                  <a:pt x="61764" y="1399729"/>
                </a:cubicBezTo>
                <a:lnTo>
                  <a:pt x="1482142" y="1399729"/>
                </a:lnTo>
                <a:cubicBezTo>
                  <a:pt x="1516187" y="1399729"/>
                  <a:pt x="1543906" y="1372009"/>
                  <a:pt x="1543906" y="1337965"/>
                </a:cubicBezTo>
                <a:cubicBezTo>
                  <a:pt x="1543720" y="1303734"/>
                  <a:pt x="1516187" y="1276201"/>
                  <a:pt x="1481956" y="1276201"/>
                </a:cubicBezTo>
                <a:close/>
              </a:path>
            </a:pathLst>
          </a:custGeom>
          <a:solidFill>
            <a:schemeClr val="bg1"/>
          </a:solidFill>
          <a:ln w="186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>
              <a:latin typeface="阿里巴巴普惠体 2.0 35 Thin" panose="00020600040101010101" pitchFamily="18" charset="-122"/>
              <a:ea typeface="阿里巴巴普惠体 2.0 35 Thin" panose="00020600040101010101" pitchFamily="18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圆: 空心 39"/>
          <p:cNvSpPr/>
          <p:nvPr/>
        </p:nvSpPr>
        <p:spPr>
          <a:xfrm>
            <a:off x="-5904621" y="-6749146"/>
            <a:ext cx="15849610" cy="15849610"/>
          </a:xfrm>
          <a:prstGeom prst="donut">
            <a:avLst>
              <a:gd name="adj" fmla="val 9566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圆: 空心 37"/>
          <p:cNvSpPr/>
          <p:nvPr/>
        </p:nvSpPr>
        <p:spPr>
          <a:xfrm>
            <a:off x="7223560" y="1545772"/>
            <a:ext cx="9187542" cy="9187542"/>
          </a:xfrm>
          <a:prstGeom prst="donut">
            <a:avLst>
              <a:gd name="adj" fmla="val 1773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6201295"/>
            <a:ext cx="12192000" cy="6567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iSHEJI-4-1"/>
          <p:cNvSpPr/>
          <p:nvPr/>
        </p:nvSpPr>
        <p:spPr>
          <a:xfrm>
            <a:off x="11308430" y="6490315"/>
            <a:ext cx="100012" cy="100012"/>
          </a:xfrm>
          <a:prstGeom prst="ellipse">
            <a:avLst/>
          </a:prstGeom>
          <a:noFill/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7" name="iSHEJI-4-2"/>
          <p:cNvSpPr/>
          <p:nvPr/>
        </p:nvSpPr>
        <p:spPr>
          <a:xfrm>
            <a:off x="11461214" y="6490315"/>
            <a:ext cx="100012" cy="100012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iSHEJI-4-3"/>
          <p:cNvSpPr/>
          <p:nvPr/>
        </p:nvSpPr>
        <p:spPr>
          <a:xfrm>
            <a:off x="11614002" y="6490315"/>
            <a:ext cx="100012" cy="100012"/>
          </a:xfrm>
          <a:prstGeom prst="ellipse">
            <a:avLst/>
          </a:prstGeom>
          <a:noFill/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iSHEJI-4-4"/>
          <p:cNvSpPr/>
          <p:nvPr/>
        </p:nvSpPr>
        <p:spPr>
          <a:xfrm>
            <a:off x="11766786" y="6490315"/>
            <a:ext cx="100012" cy="100012"/>
          </a:xfrm>
          <a:prstGeom prst="ellipse">
            <a:avLst/>
          </a:prstGeom>
          <a:noFill/>
          <a:ln w="635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iSHEJI-5"/>
          <p:cNvSpPr txBox="1"/>
          <p:nvPr/>
        </p:nvSpPr>
        <p:spPr>
          <a:xfrm flipH="1">
            <a:off x="518636" y="6503013"/>
            <a:ext cx="1126365" cy="126133"/>
          </a:xfrm>
          <a:custGeom>
            <a:avLst/>
            <a:gdLst/>
            <a:ahLst/>
            <a:cxnLst/>
            <a:rect l="l" t="t" r="r" b="b"/>
            <a:pathLst>
              <a:path w="1316279" h="147400">
                <a:moveTo>
                  <a:pt x="574701" y="41482"/>
                </a:moveTo>
                <a:cubicBezTo>
                  <a:pt x="584645" y="41530"/>
                  <a:pt x="591732" y="44483"/>
                  <a:pt x="595961" y="50341"/>
                </a:cubicBezTo>
                <a:cubicBezTo>
                  <a:pt x="600190" y="56198"/>
                  <a:pt x="602247" y="64676"/>
                  <a:pt x="602133" y="75772"/>
                </a:cubicBezTo>
                <a:cubicBezTo>
                  <a:pt x="602238" y="86736"/>
                  <a:pt x="600161" y="95175"/>
                  <a:pt x="595904" y="101090"/>
                </a:cubicBezTo>
                <a:cubicBezTo>
                  <a:pt x="591646" y="107005"/>
                  <a:pt x="584578" y="109996"/>
                  <a:pt x="574701" y="110062"/>
                </a:cubicBezTo>
                <a:cubicBezTo>
                  <a:pt x="565227" y="110062"/>
                  <a:pt x="558877" y="107167"/>
                  <a:pt x="555651" y="101375"/>
                </a:cubicBezTo>
                <a:cubicBezTo>
                  <a:pt x="552298" y="95432"/>
                  <a:pt x="550622" y="86897"/>
                  <a:pt x="550622" y="75772"/>
                </a:cubicBezTo>
                <a:cubicBezTo>
                  <a:pt x="550415" y="64742"/>
                  <a:pt x="552009" y="56284"/>
                  <a:pt x="555403" y="50398"/>
                </a:cubicBezTo>
                <a:cubicBezTo>
                  <a:pt x="558797" y="44511"/>
                  <a:pt x="565230" y="41539"/>
                  <a:pt x="574701" y="41482"/>
                </a:cubicBezTo>
                <a:close/>
                <a:moveTo>
                  <a:pt x="715061" y="41482"/>
                </a:moveTo>
                <a:cubicBezTo>
                  <a:pt x="724799" y="41597"/>
                  <a:pt x="731308" y="44683"/>
                  <a:pt x="734588" y="50741"/>
                </a:cubicBezTo>
                <a:cubicBezTo>
                  <a:pt x="737867" y="56798"/>
                  <a:pt x="739385" y="65142"/>
                  <a:pt x="739141" y="75772"/>
                </a:cubicBezTo>
                <a:cubicBezTo>
                  <a:pt x="739366" y="86802"/>
                  <a:pt x="737810" y="95260"/>
                  <a:pt x="734473" y="101147"/>
                </a:cubicBezTo>
                <a:cubicBezTo>
                  <a:pt x="731136" y="107033"/>
                  <a:pt x="724666" y="110005"/>
                  <a:pt x="715061" y="110062"/>
                </a:cubicBezTo>
                <a:cubicBezTo>
                  <a:pt x="705190" y="110015"/>
                  <a:pt x="698148" y="107062"/>
                  <a:pt x="693935" y="101204"/>
                </a:cubicBezTo>
                <a:cubicBezTo>
                  <a:pt x="689722" y="95346"/>
                  <a:pt x="687671" y="86869"/>
                  <a:pt x="687782" y="75772"/>
                </a:cubicBezTo>
                <a:cubicBezTo>
                  <a:pt x="687671" y="64809"/>
                  <a:pt x="689722" y="56370"/>
                  <a:pt x="693935" y="50455"/>
                </a:cubicBezTo>
                <a:cubicBezTo>
                  <a:pt x="698148" y="44540"/>
                  <a:pt x="705190" y="41549"/>
                  <a:pt x="715061" y="41482"/>
                </a:cubicBezTo>
                <a:close/>
                <a:moveTo>
                  <a:pt x="991134" y="41482"/>
                </a:moveTo>
                <a:cubicBezTo>
                  <a:pt x="1000872" y="41565"/>
                  <a:pt x="1007380" y="44524"/>
                  <a:pt x="1010660" y="50360"/>
                </a:cubicBezTo>
                <a:cubicBezTo>
                  <a:pt x="1013940" y="56195"/>
                  <a:pt x="1015458" y="64412"/>
                  <a:pt x="1015213" y="75010"/>
                </a:cubicBezTo>
                <a:cubicBezTo>
                  <a:pt x="1015438" y="85942"/>
                  <a:pt x="1013883" y="94254"/>
                  <a:pt x="1010546" y="99947"/>
                </a:cubicBezTo>
                <a:cubicBezTo>
                  <a:pt x="1007209" y="105639"/>
                  <a:pt x="1000738" y="108503"/>
                  <a:pt x="991134" y="108538"/>
                </a:cubicBezTo>
                <a:cubicBezTo>
                  <a:pt x="981202" y="108513"/>
                  <a:pt x="974167" y="105668"/>
                  <a:pt x="970026" y="100004"/>
                </a:cubicBezTo>
                <a:cubicBezTo>
                  <a:pt x="965886" y="94340"/>
                  <a:pt x="963880" y="86008"/>
                  <a:pt x="964007" y="75010"/>
                </a:cubicBezTo>
                <a:cubicBezTo>
                  <a:pt x="963889" y="64079"/>
                  <a:pt x="965915" y="55767"/>
                  <a:pt x="970084" y="50074"/>
                </a:cubicBezTo>
                <a:cubicBezTo>
                  <a:pt x="974252" y="44381"/>
                  <a:pt x="981269" y="41517"/>
                  <a:pt x="991134" y="41482"/>
                </a:cubicBezTo>
                <a:close/>
                <a:moveTo>
                  <a:pt x="799567" y="41330"/>
                </a:moveTo>
                <a:cubicBezTo>
                  <a:pt x="809416" y="41263"/>
                  <a:pt x="816198" y="43683"/>
                  <a:pt x="819912" y="48588"/>
                </a:cubicBezTo>
                <a:cubicBezTo>
                  <a:pt x="823627" y="53493"/>
                  <a:pt x="825532" y="61285"/>
                  <a:pt x="825627" y="71962"/>
                </a:cubicBezTo>
                <a:lnTo>
                  <a:pt x="777469" y="68305"/>
                </a:lnTo>
                <a:cubicBezTo>
                  <a:pt x="777434" y="62513"/>
                  <a:pt x="777944" y="57654"/>
                  <a:pt x="778999" y="53725"/>
                </a:cubicBezTo>
                <a:cubicBezTo>
                  <a:pt x="780053" y="49797"/>
                  <a:pt x="782166" y="46799"/>
                  <a:pt x="785337" y="44733"/>
                </a:cubicBezTo>
                <a:cubicBezTo>
                  <a:pt x="788509" y="42668"/>
                  <a:pt x="793252" y="41533"/>
                  <a:pt x="799567" y="41330"/>
                </a:cubicBezTo>
                <a:close/>
                <a:moveTo>
                  <a:pt x="1180567" y="41330"/>
                </a:moveTo>
                <a:cubicBezTo>
                  <a:pt x="1190416" y="41263"/>
                  <a:pt x="1197198" y="43683"/>
                  <a:pt x="1200912" y="48588"/>
                </a:cubicBezTo>
                <a:cubicBezTo>
                  <a:pt x="1204627" y="53493"/>
                  <a:pt x="1206532" y="61285"/>
                  <a:pt x="1206627" y="71962"/>
                </a:cubicBezTo>
                <a:lnTo>
                  <a:pt x="1158469" y="68305"/>
                </a:lnTo>
                <a:cubicBezTo>
                  <a:pt x="1158434" y="62513"/>
                  <a:pt x="1158944" y="57654"/>
                  <a:pt x="1159999" y="53725"/>
                </a:cubicBezTo>
                <a:cubicBezTo>
                  <a:pt x="1161053" y="49797"/>
                  <a:pt x="1163166" y="46799"/>
                  <a:pt x="1166337" y="44733"/>
                </a:cubicBezTo>
                <a:cubicBezTo>
                  <a:pt x="1169509" y="42668"/>
                  <a:pt x="1174252" y="41533"/>
                  <a:pt x="1180567" y="41330"/>
                </a:cubicBezTo>
                <a:close/>
                <a:moveTo>
                  <a:pt x="405232" y="34624"/>
                </a:moveTo>
                <a:lnTo>
                  <a:pt x="383134" y="34624"/>
                </a:lnTo>
                <a:lnTo>
                  <a:pt x="383134" y="116920"/>
                </a:lnTo>
                <a:lnTo>
                  <a:pt x="405232" y="116920"/>
                </a:lnTo>
                <a:close/>
                <a:moveTo>
                  <a:pt x="529286" y="34624"/>
                </a:moveTo>
                <a:lnTo>
                  <a:pt x="518923" y="34624"/>
                </a:lnTo>
                <a:lnTo>
                  <a:pt x="491643" y="105643"/>
                </a:lnTo>
                <a:lnTo>
                  <a:pt x="490729" y="105643"/>
                </a:lnTo>
                <a:lnTo>
                  <a:pt x="465430" y="34624"/>
                </a:lnTo>
                <a:lnTo>
                  <a:pt x="455524" y="34624"/>
                </a:lnTo>
                <a:lnTo>
                  <a:pt x="485699" y="116006"/>
                </a:lnTo>
                <a:cubicBezTo>
                  <a:pt x="488595" y="123448"/>
                  <a:pt x="491338" y="129290"/>
                  <a:pt x="493929" y="133532"/>
                </a:cubicBezTo>
                <a:cubicBezTo>
                  <a:pt x="496536" y="137910"/>
                  <a:pt x="500047" y="141307"/>
                  <a:pt x="504464" y="143724"/>
                </a:cubicBezTo>
                <a:cubicBezTo>
                  <a:pt x="508880" y="146140"/>
                  <a:pt x="514563" y="147365"/>
                  <a:pt x="521513" y="147400"/>
                </a:cubicBezTo>
                <a:lnTo>
                  <a:pt x="521513" y="139018"/>
                </a:lnTo>
                <a:cubicBezTo>
                  <a:pt x="514693" y="139142"/>
                  <a:pt x="509474" y="137523"/>
                  <a:pt x="505854" y="134160"/>
                </a:cubicBezTo>
                <a:cubicBezTo>
                  <a:pt x="502235" y="130798"/>
                  <a:pt x="499072" y="124950"/>
                  <a:pt x="496367" y="116615"/>
                </a:cubicBezTo>
                <a:close/>
                <a:moveTo>
                  <a:pt x="1058952" y="34624"/>
                </a:moveTo>
                <a:lnTo>
                  <a:pt x="1049198" y="34624"/>
                </a:lnTo>
                <a:lnTo>
                  <a:pt x="1049198" y="116920"/>
                </a:lnTo>
                <a:lnTo>
                  <a:pt x="1058952" y="116920"/>
                </a:lnTo>
                <a:close/>
                <a:moveTo>
                  <a:pt x="799415" y="33100"/>
                </a:moveTo>
                <a:cubicBezTo>
                  <a:pt x="787045" y="33100"/>
                  <a:pt x="778714" y="36301"/>
                  <a:pt x="774421" y="42701"/>
                </a:cubicBezTo>
                <a:cubicBezTo>
                  <a:pt x="772287" y="45832"/>
                  <a:pt x="770687" y="49439"/>
                  <a:pt x="769621" y="53522"/>
                </a:cubicBezTo>
                <a:cubicBezTo>
                  <a:pt x="768554" y="57605"/>
                  <a:pt x="768020" y="62126"/>
                  <a:pt x="768020" y="67085"/>
                </a:cubicBezTo>
                <a:cubicBezTo>
                  <a:pt x="768020" y="69371"/>
                  <a:pt x="768173" y="72267"/>
                  <a:pt x="768477" y="75772"/>
                </a:cubicBezTo>
                <a:lnTo>
                  <a:pt x="825627" y="79582"/>
                </a:lnTo>
                <a:cubicBezTo>
                  <a:pt x="825634" y="90374"/>
                  <a:pt x="823526" y="98127"/>
                  <a:pt x="819303" y="102842"/>
                </a:cubicBezTo>
                <a:cubicBezTo>
                  <a:pt x="815080" y="107557"/>
                  <a:pt x="807790" y="109862"/>
                  <a:pt x="797433" y="109757"/>
                </a:cubicBezTo>
                <a:cubicBezTo>
                  <a:pt x="792836" y="109732"/>
                  <a:pt x="788239" y="109249"/>
                  <a:pt x="783641" y="108310"/>
                </a:cubicBezTo>
                <a:cubicBezTo>
                  <a:pt x="779044" y="107370"/>
                  <a:pt x="775056" y="106125"/>
                  <a:pt x="771678" y="104576"/>
                </a:cubicBezTo>
                <a:lnTo>
                  <a:pt x="771678" y="113720"/>
                </a:lnTo>
                <a:cubicBezTo>
                  <a:pt x="774497" y="114983"/>
                  <a:pt x="778383" y="116076"/>
                  <a:pt x="783336" y="116996"/>
                </a:cubicBezTo>
                <a:cubicBezTo>
                  <a:pt x="788289" y="117917"/>
                  <a:pt x="793395" y="118400"/>
                  <a:pt x="798653" y="118444"/>
                </a:cubicBezTo>
                <a:cubicBezTo>
                  <a:pt x="811397" y="118676"/>
                  <a:pt x="820770" y="115584"/>
                  <a:pt x="826770" y="109167"/>
                </a:cubicBezTo>
                <a:cubicBezTo>
                  <a:pt x="832771" y="102750"/>
                  <a:pt x="835743" y="91619"/>
                  <a:pt x="835686" y="75772"/>
                </a:cubicBezTo>
                <a:cubicBezTo>
                  <a:pt x="835727" y="59926"/>
                  <a:pt x="832787" y="48794"/>
                  <a:pt x="826866" y="42378"/>
                </a:cubicBezTo>
                <a:cubicBezTo>
                  <a:pt x="820944" y="35961"/>
                  <a:pt x="811794" y="32868"/>
                  <a:pt x="799415" y="33100"/>
                </a:cubicBezTo>
                <a:close/>
                <a:moveTo>
                  <a:pt x="888873" y="33100"/>
                </a:moveTo>
                <a:cubicBezTo>
                  <a:pt x="879009" y="33129"/>
                  <a:pt x="871992" y="35396"/>
                  <a:pt x="867823" y="39901"/>
                </a:cubicBezTo>
                <a:cubicBezTo>
                  <a:pt x="863654" y="44406"/>
                  <a:pt x="861629" y="50979"/>
                  <a:pt x="861746" y="59618"/>
                </a:cubicBezTo>
                <a:lnTo>
                  <a:pt x="861746" y="116920"/>
                </a:lnTo>
                <a:lnTo>
                  <a:pt x="871500" y="116920"/>
                </a:lnTo>
                <a:lnTo>
                  <a:pt x="871500" y="64190"/>
                </a:lnTo>
                <a:cubicBezTo>
                  <a:pt x="871335" y="56322"/>
                  <a:pt x="872541" y="50607"/>
                  <a:pt x="875119" y="47045"/>
                </a:cubicBezTo>
                <a:cubicBezTo>
                  <a:pt x="877697" y="43483"/>
                  <a:pt x="882638" y="41730"/>
                  <a:pt x="889940" y="41787"/>
                </a:cubicBezTo>
                <a:cubicBezTo>
                  <a:pt x="896398" y="41673"/>
                  <a:pt x="901885" y="42968"/>
                  <a:pt x="906399" y="45673"/>
                </a:cubicBezTo>
                <a:cubicBezTo>
                  <a:pt x="910914" y="48378"/>
                  <a:pt x="914115" y="53179"/>
                  <a:pt x="916001" y="60075"/>
                </a:cubicBezTo>
                <a:lnTo>
                  <a:pt x="916001" y="116920"/>
                </a:lnTo>
                <a:lnTo>
                  <a:pt x="925602" y="116920"/>
                </a:lnTo>
                <a:lnTo>
                  <a:pt x="925602" y="34624"/>
                </a:lnTo>
                <a:lnTo>
                  <a:pt x="916001" y="34624"/>
                </a:lnTo>
                <a:lnTo>
                  <a:pt x="916001" y="47731"/>
                </a:lnTo>
                <a:cubicBezTo>
                  <a:pt x="914108" y="42654"/>
                  <a:pt x="910692" y="38939"/>
                  <a:pt x="905752" y="36586"/>
                </a:cubicBezTo>
                <a:cubicBezTo>
                  <a:pt x="900811" y="34234"/>
                  <a:pt x="895185" y="33072"/>
                  <a:pt x="888873" y="33100"/>
                </a:cubicBezTo>
                <a:close/>
                <a:moveTo>
                  <a:pt x="992658" y="33100"/>
                </a:moveTo>
                <a:cubicBezTo>
                  <a:pt x="984571" y="33142"/>
                  <a:pt x="978266" y="34735"/>
                  <a:pt x="973741" y="37882"/>
                </a:cubicBezTo>
                <a:cubicBezTo>
                  <a:pt x="969217" y="41028"/>
                  <a:pt x="966074" y="45480"/>
                  <a:pt x="964311" y="51236"/>
                </a:cubicBezTo>
                <a:lnTo>
                  <a:pt x="964311" y="34624"/>
                </a:lnTo>
                <a:lnTo>
                  <a:pt x="954710" y="34624"/>
                </a:lnTo>
                <a:lnTo>
                  <a:pt x="954710" y="111434"/>
                </a:lnTo>
                <a:cubicBezTo>
                  <a:pt x="954713" y="123067"/>
                  <a:pt x="957946" y="131957"/>
                  <a:pt x="964407" y="138104"/>
                </a:cubicBezTo>
                <a:cubicBezTo>
                  <a:pt x="970868" y="144251"/>
                  <a:pt x="980539" y="147349"/>
                  <a:pt x="993420" y="147400"/>
                </a:cubicBezTo>
                <a:cubicBezTo>
                  <a:pt x="1001040" y="147400"/>
                  <a:pt x="1007441" y="146791"/>
                  <a:pt x="1012622" y="145571"/>
                </a:cubicBezTo>
                <a:lnTo>
                  <a:pt x="1012622" y="137037"/>
                </a:lnTo>
                <a:cubicBezTo>
                  <a:pt x="1007288" y="138256"/>
                  <a:pt x="1000887" y="138866"/>
                  <a:pt x="993420" y="138866"/>
                </a:cubicBezTo>
                <a:cubicBezTo>
                  <a:pt x="983473" y="138910"/>
                  <a:pt x="976126" y="136573"/>
                  <a:pt x="971379" y="131855"/>
                </a:cubicBezTo>
                <a:cubicBezTo>
                  <a:pt x="966632" y="127137"/>
                  <a:pt x="964276" y="119771"/>
                  <a:pt x="964311" y="109757"/>
                </a:cubicBezTo>
                <a:lnTo>
                  <a:pt x="964311" y="100156"/>
                </a:lnTo>
                <a:cubicBezTo>
                  <a:pt x="966074" y="105655"/>
                  <a:pt x="969217" y="109821"/>
                  <a:pt x="973741" y="112653"/>
                </a:cubicBezTo>
                <a:cubicBezTo>
                  <a:pt x="978266" y="115485"/>
                  <a:pt x="984571" y="116908"/>
                  <a:pt x="992658" y="116920"/>
                </a:cubicBezTo>
                <a:cubicBezTo>
                  <a:pt x="1005031" y="116908"/>
                  <a:pt x="1013660" y="113390"/>
                  <a:pt x="1018547" y="106367"/>
                </a:cubicBezTo>
                <a:cubicBezTo>
                  <a:pt x="1023433" y="99343"/>
                  <a:pt x="1025776" y="88891"/>
                  <a:pt x="1025576" y="75010"/>
                </a:cubicBezTo>
                <a:cubicBezTo>
                  <a:pt x="1025576" y="61726"/>
                  <a:pt x="1023138" y="51414"/>
                  <a:pt x="1018261" y="44073"/>
                </a:cubicBezTo>
                <a:cubicBezTo>
                  <a:pt x="1013232" y="36758"/>
                  <a:pt x="1004697" y="33100"/>
                  <a:pt x="992658" y="33100"/>
                </a:cubicBezTo>
                <a:close/>
                <a:moveTo>
                  <a:pt x="1101548" y="33100"/>
                </a:moveTo>
                <a:cubicBezTo>
                  <a:pt x="1097471" y="33129"/>
                  <a:pt x="1093509" y="33415"/>
                  <a:pt x="1089660" y="33957"/>
                </a:cubicBezTo>
                <a:cubicBezTo>
                  <a:pt x="1085812" y="34500"/>
                  <a:pt x="1082764" y="35129"/>
                  <a:pt x="1080516" y="35843"/>
                </a:cubicBezTo>
                <a:lnTo>
                  <a:pt x="1081126" y="44530"/>
                </a:lnTo>
                <a:cubicBezTo>
                  <a:pt x="1083710" y="43597"/>
                  <a:pt x="1086809" y="42835"/>
                  <a:pt x="1090422" y="42244"/>
                </a:cubicBezTo>
                <a:cubicBezTo>
                  <a:pt x="1094036" y="41654"/>
                  <a:pt x="1097744" y="41349"/>
                  <a:pt x="1101548" y="41330"/>
                </a:cubicBezTo>
                <a:cubicBezTo>
                  <a:pt x="1107656" y="41276"/>
                  <a:pt x="1112279" y="42336"/>
                  <a:pt x="1115416" y="44511"/>
                </a:cubicBezTo>
                <a:cubicBezTo>
                  <a:pt x="1118553" y="46686"/>
                  <a:pt x="1120128" y="50299"/>
                  <a:pt x="1120140" y="55351"/>
                </a:cubicBezTo>
                <a:cubicBezTo>
                  <a:pt x="1120007" y="60148"/>
                  <a:pt x="1118788" y="63431"/>
                  <a:pt x="1116483" y="65199"/>
                </a:cubicBezTo>
                <a:cubicBezTo>
                  <a:pt x="1114178" y="66968"/>
                  <a:pt x="1109758" y="68613"/>
                  <a:pt x="1103224" y="70133"/>
                </a:cubicBezTo>
                <a:cubicBezTo>
                  <a:pt x="1093817" y="72146"/>
                  <a:pt x="1087143" y="74902"/>
                  <a:pt x="1083202" y="78401"/>
                </a:cubicBezTo>
                <a:cubicBezTo>
                  <a:pt x="1079262" y="81900"/>
                  <a:pt x="1077351" y="87323"/>
                  <a:pt x="1077468" y="94670"/>
                </a:cubicBezTo>
                <a:cubicBezTo>
                  <a:pt x="1077459" y="102236"/>
                  <a:pt x="1079916" y="107983"/>
                  <a:pt x="1084841" y="111910"/>
                </a:cubicBezTo>
                <a:cubicBezTo>
                  <a:pt x="1089765" y="115838"/>
                  <a:pt x="1097214" y="117812"/>
                  <a:pt x="1107186" y="117835"/>
                </a:cubicBezTo>
                <a:cubicBezTo>
                  <a:pt x="1111358" y="117819"/>
                  <a:pt x="1115626" y="117584"/>
                  <a:pt x="1119988" y="117130"/>
                </a:cubicBezTo>
                <a:cubicBezTo>
                  <a:pt x="1124350" y="116676"/>
                  <a:pt x="1128008" y="116098"/>
                  <a:pt x="1130961" y="115396"/>
                </a:cubicBezTo>
                <a:lnTo>
                  <a:pt x="1130961" y="106709"/>
                </a:lnTo>
                <a:cubicBezTo>
                  <a:pt x="1127738" y="107564"/>
                  <a:pt x="1124011" y="108256"/>
                  <a:pt x="1119778" y="108786"/>
                </a:cubicBezTo>
                <a:cubicBezTo>
                  <a:pt x="1115546" y="109316"/>
                  <a:pt x="1111400" y="109589"/>
                  <a:pt x="1107339" y="109605"/>
                </a:cubicBezTo>
                <a:cubicBezTo>
                  <a:pt x="1100347" y="109643"/>
                  <a:pt x="1095166" y="108500"/>
                  <a:pt x="1091794" y="106176"/>
                </a:cubicBezTo>
                <a:cubicBezTo>
                  <a:pt x="1088422" y="103852"/>
                  <a:pt x="1086746" y="100118"/>
                  <a:pt x="1086765" y="94975"/>
                </a:cubicBezTo>
                <a:cubicBezTo>
                  <a:pt x="1086565" y="90190"/>
                  <a:pt x="1087765" y="86653"/>
                  <a:pt x="1090365" y="84364"/>
                </a:cubicBezTo>
                <a:cubicBezTo>
                  <a:pt x="1092966" y="82075"/>
                  <a:pt x="1098166" y="80024"/>
                  <a:pt x="1105967" y="78211"/>
                </a:cubicBezTo>
                <a:cubicBezTo>
                  <a:pt x="1114813" y="76214"/>
                  <a:pt x="1120972" y="73616"/>
                  <a:pt x="1124446" y="70419"/>
                </a:cubicBezTo>
                <a:cubicBezTo>
                  <a:pt x="1127919" y="67222"/>
                  <a:pt x="1129583" y="62148"/>
                  <a:pt x="1129437" y="55198"/>
                </a:cubicBezTo>
                <a:cubicBezTo>
                  <a:pt x="1129380" y="48143"/>
                  <a:pt x="1126941" y="42708"/>
                  <a:pt x="1122122" y="38891"/>
                </a:cubicBezTo>
                <a:cubicBezTo>
                  <a:pt x="1117302" y="35075"/>
                  <a:pt x="1110444" y="33145"/>
                  <a:pt x="1101548" y="33100"/>
                </a:cubicBezTo>
                <a:close/>
                <a:moveTo>
                  <a:pt x="1180415" y="33100"/>
                </a:moveTo>
                <a:cubicBezTo>
                  <a:pt x="1168045" y="33100"/>
                  <a:pt x="1159714" y="36301"/>
                  <a:pt x="1155421" y="42701"/>
                </a:cubicBezTo>
                <a:cubicBezTo>
                  <a:pt x="1153287" y="45832"/>
                  <a:pt x="1151687" y="49439"/>
                  <a:pt x="1150620" y="53522"/>
                </a:cubicBezTo>
                <a:cubicBezTo>
                  <a:pt x="1149554" y="57605"/>
                  <a:pt x="1149020" y="62126"/>
                  <a:pt x="1149020" y="67085"/>
                </a:cubicBezTo>
                <a:cubicBezTo>
                  <a:pt x="1149020" y="69371"/>
                  <a:pt x="1149173" y="72267"/>
                  <a:pt x="1149477" y="75772"/>
                </a:cubicBezTo>
                <a:lnTo>
                  <a:pt x="1206627" y="79582"/>
                </a:lnTo>
                <a:cubicBezTo>
                  <a:pt x="1206634" y="90374"/>
                  <a:pt x="1204526" y="98127"/>
                  <a:pt x="1200303" y="102842"/>
                </a:cubicBezTo>
                <a:cubicBezTo>
                  <a:pt x="1196080" y="107557"/>
                  <a:pt x="1188790" y="109862"/>
                  <a:pt x="1178433" y="109757"/>
                </a:cubicBezTo>
                <a:cubicBezTo>
                  <a:pt x="1173836" y="109732"/>
                  <a:pt x="1169239" y="109249"/>
                  <a:pt x="1164641" y="108310"/>
                </a:cubicBezTo>
                <a:cubicBezTo>
                  <a:pt x="1160044" y="107370"/>
                  <a:pt x="1156056" y="106125"/>
                  <a:pt x="1152678" y="104576"/>
                </a:cubicBezTo>
                <a:lnTo>
                  <a:pt x="1152678" y="113720"/>
                </a:lnTo>
                <a:cubicBezTo>
                  <a:pt x="1155497" y="114983"/>
                  <a:pt x="1159383" y="116076"/>
                  <a:pt x="1164336" y="116996"/>
                </a:cubicBezTo>
                <a:cubicBezTo>
                  <a:pt x="1169289" y="117917"/>
                  <a:pt x="1174395" y="118400"/>
                  <a:pt x="1179653" y="118444"/>
                </a:cubicBezTo>
                <a:cubicBezTo>
                  <a:pt x="1192397" y="118676"/>
                  <a:pt x="1201770" y="115584"/>
                  <a:pt x="1207770" y="109167"/>
                </a:cubicBezTo>
                <a:cubicBezTo>
                  <a:pt x="1213771" y="102750"/>
                  <a:pt x="1216743" y="91619"/>
                  <a:pt x="1216686" y="75772"/>
                </a:cubicBezTo>
                <a:cubicBezTo>
                  <a:pt x="1216727" y="59926"/>
                  <a:pt x="1213787" y="48794"/>
                  <a:pt x="1207866" y="42378"/>
                </a:cubicBezTo>
                <a:cubicBezTo>
                  <a:pt x="1201944" y="35961"/>
                  <a:pt x="1192794" y="32868"/>
                  <a:pt x="1180415" y="33100"/>
                </a:cubicBezTo>
                <a:close/>
                <a:moveTo>
                  <a:pt x="1306221" y="19994"/>
                </a:moveTo>
                <a:lnTo>
                  <a:pt x="1306221" y="107929"/>
                </a:lnTo>
                <a:lnTo>
                  <a:pt x="1287933" y="107929"/>
                </a:lnTo>
                <a:cubicBezTo>
                  <a:pt x="1274979" y="107954"/>
                  <a:pt x="1265073" y="104703"/>
                  <a:pt x="1258215" y="98175"/>
                </a:cubicBezTo>
                <a:cubicBezTo>
                  <a:pt x="1251204" y="91596"/>
                  <a:pt x="1247699" y="80217"/>
                  <a:pt x="1247699" y="64037"/>
                </a:cubicBezTo>
                <a:cubicBezTo>
                  <a:pt x="1247877" y="52414"/>
                  <a:pt x="1249570" y="43403"/>
                  <a:pt x="1252779" y="37006"/>
                </a:cubicBezTo>
                <a:cubicBezTo>
                  <a:pt x="1255988" y="30609"/>
                  <a:pt x="1260560" y="26159"/>
                  <a:pt x="1266495" y="23657"/>
                </a:cubicBezTo>
                <a:cubicBezTo>
                  <a:pt x="1272430" y="21155"/>
                  <a:pt x="1279576" y="19934"/>
                  <a:pt x="1287933" y="19994"/>
                </a:cubicBezTo>
                <a:close/>
                <a:moveTo>
                  <a:pt x="23165" y="11155"/>
                </a:moveTo>
                <a:lnTo>
                  <a:pt x="0" y="11155"/>
                </a:lnTo>
                <a:lnTo>
                  <a:pt x="0" y="116920"/>
                </a:lnTo>
                <a:lnTo>
                  <a:pt x="23165" y="116920"/>
                </a:lnTo>
                <a:close/>
                <a:moveTo>
                  <a:pt x="70638" y="11155"/>
                </a:moveTo>
                <a:lnTo>
                  <a:pt x="47625" y="11155"/>
                </a:lnTo>
                <a:lnTo>
                  <a:pt x="47625" y="109300"/>
                </a:lnTo>
                <a:cubicBezTo>
                  <a:pt x="47718" y="121546"/>
                  <a:pt x="50924" y="130658"/>
                  <a:pt x="57246" y="136637"/>
                </a:cubicBezTo>
                <a:cubicBezTo>
                  <a:pt x="63567" y="142616"/>
                  <a:pt x="72451" y="145594"/>
                  <a:pt x="83897" y="145571"/>
                </a:cubicBezTo>
                <a:cubicBezTo>
                  <a:pt x="85780" y="145568"/>
                  <a:pt x="87805" y="145498"/>
                  <a:pt x="89974" y="145362"/>
                </a:cubicBezTo>
                <a:cubicBezTo>
                  <a:pt x="92142" y="145225"/>
                  <a:pt x="94130" y="145041"/>
                  <a:pt x="95936" y="144809"/>
                </a:cubicBezTo>
                <a:lnTo>
                  <a:pt x="95936" y="126521"/>
                </a:lnTo>
                <a:cubicBezTo>
                  <a:pt x="92863" y="127004"/>
                  <a:pt x="89561" y="127258"/>
                  <a:pt x="86030" y="127283"/>
                </a:cubicBezTo>
                <a:cubicBezTo>
                  <a:pt x="80255" y="127242"/>
                  <a:pt x="76223" y="125572"/>
                  <a:pt x="73933" y="122273"/>
                </a:cubicBezTo>
                <a:cubicBezTo>
                  <a:pt x="71644" y="118974"/>
                  <a:pt x="70546" y="114295"/>
                  <a:pt x="70638" y="108233"/>
                </a:cubicBezTo>
                <a:close/>
                <a:moveTo>
                  <a:pt x="156515" y="11155"/>
                </a:moveTo>
                <a:lnTo>
                  <a:pt x="91898" y="11155"/>
                </a:lnTo>
                <a:lnTo>
                  <a:pt x="91898" y="31271"/>
                </a:lnTo>
                <a:lnTo>
                  <a:pt x="133350" y="31271"/>
                </a:lnTo>
                <a:lnTo>
                  <a:pt x="133350" y="53065"/>
                </a:lnTo>
                <a:lnTo>
                  <a:pt x="94946" y="53065"/>
                </a:lnTo>
                <a:lnTo>
                  <a:pt x="94946" y="72419"/>
                </a:lnTo>
                <a:lnTo>
                  <a:pt x="133350" y="72419"/>
                </a:lnTo>
                <a:lnTo>
                  <a:pt x="133350" y="96803"/>
                </a:lnTo>
                <a:lnTo>
                  <a:pt x="89764" y="96803"/>
                </a:lnTo>
                <a:lnTo>
                  <a:pt x="89764" y="116920"/>
                </a:lnTo>
                <a:lnTo>
                  <a:pt x="156515" y="116920"/>
                </a:lnTo>
                <a:close/>
                <a:moveTo>
                  <a:pt x="270815" y="11155"/>
                </a:moveTo>
                <a:lnTo>
                  <a:pt x="247650" y="11155"/>
                </a:lnTo>
                <a:lnTo>
                  <a:pt x="247650" y="50779"/>
                </a:lnTo>
                <a:lnTo>
                  <a:pt x="205893" y="50779"/>
                </a:lnTo>
                <a:lnTo>
                  <a:pt x="205893" y="11155"/>
                </a:lnTo>
                <a:lnTo>
                  <a:pt x="182880" y="11155"/>
                </a:lnTo>
                <a:lnTo>
                  <a:pt x="182880" y="116920"/>
                </a:lnTo>
                <a:lnTo>
                  <a:pt x="205893" y="116920"/>
                </a:lnTo>
                <a:lnTo>
                  <a:pt x="205893" y="70133"/>
                </a:lnTo>
                <a:lnTo>
                  <a:pt x="247650" y="70133"/>
                </a:lnTo>
                <a:lnTo>
                  <a:pt x="247650" y="116920"/>
                </a:lnTo>
                <a:lnTo>
                  <a:pt x="270815" y="116920"/>
                </a:lnTo>
                <a:close/>
                <a:moveTo>
                  <a:pt x="1316279" y="11155"/>
                </a:moveTo>
                <a:lnTo>
                  <a:pt x="1288085" y="11155"/>
                </a:lnTo>
                <a:cubicBezTo>
                  <a:pt x="1277199" y="11108"/>
                  <a:pt x="1268000" y="12539"/>
                  <a:pt x="1260490" y="15450"/>
                </a:cubicBezTo>
                <a:cubicBezTo>
                  <a:pt x="1252979" y="18361"/>
                  <a:pt x="1247246" y="23642"/>
                  <a:pt x="1243291" y="31294"/>
                </a:cubicBezTo>
                <a:cubicBezTo>
                  <a:pt x="1239336" y="38946"/>
                  <a:pt x="1237249" y="49860"/>
                  <a:pt x="1237031" y="64037"/>
                </a:cubicBezTo>
                <a:cubicBezTo>
                  <a:pt x="1237031" y="73708"/>
                  <a:pt x="1238136" y="81951"/>
                  <a:pt x="1240346" y="88764"/>
                </a:cubicBezTo>
                <a:cubicBezTo>
                  <a:pt x="1242556" y="95578"/>
                  <a:pt x="1245870" y="101001"/>
                  <a:pt x="1250290" y="105033"/>
                </a:cubicBezTo>
                <a:cubicBezTo>
                  <a:pt x="1259155" y="112958"/>
                  <a:pt x="1271753" y="116920"/>
                  <a:pt x="1288085" y="116920"/>
                </a:cubicBezTo>
                <a:lnTo>
                  <a:pt x="1316279" y="116920"/>
                </a:lnTo>
                <a:close/>
                <a:moveTo>
                  <a:pt x="321031" y="9631"/>
                </a:moveTo>
                <a:cubicBezTo>
                  <a:pt x="314986" y="9666"/>
                  <a:pt x="309665" y="10053"/>
                  <a:pt x="305067" y="10793"/>
                </a:cubicBezTo>
                <a:cubicBezTo>
                  <a:pt x="300470" y="11532"/>
                  <a:pt x="296749" y="12415"/>
                  <a:pt x="293904" y="13441"/>
                </a:cubicBezTo>
                <a:lnTo>
                  <a:pt x="293904" y="32491"/>
                </a:lnTo>
                <a:cubicBezTo>
                  <a:pt x="296711" y="31598"/>
                  <a:pt x="300622" y="30754"/>
                  <a:pt x="305639" y="29957"/>
                </a:cubicBezTo>
                <a:cubicBezTo>
                  <a:pt x="310655" y="29160"/>
                  <a:pt x="315481" y="28735"/>
                  <a:pt x="320117" y="28681"/>
                </a:cubicBezTo>
                <a:cubicBezTo>
                  <a:pt x="326095" y="28589"/>
                  <a:pt x="330445" y="29344"/>
                  <a:pt x="333166" y="30948"/>
                </a:cubicBezTo>
                <a:cubicBezTo>
                  <a:pt x="335887" y="32551"/>
                  <a:pt x="337227" y="35555"/>
                  <a:pt x="337185" y="39958"/>
                </a:cubicBezTo>
                <a:cubicBezTo>
                  <a:pt x="337408" y="43270"/>
                  <a:pt x="336354" y="45829"/>
                  <a:pt x="334023" y="47635"/>
                </a:cubicBezTo>
                <a:cubicBezTo>
                  <a:pt x="331693" y="49442"/>
                  <a:pt x="326752" y="51201"/>
                  <a:pt x="319202" y="52912"/>
                </a:cubicBezTo>
                <a:cubicBezTo>
                  <a:pt x="310858" y="54883"/>
                  <a:pt x="304450" y="57241"/>
                  <a:pt x="299977" y="59985"/>
                </a:cubicBezTo>
                <a:cubicBezTo>
                  <a:pt x="295505" y="62729"/>
                  <a:pt x="292438" y="66227"/>
                  <a:pt x="290777" y="70478"/>
                </a:cubicBezTo>
                <a:cubicBezTo>
                  <a:pt x="289116" y="74729"/>
                  <a:pt x="288329" y="80101"/>
                  <a:pt x="288417" y="86593"/>
                </a:cubicBezTo>
                <a:cubicBezTo>
                  <a:pt x="288294" y="96988"/>
                  <a:pt x="291437" y="104887"/>
                  <a:pt x="297847" y="110291"/>
                </a:cubicBezTo>
                <a:cubicBezTo>
                  <a:pt x="304258" y="115695"/>
                  <a:pt x="314678" y="118412"/>
                  <a:pt x="329108" y="118444"/>
                </a:cubicBezTo>
                <a:cubicBezTo>
                  <a:pt x="335382" y="118400"/>
                  <a:pt x="341237" y="117993"/>
                  <a:pt x="346672" y="117225"/>
                </a:cubicBezTo>
                <a:cubicBezTo>
                  <a:pt x="352108" y="116457"/>
                  <a:pt x="356515" y="115593"/>
                  <a:pt x="359893" y="114634"/>
                </a:cubicBezTo>
                <a:lnTo>
                  <a:pt x="359893" y="94365"/>
                </a:lnTo>
                <a:cubicBezTo>
                  <a:pt x="356448" y="95610"/>
                  <a:pt x="351984" y="96626"/>
                  <a:pt x="346501" y="97413"/>
                </a:cubicBezTo>
                <a:cubicBezTo>
                  <a:pt x="341018" y="98200"/>
                  <a:pt x="335525" y="98607"/>
                  <a:pt x="330023" y="98632"/>
                </a:cubicBezTo>
                <a:cubicBezTo>
                  <a:pt x="323114" y="98696"/>
                  <a:pt x="318263" y="97769"/>
                  <a:pt x="315469" y="95851"/>
                </a:cubicBezTo>
                <a:cubicBezTo>
                  <a:pt x="312674" y="93933"/>
                  <a:pt x="311328" y="90644"/>
                  <a:pt x="311430" y="85983"/>
                </a:cubicBezTo>
                <a:cubicBezTo>
                  <a:pt x="311220" y="82075"/>
                  <a:pt x="312401" y="79071"/>
                  <a:pt x="314973" y="76972"/>
                </a:cubicBezTo>
                <a:cubicBezTo>
                  <a:pt x="317545" y="74874"/>
                  <a:pt x="322765" y="72899"/>
                  <a:pt x="330632" y="71048"/>
                </a:cubicBezTo>
                <a:cubicBezTo>
                  <a:pt x="341713" y="68692"/>
                  <a:pt x="349384" y="65326"/>
                  <a:pt x="353645" y="60951"/>
                </a:cubicBezTo>
                <a:cubicBezTo>
                  <a:pt x="357906" y="56576"/>
                  <a:pt x="359938" y="49782"/>
                  <a:pt x="359741" y="40568"/>
                </a:cubicBezTo>
                <a:cubicBezTo>
                  <a:pt x="359661" y="29478"/>
                  <a:pt x="356277" y="21521"/>
                  <a:pt x="349587" y="16698"/>
                </a:cubicBezTo>
                <a:cubicBezTo>
                  <a:pt x="342897" y="11875"/>
                  <a:pt x="333379" y="9520"/>
                  <a:pt x="321031" y="9631"/>
                </a:cubicBezTo>
                <a:close/>
                <a:moveTo>
                  <a:pt x="1053923" y="5211"/>
                </a:moveTo>
                <a:cubicBezTo>
                  <a:pt x="1051741" y="5138"/>
                  <a:pt x="1050198" y="5513"/>
                  <a:pt x="1049293" y="6335"/>
                </a:cubicBezTo>
                <a:cubicBezTo>
                  <a:pt x="1048389" y="7157"/>
                  <a:pt x="1047950" y="8865"/>
                  <a:pt x="1047979" y="11459"/>
                </a:cubicBezTo>
                <a:cubicBezTo>
                  <a:pt x="1047950" y="14053"/>
                  <a:pt x="1048389" y="15762"/>
                  <a:pt x="1049293" y="16584"/>
                </a:cubicBezTo>
                <a:cubicBezTo>
                  <a:pt x="1050198" y="17406"/>
                  <a:pt x="1051741" y="17781"/>
                  <a:pt x="1053923" y="17708"/>
                </a:cubicBezTo>
                <a:cubicBezTo>
                  <a:pt x="1056317" y="17781"/>
                  <a:pt x="1057968" y="17406"/>
                  <a:pt x="1058876" y="16584"/>
                </a:cubicBezTo>
                <a:cubicBezTo>
                  <a:pt x="1059784" y="15762"/>
                  <a:pt x="1060215" y="14053"/>
                  <a:pt x="1060171" y="11459"/>
                </a:cubicBezTo>
                <a:cubicBezTo>
                  <a:pt x="1060215" y="8865"/>
                  <a:pt x="1059784" y="7157"/>
                  <a:pt x="1058876" y="6335"/>
                </a:cubicBezTo>
                <a:cubicBezTo>
                  <a:pt x="1057968" y="5513"/>
                  <a:pt x="1056317" y="5138"/>
                  <a:pt x="1053923" y="5211"/>
                </a:cubicBezTo>
                <a:close/>
                <a:moveTo>
                  <a:pt x="611429" y="1096"/>
                </a:moveTo>
                <a:lnTo>
                  <a:pt x="601676" y="1096"/>
                </a:lnTo>
                <a:lnTo>
                  <a:pt x="601676" y="51236"/>
                </a:lnTo>
                <a:cubicBezTo>
                  <a:pt x="599980" y="45413"/>
                  <a:pt x="596856" y="40942"/>
                  <a:pt x="592303" y="37825"/>
                </a:cubicBezTo>
                <a:cubicBezTo>
                  <a:pt x="587750" y="34707"/>
                  <a:pt x="581426" y="33132"/>
                  <a:pt x="573329" y="33100"/>
                </a:cubicBezTo>
                <a:cubicBezTo>
                  <a:pt x="560985" y="33075"/>
                  <a:pt x="552450" y="36631"/>
                  <a:pt x="547726" y="43768"/>
                </a:cubicBezTo>
                <a:cubicBezTo>
                  <a:pt x="542976" y="50779"/>
                  <a:pt x="540589" y="61447"/>
                  <a:pt x="540563" y="75772"/>
                </a:cubicBezTo>
                <a:cubicBezTo>
                  <a:pt x="540563" y="89209"/>
                  <a:pt x="543002" y="99674"/>
                  <a:pt x="547879" y="107167"/>
                </a:cubicBezTo>
                <a:cubicBezTo>
                  <a:pt x="552781" y="114660"/>
                  <a:pt x="561264" y="118419"/>
                  <a:pt x="573329" y="118444"/>
                </a:cubicBezTo>
                <a:cubicBezTo>
                  <a:pt x="581273" y="118403"/>
                  <a:pt x="587522" y="116885"/>
                  <a:pt x="592075" y="113891"/>
                </a:cubicBezTo>
                <a:cubicBezTo>
                  <a:pt x="596627" y="110897"/>
                  <a:pt x="599828" y="106675"/>
                  <a:pt x="601676" y="101223"/>
                </a:cubicBezTo>
                <a:lnTo>
                  <a:pt x="603047" y="116920"/>
                </a:lnTo>
                <a:lnTo>
                  <a:pt x="611429" y="116920"/>
                </a:lnTo>
                <a:close/>
                <a:moveTo>
                  <a:pt x="688086" y="1096"/>
                </a:moveTo>
                <a:lnTo>
                  <a:pt x="678485" y="1096"/>
                </a:lnTo>
                <a:lnTo>
                  <a:pt x="678485" y="116920"/>
                </a:lnTo>
                <a:lnTo>
                  <a:pt x="686562" y="116920"/>
                </a:lnTo>
                <a:lnTo>
                  <a:pt x="687934" y="100613"/>
                </a:lnTo>
                <a:cubicBezTo>
                  <a:pt x="689664" y="106224"/>
                  <a:pt x="692871" y="110586"/>
                  <a:pt x="697554" y="113701"/>
                </a:cubicBezTo>
                <a:cubicBezTo>
                  <a:pt x="702237" y="116815"/>
                  <a:pt x="708530" y="118397"/>
                  <a:pt x="716433" y="118444"/>
                </a:cubicBezTo>
                <a:cubicBezTo>
                  <a:pt x="728752" y="118444"/>
                  <a:pt x="737337" y="114939"/>
                  <a:pt x="742188" y="107929"/>
                </a:cubicBezTo>
                <a:cubicBezTo>
                  <a:pt x="746938" y="100791"/>
                  <a:pt x="749326" y="90072"/>
                  <a:pt x="749351" y="75772"/>
                </a:cubicBezTo>
                <a:cubicBezTo>
                  <a:pt x="749351" y="62336"/>
                  <a:pt x="746913" y="51871"/>
                  <a:pt x="742036" y="44378"/>
                </a:cubicBezTo>
                <a:cubicBezTo>
                  <a:pt x="737007" y="36885"/>
                  <a:pt x="728473" y="33126"/>
                  <a:pt x="716433" y="33100"/>
                </a:cubicBezTo>
                <a:cubicBezTo>
                  <a:pt x="708489" y="33145"/>
                  <a:pt x="702241" y="34694"/>
                  <a:pt x="697688" y="37748"/>
                </a:cubicBezTo>
                <a:cubicBezTo>
                  <a:pt x="693135" y="40803"/>
                  <a:pt x="689934" y="45095"/>
                  <a:pt x="688086" y="50626"/>
                </a:cubicBezTo>
                <a:close/>
                <a:moveTo>
                  <a:pt x="394107" y="29"/>
                </a:moveTo>
                <a:cubicBezTo>
                  <a:pt x="389192" y="-142"/>
                  <a:pt x="385877" y="468"/>
                  <a:pt x="384163" y="1858"/>
                </a:cubicBezTo>
                <a:cubicBezTo>
                  <a:pt x="382448" y="3249"/>
                  <a:pt x="381648" y="6449"/>
                  <a:pt x="381762" y="11459"/>
                </a:cubicBezTo>
                <a:cubicBezTo>
                  <a:pt x="381648" y="16482"/>
                  <a:pt x="382448" y="19734"/>
                  <a:pt x="384163" y="21213"/>
                </a:cubicBezTo>
                <a:cubicBezTo>
                  <a:pt x="385877" y="22693"/>
                  <a:pt x="389192" y="23353"/>
                  <a:pt x="394107" y="23194"/>
                </a:cubicBezTo>
                <a:cubicBezTo>
                  <a:pt x="398955" y="23353"/>
                  <a:pt x="402251" y="22693"/>
                  <a:pt x="403994" y="21213"/>
                </a:cubicBezTo>
                <a:cubicBezTo>
                  <a:pt x="405737" y="19734"/>
                  <a:pt x="406556" y="16482"/>
                  <a:pt x="406451" y="11459"/>
                </a:cubicBezTo>
                <a:cubicBezTo>
                  <a:pt x="406556" y="6449"/>
                  <a:pt x="405737" y="3249"/>
                  <a:pt x="403994" y="1858"/>
                </a:cubicBezTo>
                <a:cubicBezTo>
                  <a:pt x="402251" y="468"/>
                  <a:pt x="398955" y="-142"/>
                  <a:pt x="394107" y="29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1200" dirty="0">
              <a:solidFill>
                <a:schemeClr val="tx1">
                  <a:alpha val="80000"/>
                </a:schemeClr>
              </a:solidFill>
              <a:effectLst/>
              <a:latin typeface="+mj-ea"/>
              <a:ea typeface="+mj-ea"/>
              <a:cs typeface="OPPOSans R" panose="00020600040101010101" pitchFamily="18" charset="-122"/>
            </a:endParaRPr>
          </a:p>
        </p:txBody>
      </p:sp>
      <p:cxnSp>
        <p:nvCxnSpPr>
          <p:cNvPr id="11" name="iSHEJI-6"/>
          <p:cNvCxnSpPr/>
          <p:nvPr/>
        </p:nvCxnSpPr>
        <p:spPr>
          <a:xfrm>
            <a:off x="518636" y="6430148"/>
            <a:ext cx="45502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gaoding-14"/>
          <p:cNvSpPr txBox="1"/>
          <p:nvPr/>
        </p:nvSpPr>
        <p:spPr>
          <a:xfrm>
            <a:off x="655796" y="3982704"/>
            <a:ext cx="5149286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Vrinda" panose="020B0502040204020203" pitchFamily="34" charset="0"/>
                <a:ea typeface="阿里巴巴普惠体 2.0 35 Thin" panose="00020600040101010101" pitchFamily="18" charset="-122"/>
                <a:cs typeface="Vrinda" panose="020B0502040204020203" pitchFamily="34" charset="0"/>
              </a:rPr>
              <a:t>THE USER ACTIVATES THE PROJECT YEAR-END REPORT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Vrinda" panose="020B0502040204020203" pitchFamily="34" charset="0"/>
              <a:ea typeface="阿里巴巴普惠体 2.0 35 Thin" panose="00020600040101010101" pitchFamily="18" charset="-122"/>
              <a:cs typeface="Vrinda" panose="020B0502040204020203" pitchFamily="34" charset="0"/>
            </a:endParaRPr>
          </a:p>
        </p:txBody>
      </p:sp>
      <p:sp>
        <p:nvSpPr>
          <p:cNvPr id="19" name="gaoding-14"/>
          <p:cNvSpPr txBox="1"/>
          <p:nvPr/>
        </p:nvSpPr>
        <p:spPr>
          <a:xfrm>
            <a:off x="552926" y="1545772"/>
            <a:ext cx="6532879" cy="246221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8000" spc="0" dirty="0">
                <a:solidFill>
                  <a:schemeClr val="bg1"/>
                </a:solidFill>
                <a:latin typeface="方正特雅宋简" panose="02000000000000000000" pitchFamily="2" charset="-122"/>
                <a:ea typeface="方正特雅宋简" panose="02000000000000000000" pitchFamily="2" charset="-122"/>
                <a:cs typeface="阿里巴巴普惠体 2.0 45 Light" panose="00020600040101010101" pitchFamily="18" charset="-122"/>
              </a:rPr>
              <a:t>THANK YOU</a:t>
            </a:r>
            <a:endParaRPr kumimoji="0" lang="zh-CN" altLang="en-US" sz="8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特雅宋简" panose="02000000000000000000" pitchFamily="2" charset="-122"/>
              <a:ea typeface="方正特雅宋简" panose="02000000000000000000" pitchFamily="2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20" name="iSHEJI-10"/>
          <p:cNvSpPr txBox="1"/>
          <p:nvPr/>
        </p:nvSpPr>
        <p:spPr>
          <a:xfrm flipH="1">
            <a:off x="667226" y="4491296"/>
            <a:ext cx="1554100" cy="389888"/>
          </a:xfrm>
          <a:prstGeom prst="roundRect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>
            <a:outerShdw blurRad="254000" dist="127000" dir="5400000" sx="102000" sy="102000" algn="t" rotWithShape="0">
              <a:schemeClr val="tx1">
                <a:alpha val="1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CN" altLang="en-US" sz="1600" dirty="0">
                <a:solidFill>
                  <a:schemeClr val="bg1"/>
                </a:solidFill>
                <a:latin typeface="+mn-ea"/>
                <a:ea typeface="+mn-ea"/>
                <a:cs typeface="OPPOSans R" panose="00020600040101010101" pitchFamily="18" charset="-122"/>
              </a:rPr>
              <a:t>汇报人：</a:t>
            </a:r>
            <a:r>
              <a:rPr lang="en-US" altLang="zh-CN" sz="1600" dirty="0">
                <a:solidFill>
                  <a:schemeClr val="bg1"/>
                </a:solidFill>
                <a:latin typeface="+mn-ea"/>
                <a:ea typeface="+mn-ea"/>
                <a:cs typeface="OPPOSans R" panose="00020600040101010101" pitchFamily="18" charset="-122"/>
              </a:rPr>
              <a:t>XXXX</a:t>
            </a:r>
            <a:endParaRPr lang="zh-CN" altLang="en-US" sz="1600" dirty="0">
              <a:solidFill>
                <a:schemeClr val="bg1"/>
              </a:solidFill>
              <a:latin typeface="+mn-ea"/>
              <a:ea typeface="+mn-ea"/>
              <a:cs typeface="OPPOSans R" panose="00020600040101010101" pitchFamily="18" charset="-122"/>
            </a:endParaRPr>
          </a:p>
        </p:txBody>
      </p:sp>
      <p:sp>
        <p:nvSpPr>
          <p:cNvPr id="21" name="gaoding-14"/>
          <p:cNvSpPr txBox="1"/>
          <p:nvPr/>
        </p:nvSpPr>
        <p:spPr>
          <a:xfrm>
            <a:off x="625317" y="395152"/>
            <a:ext cx="87201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>
              <a:defRPr sz="3200" spc="300">
                <a:gradFill>
                  <a:gsLst>
                    <a:gs pos="0">
                      <a:schemeClr val="bg1"/>
                    </a:gs>
                    <a:gs pos="100000">
                      <a:schemeClr val="accent4"/>
                    </a:gs>
                  </a:gsLst>
                  <a:lin ang="2700000" scaled="0"/>
                </a:gradFill>
                <a:latin typeface="+mj-ea"/>
                <a:ea typeface="+mj-ea"/>
              </a:defRPr>
            </a:lvl1pPr>
          </a:lstStyle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特雅宋简" panose="02000000000000000000" pitchFamily="2" charset="-122"/>
                <a:ea typeface="方正特雅宋简" panose="02000000000000000000" pitchFamily="2" charset="-122"/>
                <a:cs typeface="阿里巴巴普惠体 2.0 95 ExtraBold" panose="00020600040101010101" pitchFamily="18" charset="-122"/>
              </a:rPr>
              <a:t>2023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方正特雅宋简" panose="02000000000000000000" pitchFamily="2" charset="-122"/>
              <a:ea typeface="方正特雅宋简" panose="02000000000000000000" pitchFamily="2" charset="-122"/>
              <a:cs typeface="阿里巴巴普惠体 2.0 45 Light" panose="00020600040101010101" pitchFamily="18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11"/>
</p:tagLst>
</file>

<file path=ppt/tags/tag2.xml><?xml version="1.0" encoding="utf-8"?>
<p:tagLst xmlns:p="http://schemas.openxmlformats.org/presentationml/2006/main">
  <p:tag name="ISLIDE.ICON" val="#888488;#888493;"/>
</p:tagLst>
</file>

<file path=ppt/tags/tag3.xml><?xml version="1.0" encoding="utf-8"?>
<p:tagLst xmlns:p="http://schemas.openxmlformats.org/presentationml/2006/main">
  <p:tag name="PA" val="v5.2.11"/>
</p:tagLst>
</file>

<file path=ppt/tags/tag4.xml><?xml version="1.0" encoding="utf-8"?>
<p:tagLst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Office 主题​​">
  <a:themeElements>
    <a:clrScheme name="绿色">
      <a:dk1>
        <a:srgbClr val="000000"/>
      </a:dk1>
      <a:lt1>
        <a:srgbClr val="FFFFFF"/>
      </a:lt1>
      <a:dk2>
        <a:srgbClr val="4A66AC"/>
      </a:dk2>
      <a:lt2>
        <a:srgbClr val="E0EBF6"/>
      </a:lt2>
      <a:accent1>
        <a:srgbClr val="009B32"/>
      </a:accent1>
      <a:accent2>
        <a:srgbClr val="004D2E"/>
      </a:accent2>
      <a:accent3>
        <a:srgbClr val="3F3F3F"/>
      </a:accent3>
      <a:accent4>
        <a:srgbClr val="3F3F3F"/>
      </a:accent4>
      <a:accent5>
        <a:srgbClr val="3F3F3F"/>
      </a:accent5>
      <a:accent6>
        <a:srgbClr val="3F3F3F"/>
      </a:accent6>
      <a:hlink>
        <a:srgbClr val="4472C4"/>
      </a:hlink>
      <a:folHlink>
        <a:srgbClr val="BFBFBF"/>
      </a:folHlink>
    </a:clrScheme>
    <a:fontScheme name="爱设计_标准主题字体">
      <a:majorFont>
        <a:latin typeface="OPPOSans L"/>
        <a:ea typeface="OPPOSans L"/>
        <a:cs typeface=""/>
      </a:majorFont>
      <a:minorFont>
        <a:latin typeface="OPPOSans L"/>
        <a:ea typeface="OPPOSans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3026</Words>
  <Application>WPS 演示</Application>
  <PresentationFormat>宽屏</PresentationFormat>
  <Paragraphs>345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1" baseType="lpstr">
      <vt:lpstr>Arial</vt:lpstr>
      <vt:lpstr>宋体</vt:lpstr>
      <vt:lpstr>Wingdings</vt:lpstr>
      <vt:lpstr>阿里巴巴普惠体 2.0 35 Thin</vt:lpstr>
      <vt:lpstr>OPPOSans R</vt:lpstr>
      <vt:lpstr>Vrinda</vt:lpstr>
      <vt:lpstr>Segoe UI Symbol</vt:lpstr>
      <vt:lpstr>方正特雅宋简</vt:lpstr>
      <vt:lpstr>阿里巴巴普惠体 2.0 95 ExtraBold</vt:lpstr>
      <vt:lpstr>阿里巴巴普惠体 2.0 45 Light</vt:lpstr>
      <vt:lpstr>微软雅黑</vt:lpstr>
      <vt:lpstr>阿里巴巴普惠体 2.0 65 Medium</vt:lpstr>
      <vt:lpstr>阿里巴巴普惠体 2.0 55 Regular</vt:lpstr>
      <vt:lpstr>OPPOSans B</vt:lpstr>
      <vt:lpstr>OPPOSans L</vt:lpstr>
      <vt:lpstr>Segoe Print</vt:lpstr>
      <vt:lpstr>Arial Unicode MS</vt:lpstr>
      <vt:lpstr>等线</vt:lpstr>
      <vt:lpstr>Helvetica Neue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涵莜儿</cp:lastModifiedBy>
  <cp:revision>241</cp:revision>
  <dcterms:created xsi:type="dcterms:W3CDTF">2021-08-04T08:06:00Z</dcterms:created>
  <dcterms:modified xsi:type="dcterms:W3CDTF">2025-05-11T06:23:27Z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3CC558EB350E4F608AC9D7251E65E77A_12</vt:lpwstr>
  </property>
  <property fmtid="{D5CDD505-2E9C-101B-9397-08002B2CF9AE}" pid="3" name="KSOProductBuildVer">
    <vt:lpwstr>2052-12.1.0.21171</vt:lpwstr>
  </property>
</Properties>
</file>