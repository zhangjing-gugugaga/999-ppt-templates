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handoutMasterIdLst>
    <p:handoutMasterId r:id="rId24"/>
  </p:handoutMasterIdLst>
  <p:sldIdLst>
    <p:sldId id="362" r:id="rId3"/>
    <p:sldId id="363" r:id="rId5"/>
    <p:sldId id="369" r:id="rId6"/>
    <p:sldId id="387" r:id="rId7"/>
    <p:sldId id="391" r:id="rId8"/>
    <p:sldId id="392" r:id="rId9"/>
    <p:sldId id="393" r:id="rId10"/>
    <p:sldId id="388" r:id="rId11"/>
    <p:sldId id="394" r:id="rId12"/>
    <p:sldId id="395" r:id="rId13"/>
    <p:sldId id="396" r:id="rId14"/>
    <p:sldId id="389" r:id="rId15"/>
    <p:sldId id="397" r:id="rId16"/>
    <p:sldId id="398" r:id="rId17"/>
    <p:sldId id="399" r:id="rId18"/>
    <p:sldId id="390" r:id="rId19"/>
    <p:sldId id="400" r:id="rId20"/>
    <p:sldId id="401" r:id="rId21"/>
    <p:sldId id="402" r:id="rId22"/>
    <p:sldId id="403" r:id="rId23"/>
  </p:sldIdLst>
  <p:sldSz cx="12192000" cy="6858000"/>
  <p:notesSz cx="6858000" cy="9144000"/>
  <p:custDataLst>
    <p:tags r:id="rId28"/>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5F5F5"/>
    <a:srgbClr val="EBEBEB"/>
    <a:srgbClr val="F4F4F4"/>
    <a:srgbClr val="216F58"/>
    <a:srgbClr val="01527F"/>
    <a:srgbClr val="011C27"/>
    <a:srgbClr val="FCF7DA"/>
    <a:srgbClr val="DF2123"/>
    <a:srgbClr val="F49E00"/>
    <a:srgbClr val="4256A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245"/>
    <p:restoredTop sz="97046"/>
  </p:normalViewPr>
  <p:slideViewPr>
    <p:cSldViewPr snapToGrid="0" snapToObjects="1" showGuides="1">
      <p:cViewPr varScale="1">
        <p:scale>
          <a:sx n="86" d="100"/>
          <a:sy n="86" d="100"/>
        </p:scale>
        <p:origin x="408" y="96"/>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196" d="100"/>
        <a:sy n="196" d="100"/>
      </p:scale>
      <p:origin x="0" y="0"/>
    </p:cViewPr>
  </p:sorterViewPr>
  <p:notesViewPr>
    <p:cSldViewPr snapToGrid="0" snapToObjects="1">
      <p:cViewPr varScale="1">
        <p:scale>
          <a:sx n="95" d="100"/>
          <a:sy n="95" d="100"/>
        </p:scale>
        <p:origin x="2504" y="19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8" Type="http://schemas.openxmlformats.org/officeDocument/2006/relationships/tags" Target="tags/tag1.xml"/><Relationship Id="rId27" Type="http://schemas.openxmlformats.org/officeDocument/2006/relationships/tableStyles" Target="tableStyles.xml"/><Relationship Id="rId26" Type="http://schemas.openxmlformats.org/officeDocument/2006/relationships/viewProps" Target="viewProps.xml"/><Relationship Id="rId25" Type="http://schemas.openxmlformats.org/officeDocument/2006/relationships/presProps" Target="presProps.xml"/><Relationship Id="rId24" Type="http://schemas.openxmlformats.org/officeDocument/2006/relationships/handoutMaster" Target="handoutMasters/handoutMaster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84B3C7D-7ED1-A34F-BCFC-1C01389AE58C}" type="datetimeFigureOut">
              <a:rPr kumimoji="1" lang="zh-CN" altLang="en-US" smtClean="0"/>
            </a:fld>
            <a:endParaRPr kumimoji="1"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5" name="幻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8CED8CE-3D9F-CA47-A17E-9AD879C3B1C0}" type="slidenum">
              <a:rPr kumimoji="1" lang="zh-CN" altLang="en-US" smtClean="0"/>
            </a:fld>
            <a:endParaRPr kumimoji="1"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0ACF2CF-5EF1-D24F-8F8B-C67282AA038A}" type="datetimeFigureOut">
              <a:rPr kumimoji="1" lang="zh-CN" altLang="en-US" smtClean="0"/>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幻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8F70782-008B-5B48-B01C-A994AC4AA046}" type="slidenum">
              <a:rPr kumimoji="1" lang="zh-CN" altLang="en-US" smtClean="0"/>
            </a:fld>
            <a:endParaRPr kumimoji="1"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2E3AE05-7DD1-4AF0-924E-BEEA496F3737}"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2E3AE05-7DD1-4AF0-924E-BEEA496F3737}"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2E3AE05-7DD1-4AF0-924E-BEEA496F3737}"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2E3AE05-7DD1-4AF0-924E-BEEA496F3737}"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2E3AE05-7DD1-4AF0-924E-BEEA496F3737}"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2E3AE05-7DD1-4AF0-924E-BEEA496F3737}"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2E3AE05-7DD1-4AF0-924E-BEEA496F3737}"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2E3AE05-7DD1-4AF0-924E-BEEA496F3737}"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2E3AE05-7DD1-4AF0-924E-BEEA496F3737}"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2E3AE05-7DD1-4AF0-924E-BEEA496F3737}"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2E3AE05-7DD1-4AF0-924E-BEEA496F3737}"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2E3AE05-7DD1-4AF0-924E-BEEA496F3737}"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2E3AE05-7DD1-4AF0-924E-BEEA496F3737}"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2E3AE05-7DD1-4AF0-924E-BEEA496F3737}"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2E3AE05-7DD1-4AF0-924E-BEEA496F3737}"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2E3AE05-7DD1-4AF0-924E-BEEA496F3737}"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2E3AE05-7DD1-4AF0-924E-BEEA496F3737}"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2E3AE05-7DD1-4AF0-924E-BEEA496F3737}"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2E3AE05-7DD1-4AF0-924E-BEEA496F3737}"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2E3AE05-7DD1-4AF0-924E-BEEA496F3737}"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2" name="文本框 1"/>
          <p:cNvSpPr txBox="1"/>
          <p:nvPr userDrawn="1"/>
        </p:nvSpPr>
        <p:spPr>
          <a:xfrm>
            <a:off x="584522" y="143526"/>
            <a:ext cx="2599279" cy="461665"/>
          </a:xfrm>
          <a:prstGeom prst="rect">
            <a:avLst/>
          </a:prstGeom>
          <a:noFill/>
        </p:spPr>
        <p:txBody>
          <a:bodyPr wrap="square" rtlCol="0">
            <a:spAutoFit/>
          </a:bodyPr>
          <a:lstStyle/>
          <a:p>
            <a:pPr algn="dist"/>
            <a:r>
              <a:rPr kumimoji="1" lang="zh-CN" altLang="en-US" sz="2400" dirty="0">
                <a:solidFill>
                  <a:schemeClr val="tx1">
                    <a:lumMod val="75000"/>
                    <a:lumOff val="25000"/>
                  </a:schemeClr>
                </a:solidFill>
                <a:latin typeface="Source Han Sans CN Light" panose="020B0500000000000000" pitchFamily="34" charset="-128"/>
                <a:ea typeface="Source Han Sans CN Light" panose="020B0500000000000000" pitchFamily="34" charset="-128"/>
              </a:rPr>
              <a:t>请输入标题文字</a:t>
            </a:r>
            <a:endParaRPr kumimoji="1" lang="zh-CN" altLang="en-US" sz="2400" dirty="0">
              <a:solidFill>
                <a:schemeClr val="tx1">
                  <a:lumMod val="75000"/>
                  <a:lumOff val="25000"/>
                </a:schemeClr>
              </a:solidFill>
              <a:latin typeface="Source Han Sans CN Light" panose="020B0500000000000000" pitchFamily="34" charset="-128"/>
              <a:ea typeface="Source Han Sans CN Light" panose="020B0500000000000000" pitchFamily="34" charset="-128"/>
            </a:endParaRPr>
          </a:p>
        </p:txBody>
      </p:sp>
      <p:sp>
        <p:nvSpPr>
          <p:cNvPr id="3" name="文本框 2"/>
          <p:cNvSpPr txBox="1"/>
          <p:nvPr userDrawn="1"/>
        </p:nvSpPr>
        <p:spPr>
          <a:xfrm>
            <a:off x="604071" y="550327"/>
            <a:ext cx="2531462" cy="215444"/>
          </a:xfrm>
          <a:prstGeom prst="rect">
            <a:avLst/>
          </a:prstGeom>
          <a:noFill/>
        </p:spPr>
        <p:txBody>
          <a:bodyPr wrap="none" rtlCol="0">
            <a:spAutoFit/>
          </a:bodyPr>
          <a:lstStyle/>
          <a:p>
            <a:r>
              <a:rPr lang="en-GB" altLang="zh-CN" sz="800" dirty="0">
                <a:solidFill>
                  <a:schemeClr val="tx1">
                    <a:lumMod val="50000"/>
                    <a:lumOff val="50000"/>
                  </a:schemeClr>
                </a:solidFill>
                <a:latin typeface="+mn-ea"/>
              </a:rPr>
              <a:t>FILL IN THE TEXT OF THE DOCUMENT TITLE HERE</a:t>
            </a:r>
            <a:endParaRPr lang="en-GB" altLang="zh-CN" sz="800" dirty="0">
              <a:solidFill>
                <a:schemeClr val="tx1">
                  <a:lumMod val="50000"/>
                  <a:lumOff val="50000"/>
                </a:schemeClr>
              </a:solidFill>
              <a:latin typeface="+mn-ea"/>
            </a:endParaRPr>
          </a:p>
        </p:txBody>
      </p:sp>
      <p:sp>
        <p:nvSpPr>
          <p:cNvPr id="4" name="矩形 5"/>
          <p:cNvSpPr/>
          <p:nvPr userDrawn="1"/>
        </p:nvSpPr>
        <p:spPr>
          <a:xfrm flipH="1" flipV="1">
            <a:off x="-3" y="5836595"/>
            <a:ext cx="12192001" cy="1021403"/>
          </a:xfrm>
          <a:custGeom>
            <a:avLst/>
            <a:gdLst>
              <a:gd name="connsiteX0" fmla="*/ 0 w 11033761"/>
              <a:gd name="connsiteY0" fmla="*/ 0 h 6096000"/>
              <a:gd name="connsiteX1" fmla="*/ 11033761 w 11033761"/>
              <a:gd name="connsiteY1" fmla="*/ 0 h 6096000"/>
              <a:gd name="connsiteX2" fmla="*/ 11033761 w 11033761"/>
              <a:gd name="connsiteY2" fmla="*/ 6096000 h 6096000"/>
              <a:gd name="connsiteX3" fmla="*/ 0 w 11033761"/>
              <a:gd name="connsiteY3" fmla="*/ 6096000 h 6096000"/>
              <a:gd name="connsiteX4" fmla="*/ 0 w 11033761"/>
              <a:gd name="connsiteY4" fmla="*/ 0 h 6096000"/>
              <a:gd name="connsiteX0-1" fmla="*/ 0 w 11033761"/>
              <a:gd name="connsiteY0-2" fmla="*/ 0 h 6096000"/>
              <a:gd name="connsiteX1-3" fmla="*/ 11033761 w 11033761"/>
              <a:gd name="connsiteY1-4" fmla="*/ 0 h 6096000"/>
              <a:gd name="connsiteX2-5" fmla="*/ 11023601 w 11033761"/>
              <a:gd name="connsiteY2-6" fmla="*/ 1727200 h 6096000"/>
              <a:gd name="connsiteX3-7" fmla="*/ 11033761 w 11033761"/>
              <a:gd name="connsiteY3-8" fmla="*/ 6096000 h 6096000"/>
              <a:gd name="connsiteX4-9" fmla="*/ 0 w 11033761"/>
              <a:gd name="connsiteY4-10" fmla="*/ 6096000 h 6096000"/>
              <a:gd name="connsiteX5" fmla="*/ 0 w 11033761"/>
              <a:gd name="connsiteY5" fmla="*/ 0 h 6096000"/>
              <a:gd name="connsiteX0-11" fmla="*/ 0 w 11033761"/>
              <a:gd name="connsiteY0-12" fmla="*/ 0 h 6096000"/>
              <a:gd name="connsiteX1-13" fmla="*/ 11033761 w 11033761"/>
              <a:gd name="connsiteY1-14" fmla="*/ 0 h 6096000"/>
              <a:gd name="connsiteX2-15" fmla="*/ 11023601 w 11033761"/>
              <a:gd name="connsiteY2-16" fmla="*/ 1727200 h 6096000"/>
              <a:gd name="connsiteX3-17" fmla="*/ 5648961 w 11033761"/>
              <a:gd name="connsiteY3-18" fmla="*/ 2540000 h 6096000"/>
              <a:gd name="connsiteX4-19" fmla="*/ 0 w 11033761"/>
              <a:gd name="connsiteY4-20" fmla="*/ 6096000 h 6096000"/>
              <a:gd name="connsiteX5-21" fmla="*/ 0 w 11033761"/>
              <a:gd name="connsiteY5-22" fmla="*/ 0 h 6096000"/>
              <a:gd name="connsiteX0-23" fmla="*/ 0 w 11033761"/>
              <a:gd name="connsiteY0-24" fmla="*/ 0 h 6096000"/>
              <a:gd name="connsiteX1-25" fmla="*/ 11033761 w 11033761"/>
              <a:gd name="connsiteY1-26" fmla="*/ 0 h 6096000"/>
              <a:gd name="connsiteX2-27" fmla="*/ 11023601 w 11033761"/>
              <a:gd name="connsiteY2-28" fmla="*/ 1727200 h 6096000"/>
              <a:gd name="connsiteX3-29" fmla="*/ 5648961 w 11033761"/>
              <a:gd name="connsiteY3-30" fmla="*/ 2540000 h 6096000"/>
              <a:gd name="connsiteX4-31" fmla="*/ 0 w 11033761"/>
              <a:gd name="connsiteY4-32" fmla="*/ 6096000 h 6096000"/>
              <a:gd name="connsiteX5-33" fmla="*/ 0 w 11033761"/>
              <a:gd name="connsiteY5-34" fmla="*/ 0 h 6096000"/>
              <a:gd name="connsiteX0-35" fmla="*/ 0 w 11033761"/>
              <a:gd name="connsiteY0-36" fmla="*/ 0 h 6096000"/>
              <a:gd name="connsiteX1-37" fmla="*/ 11033761 w 11033761"/>
              <a:gd name="connsiteY1-38" fmla="*/ 0 h 6096000"/>
              <a:gd name="connsiteX2-39" fmla="*/ 11023601 w 11033761"/>
              <a:gd name="connsiteY2-40" fmla="*/ 1727200 h 6096000"/>
              <a:gd name="connsiteX3-41" fmla="*/ 5648961 w 11033761"/>
              <a:gd name="connsiteY3-42" fmla="*/ 2540000 h 6096000"/>
              <a:gd name="connsiteX4-43" fmla="*/ 0 w 11033761"/>
              <a:gd name="connsiteY4-44" fmla="*/ 6096000 h 6096000"/>
              <a:gd name="connsiteX5-45" fmla="*/ 0 w 11033761"/>
              <a:gd name="connsiteY5-46" fmla="*/ 0 h 6096000"/>
              <a:gd name="connsiteX0-47" fmla="*/ 0 w 11033761"/>
              <a:gd name="connsiteY0-48" fmla="*/ 0 h 6096000"/>
              <a:gd name="connsiteX1-49" fmla="*/ 11033761 w 11033761"/>
              <a:gd name="connsiteY1-50" fmla="*/ 0 h 6096000"/>
              <a:gd name="connsiteX2-51" fmla="*/ 11023601 w 11033761"/>
              <a:gd name="connsiteY2-52" fmla="*/ 1727200 h 6096000"/>
              <a:gd name="connsiteX3-53" fmla="*/ 5648961 w 11033761"/>
              <a:gd name="connsiteY3-54" fmla="*/ 2540000 h 6096000"/>
              <a:gd name="connsiteX4-55" fmla="*/ 0 w 11033761"/>
              <a:gd name="connsiteY4-56" fmla="*/ 6096000 h 6096000"/>
              <a:gd name="connsiteX5-57" fmla="*/ 0 w 11033761"/>
              <a:gd name="connsiteY5-58" fmla="*/ 0 h 6096000"/>
              <a:gd name="connsiteX0-59" fmla="*/ 0 w 11033761"/>
              <a:gd name="connsiteY0-60" fmla="*/ 0 h 6096000"/>
              <a:gd name="connsiteX1-61" fmla="*/ 11033761 w 11033761"/>
              <a:gd name="connsiteY1-62" fmla="*/ 0 h 6096000"/>
              <a:gd name="connsiteX2-63" fmla="*/ 11023601 w 11033761"/>
              <a:gd name="connsiteY2-64" fmla="*/ 1727200 h 6096000"/>
              <a:gd name="connsiteX3-65" fmla="*/ 5648961 w 11033761"/>
              <a:gd name="connsiteY3-66" fmla="*/ 2540000 h 6096000"/>
              <a:gd name="connsiteX4-67" fmla="*/ 0 w 11033761"/>
              <a:gd name="connsiteY4-68" fmla="*/ 6096000 h 6096000"/>
              <a:gd name="connsiteX5-69" fmla="*/ 0 w 11033761"/>
              <a:gd name="connsiteY5-70" fmla="*/ 0 h 6096000"/>
              <a:gd name="connsiteX0-71" fmla="*/ 0 w 11033761"/>
              <a:gd name="connsiteY0-72" fmla="*/ 0 h 6096000"/>
              <a:gd name="connsiteX1-73" fmla="*/ 11033761 w 11033761"/>
              <a:gd name="connsiteY1-74" fmla="*/ 0 h 6096000"/>
              <a:gd name="connsiteX2-75" fmla="*/ 11023601 w 11033761"/>
              <a:gd name="connsiteY2-76" fmla="*/ 1727200 h 6096000"/>
              <a:gd name="connsiteX3-77" fmla="*/ 5648961 w 11033761"/>
              <a:gd name="connsiteY3-78" fmla="*/ 2540000 h 6096000"/>
              <a:gd name="connsiteX4-79" fmla="*/ 0 w 11033761"/>
              <a:gd name="connsiteY4-80" fmla="*/ 6096000 h 6096000"/>
              <a:gd name="connsiteX5-81" fmla="*/ 0 w 11033761"/>
              <a:gd name="connsiteY5-82" fmla="*/ 0 h 6096000"/>
              <a:gd name="connsiteX0-83" fmla="*/ 0 w 11033761"/>
              <a:gd name="connsiteY0-84" fmla="*/ 0 h 6096000"/>
              <a:gd name="connsiteX1-85" fmla="*/ 11033761 w 11033761"/>
              <a:gd name="connsiteY1-86" fmla="*/ 0 h 6096000"/>
              <a:gd name="connsiteX2-87" fmla="*/ 11023601 w 11033761"/>
              <a:gd name="connsiteY2-88" fmla="*/ 1727200 h 6096000"/>
              <a:gd name="connsiteX3-89" fmla="*/ 5648961 w 11033761"/>
              <a:gd name="connsiteY3-90" fmla="*/ 2540000 h 6096000"/>
              <a:gd name="connsiteX4-91" fmla="*/ 0 w 11033761"/>
              <a:gd name="connsiteY4-92" fmla="*/ 6096000 h 6096000"/>
              <a:gd name="connsiteX5-93" fmla="*/ 0 w 11033761"/>
              <a:gd name="connsiteY5-94" fmla="*/ 0 h 6096000"/>
              <a:gd name="connsiteX0-95" fmla="*/ 0 w 11033761"/>
              <a:gd name="connsiteY0-96" fmla="*/ 0 h 6096000"/>
              <a:gd name="connsiteX1-97" fmla="*/ 11033761 w 11033761"/>
              <a:gd name="connsiteY1-98" fmla="*/ 0 h 6096000"/>
              <a:gd name="connsiteX2-99" fmla="*/ 11023601 w 11033761"/>
              <a:gd name="connsiteY2-100" fmla="*/ 1727200 h 6096000"/>
              <a:gd name="connsiteX3-101" fmla="*/ 5445761 w 11033761"/>
              <a:gd name="connsiteY3-102" fmla="*/ 2956560 h 6096000"/>
              <a:gd name="connsiteX4-103" fmla="*/ 0 w 11033761"/>
              <a:gd name="connsiteY4-104" fmla="*/ 6096000 h 6096000"/>
              <a:gd name="connsiteX5-105" fmla="*/ 0 w 11033761"/>
              <a:gd name="connsiteY5-106" fmla="*/ 0 h 6096000"/>
              <a:gd name="connsiteX0-107" fmla="*/ 0 w 11033761"/>
              <a:gd name="connsiteY0-108" fmla="*/ 0 h 6096000"/>
              <a:gd name="connsiteX1-109" fmla="*/ 11033761 w 11033761"/>
              <a:gd name="connsiteY1-110" fmla="*/ 0 h 6096000"/>
              <a:gd name="connsiteX2-111" fmla="*/ 11023601 w 11033761"/>
              <a:gd name="connsiteY2-112" fmla="*/ 1727200 h 6096000"/>
              <a:gd name="connsiteX3-113" fmla="*/ 5445761 w 11033761"/>
              <a:gd name="connsiteY3-114" fmla="*/ 2956560 h 6096000"/>
              <a:gd name="connsiteX4-115" fmla="*/ 0 w 11033761"/>
              <a:gd name="connsiteY4-116" fmla="*/ 6096000 h 6096000"/>
              <a:gd name="connsiteX5-117" fmla="*/ 0 w 11033761"/>
              <a:gd name="connsiteY5-118" fmla="*/ 0 h 6096000"/>
              <a:gd name="connsiteX0-119" fmla="*/ 0 w 11033761"/>
              <a:gd name="connsiteY0-120" fmla="*/ 0 h 6096000"/>
              <a:gd name="connsiteX1-121" fmla="*/ 11033761 w 11033761"/>
              <a:gd name="connsiteY1-122" fmla="*/ 0 h 6096000"/>
              <a:gd name="connsiteX2-123" fmla="*/ 11023601 w 11033761"/>
              <a:gd name="connsiteY2-124" fmla="*/ 1727200 h 6096000"/>
              <a:gd name="connsiteX3-125" fmla="*/ 5445761 w 11033761"/>
              <a:gd name="connsiteY3-126" fmla="*/ 2956560 h 6096000"/>
              <a:gd name="connsiteX4-127" fmla="*/ 0 w 11033761"/>
              <a:gd name="connsiteY4-128" fmla="*/ 6096000 h 6096000"/>
              <a:gd name="connsiteX5-129" fmla="*/ 0 w 11033761"/>
              <a:gd name="connsiteY5-130" fmla="*/ 0 h 6096000"/>
              <a:gd name="connsiteX0-131" fmla="*/ 0 w 11033761"/>
              <a:gd name="connsiteY0-132" fmla="*/ 0 h 6096000"/>
              <a:gd name="connsiteX1-133" fmla="*/ 11033761 w 11033761"/>
              <a:gd name="connsiteY1-134" fmla="*/ 0 h 6096000"/>
              <a:gd name="connsiteX2-135" fmla="*/ 11023601 w 11033761"/>
              <a:gd name="connsiteY2-136" fmla="*/ 1727200 h 6096000"/>
              <a:gd name="connsiteX3-137" fmla="*/ 3139236 w 11033761"/>
              <a:gd name="connsiteY3-138" fmla="*/ 3292892 h 6096000"/>
              <a:gd name="connsiteX4-139" fmla="*/ 0 w 11033761"/>
              <a:gd name="connsiteY4-140" fmla="*/ 6096000 h 6096000"/>
              <a:gd name="connsiteX5-141" fmla="*/ 0 w 11033761"/>
              <a:gd name="connsiteY5-142" fmla="*/ 0 h 6096000"/>
              <a:gd name="connsiteX0-143" fmla="*/ 0 w 11033761"/>
              <a:gd name="connsiteY0-144" fmla="*/ 0 h 6096000"/>
              <a:gd name="connsiteX1-145" fmla="*/ 11033761 w 11033761"/>
              <a:gd name="connsiteY1-146" fmla="*/ 0 h 6096000"/>
              <a:gd name="connsiteX2-147" fmla="*/ 11023601 w 11033761"/>
              <a:gd name="connsiteY2-148" fmla="*/ 1727200 h 6096000"/>
              <a:gd name="connsiteX3-149" fmla="*/ 3139236 w 11033761"/>
              <a:gd name="connsiteY3-150" fmla="*/ 3292892 h 6096000"/>
              <a:gd name="connsiteX4-151" fmla="*/ 0 w 11033761"/>
              <a:gd name="connsiteY4-152" fmla="*/ 6096000 h 6096000"/>
              <a:gd name="connsiteX5-153" fmla="*/ 0 w 11033761"/>
              <a:gd name="connsiteY5-154" fmla="*/ 0 h 6096000"/>
              <a:gd name="connsiteX0-155" fmla="*/ 0 w 11033761"/>
              <a:gd name="connsiteY0-156" fmla="*/ 0 h 6096000"/>
              <a:gd name="connsiteX1-157" fmla="*/ 11033761 w 11033761"/>
              <a:gd name="connsiteY1-158" fmla="*/ 0 h 6096000"/>
              <a:gd name="connsiteX2-159" fmla="*/ 11023601 w 11033761"/>
              <a:gd name="connsiteY2-160" fmla="*/ 1727200 h 6096000"/>
              <a:gd name="connsiteX3-161" fmla="*/ 2857523 w 11033761"/>
              <a:gd name="connsiteY3-162" fmla="*/ 2725333 h 6096000"/>
              <a:gd name="connsiteX4-163" fmla="*/ 0 w 11033761"/>
              <a:gd name="connsiteY4-164" fmla="*/ 6096000 h 6096000"/>
              <a:gd name="connsiteX5-165" fmla="*/ 0 w 11033761"/>
              <a:gd name="connsiteY5-166" fmla="*/ 0 h 6096000"/>
              <a:gd name="connsiteX0-167" fmla="*/ 0 w 11033761"/>
              <a:gd name="connsiteY0-168" fmla="*/ 0 h 6096000"/>
              <a:gd name="connsiteX1-169" fmla="*/ 11033761 w 11033761"/>
              <a:gd name="connsiteY1-170" fmla="*/ 0 h 6096000"/>
              <a:gd name="connsiteX2-171" fmla="*/ 11023601 w 11033761"/>
              <a:gd name="connsiteY2-172" fmla="*/ 1727200 h 6096000"/>
              <a:gd name="connsiteX3-173" fmla="*/ 2778291 w 11033761"/>
              <a:gd name="connsiteY3-174" fmla="*/ 3734326 h 6096000"/>
              <a:gd name="connsiteX4-175" fmla="*/ 0 w 11033761"/>
              <a:gd name="connsiteY4-176" fmla="*/ 6096000 h 6096000"/>
              <a:gd name="connsiteX5-177" fmla="*/ 0 w 11033761"/>
              <a:gd name="connsiteY5-178" fmla="*/ 0 h 6096000"/>
              <a:gd name="connsiteX0-179" fmla="*/ 0 w 11033761"/>
              <a:gd name="connsiteY0-180" fmla="*/ 0 h 6096000"/>
              <a:gd name="connsiteX1-181" fmla="*/ 11033761 w 11033761"/>
              <a:gd name="connsiteY1-182" fmla="*/ 0 h 6096000"/>
              <a:gd name="connsiteX2-183" fmla="*/ 11023601 w 11033761"/>
              <a:gd name="connsiteY2-184" fmla="*/ 1727200 h 6096000"/>
              <a:gd name="connsiteX3-185" fmla="*/ 2778291 w 11033761"/>
              <a:gd name="connsiteY3-186" fmla="*/ 3734326 h 6096000"/>
              <a:gd name="connsiteX4-187" fmla="*/ 0 w 11033761"/>
              <a:gd name="connsiteY4-188" fmla="*/ 6096000 h 6096000"/>
              <a:gd name="connsiteX5-189" fmla="*/ 0 w 11033761"/>
              <a:gd name="connsiteY5-190" fmla="*/ 0 h 6096000"/>
              <a:gd name="connsiteX0-191" fmla="*/ 0 w 11033761"/>
              <a:gd name="connsiteY0-192" fmla="*/ 0 h 6096000"/>
              <a:gd name="connsiteX1-193" fmla="*/ 11033761 w 11033761"/>
              <a:gd name="connsiteY1-194" fmla="*/ 0 h 6096000"/>
              <a:gd name="connsiteX2-195" fmla="*/ 11023601 w 11033761"/>
              <a:gd name="connsiteY2-196" fmla="*/ 1727200 h 6096000"/>
              <a:gd name="connsiteX3-197" fmla="*/ 3051201 w 11033761"/>
              <a:gd name="connsiteY3-198" fmla="*/ 2178797 h 6096000"/>
              <a:gd name="connsiteX4-199" fmla="*/ 0 w 11033761"/>
              <a:gd name="connsiteY4-200" fmla="*/ 6096000 h 6096000"/>
              <a:gd name="connsiteX5-201" fmla="*/ 0 w 11033761"/>
              <a:gd name="connsiteY5-202" fmla="*/ 0 h 6096000"/>
              <a:gd name="connsiteX0-203" fmla="*/ 0 w 11033761"/>
              <a:gd name="connsiteY0-204" fmla="*/ 0 h 6096000"/>
              <a:gd name="connsiteX1-205" fmla="*/ 11033761 w 11033761"/>
              <a:gd name="connsiteY1-206" fmla="*/ 0 h 6096000"/>
              <a:gd name="connsiteX2-207" fmla="*/ 11023601 w 11033761"/>
              <a:gd name="connsiteY2-208" fmla="*/ 1727200 h 6096000"/>
              <a:gd name="connsiteX3-209" fmla="*/ 3051201 w 11033761"/>
              <a:gd name="connsiteY3-210" fmla="*/ 2178797 h 6096000"/>
              <a:gd name="connsiteX4-211" fmla="*/ 0 w 11033761"/>
              <a:gd name="connsiteY4-212" fmla="*/ 6096000 h 6096000"/>
              <a:gd name="connsiteX5-213" fmla="*/ 0 w 11033761"/>
              <a:gd name="connsiteY5-214" fmla="*/ 0 h 6096000"/>
              <a:gd name="connsiteX0-215" fmla="*/ 0 w 11033761"/>
              <a:gd name="connsiteY0-216" fmla="*/ 0 h 6096000"/>
              <a:gd name="connsiteX1-217" fmla="*/ 11033761 w 11033761"/>
              <a:gd name="connsiteY1-218" fmla="*/ 0 h 6096000"/>
              <a:gd name="connsiteX2-219" fmla="*/ 11023601 w 11033761"/>
              <a:gd name="connsiteY2-220" fmla="*/ 1727200 h 6096000"/>
              <a:gd name="connsiteX3-221" fmla="*/ 2672650 w 11033761"/>
              <a:gd name="connsiteY3-222" fmla="*/ 2452067 h 6096000"/>
              <a:gd name="connsiteX4-223" fmla="*/ 0 w 11033761"/>
              <a:gd name="connsiteY4-224" fmla="*/ 6096000 h 6096000"/>
              <a:gd name="connsiteX5-225" fmla="*/ 0 w 11033761"/>
              <a:gd name="connsiteY5-226" fmla="*/ 0 h 6096000"/>
              <a:gd name="connsiteX0-227" fmla="*/ 0 w 11033761"/>
              <a:gd name="connsiteY0-228" fmla="*/ 0 h 6096000"/>
              <a:gd name="connsiteX1-229" fmla="*/ 11033761 w 11033761"/>
              <a:gd name="connsiteY1-230" fmla="*/ 0 h 6096000"/>
              <a:gd name="connsiteX2-231" fmla="*/ 11023601 w 11033761"/>
              <a:gd name="connsiteY2-232" fmla="*/ 1727200 h 6096000"/>
              <a:gd name="connsiteX3-233" fmla="*/ 2672650 w 11033761"/>
              <a:gd name="connsiteY3-234" fmla="*/ 2452067 h 6096000"/>
              <a:gd name="connsiteX4-235" fmla="*/ 0 w 11033761"/>
              <a:gd name="connsiteY4-236" fmla="*/ 6096000 h 6096000"/>
              <a:gd name="connsiteX5-237" fmla="*/ 0 w 11033761"/>
              <a:gd name="connsiteY5-238" fmla="*/ 0 h 6096000"/>
              <a:gd name="connsiteX0-239" fmla="*/ 0 w 11033761"/>
              <a:gd name="connsiteY0-240" fmla="*/ 0 h 6096000"/>
              <a:gd name="connsiteX1-241" fmla="*/ 11033761 w 11033761"/>
              <a:gd name="connsiteY1-242" fmla="*/ 0 h 6096000"/>
              <a:gd name="connsiteX2-243" fmla="*/ 11023601 w 11033761"/>
              <a:gd name="connsiteY2-244" fmla="*/ 1727200 h 6096000"/>
              <a:gd name="connsiteX3-245" fmla="*/ 2672650 w 11033761"/>
              <a:gd name="connsiteY3-246" fmla="*/ 2452067 h 6096000"/>
              <a:gd name="connsiteX4-247" fmla="*/ 0 w 11033761"/>
              <a:gd name="connsiteY4-248" fmla="*/ 6096000 h 6096000"/>
              <a:gd name="connsiteX5-249" fmla="*/ 0 w 11033761"/>
              <a:gd name="connsiteY5-250" fmla="*/ 0 h 6096000"/>
              <a:gd name="connsiteX0-251" fmla="*/ 0 w 11033761"/>
              <a:gd name="connsiteY0-252" fmla="*/ 0 h 6096000"/>
              <a:gd name="connsiteX1-253" fmla="*/ 11033761 w 11033761"/>
              <a:gd name="connsiteY1-254" fmla="*/ 0 h 6096000"/>
              <a:gd name="connsiteX2-255" fmla="*/ 11023601 w 11033761"/>
              <a:gd name="connsiteY2-256" fmla="*/ 1727200 h 6096000"/>
              <a:gd name="connsiteX3-257" fmla="*/ 2655044 w 11033761"/>
              <a:gd name="connsiteY3-258" fmla="*/ 2262881 h 6096000"/>
              <a:gd name="connsiteX4-259" fmla="*/ 0 w 11033761"/>
              <a:gd name="connsiteY4-260" fmla="*/ 6096000 h 6096000"/>
              <a:gd name="connsiteX5-261" fmla="*/ 0 w 11033761"/>
              <a:gd name="connsiteY5-262" fmla="*/ 0 h 6096000"/>
              <a:gd name="connsiteX0-263" fmla="*/ 0 w 11033761"/>
              <a:gd name="connsiteY0-264" fmla="*/ 0 h 6096000"/>
              <a:gd name="connsiteX1-265" fmla="*/ 11033761 w 11033761"/>
              <a:gd name="connsiteY1-266" fmla="*/ 0 h 6096000"/>
              <a:gd name="connsiteX2-267" fmla="*/ 11023601 w 11033761"/>
              <a:gd name="connsiteY2-268" fmla="*/ 1727200 h 6096000"/>
              <a:gd name="connsiteX3-269" fmla="*/ 2655044 w 11033761"/>
              <a:gd name="connsiteY3-270" fmla="*/ 2262881 h 6096000"/>
              <a:gd name="connsiteX4-271" fmla="*/ 0 w 11033761"/>
              <a:gd name="connsiteY4-272" fmla="*/ 6096000 h 6096000"/>
              <a:gd name="connsiteX5-273" fmla="*/ 0 w 11033761"/>
              <a:gd name="connsiteY5-274" fmla="*/ 0 h 6096000"/>
              <a:gd name="connsiteX0-275" fmla="*/ 0 w 11033761"/>
              <a:gd name="connsiteY0-276" fmla="*/ 0 h 6096000"/>
              <a:gd name="connsiteX1-277" fmla="*/ 11033761 w 11033761"/>
              <a:gd name="connsiteY1-278" fmla="*/ 0 h 6096000"/>
              <a:gd name="connsiteX2-279" fmla="*/ 11023601 w 11033761"/>
              <a:gd name="connsiteY2-280" fmla="*/ 1727200 h 6096000"/>
              <a:gd name="connsiteX3-281" fmla="*/ 2655044 w 11033761"/>
              <a:gd name="connsiteY3-282" fmla="*/ 2262881 h 6096000"/>
              <a:gd name="connsiteX4-283" fmla="*/ 0 w 11033761"/>
              <a:gd name="connsiteY4-284" fmla="*/ 6096000 h 6096000"/>
              <a:gd name="connsiteX5-285" fmla="*/ 0 w 11033761"/>
              <a:gd name="connsiteY5-286" fmla="*/ 0 h 609600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21" y="connsiteY5-22"/>
              </a:cxn>
            </a:cxnLst>
            <a:rect l="l" t="t" r="r" b="b"/>
            <a:pathLst>
              <a:path w="11033761" h="6096000">
                <a:moveTo>
                  <a:pt x="0" y="0"/>
                </a:moveTo>
                <a:lnTo>
                  <a:pt x="11033761" y="0"/>
                </a:lnTo>
                <a:cubicBezTo>
                  <a:pt x="11030374" y="575733"/>
                  <a:pt x="11026988" y="1151467"/>
                  <a:pt x="11023601" y="1727200"/>
                </a:cubicBezTo>
                <a:cubicBezTo>
                  <a:pt x="8671657" y="6620351"/>
                  <a:pt x="4708496" y="1041345"/>
                  <a:pt x="2655044" y="2262881"/>
                </a:cubicBezTo>
                <a:cubicBezTo>
                  <a:pt x="1607836" y="3058278"/>
                  <a:pt x="1046652" y="3586364"/>
                  <a:pt x="0" y="6096000"/>
                </a:cubicBezTo>
                <a:lnTo>
                  <a:pt x="0" y="0"/>
                </a:lnTo>
                <a:close/>
              </a:path>
            </a:pathLst>
          </a:custGeom>
          <a:gradFill flip="none" rotWithShape="1">
            <a:gsLst>
              <a:gs pos="35000">
                <a:schemeClr val="bg1">
                  <a:lumMod val="85000"/>
                </a:schemeClr>
              </a:gs>
              <a:gs pos="100000">
                <a:srgbClr val="F4F4F4">
                  <a:alpha val="66271"/>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nvGrpSpPr>
          <p:cNvPr id="5" name="组合 4"/>
          <p:cNvGrpSpPr/>
          <p:nvPr userDrawn="1"/>
        </p:nvGrpSpPr>
        <p:grpSpPr>
          <a:xfrm rot="5400000">
            <a:off x="3614491" y="48634"/>
            <a:ext cx="182391" cy="713336"/>
            <a:chOff x="9975400" y="1600014"/>
            <a:chExt cx="288238" cy="1127306"/>
          </a:xfrm>
        </p:grpSpPr>
        <p:cxnSp>
          <p:nvCxnSpPr>
            <p:cNvPr id="6" name="直线连接符 5"/>
            <p:cNvCxnSpPr/>
            <p:nvPr/>
          </p:nvCxnSpPr>
          <p:spPr>
            <a:xfrm>
              <a:off x="9975400" y="1600200"/>
              <a:ext cx="188844" cy="188844"/>
            </a:xfrm>
            <a:prstGeom prst="line">
              <a:avLst/>
            </a:prstGeom>
            <a:ln w="158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 name="直线连接符 6"/>
            <p:cNvCxnSpPr/>
            <p:nvPr/>
          </p:nvCxnSpPr>
          <p:spPr>
            <a:xfrm flipH="1">
              <a:off x="9985340" y="1789044"/>
              <a:ext cx="188844" cy="188844"/>
            </a:xfrm>
            <a:prstGeom prst="line">
              <a:avLst/>
            </a:prstGeom>
            <a:ln w="158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 name="直线连接符 7"/>
            <p:cNvCxnSpPr/>
            <p:nvPr/>
          </p:nvCxnSpPr>
          <p:spPr>
            <a:xfrm>
              <a:off x="9975400" y="1977888"/>
              <a:ext cx="188844" cy="188844"/>
            </a:xfrm>
            <a:prstGeom prst="line">
              <a:avLst/>
            </a:prstGeom>
            <a:ln w="158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 name="直线连接符 8"/>
            <p:cNvCxnSpPr/>
            <p:nvPr/>
          </p:nvCxnSpPr>
          <p:spPr>
            <a:xfrm flipH="1">
              <a:off x="9985340" y="2166732"/>
              <a:ext cx="188844" cy="188844"/>
            </a:xfrm>
            <a:prstGeom prst="line">
              <a:avLst/>
            </a:prstGeom>
            <a:ln w="158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 name="直线连接符 9"/>
            <p:cNvCxnSpPr/>
            <p:nvPr/>
          </p:nvCxnSpPr>
          <p:spPr>
            <a:xfrm>
              <a:off x="9975400" y="2349632"/>
              <a:ext cx="188844" cy="188844"/>
            </a:xfrm>
            <a:prstGeom prst="line">
              <a:avLst/>
            </a:prstGeom>
            <a:ln w="158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 name="直线连接符 10"/>
            <p:cNvCxnSpPr/>
            <p:nvPr/>
          </p:nvCxnSpPr>
          <p:spPr>
            <a:xfrm flipH="1">
              <a:off x="9985340" y="2538476"/>
              <a:ext cx="188844" cy="188844"/>
            </a:xfrm>
            <a:prstGeom prst="line">
              <a:avLst/>
            </a:prstGeom>
            <a:ln w="158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直线连接符 11"/>
            <p:cNvCxnSpPr/>
            <p:nvPr/>
          </p:nvCxnSpPr>
          <p:spPr>
            <a:xfrm>
              <a:off x="10064854" y="1600014"/>
              <a:ext cx="188844" cy="188844"/>
            </a:xfrm>
            <a:prstGeom prst="line">
              <a:avLst/>
            </a:prstGeom>
            <a:ln w="158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 name="直线连接符 12"/>
            <p:cNvCxnSpPr/>
            <p:nvPr/>
          </p:nvCxnSpPr>
          <p:spPr>
            <a:xfrm flipH="1">
              <a:off x="10074794" y="1788858"/>
              <a:ext cx="188844" cy="188844"/>
            </a:xfrm>
            <a:prstGeom prst="line">
              <a:avLst/>
            </a:prstGeom>
            <a:ln w="158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 name="直线连接符 13"/>
            <p:cNvCxnSpPr/>
            <p:nvPr/>
          </p:nvCxnSpPr>
          <p:spPr>
            <a:xfrm>
              <a:off x="10064854" y="1977702"/>
              <a:ext cx="188844" cy="188844"/>
            </a:xfrm>
            <a:prstGeom prst="line">
              <a:avLst/>
            </a:prstGeom>
            <a:ln w="158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 name="直线连接符 14"/>
            <p:cNvCxnSpPr/>
            <p:nvPr/>
          </p:nvCxnSpPr>
          <p:spPr>
            <a:xfrm flipH="1">
              <a:off x="10074794" y="2166546"/>
              <a:ext cx="188844" cy="188844"/>
            </a:xfrm>
            <a:prstGeom prst="line">
              <a:avLst/>
            </a:prstGeom>
            <a:ln w="158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 name="直线连接符 15"/>
            <p:cNvCxnSpPr/>
            <p:nvPr/>
          </p:nvCxnSpPr>
          <p:spPr>
            <a:xfrm>
              <a:off x="10064854" y="2349446"/>
              <a:ext cx="188844" cy="188844"/>
            </a:xfrm>
            <a:prstGeom prst="line">
              <a:avLst/>
            </a:prstGeom>
            <a:ln w="158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直线连接符 16"/>
            <p:cNvCxnSpPr/>
            <p:nvPr/>
          </p:nvCxnSpPr>
          <p:spPr>
            <a:xfrm flipH="1">
              <a:off x="10074794" y="2538290"/>
              <a:ext cx="188844" cy="188844"/>
            </a:xfrm>
            <a:prstGeom prst="line">
              <a:avLst/>
            </a:prstGeom>
            <a:ln w="158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18" name="同心圆 17"/>
          <p:cNvSpPr/>
          <p:nvPr userDrawn="1"/>
        </p:nvSpPr>
        <p:spPr>
          <a:xfrm>
            <a:off x="11643568" y="5929900"/>
            <a:ext cx="178906" cy="178906"/>
          </a:xfrm>
          <a:prstGeom prst="donut">
            <a:avLst>
              <a:gd name="adj" fmla="val 10213"/>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grpSp>
        <p:nvGrpSpPr>
          <p:cNvPr id="19" name="组合 18"/>
          <p:cNvGrpSpPr/>
          <p:nvPr userDrawn="1"/>
        </p:nvGrpSpPr>
        <p:grpSpPr>
          <a:xfrm rot="16200000">
            <a:off x="11132034" y="-231253"/>
            <a:ext cx="413468" cy="1264919"/>
            <a:chOff x="8998226" y="-487017"/>
            <a:chExt cx="413468" cy="1264919"/>
          </a:xfrm>
        </p:grpSpPr>
        <p:sp>
          <p:nvSpPr>
            <p:cNvPr id="20" name="椭圆 19"/>
            <p:cNvSpPr/>
            <p:nvPr/>
          </p:nvSpPr>
          <p:spPr>
            <a:xfrm>
              <a:off x="8998226" y="-487017"/>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1" name="椭圆 20"/>
            <p:cNvSpPr/>
            <p:nvPr/>
          </p:nvSpPr>
          <p:spPr>
            <a:xfrm>
              <a:off x="9120809" y="-487017"/>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2" name="椭圆 21"/>
            <p:cNvSpPr/>
            <p:nvPr/>
          </p:nvSpPr>
          <p:spPr>
            <a:xfrm>
              <a:off x="9243392" y="-487017"/>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3" name="椭圆 22"/>
            <p:cNvSpPr/>
            <p:nvPr/>
          </p:nvSpPr>
          <p:spPr>
            <a:xfrm>
              <a:off x="9365975" y="-487017"/>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4" name="椭圆 23"/>
            <p:cNvSpPr/>
            <p:nvPr/>
          </p:nvSpPr>
          <p:spPr>
            <a:xfrm>
              <a:off x="8998226" y="-334617"/>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5" name="椭圆 24"/>
            <p:cNvSpPr/>
            <p:nvPr/>
          </p:nvSpPr>
          <p:spPr>
            <a:xfrm>
              <a:off x="9120809" y="-334617"/>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6" name="椭圆 25"/>
            <p:cNvSpPr/>
            <p:nvPr/>
          </p:nvSpPr>
          <p:spPr>
            <a:xfrm>
              <a:off x="9243392" y="-334617"/>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7" name="椭圆 26"/>
            <p:cNvSpPr/>
            <p:nvPr/>
          </p:nvSpPr>
          <p:spPr>
            <a:xfrm>
              <a:off x="9365975" y="-334617"/>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8" name="椭圆 27"/>
            <p:cNvSpPr/>
            <p:nvPr/>
          </p:nvSpPr>
          <p:spPr>
            <a:xfrm>
              <a:off x="8998226" y="-182217"/>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9" name="椭圆 28"/>
            <p:cNvSpPr/>
            <p:nvPr/>
          </p:nvSpPr>
          <p:spPr>
            <a:xfrm>
              <a:off x="9120809" y="-182217"/>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0" name="椭圆 29"/>
            <p:cNvSpPr/>
            <p:nvPr/>
          </p:nvSpPr>
          <p:spPr>
            <a:xfrm>
              <a:off x="9243392" y="-182217"/>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1" name="椭圆 30"/>
            <p:cNvSpPr/>
            <p:nvPr/>
          </p:nvSpPr>
          <p:spPr>
            <a:xfrm>
              <a:off x="9365975" y="-182217"/>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2" name="椭圆 31"/>
            <p:cNvSpPr/>
            <p:nvPr/>
          </p:nvSpPr>
          <p:spPr>
            <a:xfrm>
              <a:off x="8998226" y="-29817"/>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3" name="椭圆 32"/>
            <p:cNvSpPr/>
            <p:nvPr/>
          </p:nvSpPr>
          <p:spPr>
            <a:xfrm>
              <a:off x="9120809" y="-29817"/>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4" name="椭圆 33"/>
            <p:cNvSpPr/>
            <p:nvPr/>
          </p:nvSpPr>
          <p:spPr>
            <a:xfrm>
              <a:off x="9243392" y="-29817"/>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5" name="椭圆 34"/>
            <p:cNvSpPr/>
            <p:nvPr/>
          </p:nvSpPr>
          <p:spPr>
            <a:xfrm>
              <a:off x="9365975" y="-29817"/>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6" name="椭圆 35"/>
            <p:cNvSpPr/>
            <p:nvPr/>
          </p:nvSpPr>
          <p:spPr>
            <a:xfrm>
              <a:off x="8998226" y="122583"/>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7" name="椭圆 36"/>
            <p:cNvSpPr/>
            <p:nvPr/>
          </p:nvSpPr>
          <p:spPr>
            <a:xfrm>
              <a:off x="9120809" y="122583"/>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8" name="椭圆 37"/>
            <p:cNvSpPr/>
            <p:nvPr/>
          </p:nvSpPr>
          <p:spPr>
            <a:xfrm>
              <a:off x="9243392" y="122583"/>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9" name="椭圆 38"/>
            <p:cNvSpPr/>
            <p:nvPr/>
          </p:nvSpPr>
          <p:spPr>
            <a:xfrm>
              <a:off x="9365975" y="122583"/>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0" name="椭圆 39"/>
            <p:cNvSpPr/>
            <p:nvPr/>
          </p:nvSpPr>
          <p:spPr>
            <a:xfrm>
              <a:off x="8998226" y="274983"/>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1" name="椭圆 40"/>
            <p:cNvSpPr/>
            <p:nvPr/>
          </p:nvSpPr>
          <p:spPr>
            <a:xfrm>
              <a:off x="9120809" y="274983"/>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2" name="椭圆 41"/>
            <p:cNvSpPr/>
            <p:nvPr/>
          </p:nvSpPr>
          <p:spPr>
            <a:xfrm>
              <a:off x="9243392" y="274983"/>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3" name="椭圆 42"/>
            <p:cNvSpPr/>
            <p:nvPr/>
          </p:nvSpPr>
          <p:spPr>
            <a:xfrm>
              <a:off x="9365975" y="274983"/>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4" name="椭圆 43"/>
            <p:cNvSpPr/>
            <p:nvPr/>
          </p:nvSpPr>
          <p:spPr>
            <a:xfrm>
              <a:off x="8998226" y="427383"/>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5" name="椭圆 44"/>
            <p:cNvSpPr/>
            <p:nvPr/>
          </p:nvSpPr>
          <p:spPr>
            <a:xfrm>
              <a:off x="9120809" y="427383"/>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6" name="椭圆 45"/>
            <p:cNvSpPr/>
            <p:nvPr/>
          </p:nvSpPr>
          <p:spPr>
            <a:xfrm>
              <a:off x="9243392" y="427383"/>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7" name="椭圆 46"/>
            <p:cNvSpPr/>
            <p:nvPr/>
          </p:nvSpPr>
          <p:spPr>
            <a:xfrm>
              <a:off x="9365975" y="427383"/>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8" name="椭圆 47"/>
            <p:cNvSpPr/>
            <p:nvPr/>
          </p:nvSpPr>
          <p:spPr>
            <a:xfrm>
              <a:off x="8998226" y="579783"/>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9" name="椭圆 48"/>
            <p:cNvSpPr/>
            <p:nvPr/>
          </p:nvSpPr>
          <p:spPr>
            <a:xfrm>
              <a:off x="9120809" y="579783"/>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0" name="椭圆 49"/>
            <p:cNvSpPr/>
            <p:nvPr/>
          </p:nvSpPr>
          <p:spPr>
            <a:xfrm>
              <a:off x="9243392" y="579783"/>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1" name="椭圆 50"/>
            <p:cNvSpPr/>
            <p:nvPr/>
          </p:nvSpPr>
          <p:spPr>
            <a:xfrm>
              <a:off x="9365975" y="579783"/>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2" name="椭圆 51"/>
            <p:cNvSpPr/>
            <p:nvPr/>
          </p:nvSpPr>
          <p:spPr>
            <a:xfrm>
              <a:off x="8998226" y="732183"/>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3" name="椭圆 52"/>
            <p:cNvSpPr/>
            <p:nvPr/>
          </p:nvSpPr>
          <p:spPr>
            <a:xfrm>
              <a:off x="9120809" y="732183"/>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4" name="椭圆 53"/>
            <p:cNvSpPr/>
            <p:nvPr/>
          </p:nvSpPr>
          <p:spPr>
            <a:xfrm>
              <a:off x="9243392" y="732183"/>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5" name="椭圆 54"/>
            <p:cNvSpPr/>
            <p:nvPr/>
          </p:nvSpPr>
          <p:spPr>
            <a:xfrm>
              <a:off x="9365975" y="732183"/>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sp>
        <p:nvSpPr>
          <p:cNvPr id="56" name="任意形状 55"/>
          <p:cNvSpPr/>
          <p:nvPr userDrawn="1"/>
        </p:nvSpPr>
        <p:spPr>
          <a:xfrm rot="10800000">
            <a:off x="-3" y="22307"/>
            <a:ext cx="545080" cy="539915"/>
          </a:xfrm>
          <a:custGeom>
            <a:avLst/>
            <a:gdLst>
              <a:gd name="connsiteX0" fmla="*/ 1608968 w 2393649"/>
              <a:gd name="connsiteY0" fmla="*/ 0 h 2370967"/>
              <a:gd name="connsiteX1" fmla="*/ 2375898 w 2393649"/>
              <a:gd name="connsiteY1" fmla="*/ 194194 h 2370967"/>
              <a:gd name="connsiteX2" fmla="*/ 2393649 w 2393649"/>
              <a:gd name="connsiteY2" fmla="*/ 204978 h 2370967"/>
              <a:gd name="connsiteX3" fmla="*/ 2393649 w 2393649"/>
              <a:gd name="connsiteY3" fmla="*/ 2370967 h 2370967"/>
              <a:gd name="connsiteX4" fmla="*/ 191819 w 2393649"/>
              <a:gd name="connsiteY4" fmla="*/ 2370967 h 2370967"/>
              <a:gd name="connsiteX5" fmla="*/ 126441 w 2393649"/>
              <a:gd name="connsiteY5" fmla="*/ 2235251 h 2370967"/>
              <a:gd name="connsiteX6" fmla="*/ 0 w 2393649"/>
              <a:gd name="connsiteY6" fmla="*/ 1608968 h 2370967"/>
              <a:gd name="connsiteX7" fmla="*/ 1608968 w 2393649"/>
              <a:gd name="connsiteY7" fmla="*/ 0 h 2370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93649" h="2370967">
                <a:moveTo>
                  <a:pt x="1608968" y="0"/>
                </a:moveTo>
                <a:cubicBezTo>
                  <a:pt x="1886658" y="0"/>
                  <a:pt x="2147918" y="70348"/>
                  <a:pt x="2375898" y="194194"/>
                </a:cubicBezTo>
                <a:lnTo>
                  <a:pt x="2393649" y="204978"/>
                </a:lnTo>
                <a:lnTo>
                  <a:pt x="2393649" y="2370967"/>
                </a:lnTo>
                <a:lnTo>
                  <a:pt x="191819" y="2370967"/>
                </a:lnTo>
                <a:lnTo>
                  <a:pt x="126441" y="2235251"/>
                </a:lnTo>
                <a:cubicBezTo>
                  <a:pt x="45023" y="2042757"/>
                  <a:pt x="0" y="1831120"/>
                  <a:pt x="0" y="1608968"/>
                </a:cubicBezTo>
                <a:cubicBezTo>
                  <a:pt x="0" y="720360"/>
                  <a:pt x="720360" y="0"/>
                  <a:pt x="1608968" y="0"/>
                </a:cubicBezTo>
                <a:close/>
              </a:path>
            </a:pathLst>
          </a:custGeom>
          <a:pattFill prst="wdUpDiag">
            <a:fgClr>
              <a:schemeClr val="bg1">
                <a:lumMod val="75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Tm="3000"/>
    </mc:Choice>
    <mc:Fallback>
      <p:transition spd="slow" advTm="3000"/>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2000" advTm="3000"/>
    </mc:Choice>
    <mc:Fallback>
      <p:transition spd="slow" advTm="3000"/>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两项内容">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2000" advTm="3000"/>
    </mc:Choice>
    <mc:Fallback>
      <p:transition spd="slow" advTm="3000"/>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2000" advTm="3000"/>
    </mc:Choice>
    <mc:Fallback>
      <p:transition spd="slow" advTm="3000"/>
    </mc:Fallback>
  </mc:AlternateContent>
</p:sldLayout>
</file>

<file path=ppt/slideMasters/_rels/slideMaster1.xml.rels><?xml version="1.0" encoding="UTF-8" standalone="yes"?>
<Relationships xmlns="http://schemas.openxmlformats.org/package/2006/relationships"><Relationship Id="rId5" Type="http://schemas.openxmlformats.org/officeDocument/2006/relationships/theme" Target="../theme/theme1.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bg1"/>
            </a:gs>
            <a:gs pos="82000">
              <a:srgbClr val="EBEBEB"/>
            </a:gs>
          </a:gsLst>
          <a:lin ang="10800000" scaled="1"/>
          <a:tileRect/>
        </a:gra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mc:AlternateContent xmlns:mc="http://schemas.openxmlformats.org/markup-compatibility/2006">
    <mc:Choice xmlns:p14="http://schemas.microsoft.com/office/powerpoint/2010/main" Requires="p14">
      <p:transition spd="slow" p14:dur="2000" advTm="3000"/>
    </mc:Choice>
    <mc:Fallback>
      <p:transition spd="slow" advTm="3000"/>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1.xml"/><Relationship Id="rId2" Type="http://schemas.openxmlformats.org/officeDocument/2006/relationships/image" Target="../media/image2.jpeg"/><Relationship Id="rId1" Type="http://schemas.openxmlformats.org/officeDocument/2006/relationships/image" Target="../media/image1.jpe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1.xml"/><Relationship Id="rId2" Type="http://schemas.openxmlformats.org/officeDocument/2006/relationships/image" Target="../media/image4.jpeg"/><Relationship Id="rId1" Type="http://schemas.openxmlformats.org/officeDocument/2006/relationships/image" Target="../media/image3.jpe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image" Target="../media/image5.jpe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6" Type="http://schemas.openxmlformats.org/officeDocument/2006/relationships/notesSlide" Target="../notesSlides/notesSlide14.xml"/><Relationship Id="rId5" Type="http://schemas.openxmlformats.org/officeDocument/2006/relationships/slideLayout" Target="../slideLayouts/slideLayout1.xml"/><Relationship Id="rId4" Type="http://schemas.openxmlformats.org/officeDocument/2006/relationships/image" Target="../media/image9.jpeg"/><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image" Target="../media/image6.jpe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xml"/><Relationship Id="rId1" Type="http://schemas.openxmlformats.org/officeDocument/2006/relationships/image" Target="../media/image10.jpe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 y="0"/>
            <a:ext cx="12192002" cy="6096000"/>
          </a:xfrm>
          <a:custGeom>
            <a:avLst/>
            <a:gdLst>
              <a:gd name="connsiteX0" fmla="*/ 0 w 11033761"/>
              <a:gd name="connsiteY0" fmla="*/ 0 h 6096000"/>
              <a:gd name="connsiteX1" fmla="*/ 11033761 w 11033761"/>
              <a:gd name="connsiteY1" fmla="*/ 0 h 6096000"/>
              <a:gd name="connsiteX2" fmla="*/ 11033761 w 11033761"/>
              <a:gd name="connsiteY2" fmla="*/ 6096000 h 6096000"/>
              <a:gd name="connsiteX3" fmla="*/ 0 w 11033761"/>
              <a:gd name="connsiteY3" fmla="*/ 6096000 h 6096000"/>
              <a:gd name="connsiteX4" fmla="*/ 0 w 11033761"/>
              <a:gd name="connsiteY4" fmla="*/ 0 h 6096000"/>
              <a:gd name="connsiteX0-1" fmla="*/ 0 w 11033761"/>
              <a:gd name="connsiteY0-2" fmla="*/ 0 h 6096000"/>
              <a:gd name="connsiteX1-3" fmla="*/ 11033761 w 11033761"/>
              <a:gd name="connsiteY1-4" fmla="*/ 0 h 6096000"/>
              <a:gd name="connsiteX2-5" fmla="*/ 11023601 w 11033761"/>
              <a:gd name="connsiteY2-6" fmla="*/ 1727200 h 6096000"/>
              <a:gd name="connsiteX3-7" fmla="*/ 11033761 w 11033761"/>
              <a:gd name="connsiteY3-8" fmla="*/ 6096000 h 6096000"/>
              <a:gd name="connsiteX4-9" fmla="*/ 0 w 11033761"/>
              <a:gd name="connsiteY4-10" fmla="*/ 6096000 h 6096000"/>
              <a:gd name="connsiteX5" fmla="*/ 0 w 11033761"/>
              <a:gd name="connsiteY5" fmla="*/ 0 h 6096000"/>
              <a:gd name="connsiteX0-11" fmla="*/ 0 w 11033761"/>
              <a:gd name="connsiteY0-12" fmla="*/ 0 h 6096000"/>
              <a:gd name="connsiteX1-13" fmla="*/ 11033761 w 11033761"/>
              <a:gd name="connsiteY1-14" fmla="*/ 0 h 6096000"/>
              <a:gd name="connsiteX2-15" fmla="*/ 11023601 w 11033761"/>
              <a:gd name="connsiteY2-16" fmla="*/ 1727200 h 6096000"/>
              <a:gd name="connsiteX3-17" fmla="*/ 5648961 w 11033761"/>
              <a:gd name="connsiteY3-18" fmla="*/ 2540000 h 6096000"/>
              <a:gd name="connsiteX4-19" fmla="*/ 0 w 11033761"/>
              <a:gd name="connsiteY4-20" fmla="*/ 6096000 h 6096000"/>
              <a:gd name="connsiteX5-21" fmla="*/ 0 w 11033761"/>
              <a:gd name="connsiteY5-22" fmla="*/ 0 h 6096000"/>
              <a:gd name="connsiteX0-23" fmla="*/ 0 w 11033761"/>
              <a:gd name="connsiteY0-24" fmla="*/ 0 h 6096000"/>
              <a:gd name="connsiteX1-25" fmla="*/ 11033761 w 11033761"/>
              <a:gd name="connsiteY1-26" fmla="*/ 0 h 6096000"/>
              <a:gd name="connsiteX2-27" fmla="*/ 11023601 w 11033761"/>
              <a:gd name="connsiteY2-28" fmla="*/ 1727200 h 6096000"/>
              <a:gd name="connsiteX3-29" fmla="*/ 5648961 w 11033761"/>
              <a:gd name="connsiteY3-30" fmla="*/ 2540000 h 6096000"/>
              <a:gd name="connsiteX4-31" fmla="*/ 0 w 11033761"/>
              <a:gd name="connsiteY4-32" fmla="*/ 6096000 h 6096000"/>
              <a:gd name="connsiteX5-33" fmla="*/ 0 w 11033761"/>
              <a:gd name="connsiteY5-34" fmla="*/ 0 h 6096000"/>
              <a:gd name="connsiteX0-35" fmla="*/ 0 w 11033761"/>
              <a:gd name="connsiteY0-36" fmla="*/ 0 h 6096000"/>
              <a:gd name="connsiteX1-37" fmla="*/ 11033761 w 11033761"/>
              <a:gd name="connsiteY1-38" fmla="*/ 0 h 6096000"/>
              <a:gd name="connsiteX2-39" fmla="*/ 11023601 w 11033761"/>
              <a:gd name="connsiteY2-40" fmla="*/ 1727200 h 6096000"/>
              <a:gd name="connsiteX3-41" fmla="*/ 5648961 w 11033761"/>
              <a:gd name="connsiteY3-42" fmla="*/ 2540000 h 6096000"/>
              <a:gd name="connsiteX4-43" fmla="*/ 0 w 11033761"/>
              <a:gd name="connsiteY4-44" fmla="*/ 6096000 h 6096000"/>
              <a:gd name="connsiteX5-45" fmla="*/ 0 w 11033761"/>
              <a:gd name="connsiteY5-46" fmla="*/ 0 h 6096000"/>
              <a:gd name="connsiteX0-47" fmla="*/ 0 w 11033761"/>
              <a:gd name="connsiteY0-48" fmla="*/ 0 h 6096000"/>
              <a:gd name="connsiteX1-49" fmla="*/ 11033761 w 11033761"/>
              <a:gd name="connsiteY1-50" fmla="*/ 0 h 6096000"/>
              <a:gd name="connsiteX2-51" fmla="*/ 11023601 w 11033761"/>
              <a:gd name="connsiteY2-52" fmla="*/ 1727200 h 6096000"/>
              <a:gd name="connsiteX3-53" fmla="*/ 5648961 w 11033761"/>
              <a:gd name="connsiteY3-54" fmla="*/ 2540000 h 6096000"/>
              <a:gd name="connsiteX4-55" fmla="*/ 0 w 11033761"/>
              <a:gd name="connsiteY4-56" fmla="*/ 6096000 h 6096000"/>
              <a:gd name="connsiteX5-57" fmla="*/ 0 w 11033761"/>
              <a:gd name="connsiteY5-58" fmla="*/ 0 h 6096000"/>
              <a:gd name="connsiteX0-59" fmla="*/ 0 w 11033761"/>
              <a:gd name="connsiteY0-60" fmla="*/ 0 h 6096000"/>
              <a:gd name="connsiteX1-61" fmla="*/ 11033761 w 11033761"/>
              <a:gd name="connsiteY1-62" fmla="*/ 0 h 6096000"/>
              <a:gd name="connsiteX2-63" fmla="*/ 11023601 w 11033761"/>
              <a:gd name="connsiteY2-64" fmla="*/ 1727200 h 6096000"/>
              <a:gd name="connsiteX3-65" fmla="*/ 5648961 w 11033761"/>
              <a:gd name="connsiteY3-66" fmla="*/ 2540000 h 6096000"/>
              <a:gd name="connsiteX4-67" fmla="*/ 0 w 11033761"/>
              <a:gd name="connsiteY4-68" fmla="*/ 6096000 h 6096000"/>
              <a:gd name="connsiteX5-69" fmla="*/ 0 w 11033761"/>
              <a:gd name="connsiteY5-70" fmla="*/ 0 h 6096000"/>
              <a:gd name="connsiteX0-71" fmla="*/ 0 w 11033761"/>
              <a:gd name="connsiteY0-72" fmla="*/ 0 h 6096000"/>
              <a:gd name="connsiteX1-73" fmla="*/ 11033761 w 11033761"/>
              <a:gd name="connsiteY1-74" fmla="*/ 0 h 6096000"/>
              <a:gd name="connsiteX2-75" fmla="*/ 11023601 w 11033761"/>
              <a:gd name="connsiteY2-76" fmla="*/ 1727200 h 6096000"/>
              <a:gd name="connsiteX3-77" fmla="*/ 5648961 w 11033761"/>
              <a:gd name="connsiteY3-78" fmla="*/ 2540000 h 6096000"/>
              <a:gd name="connsiteX4-79" fmla="*/ 0 w 11033761"/>
              <a:gd name="connsiteY4-80" fmla="*/ 6096000 h 6096000"/>
              <a:gd name="connsiteX5-81" fmla="*/ 0 w 11033761"/>
              <a:gd name="connsiteY5-82" fmla="*/ 0 h 6096000"/>
              <a:gd name="connsiteX0-83" fmla="*/ 0 w 11033761"/>
              <a:gd name="connsiteY0-84" fmla="*/ 0 h 6096000"/>
              <a:gd name="connsiteX1-85" fmla="*/ 11033761 w 11033761"/>
              <a:gd name="connsiteY1-86" fmla="*/ 0 h 6096000"/>
              <a:gd name="connsiteX2-87" fmla="*/ 11023601 w 11033761"/>
              <a:gd name="connsiteY2-88" fmla="*/ 1727200 h 6096000"/>
              <a:gd name="connsiteX3-89" fmla="*/ 5648961 w 11033761"/>
              <a:gd name="connsiteY3-90" fmla="*/ 2540000 h 6096000"/>
              <a:gd name="connsiteX4-91" fmla="*/ 0 w 11033761"/>
              <a:gd name="connsiteY4-92" fmla="*/ 6096000 h 6096000"/>
              <a:gd name="connsiteX5-93" fmla="*/ 0 w 11033761"/>
              <a:gd name="connsiteY5-94" fmla="*/ 0 h 6096000"/>
              <a:gd name="connsiteX0-95" fmla="*/ 0 w 11033761"/>
              <a:gd name="connsiteY0-96" fmla="*/ 0 h 6096000"/>
              <a:gd name="connsiteX1-97" fmla="*/ 11033761 w 11033761"/>
              <a:gd name="connsiteY1-98" fmla="*/ 0 h 6096000"/>
              <a:gd name="connsiteX2-99" fmla="*/ 11023601 w 11033761"/>
              <a:gd name="connsiteY2-100" fmla="*/ 1727200 h 6096000"/>
              <a:gd name="connsiteX3-101" fmla="*/ 5445761 w 11033761"/>
              <a:gd name="connsiteY3-102" fmla="*/ 2956560 h 6096000"/>
              <a:gd name="connsiteX4-103" fmla="*/ 0 w 11033761"/>
              <a:gd name="connsiteY4-104" fmla="*/ 6096000 h 6096000"/>
              <a:gd name="connsiteX5-105" fmla="*/ 0 w 11033761"/>
              <a:gd name="connsiteY5-106" fmla="*/ 0 h 6096000"/>
              <a:gd name="connsiteX0-107" fmla="*/ 0 w 11033761"/>
              <a:gd name="connsiteY0-108" fmla="*/ 0 h 6096000"/>
              <a:gd name="connsiteX1-109" fmla="*/ 11033761 w 11033761"/>
              <a:gd name="connsiteY1-110" fmla="*/ 0 h 6096000"/>
              <a:gd name="connsiteX2-111" fmla="*/ 11023601 w 11033761"/>
              <a:gd name="connsiteY2-112" fmla="*/ 1727200 h 6096000"/>
              <a:gd name="connsiteX3-113" fmla="*/ 5445761 w 11033761"/>
              <a:gd name="connsiteY3-114" fmla="*/ 2956560 h 6096000"/>
              <a:gd name="connsiteX4-115" fmla="*/ 0 w 11033761"/>
              <a:gd name="connsiteY4-116" fmla="*/ 6096000 h 6096000"/>
              <a:gd name="connsiteX5-117" fmla="*/ 0 w 11033761"/>
              <a:gd name="connsiteY5-118" fmla="*/ 0 h 6096000"/>
              <a:gd name="connsiteX0-119" fmla="*/ 0 w 11033761"/>
              <a:gd name="connsiteY0-120" fmla="*/ 0 h 6096000"/>
              <a:gd name="connsiteX1-121" fmla="*/ 11033761 w 11033761"/>
              <a:gd name="connsiteY1-122" fmla="*/ 0 h 6096000"/>
              <a:gd name="connsiteX2-123" fmla="*/ 11023601 w 11033761"/>
              <a:gd name="connsiteY2-124" fmla="*/ 1727200 h 6096000"/>
              <a:gd name="connsiteX3-125" fmla="*/ 5445761 w 11033761"/>
              <a:gd name="connsiteY3-126" fmla="*/ 2956560 h 6096000"/>
              <a:gd name="connsiteX4-127" fmla="*/ 0 w 11033761"/>
              <a:gd name="connsiteY4-128" fmla="*/ 6096000 h 6096000"/>
              <a:gd name="connsiteX5-129" fmla="*/ 0 w 11033761"/>
              <a:gd name="connsiteY5-130" fmla="*/ 0 h 609600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21" y="connsiteY5-22"/>
              </a:cxn>
            </a:cxnLst>
            <a:rect l="l" t="t" r="r" b="b"/>
            <a:pathLst>
              <a:path w="11033761" h="6096000">
                <a:moveTo>
                  <a:pt x="0" y="0"/>
                </a:moveTo>
                <a:lnTo>
                  <a:pt x="11033761" y="0"/>
                </a:lnTo>
                <a:cubicBezTo>
                  <a:pt x="11030374" y="575733"/>
                  <a:pt x="11026988" y="1151467"/>
                  <a:pt x="11023601" y="1727200"/>
                </a:cubicBezTo>
                <a:cubicBezTo>
                  <a:pt x="10793308" y="1659467"/>
                  <a:pt x="6407574" y="179493"/>
                  <a:pt x="5445761" y="2956560"/>
                </a:cubicBezTo>
                <a:cubicBezTo>
                  <a:pt x="4152054" y="6001173"/>
                  <a:pt x="1882987" y="4910667"/>
                  <a:pt x="0" y="6096000"/>
                </a:cubicBezTo>
                <a:lnTo>
                  <a:pt x="0" y="0"/>
                </a:lnTo>
                <a:close/>
              </a:path>
            </a:pathLst>
          </a:custGeom>
          <a:gradFill flip="none" rotWithShape="1">
            <a:gsLst>
              <a:gs pos="35000">
                <a:schemeClr val="bg1">
                  <a:lumMod val="85000"/>
                </a:schemeClr>
              </a:gs>
              <a:gs pos="100000">
                <a:srgbClr val="F4F4F4">
                  <a:alpha val="66271"/>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 name="文本框 1"/>
          <p:cNvSpPr txBox="1"/>
          <p:nvPr/>
        </p:nvSpPr>
        <p:spPr>
          <a:xfrm>
            <a:off x="2122703" y="2579186"/>
            <a:ext cx="7946593" cy="1015663"/>
          </a:xfrm>
          <a:prstGeom prst="rect">
            <a:avLst/>
          </a:prstGeom>
          <a:noFill/>
        </p:spPr>
        <p:txBody>
          <a:bodyPr wrap="square" rtlCol="0">
            <a:spAutoFit/>
          </a:bodyPr>
          <a:lstStyle/>
          <a:p>
            <a:pPr algn="dist"/>
            <a:r>
              <a:rPr kumimoji="1" lang="en-US" altLang="zh-CN" sz="6000" dirty="0">
                <a:solidFill>
                  <a:schemeClr val="tx1">
                    <a:lumMod val="75000"/>
                    <a:lumOff val="25000"/>
                  </a:schemeClr>
                </a:solidFill>
                <a:latin typeface="Bahnschrift" panose="020B0502040204020203" pitchFamily="34" charset="0"/>
                <a:ea typeface="+mj-ea"/>
              </a:rPr>
              <a:t>MINIMAL STYLE PPT</a:t>
            </a:r>
            <a:endParaRPr kumimoji="1" lang="zh-CN" altLang="en-US" sz="6000" dirty="0">
              <a:solidFill>
                <a:schemeClr val="tx1">
                  <a:lumMod val="75000"/>
                  <a:lumOff val="25000"/>
                </a:schemeClr>
              </a:solidFill>
              <a:latin typeface="Bahnschrift" panose="020B0502040204020203" pitchFamily="34" charset="0"/>
              <a:ea typeface="+mj-ea"/>
            </a:endParaRPr>
          </a:p>
        </p:txBody>
      </p:sp>
      <p:sp>
        <p:nvSpPr>
          <p:cNvPr id="3" name="文本框 2"/>
          <p:cNvSpPr txBox="1"/>
          <p:nvPr/>
        </p:nvSpPr>
        <p:spPr>
          <a:xfrm>
            <a:off x="9216737" y="415311"/>
            <a:ext cx="2690141" cy="246221"/>
          </a:xfrm>
          <a:prstGeom prst="rect">
            <a:avLst/>
          </a:prstGeom>
          <a:noFill/>
        </p:spPr>
        <p:txBody>
          <a:bodyPr wrap="square" rtlCol="0">
            <a:spAutoFit/>
          </a:bodyPr>
          <a:lstStyle/>
          <a:p>
            <a:pPr algn="dist"/>
            <a:r>
              <a:rPr kumimoji="1" lang="en-US" altLang="zh-CN" sz="1000" dirty="0">
                <a:solidFill>
                  <a:schemeClr val="bg1"/>
                </a:solidFill>
                <a:latin typeface="+mn-ea"/>
              </a:rPr>
              <a:t>SENYAN2023/PPT</a:t>
            </a:r>
            <a:endParaRPr kumimoji="1" lang="en-US" altLang="zh-CN" sz="1000" dirty="0">
              <a:solidFill>
                <a:schemeClr val="bg1"/>
              </a:solidFill>
              <a:latin typeface="+mn-ea"/>
            </a:endParaRPr>
          </a:p>
        </p:txBody>
      </p:sp>
      <p:sp>
        <p:nvSpPr>
          <p:cNvPr id="7" name="加号 6"/>
          <p:cNvSpPr/>
          <p:nvPr/>
        </p:nvSpPr>
        <p:spPr>
          <a:xfrm>
            <a:off x="11201400" y="3048000"/>
            <a:ext cx="258418" cy="258418"/>
          </a:xfrm>
          <a:prstGeom prst="mathPlus">
            <a:avLst>
              <a:gd name="adj1" fmla="val 8613"/>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加号 7"/>
          <p:cNvSpPr/>
          <p:nvPr/>
        </p:nvSpPr>
        <p:spPr>
          <a:xfrm>
            <a:off x="1115833" y="1340984"/>
            <a:ext cx="258418" cy="258418"/>
          </a:xfrm>
          <a:prstGeom prst="mathPlus">
            <a:avLst>
              <a:gd name="adj1" fmla="val 8613"/>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9" name="同心圆 8"/>
          <p:cNvSpPr/>
          <p:nvPr/>
        </p:nvSpPr>
        <p:spPr>
          <a:xfrm>
            <a:off x="9211941" y="5243183"/>
            <a:ext cx="178906" cy="178906"/>
          </a:xfrm>
          <a:prstGeom prst="donut">
            <a:avLst>
              <a:gd name="adj" fmla="val 10213"/>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grpSp>
        <p:nvGrpSpPr>
          <p:cNvPr id="55" name="组合 54"/>
          <p:cNvGrpSpPr/>
          <p:nvPr/>
        </p:nvGrpSpPr>
        <p:grpSpPr>
          <a:xfrm>
            <a:off x="553595" y="4196260"/>
            <a:ext cx="413468" cy="1264919"/>
            <a:chOff x="8998226" y="-487017"/>
            <a:chExt cx="413468" cy="1264919"/>
          </a:xfrm>
        </p:grpSpPr>
        <p:sp>
          <p:nvSpPr>
            <p:cNvPr id="10" name="椭圆 9"/>
            <p:cNvSpPr/>
            <p:nvPr/>
          </p:nvSpPr>
          <p:spPr>
            <a:xfrm>
              <a:off x="8998226" y="-487017"/>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 name="椭圆 10"/>
            <p:cNvSpPr/>
            <p:nvPr/>
          </p:nvSpPr>
          <p:spPr>
            <a:xfrm>
              <a:off x="9120809" y="-487017"/>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2" name="椭圆 11"/>
            <p:cNvSpPr/>
            <p:nvPr/>
          </p:nvSpPr>
          <p:spPr>
            <a:xfrm>
              <a:off x="9243392" y="-487017"/>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 name="椭圆 12"/>
            <p:cNvSpPr/>
            <p:nvPr/>
          </p:nvSpPr>
          <p:spPr>
            <a:xfrm>
              <a:off x="9365975" y="-487017"/>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6" name="椭圆 15"/>
            <p:cNvSpPr/>
            <p:nvPr/>
          </p:nvSpPr>
          <p:spPr>
            <a:xfrm>
              <a:off x="8998226" y="-334617"/>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7" name="椭圆 16"/>
            <p:cNvSpPr/>
            <p:nvPr/>
          </p:nvSpPr>
          <p:spPr>
            <a:xfrm>
              <a:off x="9120809" y="-334617"/>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椭圆 17"/>
            <p:cNvSpPr/>
            <p:nvPr/>
          </p:nvSpPr>
          <p:spPr>
            <a:xfrm>
              <a:off x="9243392" y="-334617"/>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9" name="椭圆 18"/>
            <p:cNvSpPr/>
            <p:nvPr/>
          </p:nvSpPr>
          <p:spPr>
            <a:xfrm>
              <a:off x="9365975" y="-334617"/>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1" name="椭圆 20"/>
            <p:cNvSpPr/>
            <p:nvPr/>
          </p:nvSpPr>
          <p:spPr>
            <a:xfrm>
              <a:off x="8998226" y="-182217"/>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2" name="椭圆 21"/>
            <p:cNvSpPr/>
            <p:nvPr/>
          </p:nvSpPr>
          <p:spPr>
            <a:xfrm>
              <a:off x="9120809" y="-182217"/>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3" name="椭圆 22"/>
            <p:cNvSpPr/>
            <p:nvPr/>
          </p:nvSpPr>
          <p:spPr>
            <a:xfrm>
              <a:off x="9243392" y="-182217"/>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4" name="椭圆 23"/>
            <p:cNvSpPr/>
            <p:nvPr/>
          </p:nvSpPr>
          <p:spPr>
            <a:xfrm>
              <a:off x="9365975" y="-182217"/>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6" name="椭圆 25"/>
            <p:cNvSpPr/>
            <p:nvPr/>
          </p:nvSpPr>
          <p:spPr>
            <a:xfrm>
              <a:off x="8998226" y="-29817"/>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7" name="椭圆 26"/>
            <p:cNvSpPr/>
            <p:nvPr/>
          </p:nvSpPr>
          <p:spPr>
            <a:xfrm>
              <a:off x="9120809" y="-29817"/>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8" name="椭圆 27"/>
            <p:cNvSpPr/>
            <p:nvPr/>
          </p:nvSpPr>
          <p:spPr>
            <a:xfrm>
              <a:off x="9243392" y="-29817"/>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9" name="椭圆 28"/>
            <p:cNvSpPr/>
            <p:nvPr/>
          </p:nvSpPr>
          <p:spPr>
            <a:xfrm>
              <a:off x="9365975" y="-29817"/>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1" name="椭圆 30"/>
            <p:cNvSpPr/>
            <p:nvPr/>
          </p:nvSpPr>
          <p:spPr>
            <a:xfrm>
              <a:off x="8998226" y="122583"/>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2" name="椭圆 31"/>
            <p:cNvSpPr/>
            <p:nvPr/>
          </p:nvSpPr>
          <p:spPr>
            <a:xfrm>
              <a:off x="9120809" y="122583"/>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3" name="椭圆 32"/>
            <p:cNvSpPr/>
            <p:nvPr/>
          </p:nvSpPr>
          <p:spPr>
            <a:xfrm>
              <a:off x="9243392" y="122583"/>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4" name="椭圆 33"/>
            <p:cNvSpPr/>
            <p:nvPr/>
          </p:nvSpPr>
          <p:spPr>
            <a:xfrm>
              <a:off x="9365975" y="122583"/>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6" name="椭圆 35"/>
            <p:cNvSpPr/>
            <p:nvPr/>
          </p:nvSpPr>
          <p:spPr>
            <a:xfrm>
              <a:off x="8998226" y="274983"/>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7" name="椭圆 36"/>
            <p:cNvSpPr/>
            <p:nvPr/>
          </p:nvSpPr>
          <p:spPr>
            <a:xfrm>
              <a:off x="9120809" y="274983"/>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8" name="椭圆 37"/>
            <p:cNvSpPr/>
            <p:nvPr/>
          </p:nvSpPr>
          <p:spPr>
            <a:xfrm>
              <a:off x="9243392" y="274983"/>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9" name="椭圆 38"/>
            <p:cNvSpPr/>
            <p:nvPr/>
          </p:nvSpPr>
          <p:spPr>
            <a:xfrm>
              <a:off x="9365975" y="274983"/>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1" name="椭圆 40"/>
            <p:cNvSpPr/>
            <p:nvPr/>
          </p:nvSpPr>
          <p:spPr>
            <a:xfrm>
              <a:off x="8998226" y="427383"/>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2" name="椭圆 41"/>
            <p:cNvSpPr/>
            <p:nvPr/>
          </p:nvSpPr>
          <p:spPr>
            <a:xfrm>
              <a:off x="9120809" y="427383"/>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3" name="椭圆 42"/>
            <p:cNvSpPr/>
            <p:nvPr/>
          </p:nvSpPr>
          <p:spPr>
            <a:xfrm>
              <a:off x="9243392" y="427383"/>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4" name="椭圆 43"/>
            <p:cNvSpPr/>
            <p:nvPr/>
          </p:nvSpPr>
          <p:spPr>
            <a:xfrm>
              <a:off x="9365975" y="427383"/>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6" name="椭圆 45"/>
            <p:cNvSpPr/>
            <p:nvPr/>
          </p:nvSpPr>
          <p:spPr>
            <a:xfrm>
              <a:off x="8998226" y="579783"/>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7" name="椭圆 46"/>
            <p:cNvSpPr/>
            <p:nvPr/>
          </p:nvSpPr>
          <p:spPr>
            <a:xfrm>
              <a:off x="9120809" y="579783"/>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8" name="椭圆 47"/>
            <p:cNvSpPr/>
            <p:nvPr/>
          </p:nvSpPr>
          <p:spPr>
            <a:xfrm>
              <a:off x="9243392" y="579783"/>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9" name="椭圆 48"/>
            <p:cNvSpPr/>
            <p:nvPr/>
          </p:nvSpPr>
          <p:spPr>
            <a:xfrm>
              <a:off x="9365975" y="579783"/>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1" name="椭圆 50"/>
            <p:cNvSpPr/>
            <p:nvPr/>
          </p:nvSpPr>
          <p:spPr>
            <a:xfrm>
              <a:off x="8998226" y="732183"/>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2" name="椭圆 51"/>
            <p:cNvSpPr/>
            <p:nvPr/>
          </p:nvSpPr>
          <p:spPr>
            <a:xfrm>
              <a:off x="9120809" y="732183"/>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3" name="椭圆 52"/>
            <p:cNvSpPr/>
            <p:nvPr/>
          </p:nvSpPr>
          <p:spPr>
            <a:xfrm>
              <a:off x="9243392" y="732183"/>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4" name="椭圆 53"/>
            <p:cNvSpPr/>
            <p:nvPr/>
          </p:nvSpPr>
          <p:spPr>
            <a:xfrm>
              <a:off x="9365975" y="732183"/>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grpSp>
        <p:nvGrpSpPr>
          <p:cNvPr id="71" name="组合 70"/>
          <p:cNvGrpSpPr/>
          <p:nvPr/>
        </p:nvGrpSpPr>
        <p:grpSpPr>
          <a:xfrm>
            <a:off x="10551869" y="1459456"/>
            <a:ext cx="182391" cy="713336"/>
            <a:chOff x="9975400" y="1600014"/>
            <a:chExt cx="288238" cy="1127306"/>
          </a:xfrm>
        </p:grpSpPr>
        <p:cxnSp>
          <p:nvCxnSpPr>
            <p:cNvPr id="57" name="直线连接符 56"/>
            <p:cNvCxnSpPr/>
            <p:nvPr/>
          </p:nvCxnSpPr>
          <p:spPr>
            <a:xfrm>
              <a:off x="9975400" y="1600200"/>
              <a:ext cx="188844" cy="188844"/>
            </a:xfrm>
            <a:prstGeom prst="line">
              <a:avLst/>
            </a:prstGeom>
            <a:ln w="158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 name="直线连接符 57"/>
            <p:cNvCxnSpPr/>
            <p:nvPr/>
          </p:nvCxnSpPr>
          <p:spPr>
            <a:xfrm flipH="1">
              <a:off x="9985340" y="1789044"/>
              <a:ext cx="188844" cy="188844"/>
            </a:xfrm>
            <a:prstGeom prst="line">
              <a:avLst/>
            </a:prstGeom>
            <a:ln w="158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 name="直线连接符 58"/>
            <p:cNvCxnSpPr/>
            <p:nvPr/>
          </p:nvCxnSpPr>
          <p:spPr>
            <a:xfrm>
              <a:off x="9975400" y="1977888"/>
              <a:ext cx="188844" cy="188844"/>
            </a:xfrm>
            <a:prstGeom prst="line">
              <a:avLst/>
            </a:prstGeom>
            <a:ln w="158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0" name="直线连接符 59"/>
            <p:cNvCxnSpPr/>
            <p:nvPr/>
          </p:nvCxnSpPr>
          <p:spPr>
            <a:xfrm flipH="1">
              <a:off x="9985340" y="2166732"/>
              <a:ext cx="188844" cy="188844"/>
            </a:xfrm>
            <a:prstGeom prst="line">
              <a:avLst/>
            </a:prstGeom>
            <a:ln w="158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1" name="直线连接符 60"/>
            <p:cNvCxnSpPr/>
            <p:nvPr/>
          </p:nvCxnSpPr>
          <p:spPr>
            <a:xfrm>
              <a:off x="9975400" y="2349632"/>
              <a:ext cx="188844" cy="188844"/>
            </a:xfrm>
            <a:prstGeom prst="line">
              <a:avLst/>
            </a:prstGeom>
            <a:ln w="158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2" name="直线连接符 61"/>
            <p:cNvCxnSpPr/>
            <p:nvPr/>
          </p:nvCxnSpPr>
          <p:spPr>
            <a:xfrm flipH="1">
              <a:off x="9985340" y="2538476"/>
              <a:ext cx="188844" cy="188844"/>
            </a:xfrm>
            <a:prstGeom prst="line">
              <a:avLst/>
            </a:prstGeom>
            <a:ln w="158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5" name="直线连接符 64"/>
            <p:cNvCxnSpPr/>
            <p:nvPr/>
          </p:nvCxnSpPr>
          <p:spPr>
            <a:xfrm>
              <a:off x="10064854" y="1600014"/>
              <a:ext cx="188844" cy="188844"/>
            </a:xfrm>
            <a:prstGeom prst="line">
              <a:avLst/>
            </a:prstGeom>
            <a:ln w="158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6" name="直线连接符 65"/>
            <p:cNvCxnSpPr/>
            <p:nvPr/>
          </p:nvCxnSpPr>
          <p:spPr>
            <a:xfrm flipH="1">
              <a:off x="10074794" y="1788858"/>
              <a:ext cx="188844" cy="188844"/>
            </a:xfrm>
            <a:prstGeom prst="line">
              <a:avLst/>
            </a:prstGeom>
            <a:ln w="158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7" name="直线连接符 66"/>
            <p:cNvCxnSpPr/>
            <p:nvPr/>
          </p:nvCxnSpPr>
          <p:spPr>
            <a:xfrm>
              <a:off x="10064854" y="1977702"/>
              <a:ext cx="188844" cy="188844"/>
            </a:xfrm>
            <a:prstGeom prst="line">
              <a:avLst/>
            </a:prstGeom>
            <a:ln w="158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8" name="直线连接符 67"/>
            <p:cNvCxnSpPr/>
            <p:nvPr/>
          </p:nvCxnSpPr>
          <p:spPr>
            <a:xfrm flipH="1">
              <a:off x="10074794" y="2166546"/>
              <a:ext cx="188844" cy="188844"/>
            </a:xfrm>
            <a:prstGeom prst="line">
              <a:avLst/>
            </a:prstGeom>
            <a:ln w="158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9" name="直线连接符 68"/>
            <p:cNvCxnSpPr/>
            <p:nvPr/>
          </p:nvCxnSpPr>
          <p:spPr>
            <a:xfrm>
              <a:off x="10064854" y="2349446"/>
              <a:ext cx="188844" cy="188844"/>
            </a:xfrm>
            <a:prstGeom prst="line">
              <a:avLst/>
            </a:prstGeom>
            <a:ln w="158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0" name="直线连接符 69"/>
            <p:cNvCxnSpPr/>
            <p:nvPr/>
          </p:nvCxnSpPr>
          <p:spPr>
            <a:xfrm flipH="1">
              <a:off x="10074794" y="2538290"/>
              <a:ext cx="188844" cy="188844"/>
            </a:xfrm>
            <a:prstGeom prst="line">
              <a:avLst/>
            </a:prstGeom>
            <a:ln w="158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76" name="任意形状 75"/>
          <p:cNvSpPr/>
          <p:nvPr/>
        </p:nvSpPr>
        <p:spPr>
          <a:xfrm>
            <a:off x="9798352" y="4487033"/>
            <a:ext cx="2393649" cy="2370967"/>
          </a:xfrm>
          <a:custGeom>
            <a:avLst/>
            <a:gdLst>
              <a:gd name="connsiteX0" fmla="*/ 1608968 w 2393649"/>
              <a:gd name="connsiteY0" fmla="*/ 0 h 2370967"/>
              <a:gd name="connsiteX1" fmla="*/ 2375898 w 2393649"/>
              <a:gd name="connsiteY1" fmla="*/ 194194 h 2370967"/>
              <a:gd name="connsiteX2" fmla="*/ 2393649 w 2393649"/>
              <a:gd name="connsiteY2" fmla="*/ 204978 h 2370967"/>
              <a:gd name="connsiteX3" fmla="*/ 2393649 w 2393649"/>
              <a:gd name="connsiteY3" fmla="*/ 2370967 h 2370967"/>
              <a:gd name="connsiteX4" fmla="*/ 191819 w 2393649"/>
              <a:gd name="connsiteY4" fmla="*/ 2370967 h 2370967"/>
              <a:gd name="connsiteX5" fmla="*/ 126441 w 2393649"/>
              <a:gd name="connsiteY5" fmla="*/ 2235251 h 2370967"/>
              <a:gd name="connsiteX6" fmla="*/ 0 w 2393649"/>
              <a:gd name="connsiteY6" fmla="*/ 1608968 h 2370967"/>
              <a:gd name="connsiteX7" fmla="*/ 1608968 w 2393649"/>
              <a:gd name="connsiteY7" fmla="*/ 0 h 2370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93649" h="2370967">
                <a:moveTo>
                  <a:pt x="1608968" y="0"/>
                </a:moveTo>
                <a:cubicBezTo>
                  <a:pt x="1886658" y="0"/>
                  <a:pt x="2147918" y="70348"/>
                  <a:pt x="2375898" y="194194"/>
                </a:cubicBezTo>
                <a:lnTo>
                  <a:pt x="2393649" y="204978"/>
                </a:lnTo>
                <a:lnTo>
                  <a:pt x="2393649" y="2370967"/>
                </a:lnTo>
                <a:lnTo>
                  <a:pt x="191819" y="2370967"/>
                </a:lnTo>
                <a:lnTo>
                  <a:pt x="126441" y="2235251"/>
                </a:lnTo>
                <a:cubicBezTo>
                  <a:pt x="45023" y="2042757"/>
                  <a:pt x="0" y="1831120"/>
                  <a:pt x="0" y="1608968"/>
                </a:cubicBezTo>
                <a:cubicBezTo>
                  <a:pt x="0" y="720360"/>
                  <a:pt x="720360" y="0"/>
                  <a:pt x="1608968" y="0"/>
                </a:cubicBezTo>
                <a:close/>
              </a:path>
            </a:pathLst>
          </a:custGeom>
          <a:pattFill prst="wdUpDiag">
            <a:fgClr>
              <a:schemeClr val="bg1">
                <a:lumMod val="85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a:p>
        </p:txBody>
      </p:sp>
      <p:sp>
        <p:nvSpPr>
          <p:cNvPr id="78" name="圆角矩形 77"/>
          <p:cNvSpPr/>
          <p:nvPr/>
        </p:nvSpPr>
        <p:spPr>
          <a:xfrm>
            <a:off x="545959" y="385681"/>
            <a:ext cx="785192" cy="366380"/>
          </a:xfrm>
          <a:prstGeom prst="round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9" name="文本框 78"/>
          <p:cNvSpPr txBox="1"/>
          <p:nvPr/>
        </p:nvSpPr>
        <p:spPr>
          <a:xfrm>
            <a:off x="522736" y="375742"/>
            <a:ext cx="851515" cy="369332"/>
          </a:xfrm>
          <a:prstGeom prst="rect">
            <a:avLst/>
          </a:prstGeom>
          <a:noFill/>
        </p:spPr>
        <p:txBody>
          <a:bodyPr wrap="none" rtlCol="0">
            <a:spAutoFit/>
          </a:bodyPr>
          <a:lstStyle/>
          <a:p>
            <a:r>
              <a:rPr kumimoji="1" lang="en-US" altLang="zh-CN" dirty="0">
                <a:solidFill>
                  <a:schemeClr val="bg1"/>
                </a:solidFill>
                <a:latin typeface="+mj-ea"/>
                <a:ea typeface="+mj-ea"/>
              </a:rPr>
              <a:t>LOGO</a:t>
            </a:r>
            <a:endParaRPr kumimoji="1" lang="zh-CN" altLang="en-US" dirty="0">
              <a:solidFill>
                <a:schemeClr val="bg1"/>
              </a:solidFill>
              <a:latin typeface="+mj-ea"/>
              <a:ea typeface="+mj-ea"/>
            </a:endParaRPr>
          </a:p>
        </p:txBody>
      </p:sp>
      <p:sp>
        <p:nvSpPr>
          <p:cNvPr id="80" name="文本框 79"/>
          <p:cNvSpPr txBox="1"/>
          <p:nvPr/>
        </p:nvSpPr>
        <p:spPr>
          <a:xfrm>
            <a:off x="3902085" y="3739818"/>
            <a:ext cx="4387830" cy="523220"/>
          </a:xfrm>
          <a:prstGeom prst="rect">
            <a:avLst/>
          </a:prstGeom>
          <a:noFill/>
        </p:spPr>
        <p:txBody>
          <a:bodyPr wrap="square" rtlCol="0">
            <a:spAutoFit/>
          </a:bodyPr>
          <a:lstStyle/>
          <a:p>
            <a:pPr algn="dist"/>
            <a:r>
              <a:rPr kumimoji="1" lang="zh-CN" altLang="en-US" sz="2800" dirty="0">
                <a:solidFill>
                  <a:schemeClr val="tx1">
                    <a:lumMod val="75000"/>
                    <a:lumOff val="25000"/>
                  </a:schemeClr>
                </a:solidFill>
                <a:latin typeface="思源黑体 CN Light" panose="020B0300000000000000" pitchFamily="34" charset="-122"/>
                <a:ea typeface="思源黑体 CN Light" panose="020B0300000000000000" pitchFamily="34" charset="-122"/>
              </a:rPr>
              <a:t>极简风通用工作总结</a:t>
            </a:r>
            <a:endParaRPr kumimoji="1" lang="zh-CN" altLang="en-US" sz="2800" dirty="0">
              <a:solidFill>
                <a:schemeClr val="tx1">
                  <a:lumMod val="75000"/>
                  <a:lumOff val="25000"/>
                </a:schemeClr>
              </a:solidFill>
              <a:latin typeface="思源黑体 CN Light" panose="020B0300000000000000" pitchFamily="34" charset="-122"/>
              <a:ea typeface="思源黑体 CN Light" panose="020B0300000000000000" pitchFamily="34" charset="-122"/>
            </a:endParaRPr>
          </a:p>
        </p:txBody>
      </p:sp>
      <p:sp>
        <p:nvSpPr>
          <p:cNvPr id="81" name="文本框 80"/>
          <p:cNvSpPr txBox="1"/>
          <p:nvPr/>
        </p:nvSpPr>
        <p:spPr>
          <a:xfrm>
            <a:off x="417946" y="6412571"/>
            <a:ext cx="2733261" cy="261610"/>
          </a:xfrm>
          <a:prstGeom prst="rect">
            <a:avLst/>
          </a:prstGeom>
          <a:noFill/>
        </p:spPr>
        <p:txBody>
          <a:bodyPr wrap="square" rtlCol="0">
            <a:spAutoFit/>
          </a:bodyPr>
          <a:lstStyle/>
          <a:p>
            <a:pPr algn="dist"/>
            <a:r>
              <a:rPr kumimoji="1" lang="en-US" altLang="zh-CN" sz="1100" dirty="0">
                <a:solidFill>
                  <a:schemeClr val="bg1">
                    <a:lumMod val="50000"/>
                  </a:schemeClr>
                </a:solidFill>
                <a:latin typeface="+mn-ea"/>
              </a:rPr>
              <a:t>2023</a:t>
            </a:r>
            <a:r>
              <a:rPr kumimoji="1" lang="zh-CN" altLang="en-US" sz="1100" dirty="0">
                <a:solidFill>
                  <a:schemeClr val="bg1">
                    <a:lumMod val="50000"/>
                  </a:schemeClr>
                </a:solidFill>
                <a:latin typeface="+mn-ea"/>
              </a:rPr>
              <a:t> </a:t>
            </a:r>
            <a:r>
              <a:rPr kumimoji="1" lang="en-US" altLang="zh-CN" sz="1100" dirty="0">
                <a:solidFill>
                  <a:schemeClr val="bg1">
                    <a:lumMod val="50000"/>
                  </a:schemeClr>
                </a:solidFill>
                <a:latin typeface="+mn-ea"/>
              </a:rPr>
              <a:t>BUSINESS</a:t>
            </a:r>
            <a:r>
              <a:rPr kumimoji="1" lang="zh-CN" altLang="en-US" sz="1100" dirty="0">
                <a:solidFill>
                  <a:schemeClr val="bg1">
                    <a:lumMod val="50000"/>
                  </a:schemeClr>
                </a:solidFill>
                <a:latin typeface="+mn-ea"/>
              </a:rPr>
              <a:t> </a:t>
            </a:r>
            <a:r>
              <a:rPr kumimoji="1" lang="en-US" altLang="zh-CN" sz="1100" dirty="0">
                <a:solidFill>
                  <a:schemeClr val="bg1">
                    <a:lumMod val="50000"/>
                  </a:schemeClr>
                </a:solidFill>
                <a:latin typeface="+mn-ea"/>
              </a:rPr>
              <a:t>WORK</a:t>
            </a:r>
            <a:r>
              <a:rPr kumimoji="1" lang="zh-CN" altLang="en-US" sz="1100" dirty="0">
                <a:solidFill>
                  <a:schemeClr val="bg1">
                    <a:lumMod val="50000"/>
                  </a:schemeClr>
                </a:solidFill>
                <a:latin typeface="+mn-ea"/>
              </a:rPr>
              <a:t> </a:t>
            </a:r>
            <a:r>
              <a:rPr kumimoji="1" lang="en-US" altLang="zh-CN" sz="1100" dirty="0">
                <a:solidFill>
                  <a:schemeClr val="bg1">
                    <a:lumMod val="50000"/>
                  </a:schemeClr>
                </a:solidFill>
                <a:latin typeface="+mn-ea"/>
              </a:rPr>
              <a:t>REPORT</a:t>
            </a:r>
            <a:endParaRPr kumimoji="1" lang="zh-CN" altLang="en-US" sz="1100" dirty="0">
              <a:solidFill>
                <a:schemeClr val="bg1">
                  <a:lumMod val="50000"/>
                </a:schemeClr>
              </a:solidFill>
              <a:latin typeface="+mn-ea"/>
            </a:endParaRPr>
          </a:p>
        </p:txBody>
      </p:sp>
      <p:sp>
        <p:nvSpPr>
          <p:cNvPr id="82" name="文本框 81"/>
          <p:cNvSpPr txBox="1"/>
          <p:nvPr/>
        </p:nvSpPr>
        <p:spPr>
          <a:xfrm>
            <a:off x="5158978" y="4710403"/>
            <a:ext cx="1874043" cy="275590"/>
          </a:xfrm>
          <a:prstGeom prst="rect">
            <a:avLst/>
          </a:prstGeom>
          <a:noFill/>
        </p:spPr>
        <p:txBody>
          <a:bodyPr wrap="square" rtlCol="0">
            <a:spAutoFit/>
          </a:bodyPr>
          <a:lstStyle/>
          <a:p>
            <a:pPr algn="dist"/>
            <a:r>
              <a:rPr kumimoji="1" lang="en-US" altLang="zh-CN" sz="1200" dirty="0">
                <a:solidFill>
                  <a:schemeClr val="tx1">
                    <a:lumMod val="65000"/>
                    <a:lumOff val="35000"/>
                  </a:schemeClr>
                </a:solidFill>
              </a:rPr>
              <a:t>XXXXXX</a:t>
            </a:r>
            <a:endParaRPr kumimoji="1" lang="zh-CN" altLang="en-US" sz="1200" dirty="0">
              <a:solidFill>
                <a:schemeClr val="tx1">
                  <a:lumMod val="65000"/>
                  <a:lumOff val="35000"/>
                </a:schemeClr>
              </a:solidFill>
            </a:endParaRPr>
          </a:p>
        </p:txBody>
      </p:sp>
    </p:spTree>
  </p:cSld>
  <p:clrMapOvr>
    <a:masterClrMapping/>
  </p:clrMapOvr>
  <mc:AlternateContent xmlns:mc="http://schemas.openxmlformats.org/markup-compatibility/2006">
    <mc:Choice xmlns:p14="http://schemas.microsoft.com/office/powerpoint/2010/main" Requires="p14">
      <p:transition spd="slow" p14:dur="1500" advTm="3000">
        <p:split orient="vert"/>
      </p:transition>
    </mc:Choice>
    <mc:Fallback>
      <p:transition spd="slow" advTm="3000">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heckerboard(across)">
                                      <p:cBhvr>
                                        <p:cTn id="7" dur="500"/>
                                        <p:tgtEl>
                                          <p:spTgt spid="2"/>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80"/>
                                        </p:tgtEl>
                                        <p:attrNameLst>
                                          <p:attrName>style.visibility</p:attrName>
                                        </p:attrNameLst>
                                      </p:cBhvr>
                                      <p:to>
                                        <p:strVal val="visible"/>
                                      </p:to>
                                    </p:set>
                                    <p:animEffect transition="in" filter="checkerboard(across)">
                                      <p:cBhvr>
                                        <p:cTn id="10" dur="500"/>
                                        <p:tgtEl>
                                          <p:spTgt spid="80"/>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82"/>
                                        </p:tgtEl>
                                        <p:attrNameLst>
                                          <p:attrName>style.visibility</p:attrName>
                                        </p:attrNameLst>
                                      </p:cBhvr>
                                      <p:to>
                                        <p:strVal val="visible"/>
                                      </p:to>
                                    </p:set>
                                    <p:animEffect transition="in" filter="blinds(horizontal)">
                                      <p:cBhvr>
                                        <p:cTn id="15" dur="500"/>
                                        <p:tgtEl>
                                          <p:spTgt spid="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80" grpId="0"/>
      <p:bldP spid="8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5"/>
          <p:cNvSpPr/>
          <p:nvPr/>
        </p:nvSpPr>
        <p:spPr>
          <a:xfrm flipV="1">
            <a:off x="-1" y="3008036"/>
            <a:ext cx="12192001" cy="3849963"/>
          </a:xfrm>
          <a:custGeom>
            <a:avLst/>
            <a:gdLst>
              <a:gd name="connsiteX0" fmla="*/ 0 w 11033761"/>
              <a:gd name="connsiteY0" fmla="*/ 0 h 6096000"/>
              <a:gd name="connsiteX1" fmla="*/ 11033761 w 11033761"/>
              <a:gd name="connsiteY1" fmla="*/ 0 h 6096000"/>
              <a:gd name="connsiteX2" fmla="*/ 11033761 w 11033761"/>
              <a:gd name="connsiteY2" fmla="*/ 6096000 h 6096000"/>
              <a:gd name="connsiteX3" fmla="*/ 0 w 11033761"/>
              <a:gd name="connsiteY3" fmla="*/ 6096000 h 6096000"/>
              <a:gd name="connsiteX4" fmla="*/ 0 w 11033761"/>
              <a:gd name="connsiteY4" fmla="*/ 0 h 6096000"/>
              <a:gd name="connsiteX0-1" fmla="*/ 0 w 11033761"/>
              <a:gd name="connsiteY0-2" fmla="*/ 0 h 6096000"/>
              <a:gd name="connsiteX1-3" fmla="*/ 11033761 w 11033761"/>
              <a:gd name="connsiteY1-4" fmla="*/ 0 h 6096000"/>
              <a:gd name="connsiteX2-5" fmla="*/ 11023601 w 11033761"/>
              <a:gd name="connsiteY2-6" fmla="*/ 1727200 h 6096000"/>
              <a:gd name="connsiteX3-7" fmla="*/ 11033761 w 11033761"/>
              <a:gd name="connsiteY3-8" fmla="*/ 6096000 h 6096000"/>
              <a:gd name="connsiteX4-9" fmla="*/ 0 w 11033761"/>
              <a:gd name="connsiteY4-10" fmla="*/ 6096000 h 6096000"/>
              <a:gd name="connsiteX5" fmla="*/ 0 w 11033761"/>
              <a:gd name="connsiteY5" fmla="*/ 0 h 6096000"/>
              <a:gd name="connsiteX0-11" fmla="*/ 0 w 11033761"/>
              <a:gd name="connsiteY0-12" fmla="*/ 0 h 6096000"/>
              <a:gd name="connsiteX1-13" fmla="*/ 11033761 w 11033761"/>
              <a:gd name="connsiteY1-14" fmla="*/ 0 h 6096000"/>
              <a:gd name="connsiteX2-15" fmla="*/ 11023601 w 11033761"/>
              <a:gd name="connsiteY2-16" fmla="*/ 1727200 h 6096000"/>
              <a:gd name="connsiteX3-17" fmla="*/ 5648961 w 11033761"/>
              <a:gd name="connsiteY3-18" fmla="*/ 2540000 h 6096000"/>
              <a:gd name="connsiteX4-19" fmla="*/ 0 w 11033761"/>
              <a:gd name="connsiteY4-20" fmla="*/ 6096000 h 6096000"/>
              <a:gd name="connsiteX5-21" fmla="*/ 0 w 11033761"/>
              <a:gd name="connsiteY5-22" fmla="*/ 0 h 6096000"/>
              <a:gd name="connsiteX0-23" fmla="*/ 0 w 11033761"/>
              <a:gd name="connsiteY0-24" fmla="*/ 0 h 6096000"/>
              <a:gd name="connsiteX1-25" fmla="*/ 11033761 w 11033761"/>
              <a:gd name="connsiteY1-26" fmla="*/ 0 h 6096000"/>
              <a:gd name="connsiteX2-27" fmla="*/ 11023601 w 11033761"/>
              <a:gd name="connsiteY2-28" fmla="*/ 1727200 h 6096000"/>
              <a:gd name="connsiteX3-29" fmla="*/ 5648961 w 11033761"/>
              <a:gd name="connsiteY3-30" fmla="*/ 2540000 h 6096000"/>
              <a:gd name="connsiteX4-31" fmla="*/ 0 w 11033761"/>
              <a:gd name="connsiteY4-32" fmla="*/ 6096000 h 6096000"/>
              <a:gd name="connsiteX5-33" fmla="*/ 0 w 11033761"/>
              <a:gd name="connsiteY5-34" fmla="*/ 0 h 6096000"/>
              <a:gd name="connsiteX0-35" fmla="*/ 0 w 11033761"/>
              <a:gd name="connsiteY0-36" fmla="*/ 0 h 6096000"/>
              <a:gd name="connsiteX1-37" fmla="*/ 11033761 w 11033761"/>
              <a:gd name="connsiteY1-38" fmla="*/ 0 h 6096000"/>
              <a:gd name="connsiteX2-39" fmla="*/ 11023601 w 11033761"/>
              <a:gd name="connsiteY2-40" fmla="*/ 1727200 h 6096000"/>
              <a:gd name="connsiteX3-41" fmla="*/ 5648961 w 11033761"/>
              <a:gd name="connsiteY3-42" fmla="*/ 2540000 h 6096000"/>
              <a:gd name="connsiteX4-43" fmla="*/ 0 w 11033761"/>
              <a:gd name="connsiteY4-44" fmla="*/ 6096000 h 6096000"/>
              <a:gd name="connsiteX5-45" fmla="*/ 0 w 11033761"/>
              <a:gd name="connsiteY5-46" fmla="*/ 0 h 6096000"/>
              <a:gd name="connsiteX0-47" fmla="*/ 0 w 11033761"/>
              <a:gd name="connsiteY0-48" fmla="*/ 0 h 6096000"/>
              <a:gd name="connsiteX1-49" fmla="*/ 11033761 w 11033761"/>
              <a:gd name="connsiteY1-50" fmla="*/ 0 h 6096000"/>
              <a:gd name="connsiteX2-51" fmla="*/ 11023601 w 11033761"/>
              <a:gd name="connsiteY2-52" fmla="*/ 1727200 h 6096000"/>
              <a:gd name="connsiteX3-53" fmla="*/ 5648961 w 11033761"/>
              <a:gd name="connsiteY3-54" fmla="*/ 2540000 h 6096000"/>
              <a:gd name="connsiteX4-55" fmla="*/ 0 w 11033761"/>
              <a:gd name="connsiteY4-56" fmla="*/ 6096000 h 6096000"/>
              <a:gd name="connsiteX5-57" fmla="*/ 0 w 11033761"/>
              <a:gd name="connsiteY5-58" fmla="*/ 0 h 6096000"/>
              <a:gd name="connsiteX0-59" fmla="*/ 0 w 11033761"/>
              <a:gd name="connsiteY0-60" fmla="*/ 0 h 6096000"/>
              <a:gd name="connsiteX1-61" fmla="*/ 11033761 w 11033761"/>
              <a:gd name="connsiteY1-62" fmla="*/ 0 h 6096000"/>
              <a:gd name="connsiteX2-63" fmla="*/ 11023601 w 11033761"/>
              <a:gd name="connsiteY2-64" fmla="*/ 1727200 h 6096000"/>
              <a:gd name="connsiteX3-65" fmla="*/ 5648961 w 11033761"/>
              <a:gd name="connsiteY3-66" fmla="*/ 2540000 h 6096000"/>
              <a:gd name="connsiteX4-67" fmla="*/ 0 w 11033761"/>
              <a:gd name="connsiteY4-68" fmla="*/ 6096000 h 6096000"/>
              <a:gd name="connsiteX5-69" fmla="*/ 0 w 11033761"/>
              <a:gd name="connsiteY5-70" fmla="*/ 0 h 6096000"/>
              <a:gd name="connsiteX0-71" fmla="*/ 0 w 11033761"/>
              <a:gd name="connsiteY0-72" fmla="*/ 0 h 6096000"/>
              <a:gd name="connsiteX1-73" fmla="*/ 11033761 w 11033761"/>
              <a:gd name="connsiteY1-74" fmla="*/ 0 h 6096000"/>
              <a:gd name="connsiteX2-75" fmla="*/ 11023601 w 11033761"/>
              <a:gd name="connsiteY2-76" fmla="*/ 1727200 h 6096000"/>
              <a:gd name="connsiteX3-77" fmla="*/ 5648961 w 11033761"/>
              <a:gd name="connsiteY3-78" fmla="*/ 2540000 h 6096000"/>
              <a:gd name="connsiteX4-79" fmla="*/ 0 w 11033761"/>
              <a:gd name="connsiteY4-80" fmla="*/ 6096000 h 6096000"/>
              <a:gd name="connsiteX5-81" fmla="*/ 0 w 11033761"/>
              <a:gd name="connsiteY5-82" fmla="*/ 0 h 6096000"/>
              <a:gd name="connsiteX0-83" fmla="*/ 0 w 11033761"/>
              <a:gd name="connsiteY0-84" fmla="*/ 0 h 6096000"/>
              <a:gd name="connsiteX1-85" fmla="*/ 11033761 w 11033761"/>
              <a:gd name="connsiteY1-86" fmla="*/ 0 h 6096000"/>
              <a:gd name="connsiteX2-87" fmla="*/ 11023601 w 11033761"/>
              <a:gd name="connsiteY2-88" fmla="*/ 1727200 h 6096000"/>
              <a:gd name="connsiteX3-89" fmla="*/ 5648961 w 11033761"/>
              <a:gd name="connsiteY3-90" fmla="*/ 2540000 h 6096000"/>
              <a:gd name="connsiteX4-91" fmla="*/ 0 w 11033761"/>
              <a:gd name="connsiteY4-92" fmla="*/ 6096000 h 6096000"/>
              <a:gd name="connsiteX5-93" fmla="*/ 0 w 11033761"/>
              <a:gd name="connsiteY5-94" fmla="*/ 0 h 6096000"/>
              <a:gd name="connsiteX0-95" fmla="*/ 0 w 11033761"/>
              <a:gd name="connsiteY0-96" fmla="*/ 0 h 6096000"/>
              <a:gd name="connsiteX1-97" fmla="*/ 11033761 w 11033761"/>
              <a:gd name="connsiteY1-98" fmla="*/ 0 h 6096000"/>
              <a:gd name="connsiteX2-99" fmla="*/ 11023601 w 11033761"/>
              <a:gd name="connsiteY2-100" fmla="*/ 1727200 h 6096000"/>
              <a:gd name="connsiteX3-101" fmla="*/ 5445761 w 11033761"/>
              <a:gd name="connsiteY3-102" fmla="*/ 2956560 h 6096000"/>
              <a:gd name="connsiteX4-103" fmla="*/ 0 w 11033761"/>
              <a:gd name="connsiteY4-104" fmla="*/ 6096000 h 6096000"/>
              <a:gd name="connsiteX5-105" fmla="*/ 0 w 11033761"/>
              <a:gd name="connsiteY5-106" fmla="*/ 0 h 6096000"/>
              <a:gd name="connsiteX0-107" fmla="*/ 0 w 11033761"/>
              <a:gd name="connsiteY0-108" fmla="*/ 0 h 6096000"/>
              <a:gd name="connsiteX1-109" fmla="*/ 11033761 w 11033761"/>
              <a:gd name="connsiteY1-110" fmla="*/ 0 h 6096000"/>
              <a:gd name="connsiteX2-111" fmla="*/ 11023601 w 11033761"/>
              <a:gd name="connsiteY2-112" fmla="*/ 1727200 h 6096000"/>
              <a:gd name="connsiteX3-113" fmla="*/ 5445761 w 11033761"/>
              <a:gd name="connsiteY3-114" fmla="*/ 2956560 h 6096000"/>
              <a:gd name="connsiteX4-115" fmla="*/ 0 w 11033761"/>
              <a:gd name="connsiteY4-116" fmla="*/ 6096000 h 6096000"/>
              <a:gd name="connsiteX5-117" fmla="*/ 0 w 11033761"/>
              <a:gd name="connsiteY5-118" fmla="*/ 0 h 6096000"/>
              <a:gd name="connsiteX0-119" fmla="*/ 0 w 11033761"/>
              <a:gd name="connsiteY0-120" fmla="*/ 0 h 6096000"/>
              <a:gd name="connsiteX1-121" fmla="*/ 11033761 w 11033761"/>
              <a:gd name="connsiteY1-122" fmla="*/ 0 h 6096000"/>
              <a:gd name="connsiteX2-123" fmla="*/ 11023601 w 11033761"/>
              <a:gd name="connsiteY2-124" fmla="*/ 1727200 h 6096000"/>
              <a:gd name="connsiteX3-125" fmla="*/ 5445761 w 11033761"/>
              <a:gd name="connsiteY3-126" fmla="*/ 2956560 h 6096000"/>
              <a:gd name="connsiteX4-127" fmla="*/ 0 w 11033761"/>
              <a:gd name="connsiteY4-128" fmla="*/ 6096000 h 6096000"/>
              <a:gd name="connsiteX5-129" fmla="*/ 0 w 11033761"/>
              <a:gd name="connsiteY5-130" fmla="*/ 0 h 6096000"/>
              <a:gd name="connsiteX0-131" fmla="*/ 0 w 11033761"/>
              <a:gd name="connsiteY0-132" fmla="*/ 0 h 6096000"/>
              <a:gd name="connsiteX1-133" fmla="*/ 11033761 w 11033761"/>
              <a:gd name="connsiteY1-134" fmla="*/ 0 h 6096000"/>
              <a:gd name="connsiteX2-135" fmla="*/ 11023601 w 11033761"/>
              <a:gd name="connsiteY2-136" fmla="*/ 1727200 h 6096000"/>
              <a:gd name="connsiteX3-137" fmla="*/ 4015570 w 11033761"/>
              <a:gd name="connsiteY3-138" fmla="*/ 2610334 h 6096000"/>
              <a:gd name="connsiteX4-139" fmla="*/ 0 w 11033761"/>
              <a:gd name="connsiteY4-140" fmla="*/ 6096000 h 6096000"/>
              <a:gd name="connsiteX5-141" fmla="*/ 0 w 11033761"/>
              <a:gd name="connsiteY5-142" fmla="*/ 0 h 6096000"/>
              <a:gd name="connsiteX0-143" fmla="*/ 0 w 11033761"/>
              <a:gd name="connsiteY0-144" fmla="*/ 0 h 6096000"/>
              <a:gd name="connsiteX1-145" fmla="*/ 11033761 w 11033761"/>
              <a:gd name="connsiteY1-146" fmla="*/ 0 h 6096000"/>
              <a:gd name="connsiteX2-147" fmla="*/ 11023601 w 11033761"/>
              <a:gd name="connsiteY2-148" fmla="*/ 1727200 h 6096000"/>
              <a:gd name="connsiteX3-149" fmla="*/ 4015570 w 11033761"/>
              <a:gd name="connsiteY3-150" fmla="*/ 2610334 h 6096000"/>
              <a:gd name="connsiteX4-151" fmla="*/ 0 w 11033761"/>
              <a:gd name="connsiteY4-152" fmla="*/ 6096000 h 6096000"/>
              <a:gd name="connsiteX5-153" fmla="*/ 0 w 11033761"/>
              <a:gd name="connsiteY5-154" fmla="*/ 0 h 6096000"/>
              <a:gd name="connsiteX0-155" fmla="*/ 0 w 11033761"/>
              <a:gd name="connsiteY0-156" fmla="*/ 0 h 6096000"/>
              <a:gd name="connsiteX1-157" fmla="*/ 11033761 w 11033761"/>
              <a:gd name="connsiteY1-158" fmla="*/ 0 h 6096000"/>
              <a:gd name="connsiteX2-159" fmla="*/ 11023601 w 11033761"/>
              <a:gd name="connsiteY2-160" fmla="*/ 1727200 h 6096000"/>
              <a:gd name="connsiteX3-161" fmla="*/ 4015570 w 11033761"/>
              <a:gd name="connsiteY3-162" fmla="*/ 2610334 h 6096000"/>
              <a:gd name="connsiteX4-163" fmla="*/ 0 w 11033761"/>
              <a:gd name="connsiteY4-164" fmla="*/ 6096000 h 6096000"/>
              <a:gd name="connsiteX5-165" fmla="*/ 0 w 11033761"/>
              <a:gd name="connsiteY5-166" fmla="*/ 0 h 6096000"/>
              <a:gd name="connsiteX0-167" fmla="*/ 0 w 11033761"/>
              <a:gd name="connsiteY0-168" fmla="*/ 0 h 6096000"/>
              <a:gd name="connsiteX1-169" fmla="*/ 11033761 w 11033761"/>
              <a:gd name="connsiteY1-170" fmla="*/ 0 h 6096000"/>
              <a:gd name="connsiteX2-171" fmla="*/ 11023601 w 11033761"/>
              <a:gd name="connsiteY2-172" fmla="*/ 1727200 h 6096000"/>
              <a:gd name="connsiteX3-173" fmla="*/ 3161054 w 11033761"/>
              <a:gd name="connsiteY3-174" fmla="*/ 2311320 h 6096000"/>
              <a:gd name="connsiteX4-175" fmla="*/ 0 w 11033761"/>
              <a:gd name="connsiteY4-176" fmla="*/ 6096000 h 6096000"/>
              <a:gd name="connsiteX5-177" fmla="*/ 0 w 11033761"/>
              <a:gd name="connsiteY5-178" fmla="*/ 0 h 6096000"/>
              <a:gd name="connsiteX0-179" fmla="*/ 0 w 11033761"/>
              <a:gd name="connsiteY0-180" fmla="*/ 0 h 6096000"/>
              <a:gd name="connsiteX1-181" fmla="*/ 11033761 w 11033761"/>
              <a:gd name="connsiteY1-182" fmla="*/ 0 h 6096000"/>
              <a:gd name="connsiteX2-183" fmla="*/ 11023601 w 11033761"/>
              <a:gd name="connsiteY2-184" fmla="*/ 1727200 h 6096000"/>
              <a:gd name="connsiteX3-185" fmla="*/ 3161054 w 11033761"/>
              <a:gd name="connsiteY3-186" fmla="*/ 2311320 h 6096000"/>
              <a:gd name="connsiteX4-187" fmla="*/ 0 w 11033761"/>
              <a:gd name="connsiteY4-188" fmla="*/ 6096000 h 6096000"/>
              <a:gd name="connsiteX5-189" fmla="*/ 0 w 11033761"/>
              <a:gd name="connsiteY5-190" fmla="*/ 0 h 6096000"/>
              <a:gd name="connsiteX0-191" fmla="*/ 0 w 11033761"/>
              <a:gd name="connsiteY0-192" fmla="*/ 0 h 6096000"/>
              <a:gd name="connsiteX1-193" fmla="*/ 11033761 w 11033761"/>
              <a:gd name="connsiteY1-194" fmla="*/ 0 h 6096000"/>
              <a:gd name="connsiteX2-195" fmla="*/ 11023601 w 11033761"/>
              <a:gd name="connsiteY2-196" fmla="*/ 1727200 h 6096000"/>
              <a:gd name="connsiteX3-197" fmla="*/ 3161054 w 11033761"/>
              <a:gd name="connsiteY3-198" fmla="*/ 2311320 h 6096000"/>
              <a:gd name="connsiteX4-199" fmla="*/ 0 w 11033761"/>
              <a:gd name="connsiteY4-200" fmla="*/ 6096000 h 6096000"/>
              <a:gd name="connsiteX5-201" fmla="*/ 0 w 11033761"/>
              <a:gd name="connsiteY5-202" fmla="*/ 0 h 609600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21" y="connsiteY5-22"/>
              </a:cxn>
            </a:cxnLst>
            <a:rect l="l" t="t" r="r" b="b"/>
            <a:pathLst>
              <a:path w="11033761" h="6096000">
                <a:moveTo>
                  <a:pt x="0" y="0"/>
                </a:moveTo>
                <a:lnTo>
                  <a:pt x="11033761" y="0"/>
                </a:lnTo>
                <a:cubicBezTo>
                  <a:pt x="11030374" y="575733"/>
                  <a:pt x="11026988" y="1151467"/>
                  <a:pt x="11023601" y="1727200"/>
                </a:cubicBezTo>
                <a:cubicBezTo>
                  <a:pt x="10793308" y="1659467"/>
                  <a:pt x="5481099" y="132280"/>
                  <a:pt x="3161054" y="2311320"/>
                </a:cubicBezTo>
                <a:cubicBezTo>
                  <a:pt x="1264689" y="4285781"/>
                  <a:pt x="1352287" y="4029365"/>
                  <a:pt x="0" y="6096000"/>
                </a:cubicBezTo>
                <a:lnTo>
                  <a:pt x="0" y="0"/>
                </a:lnTo>
                <a:close/>
              </a:path>
            </a:pathLst>
          </a:custGeom>
          <a:gradFill flip="none" rotWithShape="1">
            <a:gsLst>
              <a:gs pos="35000">
                <a:schemeClr val="bg1">
                  <a:lumMod val="85000"/>
                </a:schemeClr>
              </a:gs>
              <a:gs pos="100000">
                <a:srgbClr val="F4F4F4">
                  <a:alpha val="66271"/>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 name="文本框 1"/>
          <p:cNvSpPr txBox="1"/>
          <p:nvPr/>
        </p:nvSpPr>
        <p:spPr>
          <a:xfrm>
            <a:off x="5710716" y="1706664"/>
            <a:ext cx="2470104" cy="584775"/>
          </a:xfrm>
          <a:prstGeom prst="rect">
            <a:avLst/>
          </a:prstGeom>
          <a:noFill/>
        </p:spPr>
        <p:txBody>
          <a:bodyPr wrap="square" rtlCol="0">
            <a:spAutoFit/>
          </a:bodyPr>
          <a:lstStyle/>
          <a:p>
            <a:pPr algn="dist"/>
            <a:r>
              <a:rPr kumimoji="1" lang="en-US" altLang="zh-CN" sz="3200" dirty="0">
                <a:solidFill>
                  <a:schemeClr val="tx1">
                    <a:lumMod val="75000"/>
                    <a:lumOff val="25000"/>
                  </a:schemeClr>
                </a:solidFill>
                <a:latin typeface="+mj-ea"/>
                <a:ea typeface="+mj-ea"/>
              </a:rPr>
              <a:t>CONTENTS</a:t>
            </a:r>
            <a:endParaRPr kumimoji="1" lang="zh-CN" altLang="en-US" sz="3200" dirty="0">
              <a:solidFill>
                <a:schemeClr val="tx1">
                  <a:lumMod val="75000"/>
                  <a:lumOff val="25000"/>
                </a:schemeClr>
              </a:solidFill>
              <a:latin typeface="+mj-ea"/>
              <a:ea typeface="+mj-ea"/>
            </a:endParaRPr>
          </a:p>
        </p:txBody>
      </p:sp>
      <p:sp>
        <p:nvSpPr>
          <p:cNvPr id="3" name="文本框 2"/>
          <p:cNvSpPr txBox="1"/>
          <p:nvPr/>
        </p:nvSpPr>
        <p:spPr>
          <a:xfrm>
            <a:off x="4227444" y="1425789"/>
            <a:ext cx="1497495" cy="861774"/>
          </a:xfrm>
          <a:prstGeom prst="rect">
            <a:avLst/>
          </a:prstGeom>
          <a:noFill/>
        </p:spPr>
        <p:txBody>
          <a:bodyPr wrap="square" rtlCol="0">
            <a:spAutoFit/>
          </a:bodyPr>
          <a:lstStyle/>
          <a:p>
            <a:pPr algn="dist"/>
            <a:r>
              <a:rPr kumimoji="1" lang="zh-CN" altLang="en-US" sz="5000" dirty="0">
                <a:solidFill>
                  <a:schemeClr val="tx1">
                    <a:lumMod val="75000"/>
                    <a:lumOff val="25000"/>
                  </a:schemeClr>
                </a:solidFill>
                <a:latin typeface="思源黑体 CN Light" panose="020B0300000000000000" pitchFamily="34" charset="-122"/>
                <a:ea typeface="思源黑体 CN Light" panose="020B0300000000000000" pitchFamily="34" charset="-122"/>
              </a:rPr>
              <a:t>目录</a:t>
            </a:r>
            <a:endParaRPr kumimoji="1" lang="zh-CN" altLang="en-US" sz="5000" dirty="0">
              <a:solidFill>
                <a:schemeClr val="tx1">
                  <a:lumMod val="75000"/>
                  <a:lumOff val="25000"/>
                </a:schemeClr>
              </a:solidFill>
              <a:latin typeface="思源黑体 CN Light" panose="020B0300000000000000" pitchFamily="34" charset="-122"/>
              <a:ea typeface="思源黑体 CN Light" panose="020B0300000000000000" pitchFamily="34" charset="-122"/>
            </a:endParaRPr>
          </a:p>
        </p:txBody>
      </p:sp>
      <p:sp>
        <p:nvSpPr>
          <p:cNvPr id="23" name="圆角矩形 22"/>
          <p:cNvSpPr/>
          <p:nvPr/>
        </p:nvSpPr>
        <p:spPr>
          <a:xfrm>
            <a:off x="357810" y="2623930"/>
            <a:ext cx="2812773" cy="1610139"/>
          </a:xfrm>
          <a:prstGeom prst="roundRect">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6" name="文本框 15"/>
          <p:cNvSpPr txBox="1"/>
          <p:nvPr/>
        </p:nvSpPr>
        <p:spPr>
          <a:xfrm>
            <a:off x="504877" y="3086212"/>
            <a:ext cx="2518638" cy="492443"/>
          </a:xfrm>
          <a:prstGeom prst="rect">
            <a:avLst/>
          </a:prstGeom>
          <a:noFill/>
        </p:spPr>
        <p:txBody>
          <a:bodyPr wrap="none" rtlCol="0">
            <a:spAutoFit/>
          </a:bodyPr>
          <a:lstStyle/>
          <a:p>
            <a:r>
              <a:rPr kumimoji="1" lang="zh-CN" altLang="en-US" sz="2600" dirty="0">
                <a:solidFill>
                  <a:schemeClr val="tx1">
                    <a:lumMod val="75000"/>
                    <a:lumOff val="25000"/>
                  </a:schemeClr>
                </a:solidFill>
                <a:latin typeface="思源黑体 CN Light" panose="020B0300000000000000" pitchFamily="34" charset="-122"/>
                <a:ea typeface="思源黑体 CN Light" panose="020B0300000000000000" pitchFamily="34" charset="-122"/>
              </a:rPr>
              <a:t>请输入标题文字</a:t>
            </a:r>
            <a:endParaRPr kumimoji="1" lang="en-US" altLang="zh-CN" sz="2600" dirty="0">
              <a:solidFill>
                <a:schemeClr val="tx1">
                  <a:lumMod val="75000"/>
                  <a:lumOff val="25000"/>
                </a:schemeClr>
              </a:solidFill>
              <a:latin typeface="思源黑体 CN Light" panose="020B0300000000000000" pitchFamily="34" charset="-122"/>
              <a:ea typeface="思源黑体 CN Light" panose="020B0300000000000000" pitchFamily="34" charset="-122"/>
            </a:endParaRPr>
          </a:p>
        </p:txBody>
      </p:sp>
      <p:sp>
        <p:nvSpPr>
          <p:cNvPr id="18" name="文本框 17"/>
          <p:cNvSpPr txBox="1"/>
          <p:nvPr/>
        </p:nvSpPr>
        <p:spPr>
          <a:xfrm>
            <a:off x="531545" y="3609432"/>
            <a:ext cx="2465302" cy="365613"/>
          </a:xfrm>
          <a:prstGeom prst="rect">
            <a:avLst/>
          </a:prstGeom>
          <a:noFill/>
        </p:spPr>
        <p:txBody>
          <a:bodyPr wrap="square" rtlCol="0">
            <a:spAutoFit/>
          </a:bodyPr>
          <a:lstStyle/>
          <a:p>
            <a:pPr algn="ctr">
              <a:lnSpc>
                <a:spcPct val="120000"/>
              </a:lnSpc>
            </a:pPr>
            <a:r>
              <a:rPr kumimoji="1" lang="en-GB" altLang="zh-CN" sz="800" dirty="0">
                <a:solidFill>
                  <a:schemeClr val="bg1">
                    <a:lumMod val="50000"/>
                  </a:schemeClr>
                </a:solidFill>
                <a:latin typeface="+mn-ea"/>
              </a:rPr>
              <a:t>enter the relevant content you need here. thank you for downloading our ppt template file.</a:t>
            </a:r>
            <a:endParaRPr kumimoji="1" lang="en-GB" altLang="zh-CN" sz="800" dirty="0">
              <a:solidFill>
                <a:schemeClr val="bg1">
                  <a:lumMod val="50000"/>
                </a:schemeClr>
              </a:solidFill>
              <a:latin typeface="+mn-ea"/>
            </a:endParaRPr>
          </a:p>
        </p:txBody>
      </p:sp>
      <p:sp>
        <p:nvSpPr>
          <p:cNvPr id="24" name="文本框 23"/>
          <p:cNvSpPr txBox="1"/>
          <p:nvPr/>
        </p:nvSpPr>
        <p:spPr>
          <a:xfrm>
            <a:off x="1246266" y="2771834"/>
            <a:ext cx="1035861" cy="369332"/>
          </a:xfrm>
          <a:prstGeom prst="rect">
            <a:avLst/>
          </a:prstGeom>
          <a:noFill/>
        </p:spPr>
        <p:txBody>
          <a:bodyPr wrap="none" rtlCol="0">
            <a:spAutoFit/>
          </a:bodyPr>
          <a:lstStyle/>
          <a:p>
            <a:r>
              <a:rPr kumimoji="1" lang="en-US" altLang="zh-CN" dirty="0">
                <a:solidFill>
                  <a:schemeClr val="tx1">
                    <a:lumMod val="75000"/>
                    <a:lumOff val="25000"/>
                  </a:schemeClr>
                </a:solidFill>
                <a:latin typeface="思源黑体 CN Light" panose="020B0300000000000000" pitchFamily="34" charset="-122"/>
                <a:ea typeface="思源黑体 CN Light" panose="020B0300000000000000" pitchFamily="34" charset="-122"/>
              </a:rPr>
              <a:t>PART</a:t>
            </a:r>
            <a:r>
              <a:rPr kumimoji="1" lang="zh-CN" altLang="en-US" dirty="0">
                <a:solidFill>
                  <a:schemeClr val="tx1">
                    <a:lumMod val="75000"/>
                    <a:lumOff val="25000"/>
                  </a:schemeClr>
                </a:solidFill>
                <a:latin typeface="思源黑体 CN Light" panose="020B0300000000000000" pitchFamily="34" charset="-122"/>
                <a:ea typeface="思源黑体 CN Light" panose="020B0300000000000000" pitchFamily="34" charset="-122"/>
              </a:rPr>
              <a:t> </a:t>
            </a:r>
            <a:r>
              <a:rPr kumimoji="1" lang="en-US" altLang="zh-CN" dirty="0">
                <a:solidFill>
                  <a:schemeClr val="tx1">
                    <a:lumMod val="75000"/>
                    <a:lumOff val="25000"/>
                  </a:schemeClr>
                </a:solidFill>
                <a:latin typeface="思源黑体 CN Light" panose="020B0300000000000000" pitchFamily="34" charset="-122"/>
                <a:ea typeface="思源黑体 CN Light" panose="020B0300000000000000" pitchFamily="34" charset="-122"/>
              </a:rPr>
              <a:t>01</a:t>
            </a:r>
            <a:endParaRPr kumimoji="1" lang="zh-CN" altLang="en-US" dirty="0">
              <a:solidFill>
                <a:schemeClr val="tx1">
                  <a:lumMod val="75000"/>
                  <a:lumOff val="25000"/>
                </a:schemeClr>
              </a:solidFill>
              <a:latin typeface="思源黑体 CN Light" panose="020B0300000000000000" pitchFamily="34" charset="-122"/>
              <a:ea typeface="思源黑体 CN Light" panose="020B0300000000000000" pitchFamily="34" charset="-122"/>
            </a:endParaRPr>
          </a:p>
        </p:txBody>
      </p:sp>
      <p:sp>
        <p:nvSpPr>
          <p:cNvPr id="37" name="圆角矩形 36"/>
          <p:cNvSpPr/>
          <p:nvPr/>
        </p:nvSpPr>
        <p:spPr>
          <a:xfrm>
            <a:off x="3263349" y="2623930"/>
            <a:ext cx="2812773" cy="1610139"/>
          </a:xfrm>
          <a:prstGeom prst="roundRect">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8" name="文本框 37"/>
          <p:cNvSpPr txBox="1"/>
          <p:nvPr/>
        </p:nvSpPr>
        <p:spPr>
          <a:xfrm>
            <a:off x="3410416" y="3086212"/>
            <a:ext cx="2518638" cy="492443"/>
          </a:xfrm>
          <a:prstGeom prst="rect">
            <a:avLst/>
          </a:prstGeom>
          <a:noFill/>
        </p:spPr>
        <p:txBody>
          <a:bodyPr wrap="none" rtlCol="0">
            <a:spAutoFit/>
          </a:bodyPr>
          <a:lstStyle/>
          <a:p>
            <a:r>
              <a:rPr kumimoji="1" lang="zh-CN" altLang="en-US" sz="2600" dirty="0">
                <a:solidFill>
                  <a:schemeClr val="tx1">
                    <a:lumMod val="75000"/>
                    <a:lumOff val="25000"/>
                  </a:schemeClr>
                </a:solidFill>
                <a:latin typeface="思源黑体 CN Light" panose="020B0300000000000000" pitchFamily="34" charset="-122"/>
                <a:ea typeface="思源黑体 CN Light" panose="020B0300000000000000" pitchFamily="34" charset="-122"/>
              </a:rPr>
              <a:t>请输入标题文字</a:t>
            </a:r>
            <a:endParaRPr kumimoji="1" lang="en-US" altLang="zh-CN" sz="2600" dirty="0">
              <a:solidFill>
                <a:schemeClr val="tx1">
                  <a:lumMod val="75000"/>
                  <a:lumOff val="25000"/>
                </a:schemeClr>
              </a:solidFill>
              <a:latin typeface="思源黑体 CN Light" panose="020B0300000000000000" pitchFamily="34" charset="-122"/>
              <a:ea typeface="思源黑体 CN Light" panose="020B0300000000000000" pitchFamily="34" charset="-122"/>
            </a:endParaRPr>
          </a:p>
        </p:txBody>
      </p:sp>
      <p:sp>
        <p:nvSpPr>
          <p:cNvPr id="39" name="文本框 38"/>
          <p:cNvSpPr txBox="1"/>
          <p:nvPr/>
        </p:nvSpPr>
        <p:spPr>
          <a:xfrm>
            <a:off x="3437084" y="3609432"/>
            <a:ext cx="2465302" cy="365613"/>
          </a:xfrm>
          <a:prstGeom prst="rect">
            <a:avLst/>
          </a:prstGeom>
          <a:noFill/>
        </p:spPr>
        <p:txBody>
          <a:bodyPr wrap="square" rtlCol="0">
            <a:spAutoFit/>
          </a:bodyPr>
          <a:lstStyle/>
          <a:p>
            <a:pPr algn="ctr">
              <a:lnSpc>
                <a:spcPct val="120000"/>
              </a:lnSpc>
            </a:pPr>
            <a:r>
              <a:rPr kumimoji="1" lang="en-GB" altLang="zh-CN" sz="800" dirty="0">
                <a:solidFill>
                  <a:schemeClr val="bg1">
                    <a:lumMod val="50000"/>
                  </a:schemeClr>
                </a:solidFill>
                <a:latin typeface="+mn-ea"/>
              </a:rPr>
              <a:t>enter the relevant content you need here. thank you for downloading our ppt template file.</a:t>
            </a:r>
            <a:endParaRPr kumimoji="1" lang="en-GB" altLang="zh-CN" sz="800" dirty="0">
              <a:solidFill>
                <a:schemeClr val="bg1">
                  <a:lumMod val="50000"/>
                </a:schemeClr>
              </a:solidFill>
              <a:latin typeface="+mn-ea"/>
            </a:endParaRPr>
          </a:p>
        </p:txBody>
      </p:sp>
      <p:sp>
        <p:nvSpPr>
          <p:cNvPr id="40" name="文本框 39"/>
          <p:cNvSpPr txBox="1"/>
          <p:nvPr/>
        </p:nvSpPr>
        <p:spPr>
          <a:xfrm>
            <a:off x="4151805" y="2771834"/>
            <a:ext cx="1035861" cy="369332"/>
          </a:xfrm>
          <a:prstGeom prst="rect">
            <a:avLst/>
          </a:prstGeom>
          <a:noFill/>
        </p:spPr>
        <p:txBody>
          <a:bodyPr wrap="none" rtlCol="0">
            <a:spAutoFit/>
          </a:bodyPr>
          <a:lstStyle/>
          <a:p>
            <a:r>
              <a:rPr kumimoji="1" lang="en-US" altLang="zh-CN" dirty="0">
                <a:solidFill>
                  <a:schemeClr val="tx1">
                    <a:lumMod val="75000"/>
                    <a:lumOff val="25000"/>
                  </a:schemeClr>
                </a:solidFill>
                <a:latin typeface="思源黑体 CN Light" panose="020B0300000000000000" pitchFamily="34" charset="-122"/>
                <a:ea typeface="思源黑体 CN Light" panose="020B0300000000000000" pitchFamily="34" charset="-122"/>
              </a:rPr>
              <a:t>PART</a:t>
            </a:r>
            <a:r>
              <a:rPr kumimoji="1" lang="zh-CN" altLang="en-US" dirty="0">
                <a:solidFill>
                  <a:schemeClr val="tx1">
                    <a:lumMod val="75000"/>
                    <a:lumOff val="25000"/>
                  </a:schemeClr>
                </a:solidFill>
                <a:latin typeface="思源黑体 CN Light" panose="020B0300000000000000" pitchFamily="34" charset="-122"/>
                <a:ea typeface="思源黑体 CN Light" panose="020B0300000000000000" pitchFamily="34" charset="-122"/>
              </a:rPr>
              <a:t> </a:t>
            </a:r>
            <a:r>
              <a:rPr kumimoji="1" lang="en-US" altLang="zh-CN" dirty="0">
                <a:solidFill>
                  <a:schemeClr val="tx1">
                    <a:lumMod val="75000"/>
                    <a:lumOff val="25000"/>
                  </a:schemeClr>
                </a:solidFill>
                <a:latin typeface="思源黑体 CN Light" panose="020B0300000000000000" pitchFamily="34" charset="-122"/>
                <a:ea typeface="思源黑体 CN Light" panose="020B0300000000000000" pitchFamily="34" charset="-122"/>
              </a:rPr>
              <a:t>01</a:t>
            </a:r>
            <a:endParaRPr kumimoji="1" lang="zh-CN" altLang="en-US" dirty="0">
              <a:solidFill>
                <a:schemeClr val="tx1">
                  <a:lumMod val="75000"/>
                  <a:lumOff val="25000"/>
                </a:schemeClr>
              </a:solidFill>
              <a:latin typeface="思源黑体 CN Light" panose="020B0300000000000000" pitchFamily="34" charset="-122"/>
              <a:ea typeface="思源黑体 CN Light" panose="020B0300000000000000" pitchFamily="34" charset="-122"/>
            </a:endParaRPr>
          </a:p>
        </p:txBody>
      </p:sp>
      <p:sp>
        <p:nvSpPr>
          <p:cNvPr id="41" name="圆角矩形 40"/>
          <p:cNvSpPr/>
          <p:nvPr/>
        </p:nvSpPr>
        <p:spPr>
          <a:xfrm>
            <a:off x="6163558" y="2623930"/>
            <a:ext cx="2812773" cy="1610139"/>
          </a:xfrm>
          <a:prstGeom prst="roundRect">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2" name="文本框 41"/>
          <p:cNvSpPr txBox="1"/>
          <p:nvPr/>
        </p:nvSpPr>
        <p:spPr>
          <a:xfrm>
            <a:off x="6310625" y="3086212"/>
            <a:ext cx="2518638" cy="492443"/>
          </a:xfrm>
          <a:prstGeom prst="rect">
            <a:avLst/>
          </a:prstGeom>
          <a:noFill/>
        </p:spPr>
        <p:txBody>
          <a:bodyPr wrap="none" rtlCol="0">
            <a:spAutoFit/>
          </a:bodyPr>
          <a:lstStyle/>
          <a:p>
            <a:r>
              <a:rPr kumimoji="1" lang="zh-CN" altLang="en-US" sz="2600" dirty="0">
                <a:solidFill>
                  <a:schemeClr val="tx1">
                    <a:lumMod val="75000"/>
                    <a:lumOff val="25000"/>
                  </a:schemeClr>
                </a:solidFill>
                <a:latin typeface="思源黑体 CN Light" panose="020B0300000000000000" pitchFamily="34" charset="-122"/>
                <a:ea typeface="思源黑体 CN Light" panose="020B0300000000000000" pitchFamily="34" charset="-122"/>
              </a:rPr>
              <a:t>请输入标题文字</a:t>
            </a:r>
            <a:endParaRPr kumimoji="1" lang="en-US" altLang="zh-CN" sz="2600" dirty="0">
              <a:solidFill>
                <a:schemeClr val="tx1">
                  <a:lumMod val="75000"/>
                  <a:lumOff val="25000"/>
                </a:schemeClr>
              </a:solidFill>
              <a:latin typeface="思源黑体 CN Light" panose="020B0300000000000000" pitchFamily="34" charset="-122"/>
              <a:ea typeface="思源黑体 CN Light" panose="020B0300000000000000" pitchFamily="34" charset="-122"/>
            </a:endParaRPr>
          </a:p>
        </p:txBody>
      </p:sp>
      <p:sp>
        <p:nvSpPr>
          <p:cNvPr id="43" name="文本框 42"/>
          <p:cNvSpPr txBox="1"/>
          <p:nvPr/>
        </p:nvSpPr>
        <p:spPr>
          <a:xfrm>
            <a:off x="6337293" y="3609432"/>
            <a:ext cx="2465302" cy="365613"/>
          </a:xfrm>
          <a:prstGeom prst="rect">
            <a:avLst/>
          </a:prstGeom>
          <a:noFill/>
        </p:spPr>
        <p:txBody>
          <a:bodyPr wrap="square" rtlCol="0">
            <a:spAutoFit/>
          </a:bodyPr>
          <a:lstStyle/>
          <a:p>
            <a:pPr algn="ctr">
              <a:lnSpc>
                <a:spcPct val="120000"/>
              </a:lnSpc>
            </a:pPr>
            <a:r>
              <a:rPr kumimoji="1" lang="en-GB" altLang="zh-CN" sz="800" dirty="0">
                <a:solidFill>
                  <a:schemeClr val="bg1">
                    <a:lumMod val="50000"/>
                  </a:schemeClr>
                </a:solidFill>
                <a:latin typeface="+mn-ea"/>
              </a:rPr>
              <a:t>enter the relevant content you need here. thank you for downloading our ppt template file.</a:t>
            </a:r>
            <a:endParaRPr kumimoji="1" lang="en-GB" altLang="zh-CN" sz="800" dirty="0">
              <a:solidFill>
                <a:schemeClr val="bg1">
                  <a:lumMod val="50000"/>
                </a:schemeClr>
              </a:solidFill>
              <a:latin typeface="+mn-ea"/>
            </a:endParaRPr>
          </a:p>
        </p:txBody>
      </p:sp>
      <p:sp>
        <p:nvSpPr>
          <p:cNvPr id="44" name="文本框 43"/>
          <p:cNvSpPr txBox="1"/>
          <p:nvPr/>
        </p:nvSpPr>
        <p:spPr>
          <a:xfrm>
            <a:off x="7052014" y="2771834"/>
            <a:ext cx="1035861" cy="369332"/>
          </a:xfrm>
          <a:prstGeom prst="rect">
            <a:avLst/>
          </a:prstGeom>
          <a:noFill/>
        </p:spPr>
        <p:txBody>
          <a:bodyPr wrap="none" rtlCol="0">
            <a:spAutoFit/>
          </a:bodyPr>
          <a:lstStyle/>
          <a:p>
            <a:r>
              <a:rPr kumimoji="1" lang="en-US" altLang="zh-CN" dirty="0">
                <a:solidFill>
                  <a:schemeClr val="tx1">
                    <a:lumMod val="75000"/>
                    <a:lumOff val="25000"/>
                  </a:schemeClr>
                </a:solidFill>
                <a:latin typeface="思源黑体 CN Light" panose="020B0300000000000000" pitchFamily="34" charset="-122"/>
                <a:ea typeface="思源黑体 CN Light" panose="020B0300000000000000" pitchFamily="34" charset="-122"/>
              </a:rPr>
              <a:t>PART</a:t>
            </a:r>
            <a:r>
              <a:rPr kumimoji="1" lang="zh-CN" altLang="en-US" dirty="0">
                <a:solidFill>
                  <a:schemeClr val="tx1">
                    <a:lumMod val="75000"/>
                    <a:lumOff val="25000"/>
                  </a:schemeClr>
                </a:solidFill>
                <a:latin typeface="思源黑体 CN Light" panose="020B0300000000000000" pitchFamily="34" charset="-122"/>
                <a:ea typeface="思源黑体 CN Light" panose="020B0300000000000000" pitchFamily="34" charset="-122"/>
              </a:rPr>
              <a:t> </a:t>
            </a:r>
            <a:r>
              <a:rPr kumimoji="1" lang="en-US" altLang="zh-CN" dirty="0">
                <a:solidFill>
                  <a:schemeClr val="tx1">
                    <a:lumMod val="75000"/>
                    <a:lumOff val="25000"/>
                  </a:schemeClr>
                </a:solidFill>
                <a:latin typeface="思源黑体 CN Light" panose="020B0300000000000000" pitchFamily="34" charset="-122"/>
                <a:ea typeface="思源黑体 CN Light" panose="020B0300000000000000" pitchFamily="34" charset="-122"/>
              </a:rPr>
              <a:t>01</a:t>
            </a:r>
            <a:endParaRPr kumimoji="1" lang="zh-CN" altLang="en-US" dirty="0">
              <a:solidFill>
                <a:schemeClr val="tx1">
                  <a:lumMod val="75000"/>
                  <a:lumOff val="25000"/>
                </a:schemeClr>
              </a:solidFill>
              <a:latin typeface="思源黑体 CN Light" panose="020B0300000000000000" pitchFamily="34" charset="-122"/>
              <a:ea typeface="思源黑体 CN Light" panose="020B0300000000000000" pitchFamily="34" charset="-122"/>
            </a:endParaRPr>
          </a:p>
        </p:txBody>
      </p:sp>
      <p:sp>
        <p:nvSpPr>
          <p:cNvPr id="45" name="圆角矩形 44"/>
          <p:cNvSpPr/>
          <p:nvPr/>
        </p:nvSpPr>
        <p:spPr>
          <a:xfrm>
            <a:off x="9069097" y="2623930"/>
            <a:ext cx="2812773" cy="1610139"/>
          </a:xfrm>
          <a:prstGeom prst="roundRect">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6" name="文本框 45"/>
          <p:cNvSpPr txBox="1"/>
          <p:nvPr/>
        </p:nvSpPr>
        <p:spPr>
          <a:xfrm>
            <a:off x="9216164" y="3086212"/>
            <a:ext cx="2518638" cy="492443"/>
          </a:xfrm>
          <a:prstGeom prst="rect">
            <a:avLst/>
          </a:prstGeom>
          <a:noFill/>
        </p:spPr>
        <p:txBody>
          <a:bodyPr wrap="none" rtlCol="0">
            <a:spAutoFit/>
          </a:bodyPr>
          <a:lstStyle/>
          <a:p>
            <a:r>
              <a:rPr kumimoji="1" lang="zh-CN" altLang="en-US" sz="2600" dirty="0">
                <a:solidFill>
                  <a:schemeClr val="tx1">
                    <a:lumMod val="75000"/>
                    <a:lumOff val="25000"/>
                  </a:schemeClr>
                </a:solidFill>
                <a:latin typeface="思源黑体 CN Light" panose="020B0300000000000000" pitchFamily="34" charset="-122"/>
                <a:ea typeface="思源黑体 CN Light" panose="020B0300000000000000" pitchFamily="34" charset="-122"/>
              </a:rPr>
              <a:t>请输入标题文字</a:t>
            </a:r>
            <a:endParaRPr kumimoji="1" lang="en-US" altLang="zh-CN" sz="2600" dirty="0">
              <a:solidFill>
                <a:schemeClr val="tx1">
                  <a:lumMod val="75000"/>
                  <a:lumOff val="25000"/>
                </a:schemeClr>
              </a:solidFill>
              <a:latin typeface="思源黑体 CN Light" panose="020B0300000000000000" pitchFamily="34" charset="-122"/>
              <a:ea typeface="思源黑体 CN Light" panose="020B0300000000000000" pitchFamily="34" charset="-122"/>
            </a:endParaRPr>
          </a:p>
        </p:txBody>
      </p:sp>
      <p:sp>
        <p:nvSpPr>
          <p:cNvPr id="47" name="文本框 46"/>
          <p:cNvSpPr txBox="1"/>
          <p:nvPr/>
        </p:nvSpPr>
        <p:spPr>
          <a:xfrm>
            <a:off x="9242832" y="3609432"/>
            <a:ext cx="2465302" cy="365613"/>
          </a:xfrm>
          <a:prstGeom prst="rect">
            <a:avLst/>
          </a:prstGeom>
          <a:noFill/>
        </p:spPr>
        <p:txBody>
          <a:bodyPr wrap="square" rtlCol="0">
            <a:spAutoFit/>
          </a:bodyPr>
          <a:lstStyle/>
          <a:p>
            <a:pPr algn="ctr">
              <a:lnSpc>
                <a:spcPct val="120000"/>
              </a:lnSpc>
            </a:pPr>
            <a:r>
              <a:rPr kumimoji="1" lang="en-GB" altLang="zh-CN" sz="800" dirty="0">
                <a:solidFill>
                  <a:schemeClr val="bg1">
                    <a:lumMod val="50000"/>
                  </a:schemeClr>
                </a:solidFill>
                <a:latin typeface="+mn-ea"/>
              </a:rPr>
              <a:t>enter the relevant content you need here. thank you for downloading our ppt template file.</a:t>
            </a:r>
            <a:endParaRPr kumimoji="1" lang="en-GB" altLang="zh-CN" sz="800" dirty="0">
              <a:solidFill>
                <a:schemeClr val="bg1">
                  <a:lumMod val="50000"/>
                </a:schemeClr>
              </a:solidFill>
              <a:latin typeface="+mn-ea"/>
            </a:endParaRPr>
          </a:p>
        </p:txBody>
      </p:sp>
      <p:sp>
        <p:nvSpPr>
          <p:cNvPr id="48" name="文本框 47"/>
          <p:cNvSpPr txBox="1"/>
          <p:nvPr/>
        </p:nvSpPr>
        <p:spPr>
          <a:xfrm>
            <a:off x="9957553" y="2771834"/>
            <a:ext cx="1035861" cy="369332"/>
          </a:xfrm>
          <a:prstGeom prst="rect">
            <a:avLst/>
          </a:prstGeom>
          <a:noFill/>
        </p:spPr>
        <p:txBody>
          <a:bodyPr wrap="none" rtlCol="0">
            <a:spAutoFit/>
          </a:bodyPr>
          <a:lstStyle/>
          <a:p>
            <a:r>
              <a:rPr kumimoji="1" lang="en-US" altLang="zh-CN" dirty="0">
                <a:solidFill>
                  <a:schemeClr val="tx1">
                    <a:lumMod val="75000"/>
                    <a:lumOff val="25000"/>
                  </a:schemeClr>
                </a:solidFill>
                <a:latin typeface="思源黑体 CN Light" panose="020B0300000000000000" pitchFamily="34" charset="-122"/>
                <a:ea typeface="思源黑体 CN Light" panose="020B0300000000000000" pitchFamily="34" charset="-122"/>
              </a:rPr>
              <a:t>PART</a:t>
            </a:r>
            <a:r>
              <a:rPr kumimoji="1" lang="zh-CN" altLang="en-US" dirty="0">
                <a:solidFill>
                  <a:schemeClr val="tx1">
                    <a:lumMod val="75000"/>
                    <a:lumOff val="25000"/>
                  </a:schemeClr>
                </a:solidFill>
                <a:latin typeface="思源黑体 CN Light" panose="020B0300000000000000" pitchFamily="34" charset="-122"/>
                <a:ea typeface="思源黑体 CN Light" panose="020B0300000000000000" pitchFamily="34" charset="-122"/>
              </a:rPr>
              <a:t> </a:t>
            </a:r>
            <a:r>
              <a:rPr kumimoji="1" lang="en-US" altLang="zh-CN" dirty="0">
                <a:solidFill>
                  <a:schemeClr val="tx1">
                    <a:lumMod val="75000"/>
                    <a:lumOff val="25000"/>
                  </a:schemeClr>
                </a:solidFill>
                <a:latin typeface="思源黑体 CN Light" panose="020B0300000000000000" pitchFamily="34" charset="-122"/>
                <a:ea typeface="思源黑体 CN Light" panose="020B0300000000000000" pitchFamily="34" charset="-122"/>
              </a:rPr>
              <a:t>01</a:t>
            </a:r>
            <a:endParaRPr kumimoji="1" lang="zh-CN" altLang="en-US" dirty="0">
              <a:solidFill>
                <a:schemeClr val="tx1">
                  <a:lumMod val="75000"/>
                  <a:lumOff val="25000"/>
                </a:schemeClr>
              </a:solidFill>
              <a:latin typeface="思源黑体 CN Light" panose="020B0300000000000000" pitchFamily="34" charset="-122"/>
              <a:ea typeface="思源黑体 CN Light" panose="020B0300000000000000" pitchFamily="34" charset="-122"/>
            </a:endParaRPr>
          </a:p>
        </p:txBody>
      </p:sp>
      <p:grpSp>
        <p:nvGrpSpPr>
          <p:cNvPr id="50" name="组合 49"/>
          <p:cNvGrpSpPr/>
          <p:nvPr/>
        </p:nvGrpSpPr>
        <p:grpSpPr>
          <a:xfrm rot="5400000">
            <a:off x="11343222" y="5305915"/>
            <a:ext cx="182391" cy="713336"/>
            <a:chOff x="9975400" y="1600014"/>
            <a:chExt cx="288238" cy="1127306"/>
          </a:xfrm>
        </p:grpSpPr>
        <p:cxnSp>
          <p:nvCxnSpPr>
            <p:cNvPr id="51" name="直线连接符 50"/>
            <p:cNvCxnSpPr/>
            <p:nvPr/>
          </p:nvCxnSpPr>
          <p:spPr>
            <a:xfrm>
              <a:off x="9975400" y="1600200"/>
              <a:ext cx="188844" cy="188844"/>
            </a:xfrm>
            <a:prstGeom prst="line">
              <a:avLst/>
            </a:prstGeom>
            <a:ln w="158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2" name="直线连接符 51"/>
            <p:cNvCxnSpPr/>
            <p:nvPr/>
          </p:nvCxnSpPr>
          <p:spPr>
            <a:xfrm flipH="1">
              <a:off x="9985340" y="1789044"/>
              <a:ext cx="188844" cy="188844"/>
            </a:xfrm>
            <a:prstGeom prst="line">
              <a:avLst/>
            </a:prstGeom>
            <a:ln w="158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 name="直线连接符 52"/>
            <p:cNvCxnSpPr/>
            <p:nvPr/>
          </p:nvCxnSpPr>
          <p:spPr>
            <a:xfrm>
              <a:off x="9975400" y="1977888"/>
              <a:ext cx="188844" cy="188844"/>
            </a:xfrm>
            <a:prstGeom prst="line">
              <a:avLst/>
            </a:prstGeom>
            <a:ln w="158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4" name="直线连接符 53"/>
            <p:cNvCxnSpPr/>
            <p:nvPr/>
          </p:nvCxnSpPr>
          <p:spPr>
            <a:xfrm flipH="1">
              <a:off x="9985340" y="2166732"/>
              <a:ext cx="188844" cy="188844"/>
            </a:xfrm>
            <a:prstGeom prst="line">
              <a:avLst/>
            </a:prstGeom>
            <a:ln w="158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5" name="直线连接符 54"/>
            <p:cNvCxnSpPr/>
            <p:nvPr/>
          </p:nvCxnSpPr>
          <p:spPr>
            <a:xfrm>
              <a:off x="9975400" y="2349632"/>
              <a:ext cx="188844" cy="188844"/>
            </a:xfrm>
            <a:prstGeom prst="line">
              <a:avLst/>
            </a:prstGeom>
            <a:ln w="158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6" name="直线连接符 55"/>
            <p:cNvCxnSpPr/>
            <p:nvPr/>
          </p:nvCxnSpPr>
          <p:spPr>
            <a:xfrm flipH="1">
              <a:off x="9985340" y="2538476"/>
              <a:ext cx="188844" cy="188844"/>
            </a:xfrm>
            <a:prstGeom prst="line">
              <a:avLst/>
            </a:prstGeom>
            <a:ln w="158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7" name="直线连接符 56"/>
            <p:cNvCxnSpPr/>
            <p:nvPr/>
          </p:nvCxnSpPr>
          <p:spPr>
            <a:xfrm>
              <a:off x="10064854" y="1600014"/>
              <a:ext cx="188844" cy="188844"/>
            </a:xfrm>
            <a:prstGeom prst="line">
              <a:avLst/>
            </a:prstGeom>
            <a:ln w="158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 name="直线连接符 57"/>
            <p:cNvCxnSpPr/>
            <p:nvPr/>
          </p:nvCxnSpPr>
          <p:spPr>
            <a:xfrm flipH="1">
              <a:off x="10074794" y="1788858"/>
              <a:ext cx="188844" cy="188844"/>
            </a:xfrm>
            <a:prstGeom prst="line">
              <a:avLst/>
            </a:prstGeom>
            <a:ln w="158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 name="直线连接符 58"/>
            <p:cNvCxnSpPr/>
            <p:nvPr/>
          </p:nvCxnSpPr>
          <p:spPr>
            <a:xfrm>
              <a:off x="10064854" y="1977702"/>
              <a:ext cx="188844" cy="188844"/>
            </a:xfrm>
            <a:prstGeom prst="line">
              <a:avLst/>
            </a:prstGeom>
            <a:ln w="158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0" name="直线连接符 59"/>
            <p:cNvCxnSpPr/>
            <p:nvPr/>
          </p:nvCxnSpPr>
          <p:spPr>
            <a:xfrm flipH="1">
              <a:off x="10074794" y="2166546"/>
              <a:ext cx="188844" cy="188844"/>
            </a:xfrm>
            <a:prstGeom prst="line">
              <a:avLst/>
            </a:prstGeom>
            <a:ln w="158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1" name="直线连接符 60"/>
            <p:cNvCxnSpPr/>
            <p:nvPr/>
          </p:nvCxnSpPr>
          <p:spPr>
            <a:xfrm>
              <a:off x="10064854" y="2349446"/>
              <a:ext cx="188844" cy="188844"/>
            </a:xfrm>
            <a:prstGeom prst="line">
              <a:avLst/>
            </a:prstGeom>
            <a:ln w="158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2" name="直线连接符 61"/>
            <p:cNvCxnSpPr/>
            <p:nvPr/>
          </p:nvCxnSpPr>
          <p:spPr>
            <a:xfrm flipH="1">
              <a:off x="10074794" y="2538290"/>
              <a:ext cx="188844" cy="188844"/>
            </a:xfrm>
            <a:prstGeom prst="line">
              <a:avLst/>
            </a:prstGeom>
            <a:ln w="158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63" name="任意形状 62"/>
          <p:cNvSpPr/>
          <p:nvPr/>
        </p:nvSpPr>
        <p:spPr>
          <a:xfrm flipV="1">
            <a:off x="10676834" y="-1"/>
            <a:ext cx="1515167" cy="1500809"/>
          </a:xfrm>
          <a:custGeom>
            <a:avLst/>
            <a:gdLst>
              <a:gd name="connsiteX0" fmla="*/ 1608968 w 2393649"/>
              <a:gd name="connsiteY0" fmla="*/ 0 h 2370967"/>
              <a:gd name="connsiteX1" fmla="*/ 2375898 w 2393649"/>
              <a:gd name="connsiteY1" fmla="*/ 194194 h 2370967"/>
              <a:gd name="connsiteX2" fmla="*/ 2393649 w 2393649"/>
              <a:gd name="connsiteY2" fmla="*/ 204978 h 2370967"/>
              <a:gd name="connsiteX3" fmla="*/ 2393649 w 2393649"/>
              <a:gd name="connsiteY3" fmla="*/ 2370967 h 2370967"/>
              <a:gd name="connsiteX4" fmla="*/ 191819 w 2393649"/>
              <a:gd name="connsiteY4" fmla="*/ 2370967 h 2370967"/>
              <a:gd name="connsiteX5" fmla="*/ 126441 w 2393649"/>
              <a:gd name="connsiteY5" fmla="*/ 2235251 h 2370967"/>
              <a:gd name="connsiteX6" fmla="*/ 0 w 2393649"/>
              <a:gd name="connsiteY6" fmla="*/ 1608968 h 2370967"/>
              <a:gd name="connsiteX7" fmla="*/ 1608968 w 2393649"/>
              <a:gd name="connsiteY7" fmla="*/ 0 h 2370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93649" h="2370967">
                <a:moveTo>
                  <a:pt x="1608968" y="0"/>
                </a:moveTo>
                <a:cubicBezTo>
                  <a:pt x="1886658" y="0"/>
                  <a:pt x="2147918" y="70348"/>
                  <a:pt x="2375898" y="194194"/>
                </a:cubicBezTo>
                <a:lnTo>
                  <a:pt x="2393649" y="204978"/>
                </a:lnTo>
                <a:lnTo>
                  <a:pt x="2393649" y="2370967"/>
                </a:lnTo>
                <a:lnTo>
                  <a:pt x="191819" y="2370967"/>
                </a:lnTo>
                <a:lnTo>
                  <a:pt x="126441" y="2235251"/>
                </a:lnTo>
                <a:cubicBezTo>
                  <a:pt x="45023" y="2042757"/>
                  <a:pt x="0" y="1831120"/>
                  <a:pt x="0" y="1608968"/>
                </a:cubicBezTo>
                <a:cubicBezTo>
                  <a:pt x="0" y="720360"/>
                  <a:pt x="720360" y="0"/>
                  <a:pt x="1608968" y="0"/>
                </a:cubicBezTo>
                <a:close/>
              </a:path>
            </a:pathLst>
          </a:custGeom>
          <a:pattFill prst="wdUpDiag">
            <a:fgClr>
              <a:schemeClr val="bg1">
                <a:lumMod val="85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a:p>
        </p:txBody>
      </p:sp>
      <p:grpSp>
        <p:nvGrpSpPr>
          <p:cNvPr id="64" name="组合 63"/>
          <p:cNvGrpSpPr/>
          <p:nvPr/>
        </p:nvGrpSpPr>
        <p:grpSpPr>
          <a:xfrm>
            <a:off x="358842" y="354178"/>
            <a:ext cx="413468" cy="1264919"/>
            <a:chOff x="8998226" y="-487017"/>
            <a:chExt cx="413468" cy="1264919"/>
          </a:xfrm>
        </p:grpSpPr>
        <p:sp>
          <p:nvSpPr>
            <p:cNvPr id="65" name="椭圆 64"/>
            <p:cNvSpPr/>
            <p:nvPr/>
          </p:nvSpPr>
          <p:spPr>
            <a:xfrm>
              <a:off x="8998226" y="-487017"/>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6" name="椭圆 65"/>
            <p:cNvSpPr/>
            <p:nvPr/>
          </p:nvSpPr>
          <p:spPr>
            <a:xfrm>
              <a:off x="9120809" y="-487017"/>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7" name="椭圆 66"/>
            <p:cNvSpPr/>
            <p:nvPr/>
          </p:nvSpPr>
          <p:spPr>
            <a:xfrm>
              <a:off x="9243392" y="-487017"/>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8" name="椭圆 67"/>
            <p:cNvSpPr/>
            <p:nvPr/>
          </p:nvSpPr>
          <p:spPr>
            <a:xfrm>
              <a:off x="9365975" y="-487017"/>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9" name="椭圆 68"/>
            <p:cNvSpPr/>
            <p:nvPr/>
          </p:nvSpPr>
          <p:spPr>
            <a:xfrm>
              <a:off x="8998226" y="-334617"/>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0" name="椭圆 69"/>
            <p:cNvSpPr/>
            <p:nvPr/>
          </p:nvSpPr>
          <p:spPr>
            <a:xfrm>
              <a:off x="9120809" y="-334617"/>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1" name="椭圆 70"/>
            <p:cNvSpPr/>
            <p:nvPr/>
          </p:nvSpPr>
          <p:spPr>
            <a:xfrm>
              <a:off x="9243392" y="-334617"/>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2" name="椭圆 71"/>
            <p:cNvSpPr/>
            <p:nvPr/>
          </p:nvSpPr>
          <p:spPr>
            <a:xfrm>
              <a:off x="9365975" y="-334617"/>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3" name="椭圆 72"/>
            <p:cNvSpPr/>
            <p:nvPr/>
          </p:nvSpPr>
          <p:spPr>
            <a:xfrm>
              <a:off x="8998226" y="-182217"/>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4" name="椭圆 73"/>
            <p:cNvSpPr/>
            <p:nvPr/>
          </p:nvSpPr>
          <p:spPr>
            <a:xfrm>
              <a:off x="9120809" y="-182217"/>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5" name="椭圆 74"/>
            <p:cNvSpPr/>
            <p:nvPr/>
          </p:nvSpPr>
          <p:spPr>
            <a:xfrm>
              <a:off x="9243392" y="-182217"/>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6" name="椭圆 75"/>
            <p:cNvSpPr/>
            <p:nvPr/>
          </p:nvSpPr>
          <p:spPr>
            <a:xfrm>
              <a:off x="9365975" y="-182217"/>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7" name="椭圆 76"/>
            <p:cNvSpPr/>
            <p:nvPr/>
          </p:nvSpPr>
          <p:spPr>
            <a:xfrm>
              <a:off x="8998226" y="-29817"/>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8" name="椭圆 77"/>
            <p:cNvSpPr/>
            <p:nvPr/>
          </p:nvSpPr>
          <p:spPr>
            <a:xfrm>
              <a:off x="9120809" y="-29817"/>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9" name="椭圆 78"/>
            <p:cNvSpPr/>
            <p:nvPr/>
          </p:nvSpPr>
          <p:spPr>
            <a:xfrm>
              <a:off x="9243392" y="-29817"/>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0" name="椭圆 79"/>
            <p:cNvSpPr/>
            <p:nvPr/>
          </p:nvSpPr>
          <p:spPr>
            <a:xfrm>
              <a:off x="9365975" y="-29817"/>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1" name="椭圆 80"/>
            <p:cNvSpPr/>
            <p:nvPr/>
          </p:nvSpPr>
          <p:spPr>
            <a:xfrm>
              <a:off x="8998226" y="122583"/>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2" name="椭圆 81"/>
            <p:cNvSpPr/>
            <p:nvPr/>
          </p:nvSpPr>
          <p:spPr>
            <a:xfrm>
              <a:off x="9120809" y="122583"/>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3" name="椭圆 82"/>
            <p:cNvSpPr/>
            <p:nvPr/>
          </p:nvSpPr>
          <p:spPr>
            <a:xfrm>
              <a:off x="9243392" y="122583"/>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4" name="椭圆 83"/>
            <p:cNvSpPr/>
            <p:nvPr/>
          </p:nvSpPr>
          <p:spPr>
            <a:xfrm>
              <a:off x="9365975" y="122583"/>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5" name="椭圆 84"/>
            <p:cNvSpPr/>
            <p:nvPr/>
          </p:nvSpPr>
          <p:spPr>
            <a:xfrm>
              <a:off x="8998226" y="274983"/>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6" name="椭圆 85"/>
            <p:cNvSpPr/>
            <p:nvPr/>
          </p:nvSpPr>
          <p:spPr>
            <a:xfrm>
              <a:off x="9120809" y="274983"/>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7" name="椭圆 86"/>
            <p:cNvSpPr/>
            <p:nvPr/>
          </p:nvSpPr>
          <p:spPr>
            <a:xfrm>
              <a:off x="9243392" y="274983"/>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8" name="椭圆 87"/>
            <p:cNvSpPr/>
            <p:nvPr/>
          </p:nvSpPr>
          <p:spPr>
            <a:xfrm>
              <a:off x="9365975" y="274983"/>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9" name="椭圆 88"/>
            <p:cNvSpPr/>
            <p:nvPr/>
          </p:nvSpPr>
          <p:spPr>
            <a:xfrm>
              <a:off x="8998226" y="427383"/>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90" name="椭圆 89"/>
            <p:cNvSpPr/>
            <p:nvPr/>
          </p:nvSpPr>
          <p:spPr>
            <a:xfrm>
              <a:off x="9120809" y="427383"/>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91" name="椭圆 90"/>
            <p:cNvSpPr/>
            <p:nvPr/>
          </p:nvSpPr>
          <p:spPr>
            <a:xfrm>
              <a:off x="9243392" y="427383"/>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92" name="椭圆 91"/>
            <p:cNvSpPr/>
            <p:nvPr/>
          </p:nvSpPr>
          <p:spPr>
            <a:xfrm>
              <a:off x="9365975" y="427383"/>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93" name="椭圆 92"/>
            <p:cNvSpPr/>
            <p:nvPr/>
          </p:nvSpPr>
          <p:spPr>
            <a:xfrm>
              <a:off x="8998226" y="579783"/>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94" name="椭圆 93"/>
            <p:cNvSpPr/>
            <p:nvPr/>
          </p:nvSpPr>
          <p:spPr>
            <a:xfrm>
              <a:off x="9120809" y="579783"/>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95" name="椭圆 94"/>
            <p:cNvSpPr/>
            <p:nvPr/>
          </p:nvSpPr>
          <p:spPr>
            <a:xfrm>
              <a:off x="9243392" y="579783"/>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96" name="椭圆 95"/>
            <p:cNvSpPr/>
            <p:nvPr/>
          </p:nvSpPr>
          <p:spPr>
            <a:xfrm>
              <a:off x="9365975" y="579783"/>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97" name="椭圆 96"/>
            <p:cNvSpPr/>
            <p:nvPr/>
          </p:nvSpPr>
          <p:spPr>
            <a:xfrm>
              <a:off x="8998226" y="732183"/>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98" name="椭圆 97"/>
            <p:cNvSpPr/>
            <p:nvPr/>
          </p:nvSpPr>
          <p:spPr>
            <a:xfrm>
              <a:off x="9120809" y="732183"/>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99" name="椭圆 98"/>
            <p:cNvSpPr/>
            <p:nvPr/>
          </p:nvSpPr>
          <p:spPr>
            <a:xfrm>
              <a:off x="9243392" y="732183"/>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0" name="椭圆 99"/>
            <p:cNvSpPr/>
            <p:nvPr/>
          </p:nvSpPr>
          <p:spPr>
            <a:xfrm>
              <a:off x="9365975" y="732183"/>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sp>
        <p:nvSpPr>
          <p:cNvPr id="101" name="文本框 100"/>
          <p:cNvSpPr txBox="1"/>
          <p:nvPr/>
        </p:nvSpPr>
        <p:spPr>
          <a:xfrm>
            <a:off x="417946" y="6412571"/>
            <a:ext cx="2733261" cy="261610"/>
          </a:xfrm>
          <a:prstGeom prst="rect">
            <a:avLst/>
          </a:prstGeom>
          <a:noFill/>
        </p:spPr>
        <p:txBody>
          <a:bodyPr wrap="square" rtlCol="0">
            <a:spAutoFit/>
          </a:bodyPr>
          <a:lstStyle/>
          <a:p>
            <a:pPr algn="dist"/>
            <a:r>
              <a:rPr kumimoji="1" lang="en-US" altLang="zh-CN" sz="1100" dirty="0">
                <a:solidFill>
                  <a:schemeClr val="bg1">
                    <a:lumMod val="50000"/>
                  </a:schemeClr>
                </a:solidFill>
                <a:latin typeface="+mn-ea"/>
              </a:rPr>
              <a:t>2023</a:t>
            </a:r>
            <a:r>
              <a:rPr kumimoji="1" lang="zh-CN" altLang="en-US" sz="1100" dirty="0">
                <a:solidFill>
                  <a:schemeClr val="bg1">
                    <a:lumMod val="50000"/>
                  </a:schemeClr>
                </a:solidFill>
                <a:latin typeface="+mn-ea"/>
              </a:rPr>
              <a:t> </a:t>
            </a:r>
            <a:r>
              <a:rPr kumimoji="1" lang="en-US" altLang="zh-CN" sz="1100" dirty="0">
                <a:solidFill>
                  <a:schemeClr val="bg1">
                    <a:lumMod val="50000"/>
                  </a:schemeClr>
                </a:solidFill>
                <a:latin typeface="+mn-ea"/>
              </a:rPr>
              <a:t>BUSINESS</a:t>
            </a:r>
            <a:r>
              <a:rPr kumimoji="1" lang="zh-CN" altLang="en-US" sz="1100" dirty="0">
                <a:solidFill>
                  <a:schemeClr val="bg1">
                    <a:lumMod val="50000"/>
                  </a:schemeClr>
                </a:solidFill>
                <a:latin typeface="+mn-ea"/>
              </a:rPr>
              <a:t> </a:t>
            </a:r>
            <a:r>
              <a:rPr kumimoji="1" lang="en-US" altLang="zh-CN" sz="1100" dirty="0">
                <a:solidFill>
                  <a:schemeClr val="bg1">
                    <a:lumMod val="50000"/>
                  </a:schemeClr>
                </a:solidFill>
                <a:latin typeface="+mn-ea"/>
              </a:rPr>
              <a:t>WORK</a:t>
            </a:r>
            <a:r>
              <a:rPr kumimoji="1" lang="zh-CN" altLang="en-US" sz="1100" dirty="0">
                <a:solidFill>
                  <a:schemeClr val="bg1">
                    <a:lumMod val="50000"/>
                  </a:schemeClr>
                </a:solidFill>
                <a:latin typeface="+mn-ea"/>
              </a:rPr>
              <a:t> </a:t>
            </a:r>
            <a:r>
              <a:rPr kumimoji="1" lang="en-US" altLang="zh-CN" sz="1100" dirty="0">
                <a:solidFill>
                  <a:schemeClr val="bg1">
                    <a:lumMod val="50000"/>
                  </a:schemeClr>
                </a:solidFill>
                <a:latin typeface="+mn-ea"/>
              </a:rPr>
              <a:t>REPORT</a:t>
            </a:r>
            <a:endParaRPr kumimoji="1" lang="zh-CN" altLang="en-US" sz="1100" dirty="0">
              <a:solidFill>
                <a:schemeClr val="bg1">
                  <a:lumMod val="50000"/>
                </a:schemeClr>
              </a:solidFill>
              <a:latin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advTm="3000"/>
    </mc:Choice>
    <mc:Fallback>
      <p:transition spd="slow" advTm="3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checkerboard(across)">
                                      <p:cBhvr>
                                        <p:cTn id="7" dur="500"/>
                                        <p:tgtEl>
                                          <p:spTgt spid="23"/>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checkerboard(across)">
                                      <p:cBhvr>
                                        <p:cTn id="10" dur="500"/>
                                        <p:tgtEl>
                                          <p:spTgt spid="16"/>
                                        </p:tgtEl>
                                      </p:cBhvr>
                                    </p:animEffect>
                                  </p:childTnLst>
                                </p:cTn>
                              </p:par>
                              <p:par>
                                <p:cTn id="11" presetID="5" presetClass="entr" presetSubtype="10" fill="hold" grpId="0" nodeType="withEffect">
                                  <p:stCondLst>
                                    <p:cond delay="0"/>
                                  </p:stCondLst>
                                  <p:childTnLst>
                                    <p:set>
                                      <p:cBhvr>
                                        <p:cTn id="12" dur="1" fill="hold">
                                          <p:stCondLst>
                                            <p:cond delay="0"/>
                                          </p:stCondLst>
                                        </p:cTn>
                                        <p:tgtEl>
                                          <p:spTgt spid="18"/>
                                        </p:tgtEl>
                                        <p:attrNameLst>
                                          <p:attrName>style.visibility</p:attrName>
                                        </p:attrNameLst>
                                      </p:cBhvr>
                                      <p:to>
                                        <p:strVal val="visible"/>
                                      </p:to>
                                    </p:set>
                                    <p:animEffect transition="in" filter="checkerboard(across)">
                                      <p:cBhvr>
                                        <p:cTn id="13" dur="500"/>
                                        <p:tgtEl>
                                          <p:spTgt spid="18"/>
                                        </p:tgtEl>
                                      </p:cBhvr>
                                    </p:animEffect>
                                  </p:childTnLst>
                                </p:cTn>
                              </p:par>
                              <p:par>
                                <p:cTn id="14" presetID="5" presetClass="entr" presetSubtype="10" fill="hold" grpId="0" nodeType="withEffect">
                                  <p:stCondLst>
                                    <p:cond delay="0"/>
                                  </p:stCondLst>
                                  <p:childTnLst>
                                    <p:set>
                                      <p:cBhvr>
                                        <p:cTn id="15" dur="1" fill="hold">
                                          <p:stCondLst>
                                            <p:cond delay="0"/>
                                          </p:stCondLst>
                                        </p:cTn>
                                        <p:tgtEl>
                                          <p:spTgt spid="24"/>
                                        </p:tgtEl>
                                        <p:attrNameLst>
                                          <p:attrName>style.visibility</p:attrName>
                                        </p:attrNameLst>
                                      </p:cBhvr>
                                      <p:to>
                                        <p:strVal val="visible"/>
                                      </p:to>
                                    </p:set>
                                    <p:animEffect transition="in" filter="checkerboard(across)">
                                      <p:cBhvr>
                                        <p:cTn id="16" dur="500"/>
                                        <p:tgtEl>
                                          <p:spTgt spid="24"/>
                                        </p:tgtEl>
                                      </p:cBhvr>
                                    </p:animEffect>
                                  </p:childTnLst>
                                </p:cTn>
                              </p:par>
                              <p:par>
                                <p:cTn id="17" presetID="5" presetClass="entr" presetSubtype="10" fill="hold" grpId="0" nodeType="withEffect">
                                  <p:stCondLst>
                                    <p:cond delay="0"/>
                                  </p:stCondLst>
                                  <p:childTnLst>
                                    <p:set>
                                      <p:cBhvr>
                                        <p:cTn id="18" dur="1" fill="hold">
                                          <p:stCondLst>
                                            <p:cond delay="0"/>
                                          </p:stCondLst>
                                        </p:cTn>
                                        <p:tgtEl>
                                          <p:spTgt spid="37"/>
                                        </p:tgtEl>
                                        <p:attrNameLst>
                                          <p:attrName>style.visibility</p:attrName>
                                        </p:attrNameLst>
                                      </p:cBhvr>
                                      <p:to>
                                        <p:strVal val="visible"/>
                                      </p:to>
                                    </p:set>
                                    <p:animEffect transition="in" filter="checkerboard(across)">
                                      <p:cBhvr>
                                        <p:cTn id="19" dur="500"/>
                                        <p:tgtEl>
                                          <p:spTgt spid="37"/>
                                        </p:tgtEl>
                                      </p:cBhvr>
                                    </p:animEffect>
                                  </p:childTnLst>
                                </p:cTn>
                              </p:par>
                              <p:par>
                                <p:cTn id="20" presetID="5" presetClass="entr" presetSubtype="10" fill="hold" grpId="0" nodeType="withEffect">
                                  <p:stCondLst>
                                    <p:cond delay="0"/>
                                  </p:stCondLst>
                                  <p:childTnLst>
                                    <p:set>
                                      <p:cBhvr>
                                        <p:cTn id="21" dur="1" fill="hold">
                                          <p:stCondLst>
                                            <p:cond delay="0"/>
                                          </p:stCondLst>
                                        </p:cTn>
                                        <p:tgtEl>
                                          <p:spTgt spid="38"/>
                                        </p:tgtEl>
                                        <p:attrNameLst>
                                          <p:attrName>style.visibility</p:attrName>
                                        </p:attrNameLst>
                                      </p:cBhvr>
                                      <p:to>
                                        <p:strVal val="visible"/>
                                      </p:to>
                                    </p:set>
                                    <p:animEffect transition="in" filter="checkerboard(across)">
                                      <p:cBhvr>
                                        <p:cTn id="22" dur="500"/>
                                        <p:tgtEl>
                                          <p:spTgt spid="38"/>
                                        </p:tgtEl>
                                      </p:cBhvr>
                                    </p:animEffect>
                                  </p:childTnLst>
                                </p:cTn>
                              </p:par>
                              <p:par>
                                <p:cTn id="23" presetID="5" presetClass="entr" presetSubtype="10" fill="hold" grpId="0" nodeType="withEffect">
                                  <p:stCondLst>
                                    <p:cond delay="0"/>
                                  </p:stCondLst>
                                  <p:childTnLst>
                                    <p:set>
                                      <p:cBhvr>
                                        <p:cTn id="24" dur="1" fill="hold">
                                          <p:stCondLst>
                                            <p:cond delay="0"/>
                                          </p:stCondLst>
                                        </p:cTn>
                                        <p:tgtEl>
                                          <p:spTgt spid="39"/>
                                        </p:tgtEl>
                                        <p:attrNameLst>
                                          <p:attrName>style.visibility</p:attrName>
                                        </p:attrNameLst>
                                      </p:cBhvr>
                                      <p:to>
                                        <p:strVal val="visible"/>
                                      </p:to>
                                    </p:set>
                                    <p:animEffect transition="in" filter="checkerboard(across)">
                                      <p:cBhvr>
                                        <p:cTn id="25" dur="500"/>
                                        <p:tgtEl>
                                          <p:spTgt spid="39"/>
                                        </p:tgtEl>
                                      </p:cBhvr>
                                    </p:animEffect>
                                  </p:childTnLst>
                                </p:cTn>
                              </p:par>
                              <p:par>
                                <p:cTn id="26" presetID="5" presetClass="entr" presetSubtype="10" fill="hold" grpId="0" nodeType="withEffect">
                                  <p:stCondLst>
                                    <p:cond delay="0"/>
                                  </p:stCondLst>
                                  <p:childTnLst>
                                    <p:set>
                                      <p:cBhvr>
                                        <p:cTn id="27" dur="1" fill="hold">
                                          <p:stCondLst>
                                            <p:cond delay="0"/>
                                          </p:stCondLst>
                                        </p:cTn>
                                        <p:tgtEl>
                                          <p:spTgt spid="40"/>
                                        </p:tgtEl>
                                        <p:attrNameLst>
                                          <p:attrName>style.visibility</p:attrName>
                                        </p:attrNameLst>
                                      </p:cBhvr>
                                      <p:to>
                                        <p:strVal val="visible"/>
                                      </p:to>
                                    </p:set>
                                    <p:animEffect transition="in" filter="checkerboard(across)">
                                      <p:cBhvr>
                                        <p:cTn id="28" dur="500"/>
                                        <p:tgtEl>
                                          <p:spTgt spid="40"/>
                                        </p:tgtEl>
                                      </p:cBhvr>
                                    </p:animEffect>
                                  </p:childTnLst>
                                </p:cTn>
                              </p:par>
                              <p:par>
                                <p:cTn id="29" presetID="5" presetClass="entr" presetSubtype="10" fill="hold" grpId="0" nodeType="withEffect">
                                  <p:stCondLst>
                                    <p:cond delay="0"/>
                                  </p:stCondLst>
                                  <p:childTnLst>
                                    <p:set>
                                      <p:cBhvr>
                                        <p:cTn id="30" dur="1" fill="hold">
                                          <p:stCondLst>
                                            <p:cond delay="0"/>
                                          </p:stCondLst>
                                        </p:cTn>
                                        <p:tgtEl>
                                          <p:spTgt spid="41"/>
                                        </p:tgtEl>
                                        <p:attrNameLst>
                                          <p:attrName>style.visibility</p:attrName>
                                        </p:attrNameLst>
                                      </p:cBhvr>
                                      <p:to>
                                        <p:strVal val="visible"/>
                                      </p:to>
                                    </p:set>
                                    <p:animEffect transition="in" filter="checkerboard(across)">
                                      <p:cBhvr>
                                        <p:cTn id="31" dur="500"/>
                                        <p:tgtEl>
                                          <p:spTgt spid="41"/>
                                        </p:tgtEl>
                                      </p:cBhvr>
                                    </p:animEffect>
                                  </p:childTnLst>
                                </p:cTn>
                              </p:par>
                              <p:par>
                                <p:cTn id="32" presetID="5" presetClass="entr" presetSubtype="10" fill="hold" grpId="0" nodeType="withEffect">
                                  <p:stCondLst>
                                    <p:cond delay="0"/>
                                  </p:stCondLst>
                                  <p:childTnLst>
                                    <p:set>
                                      <p:cBhvr>
                                        <p:cTn id="33" dur="1" fill="hold">
                                          <p:stCondLst>
                                            <p:cond delay="0"/>
                                          </p:stCondLst>
                                        </p:cTn>
                                        <p:tgtEl>
                                          <p:spTgt spid="42"/>
                                        </p:tgtEl>
                                        <p:attrNameLst>
                                          <p:attrName>style.visibility</p:attrName>
                                        </p:attrNameLst>
                                      </p:cBhvr>
                                      <p:to>
                                        <p:strVal val="visible"/>
                                      </p:to>
                                    </p:set>
                                    <p:animEffect transition="in" filter="checkerboard(across)">
                                      <p:cBhvr>
                                        <p:cTn id="34" dur="500"/>
                                        <p:tgtEl>
                                          <p:spTgt spid="42"/>
                                        </p:tgtEl>
                                      </p:cBhvr>
                                    </p:animEffect>
                                  </p:childTnLst>
                                </p:cTn>
                              </p:par>
                              <p:par>
                                <p:cTn id="35" presetID="5" presetClass="entr" presetSubtype="10" fill="hold" grpId="0" nodeType="withEffect">
                                  <p:stCondLst>
                                    <p:cond delay="0"/>
                                  </p:stCondLst>
                                  <p:childTnLst>
                                    <p:set>
                                      <p:cBhvr>
                                        <p:cTn id="36" dur="1" fill="hold">
                                          <p:stCondLst>
                                            <p:cond delay="0"/>
                                          </p:stCondLst>
                                        </p:cTn>
                                        <p:tgtEl>
                                          <p:spTgt spid="43"/>
                                        </p:tgtEl>
                                        <p:attrNameLst>
                                          <p:attrName>style.visibility</p:attrName>
                                        </p:attrNameLst>
                                      </p:cBhvr>
                                      <p:to>
                                        <p:strVal val="visible"/>
                                      </p:to>
                                    </p:set>
                                    <p:animEffect transition="in" filter="checkerboard(across)">
                                      <p:cBhvr>
                                        <p:cTn id="37" dur="500"/>
                                        <p:tgtEl>
                                          <p:spTgt spid="43"/>
                                        </p:tgtEl>
                                      </p:cBhvr>
                                    </p:animEffect>
                                  </p:childTnLst>
                                </p:cTn>
                              </p:par>
                              <p:par>
                                <p:cTn id="38" presetID="5" presetClass="entr" presetSubtype="10" fill="hold" grpId="0" nodeType="withEffect">
                                  <p:stCondLst>
                                    <p:cond delay="0"/>
                                  </p:stCondLst>
                                  <p:childTnLst>
                                    <p:set>
                                      <p:cBhvr>
                                        <p:cTn id="39" dur="1" fill="hold">
                                          <p:stCondLst>
                                            <p:cond delay="0"/>
                                          </p:stCondLst>
                                        </p:cTn>
                                        <p:tgtEl>
                                          <p:spTgt spid="44"/>
                                        </p:tgtEl>
                                        <p:attrNameLst>
                                          <p:attrName>style.visibility</p:attrName>
                                        </p:attrNameLst>
                                      </p:cBhvr>
                                      <p:to>
                                        <p:strVal val="visible"/>
                                      </p:to>
                                    </p:set>
                                    <p:animEffect transition="in" filter="checkerboard(across)">
                                      <p:cBhvr>
                                        <p:cTn id="40" dur="500"/>
                                        <p:tgtEl>
                                          <p:spTgt spid="44"/>
                                        </p:tgtEl>
                                      </p:cBhvr>
                                    </p:animEffect>
                                  </p:childTnLst>
                                </p:cTn>
                              </p:par>
                              <p:par>
                                <p:cTn id="41" presetID="5" presetClass="entr" presetSubtype="10" fill="hold" grpId="0" nodeType="withEffect">
                                  <p:stCondLst>
                                    <p:cond delay="0"/>
                                  </p:stCondLst>
                                  <p:childTnLst>
                                    <p:set>
                                      <p:cBhvr>
                                        <p:cTn id="42" dur="1" fill="hold">
                                          <p:stCondLst>
                                            <p:cond delay="0"/>
                                          </p:stCondLst>
                                        </p:cTn>
                                        <p:tgtEl>
                                          <p:spTgt spid="45"/>
                                        </p:tgtEl>
                                        <p:attrNameLst>
                                          <p:attrName>style.visibility</p:attrName>
                                        </p:attrNameLst>
                                      </p:cBhvr>
                                      <p:to>
                                        <p:strVal val="visible"/>
                                      </p:to>
                                    </p:set>
                                    <p:animEffect transition="in" filter="checkerboard(across)">
                                      <p:cBhvr>
                                        <p:cTn id="43" dur="500"/>
                                        <p:tgtEl>
                                          <p:spTgt spid="45"/>
                                        </p:tgtEl>
                                      </p:cBhvr>
                                    </p:animEffect>
                                  </p:childTnLst>
                                </p:cTn>
                              </p:par>
                              <p:par>
                                <p:cTn id="44" presetID="5" presetClass="entr" presetSubtype="10" fill="hold" grpId="0" nodeType="withEffect">
                                  <p:stCondLst>
                                    <p:cond delay="0"/>
                                  </p:stCondLst>
                                  <p:childTnLst>
                                    <p:set>
                                      <p:cBhvr>
                                        <p:cTn id="45" dur="1" fill="hold">
                                          <p:stCondLst>
                                            <p:cond delay="0"/>
                                          </p:stCondLst>
                                        </p:cTn>
                                        <p:tgtEl>
                                          <p:spTgt spid="46"/>
                                        </p:tgtEl>
                                        <p:attrNameLst>
                                          <p:attrName>style.visibility</p:attrName>
                                        </p:attrNameLst>
                                      </p:cBhvr>
                                      <p:to>
                                        <p:strVal val="visible"/>
                                      </p:to>
                                    </p:set>
                                    <p:animEffect transition="in" filter="checkerboard(across)">
                                      <p:cBhvr>
                                        <p:cTn id="46" dur="500"/>
                                        <p:tgtEl>
                                          <p:spTgt spid="46"/>
                                        </p:tgtEl>
                                      </p:cBhvr>
                                    </p:animEffect>
                                  </p:childTnLst>
                                </p:cTn>
                              </p:par>
                              <p:par>
                                <p:cTn id="47" presetID="5" presetClass="entr" presetSubtype="10" fill="hold" grpId="0" nodeType="withEffect">
                                  <p:stCondLst>
                                    <p:cond delay="0"/>
                                  </p:stCondLst>
                                  <p:childTnLst>
                                    <p:set>
                                      <p:cBhvr>
                                        <p:cTn id="48" dur="1" fill="hold">
                                          <p:stCondLst>
                                            <p:cond delay="0"/>
                                          </p:stCondLst>
                                        </p:cTn>
                                        <p:tgtEl>
                                          <p:spTgt spid="47"/>
                                        </p:tgtEl>
                                        <p:attrNameLst>
                                          <p:attrName>style.visibility</p:attrName>
                                        </p:attrNameLst>
                                      </p:cBhvr>
                                      <p:to>
                                        <p:strVal val="visible"/>
                                      </p:to>
                                    </p:set>
                                    <p:animEffect transition="in" filter="checkerboard(across)">
                                      <p:cBhvr>
                                        <p:cTn id="49" dur="500"/>
                                        <p:tgtEl>
                                          <p:spTgt spid="47"/>
                                        </p:tgtEl>
                                      </p:cBhvr>
                                    </p:animEffect>
                                  </p:childTnLst>
                                </p:cTn>
                              </p:par>
                              <p:par>
                                <p:cTn id="50" presetID="5" presetClass="entr" presetSubtype="10" fill="hold" grpId="0" nodeType="withEffect">
                                  <p:stCondLst>
                                    <p:cond delay="0"/>
                                  </p:stCondLst>
                                  <p:childTnLst>
                                    <p:set>
                                      <p:cBhvr>
                                        <p:cTn id="51" dur="1" fill="hold">
                                          <p:stCondLst>
                                            <p:cond delay="0"/>
                                          </p:stCondLst>
                                        </p:cTn>
                                        <p:tgtEl>
                                          <p:spTgt spid="48"/>
                                        </p:tgtEl>
                                        <p:attrNameLst>
                                          <p:attrName>style.visibility</p:attrName>
                                        </p:attrNameLst>
                                      </p:cBhvr>
                                      <p:to>
                                        <p:strVal val="visible"/>
                                      </p:to>
                                    </p:set>
                                    <p:animEffect transition="in" filter="checkerboard(across)">
                                      <p:cBhvr>
                                        <p:cTn id="52" dur="5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16" grpId="0"/>
      <p:bldP spid="18" grpId="0"/>
      <p:bldP spid="24" grpId="0"/>
      <p:bldP spid="37" grpId="0" animBg="1"/>
      <p:bldP spid="38" grpId="0"/>
      <p:bldP spid="39" grpId="0"/>
      <p:bldP spid="40" grpId="0"/>
      <p:bldP spid="41" grpId="0" animBg="1"/>
      <p:bldP spid="42" grpId="0"/>
      <p:bldP spid="43" grpId="0"/>
      <p:bldP spid="44" grpId="0"/>
      <p:bldP spid="45" grpId="0" animBg="1"/>
      <p:bldP spid="46" grpId="0"/>
      <p:bldP spid="47" grpId="0"/>
      <p:bldP spid="48"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813995" y="2622048"/>
            <a:ext cx="7060100" cy="1200329"/>
          </a:xfrm>
          <a:prstGeom prst="rect">
            <a:avLst/>
          </a:prstGeom>
          <a:noFill/>
        </p:spPr>
        <p:txBody>
          <a:bodyPr wrap="square" rtlCol="0">
            <a:spAutoFit/>
          </a:bodyPr>
          <a:lstStyle/>
          <a:p>
            <a:pPr algn="dist"/>
            <a:r>
              <a:rPr kumimoji="1" lang="zh-CN" altLang="en-US" sz="7200" dirty="0">
                <a:solidFill>
                  <a:schemeClr val="tx1">
                    <a:lumMod val="75000"/>
                    <a:lumOff val="25000"/>
                  </a:schemeClr>
                </a:solidFill>
                <a:latin typeface="思源黑体 CN Light" panose="020B0300000000000000" pitchFamily="34" charset="-122"/>
                <a:ea typeface="思源黑体 CN Light" panose="020B0300000000000000" pitchFamily="34" charset="-122"/>
              </a:rPr>
              <a:t>请输入标题文字</a:t>
            </a:r>
            <a:endParaRPr kumimoji="1" lang="zh-CN" altLang="en-US" sz="7200" dirty="0">
              <a:solidFill>
                <a:schemeClr val="tx1">
                  <a:lumMod val="75000"/>
                  <a:lumOff val="25000"/>
                </a:schemeClr>
              </a:solidFill>
              <a:latin typeface="思源黑体 CN Light" panose="020B0300000000000000" pitchFamily="34" charset="-122"/>
              <a:ea typeface="思源黑体 CN Light" panose="020B0300000000000000" pitchFamily="34" charset="-122"/>
            </a:endParaRPr>
          </a:p>
        </p:txBody>
      </p:sp>
      <p:sp>
        <p:nvSpPr>
          <p:cNvPr id="3" name="文本框 2"/>
          <p:cNvSpPr txBox="1"/>
          <p:nvPr/>
        </p:nvSpPr>
        <p:spPr>
          <a:xfrm>
            <a:off x="5590473" y="2044893"/>
            <a:ext cx="1507144" cy="523220"/>
          </a:xfrm>
          <a:prstGeom prst="rect">
            <a:avLst/>
          </a:prstGeom>
          <a:noFill/>
        </p:spPr>
        <p:txBody>
          <a:bodyPr wrap="none" rtlCol="0">
            <a:spAutoFit/>
          </a:bodyPr>
          <a:lstStyle/>
          <a:p>
            <a:r>
              <a:rPr kumimoji="1" lang="en-US" altLang="zh-CN" sz="2800" dirty="0">
                <a:solidFill>
                  <a:schemeClr val="tx1">
                    <a:lumMod val="75000"/>
                    <a:lumOff val="25000"/>
                  </a:schemeClr>
                </a:solidFill>
                <a:latin typeface="思源黑体 CN Light" panose="020B0300000000000000" pitchFamily="34" charset="-122"/>
                <a:ea typeface="思源黑体 CN Light" panose="020B0300000000000000" pitchFamily="34" charset="-122"/>
              </a:rPr>
              <a:t>PART</a:t>
            </a:r>
            <a:r>
              <a:rPr kumimoji="1" lang="zh-CN" altLang="en-US" sz="2800" dirty="0">
                <a:solidFill>
                  <a:schemeClr val="tx1">
                    <a:lumMod val="75000"/>
                    <a:lumOff val="25000"/>
                  </a:schemeClr>
                </a:solidFill>
                <a:latin typeface="思源黑体 CN Light" panose="020B0300000000000000" pitchFamily="34" charset="-122"/>
                <a:ea typeface="思源黑体 CN Light" panose="020B0300000000000000" pitchFamily="34" charset="-122"/>
              </a:rPr>
              <a:t> </a:t>
            </a:r>
            <a:r>
              <a:rPr kumimoji="1" lang="en-US" altLang="zh-CN" sz="2800" dirty="0">
                <a:solidFill>
                  <a:schemeClr val="tx1">
                    <a:lumMod val="75000"/>
                    <a:lumOff val="25000"/>
                  </a:schemeClr>
                </a:solidFill>
                <a:latin typeface="思源黑体 CN Light" panose="020B0300000000000000" pitchFamily="34" charset="-122"/>
                <a:ea typeface="思源黑体 CN Light" panose="020B0300000000000000" pitchFamily="34" charset="-122"/>
              </a:rPr>
              <a:t>01</a:t>
            </a:r>
            <a:endParaRPr kumimoji="1" lang="zh-CN" altLang="en-US" sz="2800" dirty="0">
              <a:solidFill>
                <a:schemeClr val="tx1">
                  <a:lumMod val="75000"/>
                  <a:lumOff val="25000"/>
                </a:schemeClr>
              </a:solidFill>
              <a:latin typeface="思源黑体 CN Light" panose="020B0300000000000000" pitchFamily="34" charset="-122"/>
              <a:ea typeface="思源黑体 CN Light" panose="020B0300000000000000" pitchFamily="34" charset="-122"/>
            </a:endParaRPr>
          </a:p>
        </p:txBody>
      </p:sp>
      <p:sp>
        <p:nvSpPr>
          <p:cNvPr id="4" name="文本框 3"/>
          <p:cNvSpPr txBox="1"/>
          <p:nvPr/>
        </p:nvSpPr>
        <p:spPr>
          <a:xfrm>
            <a:off x="2900056" y="3822377"/>
            <a:ext cx="6887978" cy="514756"/>
          </a:xfrm>
          <a:prstGeom prst="rect">
            <a:avLst/>
          </a:prstGeom>
          <a:noFill/>
        </p:spPr>
        <p:txBody>
          <a:bodyPr wrap="square" rtlCol="0">
            <a:spAutoFit/>
          </a:bodyPr>
          <a:lstStyle/>
          <a:p>
            <a:pPr algn="ctr">
              <a:lnSpc>
                <a:spcPct val="150000"/>
              </a:lnSpc>
            </a:pPr>
            <a:r>
              <a:rPr lang="en-GB" altLang="zh-CN" sz="1000" dirty="0">
                <a:solidFill>
                  <a:schemeClr val="bg1">
                    <a:lumMod val="50000"/>
                  </a:schemeClr>
                </a:solidFill>
                <a:latin typeface="+mn-ea"/>
              </a:rPr>
              <a:t>your content is entered here, or by copying your text, select paste in this box and choose to retain only text. your content is typed here, or by copying your text, select paste in this box.</a:t>
            </a:r>
            <a:endParaRPr lang="en-GB" altLang="zh-CN" sz="1000" dirty="0">
              <a:solidFill>
                <a:schemeClr val="bg1">
                  <a:lumMod val="50000"/>
                </a:schemeClr>
              </a:solidFill>
              <a:latin typeface="+mn-ea"/>
            </a:endParaRPr>
          </a:p>
        </p:txBody>
      </p:sp>
      <p:sp>
        <p:nvSpPr>
          <p:cNvPr id="5" name="矩形 5"/>
          <p:cNvSpPr/>
          <p:nvPr/>
        </p:nvSpPr>
        <p:spPr>
          <a:xfrm flipH="1" flipV="1">
            <a:off x="-2" y="4036978"/>
            <a:ext cx="12192001" cy="2821021"/>
          </a:xfrm>
          <a:custGeom>
            <a:avLst/>
            <a:gdLst>
              <a:gd name="connsiteX0" fmla="*/ 0 w 11033761"/>
              <a:gd name="connsiteY0" fmla="*/ 0 h 6096000"/>
              <a:gd name="connsiteX1" fmla="*/ 11033761 w 11033761"/>
              <a:gd name="connsiteY1" fmla="*/ 0 h 6096000"/>
              <a:gd name="connsiteX2" fmla="*/ 11033761 w 11033761"/>
              <a:gd name="connsiteY2" fmla="*/ 6096000 h 6096000"/>
              <a:gd name="connsiteX3" fmla="*/ 0 w 11033761"/>
              <a:gd name="connsiteY3" fmla="*/ 6096000 h 6096000"/>
              <a:gd name="connsiteX4" fmla="*/ 0 w 11033761"/>
              <a:gd name="connsiteY4" fmla="*/ 0 h 6096000"/>
              <a:gd name="connsiteX0-1" fmla="*/ 0 w 11033761"/>
              <a:gd name="connsiteY0-2" fmla="*/ 0 h 6096000"/>
              <a:gd name="connsiteX1-3" fmla="*/ 11033761 w 11033761"/>
              <a:gd name="connsiteY1-4" fmla="*/ 0 h 6096000"/>
              <a:gd name="connsiteX2-5" fmla="*/ 11023601 w 11033761"/>
              <a:gd name="connsiteY2-6" fmla="*/ 1727200 h 6096000"/>
              <a:gd name="connsiteX3-7" fmla="*/ 11033761 w 11033761"/>
              <a:gd name="connsiteY3-8" fmla="*/ 6096000 h 6096000"/>
              <a:gd name="connsiteX4-9" fmla="*/ 0 w 11033761"/>
              <a:gd name="connsiteY4-10" fmla="*/ 6096000 h 6096000"/>
              <a:gd name="connsiteX5" fmla="*/ 0 w 11033761"/>
              <a:gd name="connsiteY5" fmla="*/ 0 h 6096000"/>
              <a:gd name="connsiteX0-11" fmla="*/ 0 w 11033761"/>
              <a:gd name="connsiteY0-12" fmla="*/ 0 h 6096000"/>
              <a:gd name="connsiteX1-13" fmla="*/ 11033761 w 11033761"/>
              <a:gd name="connsiteY1-14" fmla="*/ 0 h 6096000"/>
              <a:gd name="connsiteX2-15" fmla="*/ 11023601 w 11033761"/>
              <a:gd name="connsiteY2-16" fmla="*/ 1727200 h 6096000"/>
              <a:gd name="connsiteX3-17" fmla="*/ 5648961 w 11033761"/>
              <a:gd name="connsiteY3-18" fmla="*/ 2540000 h 6096000"/>
              <a:gd name="connsiteX4-19" fmla="*/ 0 w 11033761"/>
              <a:gd name="connsiteY4-20" fmla="*/ 6096000 h 6096000"/>
              <a:gd name="connsiteX5-21" fmla="*/ 0 w 11033761"/>
              <a:gd name="connsiteY5-22" fmla="*/ 0 h 6096000"/>
              <a:gd name="connsiteX0-23" fmla="*/ 0 w 11033761"/>
              <a:gd name="connsiteY0-24" fmla="*/ 0 h 6096000"/>
              <a:gd name="connsiteX1-25" fmla="*/ 11033761 w 11033761"/>
              <a:gd name="connsiteY1-26" fmla="*/ 0 h 6096000"/>
              <a:gd name="connsiteX2-27" fmla="*/ 11023601 w 11033761"/>
              <a:gd name="connsiteY2-28" fmla="*/ 1727200 h 6096000"/>
              <a:gd name="connsiteX3-29" fmla="*/ 5648961 w 11033761"/>
              <a:gd name="connsiteY3-30" fmla="*/ 2540000 h 6096000"/>
              <a:gd name="connsiteX4-31" fmla="*/ 0 w 11033761"/>
              <a:gd name="connsiteY4-32" fmla="*/ 6096000 h 6096000"/>
              <a:gd name="connsiteX5-33" fmla="*/ 0 w 11033761"/>
              <a:gd name="connsiteY5-34" fmla="*/ 0 h 6096000"/>
              <a:gd name="connsiteX0-35" fmla="*/ 0 w 11033761"/>
              <a:gd name="connsiteY0-36" fmla="*/ 0 h 6096000"/>
              <a:gd name="connsiteX1-37" fmla="*/ 11033761 w 11033761"/>
              <a:gd name="connsiteY1-38" fmla="*/ 0 h 6096000"/>
              <a:gd name="connsiteX2-39" fmla="*/ 11023601 w 11033761"/>
              <a:gd name="connsiteY2-40" fmla="*/ 1727200 h 6096000"/>
              <a:gd name="connsiteX3-41" fmla="*/ 5648961 w 11033761"/>
              <a:gd name="connsiteY3-42" fmla="*/ 2540000 h 6096000"/>
              <a:gd name="connsiteX4-43" fmla="*/ 0 w 11033761"/>
              <a:gd name="connsiteY4-44" fmla="*/ 6096000 h 6096000"/>
              <a:gd name="connsiteX5-45" fmla="*/ 0 w 11033761"/>
              <a:gd name="connsiteY5-46" fmla="*/ 0 h 6096000"/>
              <a:gd name="connsiteX0-47" fmla="*/ 0 w 11033761"/>
              <a:gd name="connsiteY0-48" fmla="*/ 0 h 6096000"/>
              <a:gd name="connsiteX1-49" fmla="*/ 11033761 w 11033761"/>
              <a:gd name="connsiteY1-50" fmla="*/ 0 h 6096000"/>
              <a:gd name="connsiteX2-51" fmla="*/ 11023601 w 11033761"/>
              <a:gd name="connsiteY2-52" fmla="*/ 1727200 h 6096000"/>
              <a:gd name="connsiteX3-53" fmla="*/ 5648961 w 11033761"/>
              <a:gd name="connsiteY3-54" fmla="*/ 2540000 h 6096000"/>
              <a:gd name="connsiteX4-55" fmla="*/ 0 w 11033761"/>
              <a:gd name="connsiteY4-56" fmla="*/ 6096000 h 6096000"/>
              <a:gd name="connsiteX5-57" fmla="*/ 0 w 11033761"/>
              <a:gd name="connsiteY5-58" fmla="*/ 0 h 6096000"/>
              <a:gd name="connsiteX0-59" fmla="*/ 0 w 11033761"/>
              <a:gd name="connsiteY0-60" fmla="*/ 0 h 6096000"/>
              <a:gd name="connsiteX1-61" fmla="*/ 11033761 w 11033761"/>
              <a:gd name="connsiteY1-62" fmla="*/ 0 h 6096000"/>
              <a:gd name="connsiteX2-63" fmla="*/ 11023601 w 11033761"/>
              <a:gd name="connsiteY2-64" fmla="*/ 1727200 h 6096000"/>
              <a:gd name="connsiteX3-65" fmla="*/ 5648961 w 11033761"/>
              <a:gd name="connsiteY3-66" fmla="*/ 2540000 h 6096000"/>
              <a:gd name="connsiteX4-67" fmla="*/ 0 w 11033761"/>
              <a:gd name="connsiteY4-68" fmla="*/ 6096000 h 6096000"/>
              <a:gd name="connsiteX5-69" fmla="*/ 0 w 11033761"/>
              <a:gd name="connsiteY5-70" fmla="*/ 0 h 6096000"/>
              <a:gd name="connsiteX0-71" fmla="*/ 0 w 11033761"/>
              <a:gd name="connsiteY0-72" fmla="*/ 0 h 6096000"/>
              <a:gd name="connsiteX1-73" fmla="*/ 11033761 w 11033761"/>
              <a:gd name="connsiteY1-74" fmla="*/ 0 h 6096000"/>
              <a:gd name="connsiteX2-75" fmla="*/ 11023601 w 11033761"/>
              <a:gd name="connsiteY2-76" fmla="*/ 1727200 h 6096000"/>
              <a:gd name="connsiteX3-77" fmla="*/ 5648961 w 11033761"/>
              <a:gd name="connsiteY3-78" fmla="*/ 2540000 h 6096000"/>
              <a:gd name="connsiteX4-79" fmla="*/ 0 w 11033761"/>
              <a:gd name="connsiteY4-80" fmla="*/ 6096000 h 6096000"/>
              <a:gd name="connsiteX5-81" fmla="*/ 0 w 11033761"/>
              <a:gd name="connsiteY5-82" fmla="*/ 0 h 6096000"/>
              <a:gd name="connsiteX0-83" fmla="*/ 0 w 11033761"/>
              <a:gd name="connsiteY0-84" fmla="*/ 0 h 6096000"/>
              <a:gd name="connsiteX1-85" fmla="*/ 11033761 w 11033761"/>
              <a:gd name="connsiteY1-86" fmla="*/ 0 h 6096000"/>
              <a:gd name="connsiteX2-87" fmla="*/ 11023601 w 11033761"/>
              <a:gd name="connsiteY2-88" fmla="*/ 1727200 h 6096000"/>
              <a:gd name="connsiteX3-89" fmla="*/ 5648961 w 11033761"/>
              <a:gd name="connsiteY3-90" fmla="*/ 2540000 h 6096000"/>
              <a:gd name="connsiteX4-91" fmla="*/ 0 w 11033761"/>
              <a:gd name="connsiteY4-92" fmla="*/ 6096000 h 6096000"/>
              <a:gd name="connsiteX5-93" fmla="*/ 0 w 11033761"/>
              <a:gd name="connsiteY5-94" fmla="*/ 0 h 6096000"/>
              <a:gd name="connsiteX0-95" fmla="*/ 0 w 11033761"/>
              <a:gd name="connsiteY0-96" fmla="*/ 0 h 6096000"/>
              <a:gd name="connsiteX1-97" fmla="*/ 11033761 w 11033761"/>
              <a:gd name="connsiteY1-98" fmla="*/ 0 h 6096000"/>
              <a:gd name="connsiteX2-99" fmla="*/ 11023601 w 11033761"/>
              <a:gd name="connsiteY2-100" fmla="*/ 1727200 h 6096000"/>
              <a:gd name="connsiteX3-101" fmla="*/ 5445761 w 11033761"/>
              <a:gd name="connsiteY3-102" fmla="*/ 2956560 h 6096000"/>
              <a:gd name="connsiteX4-103" fmla="*/ 0 w 11033761"/>
              <a:gd name="connsiteY4-104" fmla="*/ 6096000 h 6096000"/>
              <a:gd name="connsiteX5-105" fmla="*/ 0 w 11033761"/>
              <a:gd name="connsiteY5-106" fmla="*/ 0 h 6096000"/>
              <a:gd name="connsiteX0-107" fmla="*/ 0 w 11033761"/>
              <a:gd name="connsiteY0-108" fmla="*/ 0 h 6096000"/>
              <a:gd name="connsiteX1-109" fmla="*/ 11033761 w 11033761"/>
              <a:gd name="connsiteY1-110" fmla="*/ 0 h 6096000"/>
              <a:gd name="connsiteX2-111" fmla="*/ 11023601 w 11033761"/>
              <a:gd name="connsiteY2-112" fmla="*/ 1727200 h 6096000"/>
              <a:gd name="connsiteX3-113" fmla="*/ 5445761 w 11033761"/>
              <a:gd name="connsiteY3-114" fmla="*/ 2956560 h 6096000"/>
              <a:gd name="connsiteX4-115" fmla="*/ 0 w 11033761"/>
              <a:gd name="connsiteY4-116" fmla="*/ 6096000 h 6096000"/>
              <a:gd name="connsiteX5-117" fmla="*/ 0 w 11033761"/>
              <a:gd name="connsiteY5-118" fmla="*/ 0 h 6096000"/>
              <a:gd name="connsiteX0-119" fmla="*/ 0 w 11033761"/>
              <a:gd name="connsiteY0-120" fmla="*/ 0 h 6096000"/>
              <a:gd name="connsiteX1-121" fmla="*/ 11033761 w 11033761"/>
              <a:gd name="connsiteY1-122" fmla="*/ 0 h 6096000"/>
              <a:gd name="connsiteX2-123" fmla="*/ 11023601 w 11033761"/>
              <a:gd name="connsiteY2-124" fmla="*/ 1727200 h 6096000"/>
              <a:gd name="connsiteX3-125" fmla="*/ 5445761 w 11033761"/>
              <a:gd name="connsiteY3-126" fmla="*/ 2956560 h 6096000"/>
              <a:gd name="connsiteX4-127" fmla="*/ 0 w 11033761"/>
              <a:gd name="connsiteY4-128" fmla="*/ 6096000 h 6096000"/>
              <a:gd name="connsiteX5-129" fmla="*/ 0 w 11033761"/>
              <a:gd name="connsiteY5-130" fmla="*/ 0 h 6096000"/>
              <a:gd name="connsiteX0-131" fmla="*/ 0 w 11033761"/>
              <a:gd name="connsiteY0-132" fmla="*/ 0 h 6096000"/>
              <a:gd name="connsiteX1-133" fmla="*/ 11033761 w 11033761"/>
              <a:gd name="connsiteY1-134" fmla="*/ 0 h 6096000"/>
              <a:gd name="connsiteX2-135" fmla="*/ 11023601 w 11033761"/>
              <a:gd name="connsiteY2-136" fmla="*/ 1727200 h 6096000"/>
              <a:gd name="connsiteX3-137" fmla="*/ 3139236 w 11033761"/>
              <a:gd name="connsiteY3-138" fmla="*/ 3292892 h 6096000"/>
              <a:gd name="connsiteX4-139" fmla="*/ 0 w 11033761"/>
              <a:gd name="connsiteY4-140" fmla="*/ 6096000 h 6096000"/>
              <a:gd name="connsiteX5-141" fmla="*/ 0 w 11033761"/>
              <a:gd name="connsiteY5-142" fmla="*/ 0 h 6096000"/>
              <a:gd name="connsiteX0-143" fmla="*/ 0 w 11033761"/>
              <a:gd name="connsiteY0-144" fmla="*/ 0 h 6096000"/>
              <a:gd name="connsiteX1-145" fmla="*/ 11033761 w 11033761"/>
              <a:gd name="connsiteY1-146" fmla="*/ 0 h 6096000"/>
              <a:gd name="connsiteX2-147" fmla="*/ 11023601 w 11033761"/>
              <a:gd name="connsiteY2-148" fmla="*/ 1727200 h 6096000"/>
              <a:gd name="connsiteX3-149" fmla="*/ 3139236 w 11033761"/>
              <a:gd name="connsiteY3-150" fmla="*/ 3292892 h 6096000"/>
              <a:gd name="connsiteX4-151" fmla="*/ 0 w 11033761"/>
              <a:gd name="connsiteY4-152" fmla="*/ 6096000 h 6096000"/>
              <a:gd name="connsiteX5-153" fmla="*/ 0 w 11033761"/>
              <a:gd name="connsiteY5-154" fmla="*/ 0 h 6096000"/>
              <a:gd name="connsiteX0-155" fmla="*/ 0 w 11033761"/>
              <a:gd name="connsiteY0-156" fmla="*/ 0 h 6096000"/>
              <a:gd name="connsiteX1-157" fmla="*/ 11033761 w 11033761"/>
              <a:gd name="connsiteY1-158" fmla="*/ 0 h 6096000"/>
              <a:gd name="connsiteX2-159" fmla="*/ 11023601 w 11033761"/>
              <a:gd name="connsiteY2-160" fmla="*/ 1727200 h 6096000"/>
              <a:gd name="connsiteX3-161" fmla="*/ 2857523 w 11033761"/>
              <a:gd name="connsiteY3-162" fmla="*/ 2725333 h 6096000"/>
              <a:gd name="connsiteX4-163" fmla="*/ 0 w 11033761"/>
              <a:gd name="connsiteY4-164" fmla="*/ 6096000 h 6096000"/>
              <a:gd name="connsiteX5-165" fmla="*/ 0 w 11033761"/>
              <a:gd name="connsiteY5-166" fmla="*/ 0 h 6096000"/>
              <a:gd name="connsiteX0-167" fmla="*/ 0 w 11033761"/>
              <a:gd name="connsiteY0-168" fmla="*/ 0 h 6096000"/>
              <a:gd name="connsiteX1-169" fmla="*/ 11033761 w 11033761"/>
              <a:gd name="connsiteY1-170" fmla="*/ 0 h 6096000"/>
              <a:gd name="connsiteX2-171" fmla="*/ 11023601 w 11033761"/>
              <a:gd name="connsiteY2-172" fmla="*/ 1727200 h 6096000"/>
              <a:gd name="connsiteX3-173" fmla="*/ 2778291 w 11033761"/>
              <a:gd name="connsiteY3-174" fmla="*/ 3734326 h 6096000"/>
              <a:gd name="connsiteX4-175" fmla="*/ 0 w 11033761"/>
              <a:gd name="connsiteY4-176" fmla="*/ 6096000 h 6096000"/>
              <a:gd name="connsiteX5-177" fmla="*/ 0 w 11033761"/>
              <a:gd name="connsiteY5-178" fmla="*/ 0 h 6096000"/>
              <a:gd name="connsiteX0-179" fmla="*/ 0 w 11033761"/>
              <a:gd name="connsiteY0-180" fmla="*/ 0 h 6096000"/>
              <a:gd name="connsiteX1-181" fmla="*/ 11033761 w 11033761"/>
              <a:gd name="connsiteY1-182" fmla="*/ 0 h 6096000"/>
              <a:gd name="connsiteX2-183" fmla="*/ 11023601 w 11033761"/>
              <a:gd name="connsiteY2-184" fmla="*/ 1727200 h 6096000"/>
              <a:gd name="connsiteX3-185" fmla="*/ 2778291 w 11033761"/>
              <a:gd name="connsiteY3-186" fmla="*/ 3734326 h 6096000"/>
              <a:gd name="connsiteX4-187" fmla="*/ 0 w 11033761"/>
              <a:gd name="connsiteY4-188" fmla="*/ 6096000 h 6096000"/>
              <a:gd name="connsiteX5-189" fmla="*/ 0 w 11033761"/>
              <a:gd name="connsiteY5-190" fmla="*/ 0 h 6096000"/>
              <a:gd name="connsiteX0-191" fmla="*/ 0 w 11033761"/>
              <a:gd name="connsiteY0-192" fmla="*/ 0 h 6096000"/>
              <a:gd name="connsiteX1-193" fmla="*/ 11033761 w 11033761"/>
              <a:gd name="connsiteY1-194" fmla="*/ 0 h 6096000"/>
              <a:gd name="connsiteX2-195" fmla="*/ 11023601 w 11033761"/>
              <a:gd name="connsiteY2-196" fmla="*/ 1727200 h 6096000"/>
              <a:gd name="connsiteX3-197" fmla="*/ 3051201 w 11033761"/>
              <a:gd name="connsiteY3-198" fmla="*/ 2178797 h 6096000"/>
              <a:gd name="connsiteX4-199" fmla="*/ 0 w 11033761"/>
              <a:gd name="connsiteY4-200" fmla="*/ 6096000 h 6096000"/>
              <a:gd name="connsiteX5-201" fmla="*/ 0 w 11033761"/>
              <a:gd name="connsiteY5-202" fmla="*/ 0 h 6096000"/>
              <a:gd name="connsiteX0-203" fmla="*/ 0 w 11033761"/>
              <a:gd name="connsiteY0-204" fmla="*/ 0 h 6096000"/>
              <a:gd name="connsiteX1-205" fmla="*/ 11033761 w 11033761"/>
              <a:gd name="connsiteY1-206" fmla="*/ 0 h 6096000"/>
              <a:gd name="connsiteX2-207" fmla="*/ 11023601 w 11033761"/>
              <a:gd name="connsiteY2-208" fmla="*/ 1727200 h 6096000"/>
              <a:gd name="connsiteX3-209" fmla="*/ 3051201 w 11033761"/>
              <a:gd name="connsiteY3-210" fmla="*/ 2178797 h 6096000"/>
              <a:gd name="connsiteX4-211" fmla="*/ 0 w 11033761"/>
              <a:gd name="connsiteY4-212" fmla="*/ 6096000 h 6096000"/>
              <a:gd name="connsiteX5-213" fmla="*/ 0 w 11033761"/>
              <a:gd name="connsiteY5-214" fmla="*/ 0 h 6096000"/>
              <a:gd name="connsiteX0-215" fmla="*/ 0 w 11033761"/>
              <a:gd name="connsiteY0-216" fmla="*/ 0 h 6096000"/>
              <a:gd name="connsiteX1-217" fmla="*/ 11033761 w 11033761"/>
              <a:gd name="connsiteY1-218" fmla="*/ 0 h 6096000"/>
              <a:gd name="connsiteX2-219" fmla="*/ 11023601 w 11033761"/>
              <a:gd name="connsiteY2-220" fmla="*/ 1727200 h 6096000"/>
              <a:gd name="connsiteX3-221" fmla="*/ 2672650 w 11033761"/>
              <a:gd name="connsiteY3-222" fmla="*/ 2452067 h 6096000"/>
              <a:gd name="connsiteX4-223" fmla="*/ 0 w 11033761"/>
              <a:gd name="connsiteY4-224" fmla="*/ 6096000 h 6096000"/>
              <a:gd name="connsiteX5-225" fmla="*/ 0 w 11033761"/>
              <a:gd name="connsiteY5-226" fmla="*/ 0 h 6096000"/>
              <a:gd name="connsiteX0-227" fmla="*/ 0 w 11033761"/>
              <a:gd name="connsiteY0-228" fmla="*/ 0 h 6096000"/>
              <a:gd name="connsiteX1-229" fmla="*/ 11033761 w 11033761"/>
              <a:gd name="connsiteY1-230" fmla="*/ 0 h 6096000"/>
              <a:gd name="connsiteX2-231" fmla="*/ 11023601 w 11033761"/>
              <a:gd name="connsiteY2-232" fmla="*/ 1727200 h 6096000"/>
              <a:gd name="connsiteX3-233" fmla="*/ 2672650 w 11033761"/>
              <a:gd name="connsiteY3-234" fmla="*/ 2452067 h 6096000"/>
              <a:gd name="connsiteX4-235" fmla="*/ 0 w 11033761"/>
              <a:gd name="connsiteY4-236" fmla="*/ 6096000 h 6096000"/>
              <a:gd name="connsiteX5-237" fmla="*/ 0 w 11033761"/>
              <a:gd name="connsiteY5-238" fmla="*/ 0 h 6096000"/>
              <a:gd name="connsiteX0-239" fmla="*/ 0 w 11033761"/>
              <a:gd name="connsiteY0-240" fmla="*/ 0 h 6096000"/>
              <a:gd name="connsiteX1-241" fmla="*/ 11033761 w 11033761"/>
              <a:gd name="connsiteY1-242" fmla="*/ 0 h 6096000"/>
              <a:gd name="connsiteX2-243" fmla="*/ 11023601 w 11033761"/>
              <a:gd name="connsiteY2-244" fmla="*/ 1727200 h 6096000"/>
              <a:gd name="connsiteX3-245" fmla="*/ 2672650 w 11033761"/>
              <a:gd name="connsiteY3-246" fmla="*/ 2452067 h 6096000"/>
              <a:gd name="connsiteX4-247" fmla="*/ 0 w 11033761"/>
              <a:gd name="connsiteY4-248" fmla="*/ 6096000 h 6096000"/>
              <a:gd name="connsiteX5-249" fmla="*/ 0 w 11033761"/>
              <a:gd name="connsiteY5-250" fmla="*/ 0 h 6096000"/>
              <a:gd name="connsiteX0-251" fmla="*/ 0 w 11033761"/>
              <a:gd name="connsiteY0-252" fmla="*/ 0 h 6096000"/>
              <a:gd name="connsiteX1-253" fmla="*/ 11033761 w 11033761"/>
              <a:gd name="connsiteY1-254" fmla="*/ 0 h 6096000"/>
              <a:gd name="connsiteX2-255" fmla="*/ 11023601 w 11033761"/>
              <a:gd name="connsiteY2-256" fmla="*/ 1727200 h 6096000"/>
              <a:gd name="connsiteX3-257" fmla="*/ 2655044 w 11033761"/>
              <a:gd name="connsiteY3-258" fmla="*/ 2262881 h 6096000"/>
              <a:gd name="connsiteX4-259" fmla="*/ 0 w 11033761"/>
              <a:gd name="connsiteY4-260" fmla="*/ 6096000 h 6096000"/>
              <a:gd name="connsiteX5-261" fmla="*/ 0 w 11033761"/>
              <a:gd name="connsiteY5-262" fmla="*/ 0 h 6096000"/>
              <a:gd name="connsiteX0-263" fmla="*/ 0 w 11033761"/>
              <a:gd name="connsiteY0-264" fmla="*/ 0 h 6096000"/>
              <a:gd name="connsiteX1-265" fmla="*/ 11033761 w 11033761"/>
              <a:gd name="connsiteY1-266" fmla="*/ 0 h 6096000"/>
              <a:gd name="connsiteX2-267" fmla="*/ 11023601 w 11033761"/>
              <a:gd name="connsiteY2-268" fmla="*/ 1727200 h 6096000"/>
              <a:gd name="connsiteX3-269" fmla="*/ 2655044 w 11033761"/>
              <a:gd name="connsiteY3-270" fmla="*/ 2262881 h 6096000"/>
              <a:gd name="connsiteX4-271" fmla="*/ 0 w 11033761"/>
              <a:gd name="connsiteY4-272" fmla="*/ 6096000 h 6096000"/>
              <a:gd name="connsiteX5-273" fmla="*/ 0 w 11033761"/>
              <a:gd name="connsiteY5-274" fmla="*/ 0 h 6096000"/>
              <a:gd name="connsiteX0-275" fmla="*/ 0 w 11033761"/>
              <a:gd name="connsiteY0-276" fmla="*/ 0 h 6096000"/>
              <a:gd name="connsiteX1-277" fmla="*/ 11033761 w 11033761"/>
              <a:gd name="connsiteY1-278" fmla="*/ 0 h 6096000"/>
              <a:gd name="connsiteX2-279" fmla="*/ 11023601 w 11033761"/>
              <a:gd name="connsiteY2-280" fmla="*/ 1727200 h 6096000"/>
              <a:gd name="connsiteX3-281" fmla="*/ 2655044 w 11033761"/>
              <a:gd name="connsiteY3-282" fmla="*/ 2262881 h 6096000"/>
              <a:gd name="connsiteX4-283" fmla="*/ 0 w 11033761"/>
              <a:gd name="connsiteY4-284" fmla="*/ 6096000 h 6096000"/>
              <a:gd name="connsiteX5-285" fmla="*/ 0 w 11033761"/>
              <a:gd name="connsiteY5-286" fmla="*/ 0 h 609600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21" y="connsiteY5-22"/>
              </a:cxn>
            </a:cxnLst>
            <a:rect l="l" t="t" r="r" b="b"/>
            <a:pathLst>
              <a:path w="11033761" h="6096000">
                <a:moveTo>
                  <a:pt x="0" y="0"/>
                </a:moveTo>
                <a:lnTo>
                  <a:pt x="11033761" y="0"/>
                </a:lnTo>
                <a:cubicBezTo>
                  <a:pt x="11030374" y="575733"/>
                  <a:pt x="11026988" y="1151467"/>
                  <a:pt x="11023601" y="1727200"/>
                </a:cubicBezTo>
                <a:cubicBezTo>
                  <a:pt x="8671657" y="6620351"/>
                  <a:pt x="4708496" y="1041345"/>
                  <a:pt x="2655044" y="2262881"/>
                </a:cubicBezTo>
                <a:cubicBezTo>
                  <a:pt x="1607836" y="3058278"/>
                  <a:pt x="1046652" y="3586364"/>
                  <a:pt x="0" y="6096000"/>
                </a:cubicBezTo>
                <a:lnTo>
                  <a:pt x="0" y="0"/>
                </a:lnTo>
                <a:close/>
              </a:path>
            </a:pathLst>
          </a:custGeom>
          <a:gradFill flip="none" rotWithShape="1">
            <a:gsLst>
              <a:gs pos="35000">
                <a:schemeClr val="bg1">
                  <a:lumMod val="85000"/>
                </a:schemeClr>
              </a:gs>
              <a:gs pos="100000">
                <a:srgbClr val="F4F4F4">
                  <a:alpha val="66271"/>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 name="加号 5"/>
          <p:cNvSpPr/>
          <p:nvPr/>
        </p:nvSpPr>
        <p:spPr>
          <a:xfrm>
            <a:off x="1081820" y="4974569"/>
            <a:ext cx="258418" cy="258418"/>
          </a:xfrm>
          <a:prstGeom prst="mathPlus">
            <a:avLst>
              <a:gd name="adj1" fmla="val 8613"/>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 name="加号 6"/>
          <p:cNvSpPr/>
          <p:nvPr/>
        </p:nvSpPr>
        <p:spPr>
          <a:xfrm>
            <a:off x="10075007" y="4998583"/>
            <a:ext cx="258418" cy="258418"/>
          </a:xfrm>
          <a:prstGeom prst="mathPlus">
            <a:avLst>
              <a:gd name="adj1" fmla="val 8613"/>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nvGrpSpPr>
          <p:cNvPr id="8" name="组合 7"/>
          <p:cNvGrpSpPr/>
          <p:nvPr/>
        </p:nvGrpSpPr>
        <p:grpSpPr>
          <a:xfrm>
            <a:off x="415277" y="4591563"/>
            <a:ext cx="182391" cy="713336"/>
            <a:chOff x="9975400" y="1600014"/>
            <a:chExt cx="288238" cy="1127306"/>
          </a:xfrm>
        </p:grpSpPr>
        <p:cxnSp>
          <p:nvCxnSpPr>
            <p:cNvPr id="9" name="直线连接符 8"/>
            <p:cNvCxnSpPr/>
            <p:nvPr/>
          </p:nvCxnSpPr>
          <p:spPr>
            <a:xfrm>
              <a:off x="9975400" y="1600200"/>
              <a:ext cx="188844" cy="188844"/>
            </a:xfrm>
            <a:prstGeom prst="line">
              <a:avLst/>
            </a:prstGeom>
            <a:ln w="158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 name="直线连接符 9"/>
            <p:cNvCxnSpPr/>
            <p:nvPr/>
          </p:nvCxnSpPr>
          <p:spPr>
            <a:xfrm flipH="1">
              <a:off x="9985340" y="1789044"/>
              <a:ext cx="188844" cy="188844"/>
            </a:xfrm>
            <a:prstGeom prst="line">
              <a:avLst/>
            </a:prstGeom>
            <a:ln w="158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 name="直线连接符 10"/>
            <p:cNvCxnSpPr/>
            <p:nvPr/>
          </p:nvCxnSpPr>
          <p:spPr>
            <a:xfrm>
              <a:off x="9975400" y="1977888"/>
              <a:ext cx="188844" cy="188844"/>
            </a:xfrm>
            <a:prstGeom prst="line">
              <a:avLst/>
            </a:prstGeom>
            <a:ln w="158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直线连接符 11"/>
            <p:cNvCxnSpPr/>
            <p:nvPr/>
          </p:nvCxnSpPr>
          <p:spPr>
            <a:xfrm flipH="1">
              <a:off x="9985340" y="2166732"/>
              <a:ext cx="188844" cy="188844"/>
            </a:xfrm>
            <a:prstGeom prst="line">
              <a:avLst/>
            </a:prstGeom>
            <a:ln w="158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 name="直线连接符 12"/>
            <p:cNvCxnSpPr/>
            <p:nvPr/>
          </p:nvCxnSpPr>
          <p:spPr>
            <a:xfrm>
              <a:off x="9975400" y="2349632"/>
              <a:ext cx="188844" cy="188844"/>
            </a:xfrm>
            <a:prstGeom prst="line">
              <a:avLst/>
            </a:prstGeom>
            <a:ln w="158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 name="直线连接符 13"/>
            <p:cNvCxnSpPr/>
            <p:nvPr/>
          </p:nvCxnSpPr>
          <p:spPr>
            <a:xfrm flipH="1">
              <a:off x="9985340" y="2538476"/>
              <a:ext cx="188844" cy="188844"/>
            </a:xfrm>
            <a:prstGeom prst="line">
              <a:avLst/>
            </a:prstGeom>
            <a:ln w="158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 name="直线连接符 14"/>
            <p:cNvCxnSpPr/>
            <p:nvPr/>
          </p:nvCxnSpPr>
          <p:spPr>
            <a:xfrm>
              <a:off x="10064854" y="1600014"/>
              <a:ext cx="188844" cy="188844"/>
            </a:xfrm>
            <a:prstGeom prst="line">
              <a:avLst/>
            </a:prstGeom>
            <a:ln w="158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 name="直线连接符 15"/>
            <p:cNvCxnSpPr/>
            <p:nvPr/>
          </p:nvCxnSpPr>
          <p:spPr>
            <a:xfrm flipH="1">
              <a:off x="10074794" y="1788858"/>
              <a:ext cx="188844" cy="188844"/>
            </a:xfrm>
            <a:prstGeom prst="line">
              <a:avLst/>
            </a:prstGeom>
            <a:ln w="158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直线连接符 16"/>
            <p:cNvCxnSpPr/>
            <p:nvPr/>
          </p:nvCxnSpPr>
          <p:spPr>
            <a:xfrm>
              <a:off x="10064854" y="1977702"/>
              <a:ext cx="188844" cy="188844"/>
            </a:xfrm>
            <a:prstGeom prst="line">
              <a:avLst/>
            </a:prstGeom>
            <a:ln w="158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8" name="直线连接符 17"/>
            <p:cNvCxnSpPr/>
            <p:nvPr/>
          </p:nvCxnSpPr>
          <p:spPr>
            <a:xfrm flipH="1">
              <a:off x="10074794" y="2166546"/>
              <a:ext cx="188844" cy="188844"/>
            </a:xfrm>
            <a:prstGeom prst="line">
              <a:avLst/>
            </a:prstGeom>
            <a:ln w="158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9" name="直线连接符 18"/>
            <p:cNvCxnSpPr/>
            <p:nvPr/>
          </p:nvCxnSpPr>
          <p:spPr>
            <a:xfrm>
              <a:off x="10064854" y="2349446"/>
              <a:ext cx="188844" cy="188844"/>
            </a:xfrm>
            <a:prstGeom prst="line">
              <a:avLst/>
            </a:prstGeom>
            <a:ln w="158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 name="直线连接符 19"/>
            <p:cNvCxnSpPr/>
            <p:nvPr/>
          </p:nvCxnSpPr>
          <p:spPr>
            <a:xfrm flipH="1">
              <a:off x="10074794" y="2538290"/>
              <a:ext cx="188844" cy="188844"/>
            </a:xfrm>
            <a:prstGeom prst="line">
              <a:avLst/>
            </a:prstGeom>
            <a:ln w="158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21" name="同心圆 20"/>
          <p:cNvSpPr/>
          <p:nvPr/>
        </p:nvSpPr>
        <p:spPr>
          <a:xfrm>
            <a:off x="11634128" y="1313209"/>
            <a:ext cx="178906" cy="178906"/>
          </a:xfrm>
          <a:prstGeom prst="donut">
            <a:avLst>
              <a:gd name="adj" fmla="val 10213"/>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grpSp>
        <p:nvGrpSpPr>
          <p:cNvPr id="22" name="组合 21"/>
          <p:cNvGrpSpPr/>
          <p:nvPr/>
        </p:nvGrpSpPr>
        <p:grpSpPr>
          <a:xfrm>
            <a:off x="334330" y="288182"/>
            <a:ext cx="413468" cy="1264919"/>
            <a:chOff x="8998226" y="-487017"/>
            <a:chExt cx="413468" cy="1264919"/>
          </a:xfrm>
        </p:grpSpPr>
        <p:sp>
          <p:nvSpPr>
            <p:cNvPr id="23" name="椭圆 22"/>
            <p:cNvSpPr/>
            <p:nvPr/>
          </p:nvSpPr>
          <p:spPr>
            <a:xfrm>
              <a:off x="8998226" y="-487017"/>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4" name="椭圆 23"/>
            <p:cNvSpPr/>
            <p:nvPr/>
          </p:nvSpPr>
          <p:spPr>
            <a:xfrm>
              <a:off x="9120809" y="-487017"/>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5" name="椭圆 24"/>
            <p:cNvSpPr/>
            <p:nvPr/>
          </p:nvSpPr>
          <p:spPr>
            <a:xfrm>
              <a:off x="9243392" y="-487017"/>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6" name="椭圆 25"/>
            <p:cNvSpPr/>
            <p:nvPr/>
          </p:nvSpPr>
          <p:spPr>
            <a:xfrm>
              <a:off x="9365975" y="-487017"/>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7" name="椭圆 26"/>
            <p:cNvSpPr/>
            <p:nvPr/>
          </p:nvSpPr>
          <p:spPr>
            <a:xfrm>
              <a:off x="8998226" y="-334617"/>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8" name="椭圆 27"/>
            <p:cNvSpPr/>
            <p:nvPr/>
          </p:nvSpPr>
          <p:spPr>
            <a:xfrm>
              <a:off x="9120809" y="-334617"/>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9" name="椭圆 28"/>
            <p:cNvSpPr/>
            <p:nvPr/>
          </p:nvSpPr>
          <p:spPr>
            <a:xfrm>
              <a:off x="9243392" y="-334617"/>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0" name="椭圆 29"/>
            <p:cNvSpPr/>
            <p:nvPr/>
          </p:nvSpPr>
          <p:spPr>
            <a:xfrm>
              <a:off x="9365975" y="-334617"/>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1" name="椭圆 30"/>
            <p:cNvSpPr/>
            <p:nvPr/>
          </p:nvSpPr>
          <p:spPr>
            <a:xfrm>
              <a:off x="8998226" y="-182217"/>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2" name="椭圆 31"/>
            <p:cNvSpPr/>
            <p:nvPr/>
          </p:nvSpPr>
          <p:spPr>
            <a:xfrm>
              <a:off x="9120809" y="-182217"/>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3" name="椭圆 32"/>
            <p:cNvSpPr/>
            <p:nvPr/>
          </p:nvSpPr>
          <p:spPr>
            <a:xfrm>
              <a:off x="9243392" y="-182217"/>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4" name="椭圆 33"/>
            <p:cNvSpPr/>
            <p:nvPr/>
          </p:nvSpPr>
          <p:spPr>
            <a:xfrm>
              <a:off x="9365975" y="-182217"/>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5" name="椭圆 34"/>
            <p:cNvSpPr/>
            <p:nvPr/>
          </p:nvSpPr>
          <p:spPr>
            <a:xfrm>
              <a:off x="8998226" y="-29817"/>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6" name="椭圆 35"/>
            <p:cNvSpPr/>
            <p:nvPr/>
          </p:nvSpPr>
          <p:spPr>
            <a:xfrm>
              <a:off x="9120809" y="-29817"/>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7" name="椭圆 36"/>
            <p:cNvSpPr/>
            <p:nvPr/>
          </p:nvSpPr>
          <p:spPr>
            <a:xfrm>
              <a:off x="9243392" y="-29817"/>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8" name="椭圆 37"/>
            <p:cNvSpPr/>
            <p:nvPr/>
          </p:nvSpPr>
          <p:spPr>
            <a:xfrm>
              <a:off x="9365975" y="-29817"/>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9" name="椭圆 38"/>
            <p:cNvSpPr/>
            <p:nvPr/>
          </p:nvSpPr>
          <p:spPr>
            <a:xfrm>
              <a:off x="8998226" y="122583"/>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0" name="椭圆 39"/>
            <p:cNvSpPr/>
            <p:nvPr/>
          </p:nvSpPr>
          <p:spPr>
            <a:xfrm>
              <a:off x="9120809" y="122583"/>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1" name="椭圆 40"/>
            <p:cNvSpPr/>
            <p:nvPr/>
          </p:nvSpPr>
          <p:spPr>
            <a:xfrm>
              <a:off x="9243392" y="122583"/>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2" name="椭圆 41"/>
            <p:cNvSpPr/>
            <p:nvPr/>
          </p:nvSpPr>
          <p:spPr>
            <a:xfrm>
              <a:off x="9365975" y="122583"/>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3" name="椭圆 42"/>
            <p:cNvSpPr/>
            <p:nvPr/>
          </p:nvSpPr>
          <p:spPr>
            <a:xfrm>
              <a:off x="8998226" y="274983"/>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4" name="椭圆 43"/>
            <p:cNvSpPr/>
            <p:nvPr/>
          </p:nvSpPr>
          <p:spPr>
            <a:xfrm>
              <a:off x="9120809" y="274983"/>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5" name="椭圆 44"/>
            <p:cNvSpPr/>
            <p:nvPr/>
          </p:nvSpPr>
          <p:spPr>
            <a:xfrm>
              <a:off x="9243392" y="274983"/>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6" name="椭圆 45"/>
            <p:cNvSpPr/>
            <p:nvPr/>
          </p:nvSpPr>
          <p:spPr>
            <a:xfrm>
              <a:off x="9365975" y="274983"/>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7" name="椭圆 46"/>
            <p:cNvSpPr/>
            <p:nvPr/>
          </p:nvSpPr>
          <p:spPr>
            <a:xfrm>
              <a:off x="8998226" y="427383"/>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8" name="椭圆 47"/>
            <p:cNvSpPr/>
            <p:nvPr/>
          </p:nvSpPr>
          <p:spPr>
            <a:xfrm>
              <a:off x="9120809" y="427383"/>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9" name="椭圆 48"/>
            <p:cNvSpPr/>
            <p:nvPr/>
          </p:nvSpPr>
          <p:spPr>
            <a:xfrm>
              <a:off x="9243392" y="427383"/>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0" name="椭圆 49"/>
            <p:cNvSpPr/>
            <p:nvPr/>
          </p:nvSpPr>
          <p:spPr>
            <a:xfrm>
              <a:off x="9365975" y="427383"/>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1" name="椭圆 50"/>
            <p:cNvSpPr/>
            <p:nvPr/>
          </p:nvSpPr>
          <p:spPr>
            <a:xfrm>
              <a:off x="8998226" y="579783"/>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2" name="椭圆 51"/>
            <p:cNvSpPr/>
            <p:nvPr/>
          </p:nvSpPr>
          <p:spPr>
            <a:xfrm>
              <a:off x="9120809" y="579783"/>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3" name="椭圆 52"/>
            <p:cNvSpPr/>
            <p:nvPr/>
          </p:nvSpPr>
          <p:spPr>
            <a:xfrm>
              <a:off x="9243392" y="579783"/>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4" name="椭圆 53"/>
            <p:cNvSpPr/>
            <p:nvPr/>
          </p:nvSpPr>
          <p:spPr>
            <a:xfrm>
              <a:off x="9365975" y="579783"/>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5" name="椭圆 54"/>
            <p:cNvSpPr/>
            <p:nvPr/>
          </p:nvSpPr>
          <p:spPr>
            <a:xfrm>
              <a:off x="8998226" y="732183"/>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6" name="椭圆 55"/>
            <p:cNvSpPr/>
            <p:nvPr/>
          </p:nvSpPr>
          <p:spPr>
            <a:xfrm>
              <a:off x="9120809" y="732183"/>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7" name="椭圆 56"/>
            <p:cNvSpPr/>
            <p:nvPr/>
          </p:nvSpPr>
          <p:spPr>
            <a:xfrm>
              <a:off x="9243392" y="732183"/>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8" name="椭圆 57"/>
            <p:cNvSpPr/>
            <p:nvPr/>
          </p:nvSpPr>
          <p:spPr>
            <a:xfrm>
              <a:off x="9365975" y="732183"/>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spTree>
  </p:cSld>
  <p:clrMapOvr>
    <a:masterClrMapping/>
  </p:clrMapOvr>
  <mc:AlternateContent xmlns:mc="http://schemas.openxmlformats.org/markup-compatibility/2006">
    <mc:Choice xmlns:p14="http://schemas.microsoft.com/office/powerpoint/2010/main" Requires="p14">
      <p:transition spd="slow" p14:dur="2000" advTm="3000"/>
    </mc:Choice>
    <mc:Fallback>
      <p:transition spd="slow" advTm="3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par>
                                <p:cTn id="8" presetID="9"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dissolve">
                                      <p:cBhvr>
                                        <p:cTn id="10" dur="500"/>
                                        <p:tgtEl>
                                          <p:spTgt spid="3"/>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dissolve">
                                      <p:cBhvr>
                                        <p:cTn id="13"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 name="文本框 88"/>
          <p:cNvSpPr txBox="1"/>
          <p:nvPr/>
        </p:nvSpPr>
        <p:spPr>
          <a:xfrm>
            <a:off x="1533154" y="1740886"/>
            <a:ext cx="2813591" cy="523220"/>
          </a:xfrm>
          <a:prstGeom prst="rect">
            <a:avLst/>
          </a:prstGeom>
          <a:noFill/>
        </p:spPr>
        <p:txBody>
          <a:bodyPr wrap="none" rtlCol="0">
            <a:spAutoFit/>
          </a:bodyPr>
          <a:lstStyle/>
          <a:p>
            <a:r>
              <a:rPr kumimoji="1" lang="en-US" altLang="zh-CN" sz="2800" dirty="0">
                <a:solidFill>
                  <a:schemeClr val="tx1">
                    <a:lumMod val="75000"/>
                    <a:lumOff val="25000"/>
                  </a:schemeClr>
                </a:solidFill>
                <a:latin typeface="+mj-ea"/>
                <a:ea typeface="+mj-ea"/>
              </a:rPr>
              <a:t>WORK</a:t>
            </a:r>
            <a:r>
              <a:rPr kumimoji="1" lang="zh-CN" altLang="en-US" sz="2800" dirty="0">
                <a:solidFill>
                  <a:schemeClr val="tx1">
                    <a:lumMod val="75000"/>
                    <a:lumOff val="25000"/>
                  </a:schemeClr>
                </a:solidFill>
                <a:latin typeface="+mj-ea"/>
                <a:ea typeface="+mj-ea"/>
              </a:rPr>
              <a:t> </a:t>
            </a:r>
            <a:r>
              <a:rPr kumimoji="1" lang="en-US" altLang="zh-CN" sz="2800" dirty="0">
                <a:solidFill>
                  <a:schemeClr val="tx1">
                    <a:lumMod val="75000"/>
                    <a:lumOff val="25000"/>
                  </a:schemeClr>
                </a:solidFill>
                <a:latin typeface="+mj-ea"/>
                <a:ea typeface="+mj-ea"/>
              </a:rPr>
              <a:t>REPORT</a:t>
            </a:r>
            <a:endParaRPr kumimoji="1" lang="zh-CN" altLang="en-US" sz="2800" dirty="0">
              <a:solidFill>
                <a:schemeClr val="tx1">
                  <a:lumMod val="75000"/>
                  <a:lumOff val="25000"/>
                </a:schemeClr>
              </a:solidFill>
              <a:latin typeface="+mj-ea"/>
              <a:ea typeface="+mj-ea"/>
            </a:endParaRPr>
          </a:p>
        </p:txBody>
      </p:sp>
      <p:sp>
        <p:nvSpPr>
          <p:cNvPr id="90" name="文本框 89"/>
          <p:cNvSpPr txBox="1"/>
          <p:nvPr/>
        </p:nvSpPr>
        <p:spPr>
          <a:xfrm>
            <a:off x="2147429" y="2671618"/>
            <a:ext cx="1426994" cy="369332"/>
          </a:xfrm>
          <a:prstGeom prst="rect">
            <a:avLst/>
          </a:prstGeom>
          <a:noFill/>
        </p:spPr>
        <p:txBody>
          <a:bodyPr wrap="none" rtlCol="0">
            <a:spAutoFit/>
          </a:bodyPr>
          <a:lstStyle/>
          <a:p>
            <a:r>
              <a:rPr kumimoji="1" lang="en-US" altLang="zh-CN" dirty="0">
                <a:solidFill>
                  <a:schemeClr val="bg1">
                    <a:lumMod val="75000"/>
                  </a:schemeClr>
                </a:solidFill>
                <a:latin typeface="+mn-ea"/>
              </a:rPr>
              <a:t>TITLE</a:t>
            </a:r>
            <a:r>
              <a:rPr kumimoji="1" lang="zh-CN" altLang="en-US" dirty="0">
                <a:solidFill>
                  <a:schemeClr val="bg1">
                    <a:lumMod val="75000"/>
                  </a:schemeClr>
                </a:solidFill>
                <a:latin typeface="+mn-ea"/>
              </a:rPr>
              <a:t> </a:t>
            </a:r>
            <a:r>
              <a:rPr kumimoji="1" lang="en-US" altLang="zh-CN" dirty="0">
                <a:solidFill>
                  <a:schemeClr val="bg1">
                    <a:lumMod val="75000"/>
                  </a:schemeClr>
                </a:solidFill>
                <a:latin typeface="+mn-ea"/>
              </a:rPr>
              <a:t>HERE</a:t>
            </a:r>
            <a:endParaRPr kumimoji="1" lang="zh-CN" altLang="en-US" dirty="0">
              <a:solidFill>
                <a:schemeClr val="bg1">
                  <a:lumMod val="75000"/>
                </a:schemeClr>
              </a:solidFill>
              <a:latin typeface="+mn-ea"/>
            </a:endParaRPr>
          </a:p>
        </p:txBody>
      </p:sp>
      <p:sp>
        <p:nvSpPr>
          <p:cNvPr id="91" name="文本框 90"/>
          <p:cNvSpPr txBox="1"/>
          <p:nvPr/>
        </p:nvSpPr>
        <p:spPr>
          <a:xfrm>
            <a:off x="1559298" y="3245790"/>
            <a:ext cx="3752432" cy="1153264"/>
          </a:xfrm>
          <a:prstGeom prst="rect">
            <a:avLst/>
          </a:prstGeom>
          <a:noFill/>
        </p:spPr>
        <p:txBody>
          <a:bodyPr wrap="square" rtlCol="0">
            <a:spAutoFit/>
          </a:bodyPr>
          <a:lstStyle/>
          <a:p>
            <a:pPr>
              <a:lnSpc>
                <a:spcPct val="150000"/>
              </a:lnSpc>
            </a:pPr>
            <a:r>
              <a:rPr kumimoji="1" lang="zh-CN" altLang="en-US" sz="1200" dirty="0">
                <a:solidFill>
                  <a:schemeClr val="tx1">
                    <a:lumMod val="50000"/>
                    <a:lumOff val="50000"/>
                  </a:schemeClr>
                </a:solidFill>
                <a:latin typeface="+mn-ea"/>
                <a:cs typeface="+mn-ea"/>
                <a:sym typeface="+mn-lt"/>
              </a:rPr>
              <a:t>感谢您使用我们的</a:t>
            </a:r>
            <a:r>
              <a:rPr kumimoji="1" lang="en-US" altLang="zh-CN" sz="1200" dirty="0">
                <a:solidFill>
                  <a:schemeClr val="tx1">
                    <a:lumMod val="50000"/>
                    <a:lumOff val="50000"/>
                  </a:schemeClr>
                </a:solidFill>
                <a:latin typeface="+mn-ea"/>
                <a:cs typeface="+mn-ea"/>
                <a:sym typeface="+mn-lt"/>
              </a:rPr>
              <a:t>PPT</a:t>
            </a:r>
            <a:r>
              <a:rPr kumimoji="1" lang="zh-CN" altLang="en-US" sz="1200" dirty="0">
                <a:solidFill>
                  <a:schemeClr val="tx1">
                    <a:lumMod val="50000"/>
                    <a:lumOff val="50000"/>
                  </a:schemeClr>
                </a:solidFill>
                <a:latin typeface="+mn-ea"/>
                <a:cs typeface="+mn-ea"/>
                <a:sym typeface="+mn-lt"/>
              </a:rPr>
              <a:t>模板，请在此输入您需要的文字内容，感谢您使用我们的</a:t>
            </a:r>
            <a:r>
              <a:rPr kumimoji="1" lang="en-US" altLang="zh-CN" sz="1200" dirty="0">
                <a:solidFill>
                  <a:schemeClr val="tx1">
                    <a:lumMod val="50000"/>
                    <a:lumOff val="50000"/>
                  </a:schemeClr>
                </a:solidFill>
                <a:latin typeface="+mn-ea"/>
                <a:cs typeface="+mn-ea"/>
                <a:sym typeface="+mn-lt"/>
              </a:rPr>
              <a:t>PPT</a:t>
            </a:r>
            <a:r>
              <a:rPr kumimoji="1" lang="zh-CN" altLang="en-US" sz="1200" dirty="0">
                <a:solidFill>
                  <a:schemeClr val="tx1">
                    <a:lumMod val="50000"/>
                    <a:lumOff val="50000"/>
                  </a:schemeClr>
                </a:solidFill>
                <a:latin typeface="+mn-ea"/>
                <a:cs typeface="+mn-ea"/>
                <a:sym typeface="+mn-lt"/>
              </a:rPr>
              <a:t>模板。感谢您使用我们的</a:t>
            </a:r>
            <a:r>
              <a:rPr kumimoji="1" lang="en-US" altLang="zh-CN" sz="1200" dirty="0">
                <a:solidFill>
                  <a:schemeClr val="tx1">
                    <a:lumMod val="50000"/>
                    <a:lumOff val="50000"/>
                  </a:schemeClr>
                </a:solidFill>
                <a:latin typeface="+mn-ea"/>
                <a:cs typeface="+mn-ea"/>
                <a:sym typeface="+mn-lt"/>
              </a:rPr>
              <a:t>PPT</a:t>
            </a:r>
            <a:r>
              <a:rPr kumimoji="1" lang="zh-CN" altLang="en-US" sz="1200" dirty="0">
                <a:solidFill>
                  <a:schemeClr val="tx1">
                    <a:lumMod val="50000"/>
                    <a:lumOff val="50000"/>
                  </a:schemeClr>
                </a:solidFill>
                <a:latin typeface="+mn-ea"/>
                <a:cs typeface="+mn-ea"/>
                <a:sym typeface="+mn-lt"/>
              </a:rPr>
              <a:t>模板，请在此输入您需要的文字内容，感谢您使用我们的</a:t>
            </a:r>
            <a:r>
              <a:rPr kumimoji="1" lang="en-US" altLang="zh-CN" sz="1200" dirty="0">
                <a:solidFill>
                  <a:schemeClr val="tx1">
                    <a:lumMod val="50000"/>
                    <a:lumOff val="50000"/>
                  </a:schemeClr>
                </a:solidFill>
                <a:latin typeface="+mn-ea"/>
                <a:cs typeface="+mn-ea"/>
                <a:sym typeface="+mn-lt"/>
              </a:rPr>
              <a:t>PPT</a:t>
            </a:r>
            <a:r>
              <a:rPr kumimoji="1" lang="zh-CN" altLang="en-US" sz="1200" dirty="0">
                <a:solidFill>
                  <a:schemeClr val="tx1">
                    <a:lumMod val="50000"/>
                    <a:lumOff val="50000"/>
                  </a:schemeClr>
                </a:solidFill>
                <a:latin typeface="+mn-ea"/>
                <a:cs typeface="+mn-ea"/>
                <a:sym typeface="+mn-lt"/>
              </a:rPr>
              <a:t>模板。</a:t>
            </a:r>
            <a:endParaRPr kumimoji="1" lang="zh-CN" altLang="en-US" sz="1200" dirty="0">
              <a:solidFill>
                <a:schemeClr val="tx1">
                  <a:lumMod val="50000"/>
                  <a:lumOff val="50000"/>
                </a:schemeClr>
              </a:solidFill>
              <a:latin typeface="+mn-ea"/>
              <a:cs typeface="+mn-ea"/>
              <a:sym typeface="+mn-lt"/>
            </a:endParaRPr>
          </a:p>
        </p:txBody>
      </p:sp>
      <p:sp>
        <p:nvSpPr>
          <p:cNvPr id="92" name="圆角矩形 91"/>
          <p:cNvSpPr/>
          <p:nvPr/>
        </p:nvSpPr>
        <p:spPr>
          <a:xfrm>
            <a:off x="1663456" y="4728629"/>
            <a:ext cx="2415036" cy="512362"/>
          </a:xfrm>
          <a:prstGeom prst="roundRect">
            <a:avLst>
              <a:gd name="adj" fmla="val 23420"/>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93" name="文本框 92"/>
          <p:cNvSpPr txBox="1"/>
          <p:nvPr/>
        </p:nvSpPr>
        <p:spPr>
          <a:xfrm>
            <a:off x="1844845" y="4826024"/>
            <a:ext cx="2052258" cy="276999"/>
          </a:xfrm>
          <a:prstGeom prst="rect">
            <a:avLst/>
          </a:prstGeom>
          <a:noFill/>
        </p:spPr>
        <p:txBody>
          <a:bodyPr wrap="square" rtlCol="0">
            <a:spAutoFit/>
          </a:bodyPr>
          <a:lstStyle/>
          <a:p>
            <a:pPr algn="dist"/>
            <a:r>
              <a:rPr kumimoji="1" lang="zh-CN" altLang="en-US" sz="1200" dirty="0">
                <a:solidFill>
                  <a:schemeClr val="bg1"/>
                </a:solidFill>
                <a:latin typeface="+mn-ea"/>
                <a:cs typeface="+mn-ea"/>
                <a:sym typeface="+mn-lt"/>
              </a:rPr>
              <a:t>请输入标题文字内容</a:t>
            </a:r>
            <a:endParaRPr kumimoji="1" lang="zh-CN" altLang="en-US" sz="1200" dirty="0">
              <a:solidFill>
                <a:schemeClr val="bg1"/>
              </a:solidFill>
              <a:latin typeface="+mn-ea"/>
              <a:cs typeface="+mn-ea"/>
              <a:sym typeface="+mn-lt"/>
            </a:endParaRPr>
          </a:p>
        </p:txBody>
      </p:sp>
      <p:sp>
        <p:nvSpPr>
          <p:cNvPr id="94" name="椭圆 93"/>
          <p:cNvSpPr/>
          <p:nvPr/>
        </p:nvSpPr>
        <p:spPr>
          <a:xfrm>
            <a:off x="1553353" y="2644216"/>
            <a:ext cx="463606" cy="463606"/>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nvGrpSpPr>
          <p:cNvPr id="95" name="组合 94"/>
          <p:cNvGrpSpPr/>
          <p:nvPr/>
        </p:nvGrpSpPr>
        <p:grpSpPr>
          <a:xfrm>
            <a:off x="1673560" y="2743255"/>
            <a:ext cx="221526" cy="281908"/>
            <a:chOff x="7376860" y="4103838"/>
            <a:chExt cx="333375" cy="424244"/>
          </a:xfrm>
        </p:grpSpPr>
        <p:sp>
          <p:nvSpPr>
            <p:cNvPr id="96" name="자유형: 도형 389"/>
            <p:cNvSpPr/>
            <p:nvPr/>
          </p:nvSpPr>
          <p:spPr>
            <a:xfrm>
              <a:off x="7412200" y="4423307"/>
              <a:ext cx="123825" cy="104775"/>
            </a:xfrm>
            <a:custGeom>
              <a:avLst/>
              <a:gdLst>
                <a:gd name="connsiteX0" fmla="*/ 111838 w 123825"/>
                <a:gd name="connsiteY0" fmla="*/ 14478 h 104775"/>
                <a:gd name="connsiteX1" fmla="*/ 52973 w 123825"/>
                <a:gd name="connsiteY1" fmla="*/ 23336 h 104775"/>
                <a:gd name="connsiteX2" fmla="*/ 34876 w 123825"/>
                <a:gd name="connsiteY2" fmla="*/ 9239 h 104775"/>
                <a:gd name="connsiteX3" fmla="*/ 7634 w 123825"/>
                <a:gd name="connsiteY3" fmla="*/ 69532 h 104775"/>
                <a:gd name="connsiteX4" fmla="*/ 8396 w 123825"/>
                <a:gd name="connsiteY4" fmla="*/ 75057 h 104775"/>
                <a:gd name="connsiteX5" fmla="*/ 13825 w 123825"/>
                <a:gd name="connsiteY5" fmla="*/ 76676 h 104775"/>
                <a:gd name="connsiteX6" fmla="*/ 33638 w 123825"/>
                <a:gd name="connsiteY6" fmla="*/ 71152 h 104775"/>
                <a:gd name="connsiteX7" fmla="*/ 40400 w 123825"/>
                <a:gd name="connsiteY7" fmla="*/ 70199 h 104775"/>
                <a:gd name="connsiteX8" fmla="*/ 63165 w 123825"/>
                <a:gd name="connsiteY8" fmla="*/ 84487 h 104775"/>
                <a:gd name="connsiteX9" fmla="*/ 72118 w 123825"/>
                <a:gd name="connsiteY9" fmla="*/ 103060 h 104775"/>
                <a:gd name="connsiteX10" fmla="*/ 76881 w 123825"/>
                <a:gd name="connsiteY10" fmla="*/ 106013 h 104775"/>
                <a:gd name="connsiteX11" fmla="*/ 81548 w 123825"/>
                <a:gd name="connsiteY11" fmla="*/ 102965 h 104775"/>
                <a:gd name="connsiteX12" fmla="*/ 124887 w 123825"/>
                <a:gd name="connsiteY12" fmla="*/ 7144 h 104775"/>
                <a:gd name="connsiteX13" fmla="*/ 111838 w 123825"/>
                <a:gd name="connsiteY13" fmla="*/ 14478 h 104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3825" h="104775">
                  <a:moveTo>
                    <a:pt x="111838" y="14478"/>
                  </a:moveTo>
                  <a:cubicBezTo>
                    <a:pt x="95550" y="29527"/>
                    <a:pt x="72976" y="32956"/>
                    <a:pt x="52973" y="23336"/>
                  </a:cubicBezTo>
                  <a:cubicBezTo>
                    <a:pt x="45734" y="19812"/>
                    <a:pt x="39638" y="15049"/>
                    <a:pt x="34876" y="9239"/>
                  </a:cubicBezTo>
                  <a:lnTo>
                    <a:pt x="7634" y="69532"/>
                  </a:lnTo>
                  <a:cubicBezTo>
                    <a:pt x="6396" y="72295"/>
                    <a:pt x="7825" y="74295"/>
                    <a:pt x="8396" y="75057"/>
                  </a:cubicBezTo>
                  <a:cubicBezTo>
                    <a:pt x="9063" y="75819"/>
                    <a:pt x="10873" y="77533"/>
                    <a:pt x="13825" y="76676"/>
                  </a:cubicBezTo>
                  <a:lnTo>
                    <a:pt x="33638" y="71152"/>
                  </a:lnTo>
                  <a:cubicBezTo>
                    <a:pt x="35923" y="70485"/>
                    <a:pt x="38209" y="70199"/>
                    <a:pt x="40400" y="70199"/>
                  </a:cubicBezTo>
                  <a:cubicBezTo>
                    <a:pt x="49925" y="70199"/>
                    <a:pt x="58879" y="75533"/>
                    <a:pt x="63165" y="84487"/>
                  </a:cubicBezTo>
                  <a:lnTo>
                    <a:pt x="72118" y="103060"/>
                  </a:lnTo>
                  <a:cubicBezTo>
                    <a:pt x="73452" y="105727"/>
                    <a:pt x="75929" y="106013"/>
                    <a:pt x="76881" y="106013"/>
                  </a:cubicBezTo>
                  <a:cubicBezTo>
                    <a:pt x="77929" y="106013"/>
                    <a:pt x="80310" y="105632"/>
                    <a:pt x="81548" y="102965"/>
                  </a:cubicBezTo>
                  <a:lnTo>
                    <a:pt x="124887" y="7144"/>
                  </a:lnTo>
                  <a:cubicBezTo>
                    <a:pt x="120125" y="8477"/>
                    <a:pt x="115648" y="10954"/>
                    <a:pt x="111838" y="14478"/>
                  </a:cubicBezTo>
                  <a:close/>
                </a:path>
              </a:pathLst>
            </a:custGeom>
            <a:solidFill>
              <a:schemeClr val="bg1"/>
            </a:solidFill>
            <a:ln w="9525" cap="flat">
              <a:noFill/>
              <a:prstDash val="solid"/>
              <a:miter/>
            </a:ln>
          </p:spPr>
          <p:txBody>
            <a:bodyPr rtlCol="0" anchor="ctr"/>
            <a:lstStyle/>
            <a:p>
              <a:endParaRPr lang="ko-KR" altLang="en-US"/>
            </a:p>
          </p:txBody>
        </p:sp>
        <p:sp>
          <p:nvSpPr>
            <p:cNvPr id="97" name="자유형: 도형 390"/>
            <p:cNvSpPr/>
            <p:nvPr/>
          </p:nvSpPr>
          <p:spPr>
            <a:xfrm>
              <a:off x="7551280" y="4423307"/>
              <a:ext cx="123825" cy="104775"/>
            </a:xfrm>
            <a:custGeom>
              <a:avLst/>
              <a:gdLst>
                <a:gd name="connsiteX0" fmla="*/ 124492 w 123825"/>
                <a:gd name="connsiteY0" fmla="*/ 69532 h 104775"/>
                <a:gd name="connsiteX1" fmla="*/ 97250 w 123825"/>
                <a:gd name="connsiteY1" fmla="*/ 9239 h 104775"/>
                <a:gd name="connsiteX2" fmla="*/ 79153 w 123825"/>
                <a:gd name="connsiteY2" fmla="*/ 23336 h 104775"/>
                <a:gd name="connsiteX3" fmla="*/ 20288 w 123825"/>
                <a:gd name="connsiteY3" fmla="*/ 14478 h 104775"/>
                <a:gd name="connsiteX4" fmla="*/ 7144 w 123825"/>
                <a:gd name="connsiteY4" fmla="*/ 7144 h 104775"/>
                <a:gd name="connsiteX5" fmla="*/ 50482 w 123825"/>
                <a:gd name="connsiteY5" fmla="*/ 102965 h 104775"/>
                <a:gd name="connsiteX6" fmla="*/ 55150 w 123825"/>
                <a:gd name="connsiteY6" fmla="*/ 106013 h 104775"/>
                <a:gd name="connsiteX7" fmla="*/ 59912 w 123825"/>
                <a:gd name="connsiteY7" fmla="*/ 103060 h 104775"/>
                <a:gd name="connsiteX8" fmla="*/ 68866 w 123825"/>
                <a:gd name="connsiteY8" fmla="*/ 84487 h 104775"/>
                <a:gd name="connsiteX9" fmla="*/ 91630 w 123825"/>
                <a:gd name="connsiteY9" fmla="*/ 70199 h 104775"/>
                <a:gd name="connsiteX10" fmla="*/ 98393 w 123825"/>
                <a:gd name="connsiteY10" fmla="*/ 71152 h 104775"/>
                <a:gd name="connsiteX11" fmla="*/ 118205 w 123825"/>
                <a:gd name="connsiteY11" fmla="*/ 76676 h 104775"/>
                <a:gd name="connsiteX12" fmla="*/ 123634 w 123825"/>
                <a:gd name="connsiteY12" fmla="*/ 75057 h 104775"/>
                <a:gd name="connsiteX13" fmla="*/ 124492 w 123825"/>
                <a:gd name="connsiteY13" fmla="*/ 69532 h 104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3825" h="104775">
                  <a:moveTo>
                    <a:pt x="124492" y="69532"/>
                  </a:moveTo>
                  <a:lnTo>
                    <a:pt x="97250" y="9239"/>
                  </a:lnTo>
                  <a:cubicBezTo>
                    <a:pt x="92487" y="14954"/>
                    <a:pt x="86392" y="19812"/>
                    <a:pt x="79153" y="23336"/>
                  </a:cubicBezTo>
                  <a:cubicBezTo>
                    <a:pt x="59150" y="32956"/>
                    <a:pt x="36576" y="29623"/>
                    <a:pt x="20288" y="14478"/>
                  </a:cubicBezTo>
                  <a:cubicBezTo>
                    <a:pt x="16478" y="10954"/>
                    <a:pt x="11906" y="8477"/>
                    <a:pt x="7144" y="7144"/>
                  </a:cubicBezTo>
                  <a:lnTo>
                    <a:pt x="50482" y="102965"/>
                  </a:lnTo>
                  <a:cubicBezTo>
                    <a:pt x="51721" y="105727"/>
                    <a:pt x="54197" y="106013"/>
                    <a:pt x="55150" y="106013"/>
                  </a:cubicBezTo>
                  <a:cubicBezTo>
                    <a:pt x="56197" y="106013"/>
                    <a:pt x="58578" y="105727"/>
                    <a:pt x="59912" y="103060"/>
                  </a:cubicBezTo>
                  <a:lnTo>
                    <a:pt x="68866" y="84487"/>
                  </a:lnTo>
                  <a:cubicBezTo>
                    <a:pt x="73152" y="75533"/>
                    <a:pt x="82105" y="70199"/>
                    <a:pt x="91630" y="70199"/>
                  </a:cubicBezTo>
                  <a:cubicBezTo>
                    <a:pt x="93916" y="70199"/>
                    <a:pt x="96202" y="70485"/>
                    <a:pt x="98393" y="71152"/>
                  </a:cubicBezTo>
                  <a:lnTo>
                    <a:pt x="118205" y="76676"/>
                  </a:lnTo>
                  <a:cubicBezTo>
                    <a:pt x="121062" y="77438"/>
                    <a:pt x="122967" y="75819"/>
                    <a:pt x="123634" y="75057"/>
                  </a:cubicBezTo>
                  <a:cubicBezTo>
                    <a:pt x="124301" y="74295"/>
                    <a:pt x="125730" y="72295"/>
                    <a:pt x="124492" y="69532"/>
                  </a:cubicBezTo>
                  <a:close/>
                </a:path>
              </a:pathLst>
            </a:custGeom>
            <a:solidFill>
              <a:schemeClr val="bg1"/>
            </a:solidFill>
            <a:ln w="9525" cap="flat">
              <a:noFill/>
              <a:prstDash val="solid"/>
              <a:miter/>
            </a:ln>
          </p:spPr>
          <p:txBody>
            <a:bodyPr rtlCol="0" anchor="ctr"/>
            <a:lstStyle/>
            <a:p>
              <a:endParaRPr lang="ko-KR" altLang="en-US"/>
            </a:p>
          </p:txBody>
        </p:sp>
        <p:sp>
          <p:nvSpPr>
            <p:cNvPr id="98" name="자유형: 도형 391"/>
            <p:cNvSpPr/>
            <p:nvPr/>
          </p:nvSpPr>
          <p:spPr>
            <a:xfrm>
              <a:off x="7376860" y="4103838"/>
              <a:ext cx="333375" cy="333375"/>
            </a:xfrm>
            <a:custGeom>
              <a:avLst/>
              <a:gdLst>
                <a:gd name="connsiteX0" fmla="*/ 320342 w 333375"/>
                <a:gd name="connsiteY0" fmla="*/ 176879 h 333375"/>
                <a:gd name="connsiteX1" fmla="*/ 304340 w 333375"/>
                <a:gd name="connsiteY1" fmla="*/ 106871 h 333375"/>
                <a:gd name="connsiteX2" fmla="*/ 301578 w 333375"/>
                <a:gd name="connsiteY2" fmla="*/ 70009 h 333375"/>
                <a:gd name="connsiteX3" fmla="*/ 266240 w 333375"/>
                <a:gd name="connsiteY3" fmla="*/ 59055 h 333375"/>
                <a:gd name="connsiteX4" fmla="*/ 201470 w 333375"/>
                <a:gd name="connsiteY4" fmla="*/ 27908 h 333375"/>
                <a:gd name="connsiteX5" fmla="*/ 170895 w 333375"/>
                <a:gd name="connsiteY5" fmla="*/ 7144 h 333375"/>
                <a:gd name="connsiteX6" fmla="*/ 140320 w 333375"/>
                <a:gd name="connsiteY6" fmla="*/ 27908 h 333375"/>
                <a:gd name="connsiteX7" fmla="*/ 75550 w 333375"/>
                <a:gd name="connsiteY7" fmla="*/ 59055 h 333375"/>
                <a:gd name="connsiteX8" fmla="*/ 40212 w 333375"/>
                <a:gd name="connsiteY8" fmla="*/ 70009 h 333375"/>
                <a:gd name="connsiteX9" fmla="*/ 37450 w 333375"/>
                <a:gd name="connsiteY9" fmla="*/ 106871 h 333375"/>
                <a:gd name="connsiteX10" fmla="*/ 21447 w 333375"/>
                <a:gd name="connsiteY10" fmla="*/ 176879 h 333375"/>
                <a:gd name="connsiteX11" fmla="*/ 8017 w 333375"/>
                <a:gd name="connsiteY11" fmla="*/ 211360 h 333375"/>
                <a:gd name="connsiteX12" fmla="*/ 35068 w 333375"/>
                <a:gd name="connsiteY12" fmla="*/ 236506 h 333375"/>
                <a:gd name="connsiteX13" fmla="*/ 79836 w 333375"/>
                <a:gd name="connsiteY13" fmla="*/ 292703 h 333375"/>
                <a:gd name="connsiteX14" fmla="*/ 98314 w 333375"/>
                <a:gd name="connsiteY14" fmla="*/ 324707 h 333375"/>
                <a:gd name="connsiteX15" fmla="*/ 134890 w 333375"/>
                <a:gd name="connsiteY15" fmla="*/ 319278 h 333375"/>
                <a:gd name="connsiteX16" fmla="*/ 170800 w 333375"/>
                <a:gd name="connsiteY16" fmla="*/ 305276 h 333375"/>
                <a:gd name="connsiteX17" fmla="*/ 206708 w 333375"/>
                <a:gd name="connsiteY17" fmla="*/ 319278 h 333375"/>
                <a:gd name="connsiteX18" fmla="*/ 243285 w 333375"/>
                <a:gd name="connsiteY18" fmla="*/ 324707 h 333375"/>
                <a:gd name="connsiteX19" fmla="*/ 261763 w 333375"/>
                <a:gd name="connsiteY19" fmla="*/ 292703 h 333375"/>
                <a:gd name="connsiteX20" fmla="*/ 306531 w 333375"/>
                <a:gd name="connsiteY20" fmla="*/ 236506 h 333375"/>
                <a:gd name="connsiteX21" fmla="*/ 333582 w 333375"/>
                <a:gd name="connsiteY21" fmla="*/ 211360 h 333375"/>
                <a:gd name="connsiteX22" fmla="*/ 320342 w 333375"/>
                <a:gd name="connsiteY22" fmla="*/ 176879 h 333375"/>
                <a:gd name="connsiteX23" fmla="*/ 170895 w 333375"/>
                <a:gd name="connsiteY23" fmla="*/ 281654 h 333375"/>
                <a:gd name="connsiteX24" fmla="*/ 63358 w 333375"/>
                <a:gd name="connsiteY24" fmla="*/ 174117 h 333375"/>
                <a:gd name="connsiteX25" fmla="*/ 170895 w 333375"/>
                <a:gd name="connsiteY25" fmla="*/ 66580 h 333375"/>
                <a:gd name="connsiteX26" fmla="*/ 278432 w 333375"/>
                <a:gd name="connsiteY26" fmla="*/ 174117 h 333375"/>
                <a:gd name="connsiteX27" fmla="*/ 170895 w 333375"/>
                <a:gd name="connsiteY27" fmla="*/ 281654 h 333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33375" h="333375">
                  <a:moveTo>
                    <a:pt x="320342" y="176879"/>
                  </a:moveTo>
                  <a:cubicBezTo>
                    <a:pt x="297673" y="161354"/>
                    <a:pt x="290719" y="130588"/>
                    <a:pt x="304340" y="106871"/>
                  </a:cubicBezTo>
                  <a:cubicBezTo>
                    <a:pt x="312532" y="92583"/>
                    <a:pt x="308245" y="78486"/>
                    <a:pt x="301578" y="70009"/>
                  </a:cubicBezTo>
                  <a:cubicBezTo>
                    <a:pt x="294815" y="61531"/>
                    <a:pt x="282052" y="54292"/>
                    <a:pt x="266240" y="59055"/>
                  </a:cubicBezTo>
                  <a:cubicBezTo>
                    <a:pt x="240046" y="67056"/>
                    <a:pt x="211566" y="53435"/>
                    <a:pt x="201470" y="27908"/>
                  </a:cubicBezTo>
                  <a:cubicBezTo>
                    <a:pt x="195374" y="12573"/>
                    <a:pt x="181753" y="7144"/>
                    <a:pt x="170895" y="7144"/>
                  </a:cubicBezTo>
                  <a:cubicBezTo>
                    <a:pt x="160132" y="7144"/>
                    <a:pt x="146416" y="12573"/>
                    <a:pt x="140320" y="27908"/>
                  </a:cubicBezTo>
                  <a:cubicBezTo>
                    <a:pt x="130223" y="53435"/>
                    <a:pt x="101838" y="67151"/>
                    <a:pt x="75550" y="59055"/>
                  </a:cubicBezTo>
                  <a:cubicBezTo>
                    <a:pt x="59738" y="54197"/>
                    <a:pt x="46975" y="61531"/>
                    <a:pt x="40212" y="70009"/>
                  </a:cubicBezTo>
                  <a:cubicBezTo>
                    <a:pt x="33449" y="78486"/>
                    <a:pt x="29163" y="92583"/>
                    <a:pt x="37450" y="106871"/>
                  </a:cubicBezTo>
                  <a:cubicBezTo>
                    <a:pt x="51070" y="130683"/>
                    <a:pt x="44117" y="161449"/>
                    <a:pt x="21447" y="176879"/>
                  </a:cubicBezTo>
                  <a:cubicBezTo>
                    <a:pt x="7827" y="186214"/>
                    <a:pt x="5541" y="200787"/>
                    <a:pt x="8017" y="211360"/>
                  </a:cubicBezTo>
                  <a:cubicBezTo>
                    <a:pt x="10494" y="221932"/>
                    <a:pt x="18780" y="234029"/>
                    <a:pt x="35068" y="236506"/>
                  </a:cubicBezTo>
                  <a:cubicBezTo>
                    <a:pt x="62214" y="240602"/>
                    <a:pt x="81836" y="265366"/>
                    <a:pt x="79836" y="292703"/>
                  </a:cubicBezTo>
                  <a:cubicBezTo>
                    <a:pt x="78597" y="309181"/>
                    <a:pt x="88599" y="320040"/>
                    <a:pt x="98314" y="324707"/>
                  </a:cubicBezTo>
                  <a:cubicBezTo>
                    <a:pt x="108030" y="329374"/>
                    <a:pt x="122794" y="330422"/>
                    <a:pt x="134890" y="319278"/>
                  </a:cubicBezTo>
                  <a:cubicBezTo>
                    <a:pt x="144987" y="309944"/>
                    <a:pt x="157846" y="305276"/>
                    <a:pt x="170800" y="305276"/>
                  </a:cubicBezTo>
                  <a:cubicBezTo>
                    <a:pt x="183754" y="305276"/>
                    <a:pt x="196612" y="309944"/>
                    <a:pt x="206708" y="319278"/>
                  </a:cubicBezTo>
                  <a:cubicBezTo>
                    <a:pt x="218805" y="330422"/>
                    <a:pt x="233569" y="329470"/>
                    <a:pt x="243285" y="324707"/>
                  </a:cubicBezTo>
                  <a:cubicBezTo>
                    <a:pt x="253000" y="320040"/>
                    <a:pt x="263002" y="309181"/>
                    <a:pt x="261763" y="292703"/>
                  </a:cubicBezTo>
                  <a:cubicBezTo>
                    <a:pt x="259763" y="265366"/>
                    <a:pt x="279480" y="240697"/>
                    <a:pt x="306531" y="236506"/>
                  </a:cubicBezTo>
                  <a:cubicBezTo>
                    <a:pt x="322818" y="234029"/>
                    <a:pt x="331200" y="221837"/>
                    <a:pt x="333582" y="211360"/>
                  </a:cubicBezTo>
                  <a:cubicBezTo>
                    <a:pt x="336154" y="200787"/>
                    <a:pt x="333868" y="186214"/>
                    <a:pt x="320342" y="176879"/>
                  </a:cubicBezTo>
                  <a:close/>
                  <a:moveTo>
                    <a:pt x="170895" y="281654"/>
                  </a:moveTo>
                  <a:cubicBezTo>
                    <a:pt x="111554" y="281654"/>
                    <a:pt x="63358" y="233363"/>
                    <a:pt x="63358" y="174117"/>
                  </a:cubicBezTo>
                  <a:cubicBezTo>
                    <a:pt x="63358" y="114776"/>
                    <a:pt x="111649" y="66580"/>
                    <a:pt x="170895" y="66580"/>
                  </a:cubicBezTo>
                  <a:cubicBezTo>
                    <a:pt x="230236" y="66580"/>
                    <a:pt x="278432" y="114871"/>
                    <a:pt x="278432" y="174117"/>
                  </a:cubicBezTo>
                  <a:cubicBezTo>
                    <a:pt x="278432" y="233363"/>
                    <a:pt x="230236" y="281654"/>
                    <a:pt x="170895" y="281654"/>
                  </a:cubicBezTo>
                  <a:close/>
                </a:path>
              </a:pathLst>
            </a:custGeom>
            <a:solidFill>
              <a:schemeClr val="bg1"/>
            </a:solidFill>
            <a:ln w="9525" cap="flat">
              <a:noFill/>
              <a:prstDash val="solid"/>
              <a:miter/>
            </a:ln>
          </p:spPr>
          <p:txBody>
            <a:bodyPr rtlCol="0" anchor="ctr"/>
            <a:lstStyle/>
            <a:p>
              <a:endParaRPr lang="ko-KR" altLang="en-US"/>
            </a:p>
          </p:txBody>
        </p:sp>
        <p:sp>
          <p:nvSpPr>
            <p:cNvPr id="99" name="자유형: 도형 392"/>
            <p:cNvSpPr/>
            <p:nvPr/>
          </p:nvSpPr>
          <p:spPr>
            <a:xfrm>
              <a:off x="7453077" y="4183277"/>
              <a:ext cx="180975" cy="180975"/>
            </a:xfrm>
            <a:custGeom>
              <a:avLst/>
              <a:gdLst>
                <a:gd name="connsiteX0" fmla="*/ 94679 w 180975"/>
                <a:gd name="connsiteY0" fmla="*/ 7144 h 180975"/>
                <a:gd name="connsiteX1" fmla="*/ 7144 w 180975"/>
                <a:gd name="connsiteY1" fmla="*/ 94679 h 180975"/>
                <a:gd name="connsiteX2" fmla="*/ 94679 w 180975"/>
                <a:gd name="connsiteY2" fmla="*/ 182213 h 180975"/>
                <a:gd name="connsiteX3" fmla="*/ 182214 w 180975"/>
                <a:gd name="connsiteY3" fmla="*/ 94679 h 180975"/>
                <a:gd name="connsiteX4" fmla="*/ 94679 w 180975"/>
                <a:gd name="connsiteY4" fmla="*/ 7144 h 180975"/>
                <a:gd name="connsiteX5" fmla="*/ 139541 w 180975"/>
                <a:gd name="connsiteY5" fmla="*/ 86106 h 180975"/>
                <a:gd name="connsiteX6" fmla="*/ 85058 w 180975"/>
                <a:gd name="connsiteY6" fmla="*/ 125921 h 180975"/>
                <a:gd name="connsiteX7" fmla="*/ 79153 w 180975"/>
                <a:gd name="connsiteY7" fmla="*/ 127826 h 180975"/>
                <a:gd name="connsiteX8" fmla="*/ 77533 w 180975"/>
                <a:gd name="connsiteY8" fmla="*/ 127730 h 180975"/>
                <a:gd name="connsiteX9" fmla="*/ 70961 w 180975"/>
                <a:gd name="connsiteY9" fmla="*/ 123635 h 180975"/>
                <a:gd name="connsiteX10" fmla="*/ 54674 w 180975"/>
                <a:gd name="connsiteY10" fmla="*/ 100394 h 180975"/>
                <a:gd name="connsiteX11" fmla="*/ 57150 w 180975"/>
                <a:gd name="connsiteY11" fmla="*/ 86392 h 180975"/>
                <a:gd name="connsiteX12" fmla="*/ 71152 w 180975"/>
                <a:gd name="connsiteY12" fmla="*/ 88868 h 180975"/>
                <a:gd name="connsiteX13" fmla="*/ 81534 w 180975"/>
                <a:gd name="connsiteY13" fmla="*/ 103727 h 180975"/>
                <a:gd name="connsiteX14" fmla="*/ 127730 w 180975"/>
                <a:gd name="connsiteY14" fmla="*/ 70009 h 180975"/>
                <a:gd name="connsiteX15" fmla="*/ 141732 w 180975"/>
                <a:gd name="connsiteY15" fmla="*/ 72199 h 180975"/>
                <a:gd name="connsiteX16" fmla="*/ 139541 w 180975"/>
                <a:gd name="connsiteY16" fmla="*/ 86106 h 180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80975" h="180975">
                  <a:moveTo>
                    <a:pt x="94679" y="7144"/>
                  </a:moveTo>
                  <a:cubicBezTo>
                    <a:pt x="46387" y="7144"/>
                    <a:pt x="7144" y="46387"/>
                    <a:pt x="7144" y="94679"/>
                  </a:cubicBezTo>
                  <a:cubicBezTo>
                    <a:pt x="7144" y="142970"/>
                    <a:pt x="46387" y="182213"/>
                    <a:pt x="94679" y="182213"/>
                  </a:cubicBezTo>
                  <a:cubicBezTo>
                    <a:pt x="142971" y="182213"/>
                    <a:pt x="182214" y="142970"/>
                    <a:pt x="182214" y="94679"/>
                  </a:cubicBezTo>
                  <a:cubicBezTo>
                    <a:pt x="182214" y="46387"/>
                    <a:pt x="142971" y="7144"/>
                    <a:pt x="94679" y="7144"/>
                  </a:cubicBezTo>
                  <a:close/>
                  <a:moveTo>
                    <a:pt x="139541" y="86106"/>
                  </a:moveTo>
                  <a:lnTo>
                    <a:pt x="85058" y="125921"/>
                  </a:lnTo>
                  <a:cubicBezTo>
                    <a:pt x="83344" y="127159"/>
                    <a:pt x="81248" y="127826"/>
                    <a:pt x="79153" y="127826"/>
                  </a:cubicBezTo>
                  <a:cubicBezTo>
                    <a:pt x="78582" y="127826"/>
                    <a:pt x="78105" y="127826"/>
                    <a:pt x="77533" y="127730"/>
                  </a:cubicBezTo>
                  <a:cubicBezTo>
                    <a:pt x="74867" y="127254"/>
                    <a:pt x="72485" y="125825"/>
                    <a:pt x="70961" y="123635"/>
                  </a:cubicBezTo>
                  <a:lnTo>
                    <a:pt x="54674" y="100394"/>
                  </a:lnTo>
                  <a:cubicBezTo>
                    <a:pt x="51530" y="95821"/>
                    <a:pt x="52578" y="89630"/>
                    <a:pt x="57150" y="86392"/>
                  </a:cubicBezTo>
                  <a:cubicBezTo>
                    <a:pt x="61722" y="83248"/>
                    <a:pt x="67913" y="84296"/>
                    <a:pt x="71152" y="88868"/>
                  </a:cubicBezTo>
                  <a:lnTo>
                    <a:pt x="81534" y="103727"/>
                  </a:lnTo>
                  <a:lnTo>
                    <a:pt x="127730" y="70009"/>
                  </a:lnTo>
                  <a:cubicBezTo>
                    <a:pt x="132207" y="66770"/>
                    <a:pt x="138494" y="67723"/>
                    <a:pt x="141732" y="72199"/>
                  </a:cubicBezTo>
                  <a:cubicBezTo>
                    <a:pt x="144971" y="76581"/>
                    <a:pt x="144018" y="82868"/>
                    <a:pt x="139541" y="86106"/>
                  </a:cubicBezTo>
                  <a:close/>
                </a:path>
              </a:pathLst>
            </a:custGeom>
            <a:solidFill>
              <a:schemeClr val="bg1"/>
            </a:solidFill>
            <a:ln w="9525" cap="flat">
              <a:noFill/>
              <a:prstDash val="solid"/>
              <a:miter/>
            </a:ln>
          </p:spPr>
          <p:txBody>
            <a:bodyPr rtlCol="0" anchor="ctr"/>
            <a:lstStyle/>
            <a:p>
              <a:endParaRPr lang="ko-KR" altLang="en-US"/>
            </a:p>
          </p:txBody>
        </p:sp>
      </p:grpSp>
      <p:sp>
        <p:nvSpPr>
          <p:cNvPr id="100" name="矩形 99"/>
          <p:cNvSpPr/>
          <p:nvPr/>
        </p:nvSpPr>
        <p:spPr>
          <a:xfrm>
            <a:off x="5688690" y="1866447"/>
            <a:ext cx="2430945" cy="1451113"/>
          </a:xfrm>
          <a:prstGeom prst="rect">
            <a:avLst/>
          </a:prstGeom>
          <a:blipFill dpi="0" rotWithShape="1">
            <a:blip r:embed="rId1" cstate="screen"/>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1" name="矩形 100"/>
          <p:cNvSpPr/>
          <p:nvPr/>
        </p:nvSpPr>
        <p:spPr>
          <a:xfrm>
            <a:off x="8642270" y="1866447"/>
            <a:ext cx="2430945" cy="1451113"/>
          </a:xfrm>
          <a:prstGeom prst="rect">
            <a:avLst/>
          </a:prstGeom>
          <a:blipFill dpi="0" rotWithShape="1">
            <a:blip r:embed="rId2" cstate="screen"/>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3" name="矩形 102"/>
          <p:cNvSpPr/>
          <p:nvPr/>
        </p:nvSpPr>
        <p:spPr>
          <a:xfrm>
            <a:off x="6381945" y="3610764"/>
            <a:ext cx="4691270" cy="70567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5" name="矩形 104"/>
          <p:cNvSpPr/>
          <p:nvPr/>
        </p:nvSpPr>
        <p:spPr>
          <a:xfrm>
            <a:off x="6381945" y="4609647"/>
            <a:ext cx="4691270" cy="70567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8" name="文本框 107"/>
          <p:cNvSpPr txBox="1"/>
          <p:nvPr/>
        </p:nvSpPr>
        <p:spPr>
          <a:xfrm>
            <a:off x="5688690" y="3672742"/>
            <a:ext cx="5283475" cy="557012"/>
          </a:xfrm>
          <a:prstGeom prst="rect">
            <a:avLst/>
          </a:prstGeom>
          <a:noFill/>
        </p:spPr>
        <p:txBody>
          <a:bodyPr wrap="square" rtlCol="0">
            <a:spAutoFit/>
          </a:bodyPr>
          <a:lstStyle/>
          <a:p>
            <a:pPr marL="171450" indent="-171450">
              <a:lnSpc>
                <a:spcPct val="150000"/>
              </a:lnSpc>
              <a:buFont typeface="Arial" panose="020B0604020202020204" pitchFamily="34" charset="0"/>
              <a:buChar char="•"/>
            </a:pPr>
            <a:r>
              <a:rPr kumimoji="1" lang="zh-CN" altLang="en-US" sz="1100" dirty="0">
                <a:solidFill>
                  <a:schemeClr val="tx1">
                    <a:lumMod val="75000"/>
                    <a:lumOff val="25000"/>
                  </a:schemeClr>
                </a:solidFill>
                <a:latin typeface="+mn-ea"/>
                <a:cs typeface="+mn-ea"/>
                <a:sym typeface="+mn-lt"/>
              </a:rPr>
              <a:t>感谢您使用我们的</a:t>
            </a:r>
            <a:r>
              <a:rPr kumimoji="1" lang="en-US" altLang="zh-CN" sz="1100" dirty="0">
                <a:solidFill>
                  <a:schemeClr val="tx1">
                    <a:lumMod val="75000"/>
                    <a:lumOff val="25000"/>
                  </a:schemeClr>
                </a:solidFill>
                <a:latin typeface="+mn-ea"/>
                <a:cs typeface="+mn-ea"/>
                <a:sym typeface="+mn-lt"/>
              </a:rPr>
              <a:t>PPT</a:t>
            </a:r>
            <a:r>
              <a:rPr kumimoji="1" lang="zh-CN" altLang="en-US" sz="1100" dirty="0">
                <a:solidFill>
                  <a:schemeClr val="tx1">
                    <a:lumMod val="75000"/>
                    <a:lumOff val="25000"/>
                  </a:schemeClr>
                </a:solidFill>
                <a:latin typeface="+mn-ea"/>
                <a:cs typeface="+mn-ea"/>
                <a:sym typeface="+mn-lt"/>
              </a:rPr>
              <a:t>模板，请在此输入您需要的文字内容，感谢您使用我们的</a:t>
            </a:r>
            <a:r>
              <a:rPr kumimoji="1" lang="en-US" altLang="zh-CN" sz="1100" dirty="0">
                <a:solidFill>
                  <a:schemeClr val="tx1">
                    <a:lumMod val="75000"/>
                    <a:lumOff val="25000"/>
                  </a:schemeClr>
                </a:solidFill>
                <a:latin typeface="+mn-ea"/>
                <a:cs typeface="+mn-ea"/>
                <a:sym typeface="+mn-lt"/>
              </a:rPr>
              <a:t>PPT</a:t>
            </a:r>
            <a:r>
              <a:rPr kumimoji="1" lang="zh-CN" altLang="en-US" sz="1100" dirty="0">
                <a:solidFill>
                  <a:schemeClr val="tx1">
                    <a:lumMod val="75000"/>
                    <a:lumOff val="25000"/>
                  </a:schemeClr>
                </a:solidFill>
                <a:latin typeface="+mn-ea"/>
                <a:cs typeface="+mn-ea"/>
                <a:sym typeface="+mn-lt"/>
              </a:rPr>
              <a:t>模板，请在此输入您需要的文字内容。</a:t>
            </a:r>
            <a:endParaRPr kumimoji="1" lang="zh-CN" altLang="en-US" sz="1100" dirty="0">
              <a:solidFill>
                <a:schemeClr val="tx1">
                  <a:lumMod val="75000"/>
                  <a:lumOff val="25000"/>
                </a:schemeClr>
              </a:solidFill>
              <a:latin typeface="+mn-ea"/>
              <a:cs typeface="+mn-ea"/>
              <a:sym typeface="+mn-lt"/>
            </a:endParaRPr>
          </a:p>
        </p:txBody>
      </p:sp>
      <p:sp>
        <p:nvSpPr>
          <p:cNvPr id="109" name="文本框 108"/>
          <p:cNvSpPr txBox="1"/>
          <p:nvPr/>
        </p:nvSpPr>
        <p:spPr>
          <a:xfrm>
            <a:off x="5688690" y="4683979"/>
            <a:ext cx="5283475" cy="557012"/>
          </a:xfrm>
          <a:prstGeom prst="rect">
            <a:avLst/>
          </a:prstGeom>
          <a:noFill/>
        </p:spPr>
        <p:txBody>
          <a:bodyPr wrap="square" rtlCol="0">
            <a:spAutoFit/>
          </a:bodyPr>
          <a:lstStyle/>
          <a:p>
            <a:pPr marL="171450" indent="-171450">
              <a:lnSpc>
                <a:spcPct val="150000"/>
              </a:lnSpc>
              <a:buFont typeface="Arial" panose="020B0604020202020204" pitchFamily="34" charset="0"/>
              <a:buChar char="•"/>
            </a:pPr>
            <a:r>
              <a:rPr kumimoji="1" lang="zh-CN" altLang="en-US" sz="1100" dirty="0">
                <a:solidFill>
                  <a:schemeClr val="tx1">
                    <a:lumMod val="75000"/>
                    <a:lumOff val="25000"/>
                  </a:schemeClr>
                </a:solidFill>
                <a:latin typeface="+mn-ea"/>
                <a:cs typeface="+mn-ea"/>
                <a:sym typeface="+mn-lt"/>
              </a:rPr>
              <a:t>感谢您使用我们的</a:t>
            </a:r>
            <a:r>
              <a:rPr kumimoji="1" lang="en-US" altLang="zh-CN" sz="1100" dirty="0">
                <a:solidFill>
                  <a:schemeClr val="tx1">
                    <a:lumMod val="75000"/>
                    <a:lumOff val="25000"/>
                  </a:schemeClr>
                </a:solidFill>
                <a:latin typeface="+mn-ea"/>
                <a:cs typeface="+mn-ea"/>
                <a:sym typeface="+mn-lt"/>
              </a:rPr>
              <a:t>PPT</a:t>
            </a:r>
            <a:r>
              <a:rPr kumimoji="1" lang="zh-CN" altLang="en-US" sz="1100" dirty="0">
                <a:solidFill>
                  <a:schemeClr val="tx1">
                    <a:lumMod val="75000"/>
                    <a:lumOff val="25000"/>
                  </a:schemeClr>
                </a:solidFill>
                <a:latin typeface="+mn-ea"/>
                <a:cs typeface="+mn-ea"/>
                <a:sym typeface="+mn-lt"/>
              </a:rPr>
              <a:t>模板，请在此输入您需要的文字内容，感谢您使用我们的</a:t>
            </a:r>
            <a:r>
              <a:rPr kumimoji="1" lang="en-US" altLang="zh-CN" sz="1100" dirty="0">
                <a:solidFill>
                  <a:schemeClr val="tx1">
                    <a:lumMod val="75000"/>
                    <a:lumOff val="25000"/>
                  </a:schemeClr>
                </a:solidFill>
                <a:latin typeface="+mn-ea"/>
                <a:cs typeface="+mn-ea"/>
                <a:sym typeface="+mn-lt"/>
              </a:rPr>
              <a:t>PPT</a:t>
            </a:r>
            <a:r>
              <a:rPr kumimoji="1" lang="zh-CN" altLang="en-US" sz="1100" dirty="0">
                <a:solidFill>
                  <a:schemeClr val="tx1">
                    <a:lumMod val="75000"/>
                    <a:lumOff val="25000"/>
                  </a:schemeClr>
                </a:solidFill>
                <a:latin typeface="+mn-ea"/>
                <a:cs typeface="+mn-ea"/>
                <a:sym typeface="+mn-lt"/>
              </a:rPr>
              <a:t>模板，请在此输入您需要的文字内容。</a:t>
            </a:r>
            <a:endParaRPr kumimoji="1" lang="zh-CN" altLang="en-US" sz="1100" dirty="0">
              <a:solidFill>
                <a:schemeClr val="tx1">
                  <a:lumMod val="75000"/>
                  <a:lumOff val="25000"/>
                </a:schemeClr>
              </a:solidFill>
              <a:latin typeface="+mn-ea"/>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advTm="3000"/>
    </mc:Choice>
    <mc:Fallback>
      <p:transition spd="slow" advTm="3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grpId="0" nodeType="withEffect">
                                  <p:stCondLst>
                                    <p:cond delay="0"/>
                                  </p:stCondLst>
                                  <p:childTnLst>
                                    <p:set>
                                      <p:cBhvr>
                                        <p:cTn id="6" dur="1" fill="hold">
                                          <p:stCondLst>
                                            <p:cond delay="0"/>
                                          </p:stCondLst>
                                        </p:cTn>
                                        <p:tgtEl>
                                          <p:spTgt spid="89"/>
                                        </p:tgtEl>
                                        <p:attrNameLst>
                                          <p:attrName>style.visibility</p:attrName>
                                        </p:attrNameLst>
                                      </p:cBhvr>
                                      <p:to>
                                        <p:strVal val="visible"/>
                                      </p:to>
                                    </p:set>
                                    <p:animEffect transition="in" filter="checkerboard(across)">
                                      <p:cBhvr>
                                        <p:cTn id="7" dur="500"/>
                                        <p:tgtEl>
                                          <p:spTgt spid="89"/>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90"/>
                                        </p:tgtEl>
                                        <p:attrNameLst>
                                          <p:attrName>style.visibility</p:attrName>
                                        </p:attrNameLst>
                                      </p:cBhvr>
                                      <p:to>
                                        <p:strVal val="visible"/>
                                      </p:to>
                                    </p:set>
                                    <p:animEffect transition="in" filter="checkerboard(across)">
                                      <p:cBhvr>
                                        <p:cTn id="10" dur="500"/>
                                        <p:tgtEl>
                                          <p:spTgt spid="90"/>
                                        </p:tgtEl>
                                      </p:cBhvr>
                                    </p:animEffect>
                                  </p:childTnLst>
                                </p:cTn>
                              </p:par>
                              <p:par>
                                <p:cTn id="11" presetID="5" presetClass="entr" presetSubtype="10" fill="hold" grpId="0" nodeType="withEffect">
                                  <p:stCondLst>
                                    <p:cond delay="0"/>
                                  </p:stCondLst>
                                  <p:childTnLst>
                                    <p:set>
                                      <p:cBhvr>
                                        <p:cTn id="12" dur="1" fill="hold">
                                          <p:stCondLst>
                                            <p:cond delay="0"/>
                                          </p:stCondLst>
                                        </p:cTn>
                                        <p:tgtEl>
                                          <p:spTgt spid="91"/>
                                        </p:tgtEl>
                                        <p:attrNameLst>
                                          <p:attrName>style.visibility</p:attrName>
                                        </p:attrNameLst>
                                      </p:cBhvr>
                                      <p:to>
                                        <p:strVal val="visible"/>
                                      </p:to>
                                    </p:set>
                                    <p:animEffect transition="in" filter="checkerboard(across)">
                                      <p:cBhvr>
                                        <p:cTn id="13" dur="500"/>
                                        <p:tgtEl>
                                          <p:spTgt spid="91"/>
                                        </p:tgtEl>
                                      </p:cBhvr>
                                    </p:animEffect>
                                  </p:childTnLst>
                                </p:cTn>
                              </p:par>
                              <p:par>
                                <p:cTn id="14" presetID="5" presetClass="entr" presetSubtype="10" fill="hold" grpId="0" nodeType="withEffect">
                                  <p:stCondLst>
                                    <p:cond delay="0"/>
                                  </p:stCondLst>
                                  <p:childTnLst>
                                    <p:set>
                                      <p:cBhvr>
                                        <p:cTn id="15" dur="1" fill="hold">
                                          <p:stCondLst>
                                            <p:cond delay="0"/>
                                          </p:stCondLst>
                                        </p:cTn>
                                        <p:tgtEl>
                                          <p:spTgt spid="92"/>
                                        </p:tgtEl>
                                        <p:attrNameLst>
                                          <p:attrName>style.visibility</p:attrName>
                                        </p:attrNameLst>
                                      </p:cBhvr>
                                      <p:to>
                                        <p:strVal val="visible"/>
                                      </p:to>
                                    </p:set>
                                    <p:animEffect transition="in" filter="checkerboard(across)">
                                      <p:cBhvr>
                                        <p:cTn id="16" dur="500"/>
                                        <p:tgtEl>
                                          <p:spTgt spid="92"/>
                                        </p:tgtEl>
                                      </p:cBhvr>
                                    </p:animEffect>
                                  </p:childTnLst>
                                </p:cTn>
                              </p:par>
                              <p:par>
                                <p:cTn id="17" presetID="5" presetClass="entr" presetSubtype="10" fill="hold" grpId="0" nodeType="withEffect">
                                  <p:stCondLst>
                                    <p:cond delay="0"/>
                                  </p:stCondLst>
                                  <p:childTnLst>
                                    <p:set>
                                      <p:cBhvr>
                                        <p:cTn id="18" dur="1" fill="hold">
                                          <p:stCondLst>
                                            <p:cond delay="0"/>
                                          </p:stCondLst>
                                        </p:cTn>
                                        <p:tgtEl>
                                          <p:spTgt spid="93"/>
                                        </p:tgtEl>
                                        <p:attrNameLst>
                                          <p:attrName>style.visibility</p:attrName>
                                        </p:attrNameLst>
                                      </p:cBhvr>
                                      <p:to>
                                        <p:strVal val="visible"/>
                                      </p:to>
                                    </p:set>
                                    <p:animEffect transition="in" filter="checkerboard(across)">
                                      <p:cBhvr>
                                        <p:cTn id="19" dur="500"/>
                                        <p:tgtEl>
                                          <p:spTgt spid="93"/>
                                        </p:tgtEl>
                                      </p:cBhvr>
                                    </p:animEffect>
                                  </p:childTnLst>
                                </p:cTn>
                              </p:par>
                              <p:par>
                                <p:cTn id="20" presetID="5" presetClass="entr" presetSubtype="10" fill="hold" grpId="0" nodeType="withEffect">
                                  <p:stCondLst>
                                    <p:cond delay="0"/>
                                  </p:stCondLst>
                                  <p:childTnLst>
                                    <p:set>
                                      <p:cBhvr>
                                        <p:cTn id="21" dur="1" fill="hold">
                                          <p:stCondLst>
                                            <p:cond delay="0"/>
                                          </p:stCondLst>
                                        </p:cTn>
                                        <p:tgtEl>
                                          <p:spTgt spid="94"/>
                                        </p:tgtEl>
                                        <p:attrNameLst>
                                          <p:attrName>style.visibility</p:attrName>
                                        </p:attrNameLst>
                                      </p:cBhvr>
                                      <p:to>
                                        <p:strVal val="visible"/>
                                      </p:to>
                                    </p:set>
                                    <p:animEffect transition="in" filter="checkerboard(across)">
                                      <p:cBhvr>
                                        <p:cTn id="22" dur="500"/>
                                        <p:tgtEl>
                                          <p:spTgt spid="94"/>
                                        </p:tgtEl>
                                      </p:cBhvr>
                                    </p:animEffect>
                                  </p:childTnLst>
                                </p:cTn>
                              </p:par>
                              <p:par>
                                <p:cTn id="23" presetID="5" presetClass="entr" presetSubtype="10" fill="hold" nodeType="withEffect">
                                  <p:stCondLst>
                                    <p:cond delay="0"/>
                                  </p:stCondLst>
                                  <p:childTnLst>
                                    <p:set>
                                      <p:cBhvr>
                                        <p:cTn id="24" dur="1" fill="hold">
                                          <p:stCondLst>
                                            <p:cond delay="0"/>
                                          </p:stCondLst>
                                        </p:cTn>
                                        <p:tgtEl>
                                          <p:spTgt spid="95"/>
                                        </p:tgtEl>
                                        <p:attrNameLst>
                                          <p:attrName>style.visibility</p:attrName>
                                        </p:attrNameLst>
                                      </p:cBhvr>
                                      <p:to>
                                        <p:strVal val="visible"/>
                                      </p:to>
                                    </p:set>
                                    <p:animEffect transition="in" filter="checkerboard(across)">
                                      <p:cBhvr>
                                        <p:cTn id="25" dur="500"/>
                                        <p:tgtEl>
                                          <p:spTgt spid="95"/>
                                        </p:tgtEl>
                                      </p:cBhvr>
                                    </p:animEffect>
                                  </p:childTnLst>
                                </p:cTn>
                              </p:par>
                              <p:par>
                                <p:cTn id="26" presetID="5" presetClass="entr" presetSubtype="10" fill="hold" grpId="0" nodeType="withEffect">
                                  <p:stCondLst>
                                    <p:cond delay="0"/>
                                  </p:stCondLst>
                                  <p:childTnLst>
                                    <p:set>
                                      <p:cBhvr>
                                        <p:cTn id="27" dur="1" fill="hold">
                                          <p:stCondLst>
                                            <p:cond delay="0"/>
                                          </p:stCondLst>
                                        </p:cTn>
                                        <p:tgtEl>
                                          <p:spTgt spid="100"/>
                                        </p:tgtEl>
                                        <p:attrNameLst>
                                          <p:attrName>style.visibility</p:attrName>
                                        </p:attrNameLst>
                                      </p:cBhvr>
                                      <p:to>
                                        <p:strVal val="visible"/>
                                      </p:to>
                                    </p:set>
                                    <p:animEffect transition="in" filter="checkerboard(across)">
                                      <p:cBhvr>
                                        <p:cTn id="28" dur="500"/>
                                        <p:tgtEl>
                                          <p:spTgt spid="100"/>
                                        </p:tgtEl>
                                      </p:cBhvr>
                                    </p:animEffect>
                                  </p:childTnLst>
                                </p:cTn>
                              </p:par>
                              <p:par>
                                <p:cTn id="29" presetID="5" presetClass="entr" presetSubtype="10" fill="hold" grpId="0" nodeType="withEffect">
                                  <p:stCondLst>
                                    <p:cond delay="0"/>
                                  </p:stCondLst>
                                  <p:childTnLst>
                                    <p:set>
                                      <p:cBhvr>
                                        <p:cTn id="30" dur="1" fill="hold">
                                          <p:stCondLst>
                                            <p:cond delay="0"/>
                                          </p:stCondLst>
                                        </p:cTn>
                                        <p:tgtEl>
                                          <p:spTgt spid="101"/>
                                        </p:tgtEl>
                                        <p:attrNameLst>
                                          <p:attrName>style.visibility</p:attrName>
                                        </p:attrNameLst>
                                      </p:cBhvr>
                                      <p:to>
                                        <p:strVal val="visible"/>
                                      </p:to>
                                    </p:set>
                                    <p:animEffect transition="in" filter="checkerboard(across)">
                                      <p:cBhvr>
                                        <p:cTn id="31" dur="500"/>
                                        <p:tgtEl>
                                          <p:spTgt spid="101"/>
                                        </p:tgtEl>
                                      </p:cBhvr>
                                    </p:animEffect>
                                  </p:childTnLst>
                                </p:cTn>
                              </p:par>
                              <p:par>
                                <p:cTn id="32" presetID="5" presetClass="entr" presetSubtype="10" fill="hold" grpId="0" nodeType="withEffect">
                                  <p:stCondLst>
                                    <p:cond delay="0"/>
                                  </p:stCondLst>
                                  <p:childTnLst>
                                    <p:set>
                                      <p:cBhvr>
                                        <p:cTn id="33" dur="1" fill="hold">
                                          <p:stCondLst>
                                            <p:cond delay="0"/>
                                          </p:stCondLst>
                                        </p:cTn>
                                        <p:tgtEl>
                                          <p:spTgt spid="103"/>
                                        </p:tgtEl>
                                        <p:attrNameLst>
                                          <p:attrName>style.visibility</p:attrName>
                                        </p:attrNameLst>
                                      </p:cBhvr>
                                      <p:to>
                                        <p:strVal val="visible"/>
                                      </p:to>
                                    </p:set>
                                    <p:animEffect transition="in" filter="checkerboard(across)">
                                      <p:cBhvr>
                                        <p:cTn id="34" dur="500"/>
                                        <p:tgtEl>
                                          <p:spTgt spid="103"/>
                                        </p:tgtEl>
                                      </p:cBhvr>
                                    </p:animEffect>
                                  </p:childTnLst>
                                </p:cTn>
                              </p:par>
                              <p:par>
                                <p:cTn id="35" presetID="5" presetClass="entr" presetSubtype="10" fill="hold" grpId="0" nodeType="withEffect">
                                  <p:stCondLst>
                                    <p:cond delay="0"/>
                                  </p:stCondLst>
                                  <p:childTnLst>
                                    <p:set>
                                      <p:cBhvr>
                                        <p:cTn id="36" dur="1" fill="hold">
                                          <p:stCondLst>
                                            <p:cond delay="0"/>
                                          </p:stCondLst>
                                        </p:cTn>
                                        <p:tgtEl>
                                          <p:spTgt spid="105"/>
                                        </p:tgtEl>
                                        <p:attrNameLst>
                                          <p:attrName>style.visibility</p:attrName>
                                        </p:attrNameLst>
                                      </p:cBhvr>
                                      <p:to>
                                        <p:strVal val="visible"/>
                                      </p:to>
                                    </p:set>
                                    <p:animEffect transition="in" filter="checkerboard(across)">
                                      <p:cBhvr>
                                        <p:cTn id="37" dur="500"/>
                                        <p:tgtEl>
                                          <p:spTgt spid="105"/>
                                        </p:tgtEl>
                                      </p:cBhvr>
                                    </p:animEffect>
                                  </p:childTnLst>
                                </p:cTn>
                              </p:par>
                              <p:par>
                                <p:cTn id="38" presetID="5" presetClass="entr" presetSubtype="10" fill="hold" grpId="0" nodeType="withEffect">
                                  <p:stCondLst>
                                    <p:cond delay="0"/>
                                  </p:stCondLst>
                                  <p:childTnLst>
                                    <p:set>
                                      <p:cBhvr>
                                        <p:cTn id="39" dur="1" fill="hold">
                                          <p:stCondLst>
                                            <p:cond delay="0"/>
                                          </p:stCondLst>
                                        </p:cTn>
                                        <p:tgtEl>
                                          <p:spTgt spid="108"/>
                                        </p:tgtEl>
                                        <p:attrNameLst>
                                          <p:attrName>style.visibility</p:attrName>
                                        </p:attrNameLst>
                                      </p:cBhvr>
                                      <p:to>
                                        <p:strVal val="visible"/>
                                      </p:to>
                                    </p:set>
                                    <p:animEffect transition="in" filter="checkerboard(across)">
                                      <p:cBhvr>
                                        <p:cTn id="40" dur="500"/>
                                        <p:tgtEl>
                                          <p:spTgt spid="108"/>
                                        </p:tgtEl>
                                      </p:cBhvr>
                                    </p:animEffect>
                                  </p:childTnLst>
                                </p:cTn>
                              </p:par>
                              <p:par>
                                <p:cTn id="41" presetID="5" presetClass="entr" presetSubtype="10" fill="hold" grpId="0" nodeType="withEffect">
                                  <p:stCondLst>
                                    <p:cond delay="0"/>
                                  </p:stCondLst>
                                  <p:childTnLst>
                                    <p:set>
                                      <p:cBhvr>
                                        <p:cTn id="42" dur="1" fill="hold">
                                          <p:stCondLst>
                                            <p:cond delay="0"/>
                                          </p:stCondLst>
                                        </p:cTn>
                                        <p:tgtEl>
                                          <p:spTgt spid="109"/>
                                        </p:tgtEl>
                                        <p:attrNameLst>
                                          <p:attrName>style.visibility</p:attrName>
                                        </p:attrNameLst>
                                      </p:cBhvr>
                                      <p:to>
                                        <p:strVal val="visible"/>
                                      </p:to>
                                    </p:set>
                                    <p:animEffect transition="in" filter="checkerboard(across)">
                                      <p:cBhvr>
                                        <p:cTn id="43" dur="500"/>
                                        <p:tgtEl>
                                          <p:spTgt spid="1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 grpId="0"/>
      <p:bldP spid="90" grpId="0"/>
      <p:bldP spid="91" grpId="0"/>
      <p:bldP spid="92" grpId="0" animBg="1"/>
      <p:bldP spid="93" grpId="0"/>
      <p:bldP spid="94" grpId="0" animBg="1"/>
      <p:bldP spid="100" grpId="0" animBg="1"/>
      <p:bldP spid="101" grpId="0" animBg="1"/>
      <p:bldP spid="103" grpId="0" animBg="1"/>
      <p:bldP spid="105" grpId="0" animBg="1"/>
      <p:bldP spid="108" grpId="0"/>
      <p:bldP spid="109"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角矩形 1"/>
          <p:cNvSpPr/>
          <p:nvPr/>
        </p:nvSpPr>
        <p:spPr>
          <a:xfrm>
            <a:off x="5716444" y="1804658"/>
            <a:ext cx="2545467" cy="1489059"/>
          </a:xfrm>
          <a:prstGeom prst="roundRect">
            <a:avLst>
              <a:gd name="adj" fmla="val 14072"/>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 name="圆角矩形 2"/>
          <p:cNvSpPr/>
          <p:nvPr/>
        </p:nvSpPr>
        <p:spPr>
          <a:xfrm>
            <a:off x="6558985" y="1455489"/>
            <a:ext cx="860385" cy="698339"/>
          </a:xfrm>
          <a:prstGeom prst="roundRect">
            <a:avLst>
              <a:gd name="adj" fmla="val 24954"/>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 name="文本框 3"/>
          <p:cNvSpPr txBox="1"/>
          <p:nvPr/>
        </p:nvSpPr>
        <p:spPr>
          <a:xfrm>
            <a:off x="5935275" y="2574946"/>
            <a:ext cx="2107805" cy="497765"/>
          </a:xfrm>
          <a:prstGeom prst="rect">
            <a:avLst/>
          </a:prstGeom>
          <a:noFill/>
        </p:spPr>
        <p:txBody>
          <a:bodyPr wrap="square" rtlCol="0">
            <a:spAutoFit/>
          </a:bodyPr>
          <a:lstStyle/>
          <a:p>
            <a:pPr algn="ctr">
              <a:lnSpc>
                <a:spcPct val="130000"/>
              </a:lnSpc>
            </a:pPr>
            <a:r>
              <a:rPr kumimoji="1" lang="zh-CN" altLang="en-US" sz="1100" dirty="0">
                <a:solidFill>
                  <a:schemeClr val="tx1">
                    <a:lumMod val="75000"/>
                    <a:lumOff val="25000"/>
                  </a:schemeClr>
                </a:solidFill>
                <a:latin typeface="+mn-ea"/>
                <a:cs typeface="+mn-ea"/>
                <a:sym typeface="+mn-lt"/>
              </a:rPr>
              <a:t>感谢使用我们的</a:t>
            </a:r>
            <a:r>
              <a:rPr kumimoji="1" lang="en-US" altLang="zh-CN" sz="1100" dirty="0">
                <a:solidFill>
                  <a:schemeClr val="tx1">
                    <a:lumMod val="75000"/>
                    <a:lumOff val="25000"/>
                  </a:schemeClr>
                </a:solidFill>
                <a:latin typeface="+mn-ea"/>
                <a:cs typeface="+mn-ea"/>
                <a:sym typeface="+mn-lt"/>
              </a:rPr>
              <a:t>PPT</a:t>
            </a:r>
            <a:r>
              <a:rPr kumimoji="1" lang="zh-CN" altLang="en-US" sz="1100" dirty="0">
                <a:solidFill>
                  <a:schemeClr val="tx1">
                    <a:lumMod val="75000"/>
                    <a:lumOff val="25000"/>
                  </a:schemeClr>
                </a:solidFill>
                <a:latin typeface="+mn-ea"/>
                <a:cs typeface="+mn-ea"/>
                <a:sym typeface="+mn-lt"/>
              </a:rPr>
              <a:t>模板，请输入您需要的文字内容</a:t>
            </a:r>
            <a:endParaRPr kumimoji="1" lang="zh-CN" altLang="en-US" sz="1100" dirty="0">
              <a:solidFill>
                <a:schemeClr val="tx1">
                  <a:lumMod val="75000"/>
                  <a:lumOff val="25000"/>
                </a:schemeClr>
              </a:solidFill>
              <a:latin typeface="+mn-ea"/>
              <a:cs typeface="+mn-ea"/>
              <a:sym typeface="+mn-lt"/>
            </a:endParaRPr>
          </a:p>
        </p:txBody>
      </p:sp>
      <p:sp>
        <p:nvSpPr>
          <p:cNvPr id="5" name="文本框 4"/>
          <p:cNvSpPr txBox="1"/>
          <p:nvPr/>
        </p:nvSpPr>
        <p:spPr>
          <a:xfrm>
            <a:off x="6326287" y="2270523"/>
            <a:ext cx="1325780" cy="307777"/>
          </a:xfrm>
          <a:prstGeom prst="rect">
            <a:avLst/>
          </a:prstGeom>
          <a:noFill/>
        </p:spPr>
        <p:txBody>
          <a:bodyPr wrap="square" rtlCol="0">
            <a:spAutoFit/>
          </a:bodyPr>
          <a:lstStyle/>
          <a:p>
            <a:pPr algn="dist"/>
            <a:r>
              <a:rPr kumimoji="1" lang="zh-CN" altLang="en-US" sz="1400" dirty="0">
                <a:solidFill>
                  <a:schemeClr val="tx1">
                    <a:lumMod val="75000"/>
                    <a:lumOff val="25000"/>
                  </a:schemeClr>
                </a:solidFill>
                <a:latin typeface="+mj-ea"/>
                <a:ea typeface="+mj-ea"/>
                <a:cs typeface="+mn-ea"/>
                <a:sym typeface="+mn-lt"/>
              </a:rPr>
              <a:t>输入标题文字</a:t>
            </a:r>
            <a:endParaRPr kumimoji="1" lang="zh-CN" altLang="en-US" sz="1400" dirty="0">
              <a:solidFill>
                <a:schemeClr val="tx1">
                  <a:lumMod val="75000"/>
                  <a:lumOff val="25000"/>
                </a:schemeClr>
              </a:solidFill>
              <a:latin typeface="+mj-ea"/>
              <a:ea typeface="+mj-ea"/>
              <a:cs typeface="+mn-ea"/>
              <a:sym typeface="+mn-lt"/>
            </a:endParaRPr>
          </a:p>
        </p:txBody>
      </p:sp>
      <p:sp>
        <p:nvSpPr>
          <p:cNvPr id="6" name="Freeform 19"/>
          <p:cNvSpPr>
            <a:spLocks noEditPoints="1"/>
          </p:cNvSpPr>
          <p:nvPr/>
        </p:nvSpPr>
        <p:spPr bwMode="auto">
          <a:xfrm>
            <a:off x="6804413" y="1616522"/>
            <a:ext cx="325592" cy="346070"/>
          </a:xfrm>
          <a:custGeom>
            <a:avLst/>
            <a:gdLst>
              <a:gd name="T0" fmla="*/ 2343 w 3184"/>
              <a:gd name="T1" fmla="*/ 2439 h 3385"/>
              <a:gd name="T2" fmla="*/ 2177 w 3184"/>
              <a:gd name="T3" fmla="*/ 2677 h 3385"/>
              <a:gd name="T4" fmla="*/ 2213 w 3184"/>
              <a:gd name="T5" fmla="*/ 2975 h 3385"/>
              <a:gd name="T6" fmla="*/ 2429 w 3184"/>
              <a:gd name="T7" fmla="*/ 3166 h 3385"/>
              <a:gd name="T8" fmla="*/ 2729 w 3184"/>
              <a:gd name="T9" fmla="*/ 3166 h 3385"/>
              <a:gd name="T10" fmla="*/ 2945 w 3184"/>
              <a:gd name="T11" fmla="*/ 2975 h 3385"/>
              <a:gd name="T12" fmla="*/ 2981 w 3184"/>
              <a:gd name="T13" fmla="*/ 2677 h 3385"/>
              <a:gd name="T14" fmla="*/ 2816 w 3184"/>
              <a:gd name="T15" fmla="*/ 2439 h 3385"/>
              <a:gd name="T16" fmla="*/ 604 w 3184"/>
              <a:gd name="T17" fmla="*/ 1277 h 3385"/>
              <a:gd name="T18" fmla="*/ 329 w 3184"/>
              <a:gd name="T19" fmla="*/ 1382 h 3385"/>
              <a:gd name="T20" fmla="*/ 193 w 3184"/>
              <a:gd name="T21" fmla="*/ 1640 h 3385"/>
              <a:gd name="T22" fmla="*/ 264 w 3184"/>
              <a:gd name="T23" fmla="*/ 1929 h 3385"/>
              <a:gd name="T24" fmla="*/ 503 w 3184"/>
              <a:gd name="T25" fmla="*/ 2095 h 3385"/>
              <a:gd name="T26" fmla="*/ 799 w 3184"/>
              <a:gd name="T27" fmla="*/ 2059 h 3385"/>
              <a:gd name="T28" fmla="*/ 991 w 3184"/>
              <a:gd name="T29" fmla="*/ 1842 h 3385"/>
              <a:gd name="T30" fmla="*/ 991 w 3184"/>
              <a:gd name="T31" fmla="*/ 1543 h 3385"/>
              <a:gd name="T32" fmla="*/ 799 w 3184"/>
              <a:gd name="T33" fmla="*/ 1325 h 3385"/>
              <a:gd name="T34" fmla="*/ 2528 w 3184"/>
              <a:gd name="T35" fmla="*/ 194 h 3385"/>
              <a:gd name="T36" fmla="*/ 2270 w 3184"/>
              <a:gd name="T37" fmla="*/ 331 h 3385"/>
              <a:gd name="T38" fmla="*/ 2165 w 3184"/>
              <a:gd name="T39" fmla="*/ 606 h 3385"/>
              <a:gd name="T40" fmla="*/ 2270 w 3184"/>
              <a:gd name="T41" fmla="*/ 882 h 3385"/>
              <a:gd name="T42" fmla="*/ 2528 w 3184"/>
              <a:gd name="T43" fmla="*/ 1018 h 3385"/>
              <a:gd name="T44" fmla="*/ 2816 w 3184"/>
              <a:gd name="T45" fmla="*/ 947 h 3385"/>
              <a:gd name="T46" fmla="*/ 2981 w 3184"/>
              <a:gd name="T47" fmla="*/ 708 h 3385"/>
              <a:gd name="T48" fmla="*/ 2945 w 3184"/>
              <a:gd name="T49" fmla="*/ 411 h 3385"/>
              <a:gd name="T50" fmla="*/ 2729 w 3184"/>
              <a:gd name="T51" fmla="*/ 219 h 3385"/>
              <a:gd name="T52" fmla="*/ 2701 w 3184"/>
              <a:gd name="T53" fmla="*/ 13 h 3385"/>
              <a:gd name="T54" fmla="*/ 3006 w 3184"/>
              <a:gd name="T55" fmla="*/ 177 h 3385"/>
              <a:gd name="T56" fmla="*/ 3170 w 3184"/>
              <a:gd name="T57" fmla="*/ 483 h 3385"/>
              <a:gd name="T58" fmla="*/ 3134 w 3184"/>
              <a:gd name="T59" fmla="*/ 841 h 3385"/>
              <a:gd name="T60" fmla="*/ 2915 w 3184"/>
              <a:gd name="T61" fmla="*/ 1107 h 3385"/>
              <a:gd name="T62" fmla="*/ 2578 w 3184"/>
              <a:gd name="T63" fmla="*/ 1211 h 3385"/>
              <a:gd name="T64" fmla="*/ 2260 w 3184"/>
              <a:gd name="T65" fmla="*/ 1119 h 3385"/>
              <a:gd name="T66" fmla="*/ 1187 w 3184"/>
              <a:gd name="T67" fmla="*/ 1539 h 3385"/>
              <a:gd name="T68" fmla="*/ 1187 w 3184"/>
              <a:gd name="T69" fmla="*/ 1843 h 3385"/>
              <a:gd name="T70" fmla="*/ 2262 w 3184"/>
              <a:gd name="T71" fmla="*/ 2266 h 3385"/>
              <a:gd name="T72" fmla="*/ 2579 w 3184"/>
              <a:gd name="T73" fmla="*/ 2175 h 3385"/>
              <a:gd name="T74" fmla="*/ 2918 w 3184"/>
              <a:gd name="T75" fmla="*/ 2278 h 3385"/>
              <a:gd name="T76" fmla="*/ 3137 w 3184"/>
              <a:gd name="T77" fmla="*/ 2545 h 3385"/>
              <a:gd name="T78" fmla="*/ 3171 w 3184"/>
              <a:gd name="T79" fmla="*/ 2902 h 3385"/>
              <a:gd name="T80" fmla="*/ 3007 w 3184"/>
              <a:gd name="T81" fmla="*/ 3208 h 3385"/>
              <a:gd name="T82" fmla="*/ 2702 w 3184"/>
              <a:gd name="T83" fmla="*/ 3373 h 3385"/>
              <a:gd name="T84" fmla="*/ 2345 w 3184"/>
              <a:gd name="T85" fmla="*/ 3337 h 3385"/>
              <a:gd name="T86" fmla="*/ 2080 w 3184"/>
              <a:gd name="T87" fmla="*/ 3118 h 3385"/>
              <a:gd name="T88" fmla="*/ 1976 w 3184"/>
              <a:gd name="T89" fmla="*/ 2780 h 3385"/>
              <a:gd name="T90" fmla="*/ 1050 w 3184"/>
              <a:gd name="T91" fmla="*/ 2101 h 3385"/>
              <a:gd name="T92" fmla="*/ 773 w 3184"/>
              <a:gd name="T93" fmla="*/ 2273 h 3385"/>
              <a:gd name="T94" fmla="*/ 426 w 3184"/>
              <a:gd name="T95" fmla="*/ 2270 h 3385"/>
              <a:gd name="T96" fmla="*/ 139 w 3184"/>
              <a:gd name="T97" fmla="*/ 2077 h 3385"/>
              <a:gd name="T98" fmla="*/ 3 w 3184"/>
              <a:gd name="T99" fmla="*/ 1754 h 3385"/>
              <a:gd name="T100" fmla="*/ 73 w 3184"/>
              <a:gd name="T101" fmla="*/ 1403 h 3385"/>
              <a:gd name="T102" fmla="*/ 317 w 3184"/>
              <a:gd name="T103" fmla="*/ 1160 h 3385"/>
              <a:gd name="T104" fmla="*/ 662 w 3184"/>
              <a:gd name="T105" fmla="*/ 1089 h 3385"/>
              <a:gd name="T106" fmla="*/ 967 w 3184"/>
              <a:gd name="T107" fmla="*/ 1210 h 3385"/>
              <a:gd name="T108" fmla="*/ 1984 w 3184"/>
              <a:gd name="T109" fmla="*/ 709 h 3385"/>
              <a:gd name="T110" fmla="*/ 2022 w 3184"/>
              <a:gd name="T111" fmla="*/ 370 h 3385"/>
              <a:gd name="T112" fmla="*/ 2241 w 3184"/>
              <a:gd name="T113" fmla="*/ 104 h 3385"/>
              <a:gd name="T114" fmla="*/ 2578 w 3184"/>
              <a:gd name="T115" fmla="*/ 0 h 3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3184" h="3385">
                <a:moveTo>
                  <a:pt x="2579" y="2364"/>
                </a:moveTo>
                <a:lnTo>
                  <a:pt x="2528" y="2367"/>
                </a:lnTo>
                <a:lnTo>
                  <a:pt x="2478" y="2377"/>
                </a:lnTo>
                <a:lnTo>
                  <a:pt x="2429" y="2392"/>
                </a:lnTo>
                <a:lnTo>
                  <a:pt x="2385" y="2413"/>
                </a:lnTo>
                <a:lnTo>
                  <a:pt x="2343" y="2439"/>
                </a:lnTo>
                <a:lnTo>
                  <a:pt x="2304" y="2469"/>
                </a:lnTo>
                <a:lnTo>
                  <a:pt x="2270" y="2504"/>
                </a:lnTo>
                <a:lnTo>
                  <a:pt x="2239" y="2542"/>
                </a:lnTo>
                <a:lnTo>
                  <a:pt x="2213" y="2584"/>
                </a:lnTo>
                <a:lnTo>
                  <a:pt x="2193" y="2630"/>
                </a:lnTo>
                <a:lnTo>
                  <a:pt x="2177" y="2677"/>
                </a:lnTo>
                <a:lnTo>
                  <a:pt x="2168" y="2727"/>
                </a:lnTo>
                <a:lnTo>
                  <a:pt x="2165" y="2779"/>
                </a:lnTo>
                <a:lnTo>
                  <a:pt x="2168" y="2831"/>
                </a:lnTo>
                <a:lnTo>
                  <a:pt x="2177" y="2882"/>
                </a:lnTo>
                <a:lnTo>
                  <a:pt x="2193" y="2929"/>
                </a:lnTo>
                <a:lnTo>
                  <a:pt x="2213" y="2975"/>
                </a:lnTo>
                <a:lnTo>
                  <a:pt x="2239" y="3017"/>
                </a:lnTo>
                <a:lnTo>
                  <a:pt x="2270" y="3055"/>
                </a:lnTo>
                <a:lnTo>
                  <a:pt x="2304" y="3090"/>
                </a:lnTo>
                <a:lnTo>
                  <a:pt x="2343" y="3120"/>
                </a:lnTo>
                <a:lnTo>
                  <a:pt x="2385" y="3146"/>
                </a:lnTo>
                <a:lnTo>
                  <a:pt x="2429" y="3166"/>
                </a:lnTo>
                <a:lnTo>
                  <a:pt x="2478" y="3182"/>
                </a:lnTo>
                <a:lnTo>
                  <a:pt x="2528" y="3191"/>
                </a:lnTo>
                <a:lnTo>
                  <a:pt x="2579" y="3195"/>
                </a:lnTo>
                <a:lnTo>
                  <a:pt x="2632" y="3191"/>
                </a:lnTo>
                <a:lnTo>
                  <a:pt x="2681" y="3182"/>
                </a:lnTo>
                <a:lnTo>
                  <a:pt x="2729" y="3166"/>
                </a:lnTo>
                <a:lnTo>
                  <a:pt x="2774" y="3146"/>
                </a:lnTo>
                <a:lnTo>
                  <a:pt x="2816" y="3120"/>
                </a:lnTo>
                <a:lnTo>
                  <a:pt x="2855" y="3090"/>
                </a:lnTo>
                <a:lnTo>
                  <a:pt x="2889" y="3055"/>
                </a:lnTo>
                <a:lnTo>
                  <a:pt x="2920" y="3017"/>
                </a:lnTo>
                <a:lnTo>
                  <a:pt x="2945" y="2975"/>
                </a:lnTo>
                <a:lnTo>
                  <a:pt x="2966" y="2929"/>
                </a:lnTo>
                <a:lnTo>
                  <a:pt x="2981" y="2882"/>
                </a:lnTo>
                <a:lnTo>
                  <a:pt x="2991" y="2831"/>
                </a:lnTo>
                <a:lnTo>
                  <a:pt x="2994" y="2779"/>
                </a:lnTo>
                <a:lnTo>
                  <a:pt x="2991" y="2727"/>
                </a:lnTo>
                <a:lnTo>
                  <a:pt x="2981" y="2677"/>
                </a:lnTo>
                <a:lnTo>
                  <a:pt x="2966" y="2630"/>
                </a:lnTo>
                <a:lnTo>
                  <a:pt x="2945" y="2584"/>
                </a:lnTo>
                <a:lnTo>
                  <a:pt x="2920" y="2542"/>
                </a:lnTo>
                <a:lnTo>
                  <a:pt x="2889" y="2504"/>
                </a:lnTo>
                <a:lnTo>
                  <a:pt x="2855" y="2469"/>
                </a:lnTo>
                <a:lnTo>
                  <a:pt x="2816" y="2439"/>
                </a:lnTo>
                <a:lnTo>
                  <a:pt x="2774" y="2413"/>
                </a:lnTo>
                <a:lnTo>
                  <a:pt x="2729" y="2392"/>
                </a:lnTo>
                <a:lnTo>
                  <a:pt x="2681" y="2377"/>
                </a:lnTo>
                <a:lnTo>
                  <a:pt x="2632" y="2367"/>
                </a:lnTo>
                <a:lnTo>
                  <a:pt x="2579" y="2364"/>
                </a:lnTo>
                <a:close/>
                <a:moveTo>
                  <a:pt x="604" y="1277"/>
                </a:moveTo>
                <a:lnTo>
                  <a:pt x="553" y="1280"/>
                </a:lnTo>
                <a:lnTo>
                  <a:pt x="503" y="1289"/>
                </a:lnTo>
                <a:lnTo>
                  <a:pt x="454" y="1305"/>
                </a:lnTo>
                <a:lnTo>
                  <a:pt x="410" y="1325"/>
                </a:lnTo>
                <a:lnTo>
                  <a:pt x="368" y="1351"/>
                </a:lnTo>
                <a:lnTo>
                  <a:pt x="329" y="1382"/>
                </a:lnTo>
                <a:lnTo>
                  <a:pt x="295" y="1416"/>
                </a:lnTo>
                <a:lnTo>
                  <a:pt x="264" y="1455"/>
                </a:lnTo>
                <a:lnTo>
                  <a:pt x="238" y="1497"/>
                </a:lnTo>
                <a:lnTo>
                  <a:pt x="218" y="1543"/>
                </a:lnTo>
                <a:lnTo>
                  <a:pt x="202" y="1590"/>
                </a:lnTo>
                <a:lnTo>
                  <a:pt x="193" y="1640"/>
                </a:lnTo>
                <a:lnTo>
                  <a:pt x="190" y="1692"/>
                </a:lnTo>
                <a:lnTo>
                  <a:pt x="193" y="1744"/>
                </a:lnTo>
                <a:lnTo>
                  <a:pt x="202" y="1794"/>
                </a:lnTo>
                <a:lnTo>
                  <a:pt x="218" y="1842"/>
                </a:lnTo>
                <a:lnTo>
                  <a:pt x="238" y="1888"/>
                </a:lnTo>
                <a:lnTo>
                  <a:pt x="264" y="1929"/>
                </a:lnTo>
                <a:lnTo>
                  <a:pt x="295" y="1968"/>
                </a:lnTo>
                <a:lnTo>
                  <a:pt x="329" y="2002"/>
                </a:lnTo>
                <a:lnTo>
                  <a:pt x="368" y="2033"/>
                </a:lnTo>
                <a:lnTo>
                  <a:pt x="410" y="2059"/>
                </a:lnTo>
                <a:lnTo>
                  <a:pt x="454" y="2079"/>
                </a:lnTo>
                <a:lnTo>
                  <a:pt x="503" y="2095"/>
                </a:lnTo>
                <a:lnTo>
                  <a:pt x="553" y="2104"/>
                </a:lnTo>
                <a:lnTo>
                  <a:pt x="604" y="2107"/>
                </a:lnTo>
                <a:lnTo>
                  <a:pt x="656" y="2104"/>
                </a:lnTo>
                <a:lnTo>
                  <a:pt x="706" y="2095"/>
                </a:lnTo>
                <a:lnTo>
                  <a:pt x="754" y="2079"/>
                </a:lnTo>
                <a:lnTo>
                  <a:pt x="799" y="2059"/>
                </a:lnTo>
                <a:lnTo>
                  <a:pt x="841" y="2033"/>
                </a:lnTo>
                <a:lnTo>
                  <a:pt x="879" y="2002"/>
                </a:lnTo>
                <a:lnTo>
                  <a:pt x="914" y="1968"/>
                </a:lnTo>
                <a:lnTo>
                  <a:pt x="945" y="1929"/>
                </a:lnTo>
                <a:lnTo>
                  <a:pt x="970" y="1888"/>
                </a:lnTo>
                <a:lnTo>
                  <a:pt x="991" y="1842"/>
                </a:lnTo>
                <a:lnTo>
                  <a:pt x="1006" y="1794"/>
                </a:lnTo>
                <a:lnTo>
                  <a:pt x="1016" y="1744"/>
                </a:lnTo>
                <a:lnTo>
                  <a:pt x="1019" y="1692"/>
                </a:lnTo>
                <a:lnTo>
                  <a:pt x="1016" y="1640"/>
                </a:lnTo>
                <a:lnTo>
                  <a:pt x="1006" y="1590"/>
                </a:lnTo>
                <a:lnTo>
                  <a:pt x="991" y="1543"/>
                </a:lnTo>
                <a:lnTo>
                  <a:pt x="970" y="1497"/>
                </a:lnTo>
                <a:lnTo>
                  <a:pt x="945" y="1455"/>
                </a:lnTo>
                <a:lnTo>
                  <a:pt x="914" y="1416"/>
                </a:lnTo>
                <a:lnTo>
                  <a:pt x="880" y="1382"/>
                </a:lnTo>
                <a:lnTo>
                  <a:pt x="841" y="1351"/>
                </a:lnTo>
                <a:lnTo>
                  <a:pt x="799" y="1325"/>
                </a:lnTo>
                <a:lnTo>
                  <a:pt x="755" y="1305"/>
                </a:lnTo>
                <a:lnTo>
                  <a:pt x="706" y="1289"/>
                </a:lnTo>
                <a:lnTo>
                  <a:pt x="657" y="1280"/>
                </a:lnTo>
                <a:lnTo>
                  <a:pt x="604" y="1277"/>
                </a:lnTo>
                <a:close/>
                <a:moveTo>
                  <a:pt x="2579" y="191"/>
                </a:moveTo>
                <a:lnTo>
                  <a:pt x="2528" y="194"/>
                </a:lnTo>
                <a:lnTo>
                  <a:pt x="2478" y="203"/>
                </a:lnTo>
                <a:lnTo>
                  <a:pt x="2430" y="219"/>
                </a:lnTo>
                <a:lnTo>
                  <a:pt x="2385" y="239"/>
                </a:lnTo>
                <a:lnTo>
                  <a:pt x="2343" y="265"/>
                </a:lnTo>
                <a:lnTo>
                  <a:pt x="2305" y="296"/>
                </a:lnTo>
                <a:lnTo>
                  <a:pt x="2270" y="331"/>
                </a:lnTo>
                <a:lnTo>
                  <a:pt x="2239" y="369"/>
                </a:lnTo>
                <a:lnTo>
                  <a:pt x="2213" y="411"/>
                </a:lnTo>
                <a:lnTo>
                  <a:pt x="2193" y="457"/>
                </a:lnTo>
                <a:lnTo>
                  <a:pt x="2177" y="504"/>
                </a:lnTo>
                <a:lnTo>
                  <a:pt x="2168" y="554"/>
                </a:lnTo>
                <a:lnTo>
                  <a:pt x="2165" y="606"/>
                </a:lnTo>
                <a:lnTo>
                  <a:pt x="2168" y="659"/>
                </a:lnTo>
                <a:lnTo>
                  <a:pt x="2177" y="708"/>
                </a:lnTo>
                <a:lnTo>
                  <a:pt x="2193" y="756"/>
                </a:lnTo>
                <a:lnTo>
                  <a:pt x="2213" y="802"/>
                </a:lnTo>
                <a:lnTo>
                  <a:pt x="2239" y="843"/>
                </a:lnTo>
                <a:lnTo>
                  <a:pt x="2270" y="882"/>
                </a:lnTo>
                <a:lnTo>
                  <a:pt x="2304" y="916"/>
                </a:lnTo>
                <a:lnTo>
                  <a:pt x="2343" y="947"/>
                </a:lnTo>
                <a:lnTo>
                  <a:pt x="2385" y="973"/>
                </a:lnTo>
                <a:lnTo>
                  <a:pt x="2429" y="993"/>
                </a:lnTo>
                <a:lnTo>
                  <a:pt x="2478" y="1009"/>
                </a:lnTo>
                <a:lnTo>
                  <a:pt x="2528" y="1018"/>
                </a:lnTo>
                <a:lnTo>
                  <a:pt x="2579" y="1021"/>
                </a:lnTo>
                <a:lnTo>
                  <a:pt x="2632" y="1018"/>
                </a:lnTo>
                <a:lnTo>
                  <a:pt x="2681" y="1009"/>
                </a:lnTo>
                <a:lnTo>
                  <a:pt x="2729" y="993"/>
                </a:lnTo>
                <a:lnTo>
                  <a:pt x="2774" y="973"/>
                </a:lnTo>
                <a:lnTo>
                  <a:pt x="2816" y="947"/>
                </a:lnTo>
                <a:lnTo>
                  <a:pt x="2855" y="916"/>
                </a:lnTo>
                <a:lnTo>
                  <a:pt x="2889" y="882"/>
                </a:lnTo>
                <a:lnTo>
                  <a:pt x="2920" y="843"/>
                </a:lnTo>
                <a:lnTo>
                  <a:pt x="2945" y="802"/>
                </a:lnTo>
                <a:lnTo>
                  <a:pt x="2966" y="756"/>
                </a:lnTo>
                <a:lnTo>
                  <a:pt x="2981" y="708"/>
                </a:lnTo>
                <a:lnTo>
                  <a:pt x="2991" y="659"/>
                </a:lnTo>
                <a:lnTo>
                  <a:pt x="2994" y="606"/>
                </a:lnTo>
                <a:lnTo>
                  <a:pt x="2991" y="554"/>
                </a:lnTo>
                <a:lnTo>
                  <a:pt x="2981" y="504"/>
                </a:lnTo>
                <a:lnTo>
                  <a:pt x="2966" y="457"/>
                </a:lnTo>
                <a:lnTo>
                  <a:pt x="2945" y="411"/>
                </a:lnTo>
                <a:lnTo>
                  <a:pt x="2920" y="369"/>
                </a:lnTo>
                <a:lnTo>
                  <a:pt x="2889" y="331"/>
                </a:lnTo>
                <a:lnTo>
                  <a:pt x="2855" y="296"/>
                </a:lnTo>
                <a:lnTo>
                  <a:pt x="2816" y="265"/>
                </a:lnTo>
                <a:lnTo>
                  <a:pt x="2774" y="239"/>
                </a:lnTo>
                <a:lnTo>
                  <a:pt x="2729" y="219"/>
                </a:lnTo>
                <a:lnTo>
                  <a:pt x="2681" y="203"/>
                </a:lnTo>
                <a:lnTo>
                  <a:pt x="2632" y="194"/>
                </a:lnTo>
                <a:lnTo>
                  <a:pt x="2579" y="191"/>
                </a:lnTo>
                <a:close/>
                <a:moveTo>
                  <a:pt x="2578" y="0"/>
                </a:moveTo>
                <a:lnTo>
                  <a:pt x="2640" y="3"/>
                </a:lnTo>
                <a:lnTo>
                  <a:pt x="2701" y="13"/>
                </a:lnTo>
                <a:lnTo>
                  <a:pt x="2758" y="28"/>
                </a:lnTo>
                <a:lnTo>
                  <a:pt x="2814" y="48"/>
                </a:lnTo>
                <a:lnTo>
                  <a:pt x="2866" y="73"/>
                </a:lnTo>
                <a:lnTo>
                  <a:pt x="2917" y="104"/>
                </a:lnTo>
                <a:lnTo>
                  <a:pt x="2963" y="138"/>
                </a:lnTo>
                <a:lnTo>
                  <a:pt x="3006" y="177"/>
                </a:lnTo>
                <a:lnTo>
                  <a:pt x="3045" y="221"/>
                </a:lnTo>
                <a:lnTo>
                  <a:pt x="3079" y="267"/>
                </a:lnTo>
                <a:lnTo>
                  <a:pt x="3110" y="318"/>
                </a:lnTo>
                <a:lnTo>
                  <a:pt x="3135" y="370"/>
                </a:lnTo>
                <a:lnTo>
                  <a:pt x="3155" y="426"/>
                </a:lnTo>
                <a:lnTo>
                  <a:pt x="3170" y="483"/>
                </a:lnTo>
                <a:lnTo>
                  <a:pt x="3180" y="543"/>
                </a:lnTo>
                <a:lnTo>
                  <a:pt x="3183" y="605"/>
                </a:lnTo>
                <a:lnTo>
                  <a:pt x="3180" y="667"/>
                </a:lnTo>
                <a:lnTo>
                  <a:pt x="3170" y="728"/>
                </a:lnTo>
                <a:lnTo>
                  <a:pt x="3155" y="785"/>
                </a:lnTo>
                <a:lnTo>
                  <a:pt x="3134" y="841"/>
                </a:lnTo>
                <a:lnTo>
                  <a:pt x="3110" y="893"/>
                </a:lnTo>
                <a:lnTo>
                  <a:pt x="3079" y="944"/>
                </a:lnTo>
                <a:lnTo>
                  <a:pt x="3044" y="990"/>
                </a:lnTo>
                <a:lnTo>
                  <a:pt x="3005" y="1034"/>
                </a:lnTo>
                <a:lnTo>
                  <a:pt x="2963" y="1073"/>
                </a:lnTo>
                <a:lnTo>
                  <a:pt x="2915" y="1107"/>
                </a:lnTo>
                <a:lnTo>
                  <a:pt x="2866" y="1138"/>
                </a:lnTo>
                <a:lnTo>
                  <a:pt x="2814" y="1163"/>
                </a:lnTo>
                <a:lnTo>
                  <a:pt x="2758" y="1183"/>
                </a:lnTo>
                <a:lnTo>
                  <a:pt x="2700" y="1198"/>
                </a:lnTo>
                <a:lnTo>
                  <a:pt x="2640" y="1208"/>
                </a:lnTo>
                <a:lnTo>
                  <a:pt x="2578" y="1211"/>
                </a:lnTo>
                <a:lnTo>
                  <a:pt x="2521" y="1208"/>
                </a:lnTo>
                <a:lnTo>
                  <a:pt x="2464" y="1199"/>
                </a:lnTo>
                <a:lnTo>
                  <a:pt x="2410" y="1186"/>
                </a:lnTo>
                <a:lnTo>
                  <a:pt x="2357" y="1169"/>
                </a:lnTo>
                <a:lnTo>
                  <a:pt x="2307" y="1146"/>
                </a:lnTo>
                <a:lnTo>
                  <a:pt x="2260" y="1119"/>
                </a:lnTo>
                <a:lnTo>
                  <a:pt x="2215" y="1088"/>
                </a:lnTo>
                <a:lnTo>
                  <a:pt x="2173" y="1053"/>
                </a:lnTo>
                <a:lnTo>
                  <a:pt x="2134" y="1015"/>
                </a:lnTo>
                <a:lnTo>
                  <a:pt x="2099" y="973"/>
                </a:lnTo>
                <a:lnTo>
                  <a:pt x="1173" y="1492"/>
                </a:lnTo>
                <a:lnTo>
                  <a:pt x="1187" y="1539"/>
                </a:lnTo>
                <a:lnTo>
                  <a:pt x="1199" y="1589"/>
                </a:lnTo>
                <a:lnTo>
                  <a:pt x="1205" y="1640"/>
                </a:lnTo>
                <a:lnTo>
                  <a:pt x="1207" y="1692"/>
                </a:lnTo>
                <a:lnTo>
                  <a:pt x="1205" y="1743"/>
                </a:lnTo>
                <a:lnTo>
                  <a:pt x="1199" y="1795"/>
                </a:lnTo>
                <a:lnTo>
                  <a:pt x="1187" y="1843"/>
                </a:lnTo>
                <a:lnTo>
                  <a:pt x="1173" y="1892"/>
                </a:lnTo>
                <a:lnTo>
                  <a:pt x="2101" y="2411"/>
                </a:lnTo>
                <a:lnTo>
                  <a:pt x="2136" y="2370"/>
                </a:lnTo>
                <a:lnTo>
                  <a:pt x="2174" y="2332"/>
                </a:lnTo>
                <a:lnTo>
                  <a:pt x="2216" y="2297"/>
                </a:lnTo>
                <a:lnTo>
                  <a:pt x="2262" y="2266"/>
                </a:lnTo>
                <a:lnTo>
                  <a:pt x="2309" y="2239"/>
                </a:lnTo>
                <a:lnTo>
                  <a:pt x="2359" y="2216"/>
                </a:lnTo>
                <a:lnTo>
                  <a:pt x="2412" y="2199"/>
                </a:lnTo>
                <a:lnTo>
                  <a:pt x="2465" y="2185"/>
                </a:lnTo>
                <a:lnTo>
                  <a:pt x="2522" y="2177"/>
                </a:lnTo>
                <a:lnTo>
                  <a:pt x="2579" y="2175"/>
                </a:lnTo>
                <a:lnTo>
                  <a:pt x="2641" y="2178"/>
                </a:lnTo>
                <a:lnTo>
                  <a:pt x="2701" y="2188"/>
                </a:lnTo>
                <a:lnTo>
                  <a:pt x="2759" y="2202"/>
                </a:lnTo>
                <a:lnTo>
                  <a:pt x="2815" y="2223"/>
                </a:lnTo>
                <a:lnTo>
                  <a:pt x="2867" y="2248"/>
                </a:lnTo>
                <a:lnTo>
                  <a:pt x="2918" y="2278"/>
                </a:lnTo>
                <a:lnTo>
                  <a:pt x="2964" y="2313"/>
                </a:lnTo>
                <a:lnTo>
                  <a:pt x="3007" y="2352"/>
                </a:lnTo>
                <a:lnTo>
                  <a:pt x="3046" y="2396"/>
                </a:lnTo>
                <a:lnTo>
                  <a:pt x="3080" y="2442"/>
                </a:lnTo>
                <a:lnTo>
                  <a:pt x="3111" y="2491"/>
                </a:lnTo>
                <a:lnTo>
                  <a:pt x="3137" y="2545"/>
                </a:lnTo>
                <a:lnTo>
                  <a:pt x="3157" y="2601"/>
                </a:lnTo>
                <a:lnTo>
                  <a:pt x="3171" y="2658"/>
                </a:lnTo>
                <a:lnTo>
                  <a:pt x="3181" y="2718"/>
                </a:lnTo>
                <a:lnTo>
                  <a:pt x="3184" y="2780"/>
                </a:lnTo>
                <a:lnTo>
                  <a:pt x="3181" y="2842"/>
                </a:lnTo>
                <a:lnTo>
                  <a:pt x="3171" y="2902"/>
                </a:lnTo>
                <a:lnTo>
                  <a:pt x="3157" y="2960"/>
                </a:lnTo>
                <a:lnTo>
                  <a:pt x="3137" y="3016"/>
                </a:lnTo>
                <a:lnTo>
                  <a:pt x="3111" y="3068"/>
                </a:lnTo>
                <a:lnTo>
                  <a:pt x="3081" y="3118"/>
                </a:lnTo>
                <a:lnTo>
                  <a:pt x="3046" y="3165"/>
                </a:lnTo>
                <a:lnTo>
                  <a:pt x="3007" y="3208"/>
                </a:lnTo>
                <a:lnTo>
                  <a:pt x="2964" y="3247"/>
                </a:lnTo>
                <a:lnTo>
                  <a:pt x="2918" y="3282"/>
                </a:lnTo>
                <a:lnTo>
                  <a:pt x="2868" y="3313"/>
                </a:lnTo>
                <a:lnTo>
                  <a:pt x="2815" y="3337"/>
                </a:lnTo>
                <a:lnTo>
                  <a:pt x="2759" y="3358"/>
                </a:lnTo>
                <a:lnTo>
                  <a:pt x="2702" y="3373"/>
                </a:lnTo>
                <a:lnTo>
                  <a:pt x="2642" y="3382"/>
                </a:lnTo>
                <a:lnTo>
                  <a:pt x="2580" y="3385"/>
                </a:lnTo>
                <a:lnTo>
                  <a:pt x="2519" y="3382"/>
                </a:lnTo>
                <a:lnTo>
                  <a:pt x="2458" y="3373"/>
                </a:lnTo>
                <a:lnTo>
                  <a:pt x="2400" y="3358"/>
                </a:lnTo>
                <a:lnTo>
                  <a:pt x="2345" y="3337"/>
                </a:lnTo>
                <a:lnTo>
                  <a:pt x="2292" y="3312"/>
                </a:lnTo>
                <a:lnTo>
                  <a:pt x="2243" y="3282"/>
                </a:lnTo>
                <a:lnTo>
                  <a:pt x="2196" y="3247"/>
                </a:lnTo>
                <a:lnTo>
                  <a:pt x="2154" y="3208"/>
                </a:lnTo>
                <a:lnTo>
                  <a:pt x="2115" y="3164"/>
                </a:lnTo>
                <a:lnTo>
                  <a:pt x="2080" y="3118"/>
                </a:lnTo>
                <a:lnTo>
                  <a:pt x="2049" y="3068"/>
                </a:lnTo>
                <a:lnTo>
                  <a:pt x="2024" y="3015"/>
                </a:lnTo>
                <a:lnTo>
                  <a:pt x="2004" y="2959"/>
                </a:lnTo>
                <a:lnTo>
                  <a:pt x="1988" y="2902"/>
                </a:lnTo>
                <a:lnTo>
                  <a:pt x="1979" y="2842"/>
                </a:lnTo>
                <a:lnTo>
                  <a:pt x="1976" y="2780"/>
                </a:lnTo>
                <a:lnTo>
                  <a:pt x="1979" y="2727"/>
                </a:lnTo>
                <a:lnTo>
                  <a:pt x="1985" y="2677"/>
                </a:lnTo>
                <a:lnTo>
                  <a:pt x="1996" y="2626"/>
                </a:lnTo>
                <a:lnTo>
                  <a:pt x="2012" y="2578"/>
                </a:lnTo>
                <a:lnTo>
                  <a:pt x="1085" y="2059"/>
                </a:lnTo>
                <a:lnTo>
                  <a:pt x="1050" y="2101"/>
                </a:lnTo>
                <a:lnTo>
                  <a:pt x="1011" y="2139"/>
                </a:lnTo>
                <a:lnTo>
                  <a:pt x="968" y="2174"/>
                </a:lnTo>
                <a:lnTo>
                  <a:pt x="924" y="2205"/>
                </a:lnTo>
                <a:lnTo>
                  <a:pt x="876" y="2233"/>
                </a:lnTo>
                <a:lnTo>
                  <a:pt x="825" y="2256"/>
                </a:lnTo>
                <a:lnTo>
                  <a:pt x="773" y="2273"/>
                </a:lnTo>
                <a:lnTo>
                  <a:pt x="719" y="2286"/>
                </a:lnTo>
                <a:lnTo>
                  <a:pt x="662" y="2295"/>
                </a:lnTo>
                <a:lnTo>
                  <a:pt x="604" y="2297"/>
                </a:lnTo>
                <a:lnTo>
                  <a:pt x="543" y="2294"/>
                </a:lnTo>
                <a:lnTo>
                  <a:pt x="483" y="2285"/>
                </a:lnTo>
                <a:lnTo>
                  <a:pt x="426" y="2270"/>
                </a:lnTo>
                <a:lnTo>
                  <a:pt x="370" y="2249"/>
                </a:lnTo>
                <a:lnTo>
                  <a:pt x="317" y="2225"/>
                </a:lnTo>
                <a:lnTo>
                  <a:pt x="267" y="2194"/>
                </a:lnTo>
                <a:lnTo>
                  <a:pt x="220" y="2159"/>
                </a:lnTo>
                <a:lnTo>
                  <a:pt x="178" y="2120"/>
                </a:lnTo>
                <a:lnTo>
                  <a:pt x="139" y="2077"/>
                </a:lnTo>
                <a:lnTo>
                  <a:pt x="104" y="2030"/>
                </a:lnTo>
                <a:lnTo>
                  <a:pt x="73" y="1980"/>
                </a:lnTo>
                <a:lnTo>
                  <a:pt x="47" y="1928"/>
                </a:lnTo>
                <a:lnTo>
                  <a:pt x="28" y="1872"/>
                </a:lnTo>
                <a:lnTo>
                  <a:pt x="12" y="1814"/>
                </a:lnTo>
                <a:lnTo>
                  <a:pt x="3" y="1754"/>
                </a:lnTo>
                <a:lnTo>
                  <a:pt x="0" y="1692"/>
                </a:lnTo>
                <a:lnTo>
                  <a:pt x="3" y="1630"/>
                </a:lnTo>
                <a:lnTo>
                  <a:pt x="12" y="1570"/>
                </a:lnTo>
                <a:lnTo>
                  <a:pt x="28" y="1513"/>
                </a:lnTo>
                <a:lnTo>
                  <a:pt x="47" y="1457"/>
                </a:lnTo>
                <a:lnTo>
                  <a:pt x="73" y="1403"/>
                </a:lnTo>
                <a:lnTo>
                  <a:pt x="104" y="1354"/>
                </a:lnTo>
                <a:lnTo>
                  <a:pt x="139" y="1308"/>
                </a:lnTo>
                <a:lnTo>
                  <a:pt x="177" y="1264"/>
                </a:lnTo>
                <a:lnTo>
                  <a:pt x="220" y="1225"/>
                </a:lnTo>
                <a:lnTo>
                  <a:pt x="266" y="1190"/>
                </a:lnTo>
                <a:lnTo>
                  <a:pt x="317" y="1160"/>
                </a:lnTo>
                <a:lnTo>
                  <a:pt x="369" y="1135"/>
                </a:lnTo>
                <a:lnTo>
                  <a:pt x="425" y="1114"/>
                </a:lnTo>
                <a:lnTo>
                  <a:pt x="482" y="1100"/>
                </a:lnTo>
                <a:lnTo>
                  <a:pt x="543" y="1090"/>
                </a:lnTo>
                <a:lnTo>
                  <a:pt x="603" y="1087"/>
                </a:lnTo>
                <a:lnTo>
                  <a:pt x="662" y="1089"/>
                </a:lnTo>
                <a:lnTo>
                  <a:pt x="718" y="1097"/>
                </a:lnTo>
                <a:lnTo>
                  <a:pt x="772" y="1111"/>
                </a:lnTo>
                <a:lnTo>
                  <a:pt x="825" y="1128"/>
                </a:lnTo>
                <a:lnTo>
                  <a:pt x="875" y="1151"/>
                </a:lnTo>
                <a:lnTo>
                  <a:pt x="923" y="1178"/>
                </a:lnTo>
                <a:lnTo>
                  <a:pt x="967" y="1210"/>
                </a:lnTo>
                <a:lnTo>
                  <a:pt x="1010" y="1244"/>
                </a:lnTo>
                <a:lnTo>
                  <a:pt x="1048" y="1283"/>
                </a:lnTo>
                <a:lnTo>
                  <a:pt x="1082" y="1324"/>
                </a:lnTo>
                <a:lnTo>
                  <a:pt x="2009" y="806"/>
                </a:lnTo>
                <a:lnTo>
                  <a:pt x="1994" y="758"/>
                </a:lnTo>
                <a:lnTo>
                  <a:pt x="1984" y="709"/>
                </a:lnTo>
                <a:lnTo>
                  <a:pt x="1977" y="658"/>
                </a:lnTo>
                <a:lnTo>
                  <a:pt x="1975" y="605"/>
                </a:lnTo>
                <a:lnTo>
                  <a:pt x="1978" y="543"/>
                </a:lnTo>
                <a:lnTo>
                  <a:pt x="1987" y="483"/>
                </a:lnTo>
                <a:lnTo>
                  <a:pt x="2002" y="426"/>
                </a:lnTo>
                <a:lnTo>
                  <a:pt x="2022" y="370"/>
                </a:lnTo>
                <a:lnTo>
                  <a:pt x="2048" y="318"/>
                </a:lnTo>
                <a:lnTo>
                  <a:pt x="2078" y="267"/>
                </a:lnTo>
                <a:lnTo>
                  <a:pt x="2113" y="221"/>
                </a:lnTo>
                <a:lnTo>
                  <a:pt x="2152" y="177"/>
                </a:lnTo>
                <a:lnTo>
                  <a:pt x="2195" y="138"/>
                </a:lnTo>
                <a:lnTo>
                  <a:pt x="2241" y="104"/>
                </a:lnTo>
                <a:lnTo>
                  <a:pt x="2291" y="73"/>
                </a:lnTo>
                <a:lnTo>
                  <a:pt x="2344" y="48"/>
                </a:lnTo>
                <a:lnTo>
                  <a:pt x="2399" y="28"/>
                </a:lnTo>
                <a:lnTo>
                  <a:pt x="2457" y="13"/>
                </a:lnTo>
                <a:lnTo>
                  <a:pt x="2517" y="3"/>
                </a:lnTo>
                <a:lnTo>
                  <a:pt x="2578" y="0"/>
                </a:lnTo>
                <a:close/>
              </a:path>
            </a:pathLst>
          </a:custGeom>
          <a:solidFill>
            <a:schemeClr val="bg1"/>
          </a:solidFill>
          <a:ln w="0">
            <a:noFill/>
            <a:prstDash val="solid"/>
            <a:round/>
          </a:ln>
        </p:spPr>
        <p:txBody>
          <a:bodyPr vert="horz" wrap="square" lIns="91440" tIns="45720" rIns="91440" bIns="45720" numCol="1" anchor="t" anchorCtr="0" compatLnSpc="1"/>
          <a:lstStyle/>
          <a:p>
            <a:endParaRPr lang="en-US" sz="2000">
              <a:latin typeface="Arial" panose="020B0604020202020204" pitchFamily="34" charset="0"/>
              <a:ea typeface="思源黑体 CN Medium" panose="020B0600000000000000" pitchFamily="34" charset="-122"/>
              <a:cs typeface="+mn-ea"/>
              <a:sym typeface="Arial" panose="020B0604020202020204" pitchFamily="34" charset="0"/>
            </a:endParaRPr>
          </a:p>
        </p:txBody>
      </p:sp>
      <p:sp>
        <p:nvSpPr>
          <p:cNvPr id="7" name="圆角矩形 6"/>
          <p:cNvSpPr/>
          <p:nvPr/>
        </p:nvSpPr>
        <p:spPr>
          <a:xfrm>
            <a:off x="8602792" y="1804658"/>
            <a:ext cx="2545467" cy="1489059"/>
          </a:xfrm>
          <a:prstGeom prst="roundRect">
            <a:avLst>
              <a:gd name="adj" fmla="val 14072"/>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圆角矩形 7"/>
          <p:cNvSpPr/>
          <p:nvPr/>
        </p:nvSpPr>
        <p:spPr>
          <a:xfrm>
            <a:off x="9445333" y="1455489"/>
            <a:ext cx="860385" cy="698339"/>
          </a:xfrm>
          <a:prstGeom prst="roundRect">
            <a:avLst>
              <a:gd name="adj" fmla="val 24954"/>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9" name="文本框 8"/>
          <p:cNvSpPr txBox="1"/>
          <p:nvPr/>
        </p:nvSpPr>
        <p:spPr>
          <a:xfrm>
            <a:off x="8821623" y="2574946"/>
            <a:ext cx="2107805" cy="497765"/>
          </a:xfrm>
          <a:prstGeom prst="rect">
            <a:avLst/>
          </a:prstGeom>
          <a:noFill/>
        </p:spPr>
        <p:txBody>
          <a:bodyPr wrap="square" rtlCol="0">
            <a:spAutoFit/>
          </a:bodyPr>
          <a:lstStyle/>
          <a:p>
            <a:pPr algn="ctr">
              <a:lnSpc>
                <a:spcPct val="130000"/>
              </a:lnSpc>
            </a:pPr>
            <a:r>
              <a:rPr kumimoji="1" lang="zh-CN" altLang="en-US" sz="1100" dirty="0">
                <a:solidFill>
                  <a:schemeClr val="tx1">
                    <a:lumMod val="75000"/>
                    <a:lumOff val="25000"/>
                  </a:schemeClr>
                </a:solidFill>
                <a:latin typeface="+mn-ea"/>
                <a:cs typeface="+mn-ea"/>
                <a:sym typeface="+mn-lt"/>
              </a:rPr>
              <a:t>感谢使用我们的</a:t>
            </a:r>
            <a:r>
              <a:rPr kumimoji="1" lang="en-US" altLang="zh-CN" sz="1100" dirty="0">
                <a:solidFill>
                  <a:schemeClr val="tx1">
                    <a:lumMod val="75000"/>
                    <a:lumOff val="25000"/>
                  </a:schemeClr>
                </a:solidFill>
                <a:latin typeface="+mn-ea"/>
                <a:cs typeface="+mn-ea"/>
                <a:sym typeface="+mn-lt"/>
              </a:rPr>
              <a:t>PPT</a:t>
            </a:r>
            <a:r>
              <a:rPr kumimoji="1" lang="zh-CN" altLang="en-US" sz="1100" dirty="0">
                <a:solidFill>
                  <a:schemeClr val="tx1">
                    <a:lumMod val="75000"/>
                    <a:lumOff val="25000"/>
                  </a:schemeClr>
                </a:solidFill>
                <a:latin typeface="+mn-ea"/>
                <a:cs typeface="+mn-ea"/>
                <a:sym typeface="+mn-lt"/>
              </a:rPr>
              <a:t>模板，请输入您需要的文字内容</a:t>
            </a:r>
            <a:endParaRPr kumimoji="1" lang="zh-CN" altLang="en-US" sz="1100" dirty="0">
              <a:solidFill>
                <a:schemeClr val="tx1">
                  <a:lumMod val="75000"/>
                  <a:lumOff val="25000"/>
                </a:schemeClr>
              </a:solidFill>
              <a:latin typeface="+mn-ea"/>
              <a:cs typeface="+mn-ea"/>
              <a:sym typeface="+mn-lt"/>
            </a:endParaRPr>
          </a:p>
        </p:txBody>
      </p:sp>
      <p:sp>
        <p:nvSpPr>
          <p:cNvPr id="10" name="文本框 9"/>
          <p:cNvSpPr txBox="1"/>
          <p:nvPr/>
        </p:nvSpPr>
        <p:spPr>
          <a:xfrm>
            <a:off x="9212635" y="2270523"/>
            <a:ext cx="1325780" cy="307777"/>
          </a:xfrm>
          <a:prstGeom prst="rect">
            <a:avLst/>
          </a:prstGeom>
          <a:noFill/>
        </p:spPr>
        <p:txBody>
          <a:bodyPr wrap="square" rtlCol="0">
            <a:spAutoFit/>
          </a:bodyPr>
          <a:lstStyle/>
          <a:p>
            <a:pPr algn="dist"/>
            <a:r>
              <a:rPr kumimoji="1" lang="zh-CN" altLang="en-US" sz="1400" dirty="0">
                <a:solidFill>
                  <a:schemeClr val="tx1">
                    <a:lumMod val="75000"/>
                    <a:lumOff val="25000"/>
                  </a:schemeClr>
                </a:solidFill>
                <a:latin typeface="+mj-ea"/>
                <a:ea typeface="+mj-ea"/>
                <a:cs typeface="+mn-ea"/>
                <a:sym typeface="+mn-lt"/>
              </a:rPr>
              <a:t>输入标题文字</a:t>
            </a:r>
            <a:endParaRPr kumimoji="1" lang="zh-CN" altLang="en-US" sz="1400" dirty="0">
              <a:solidFill>
                <a:schemeClr val="tx1">
                  <a:lumMod val="75000"/>
                  <a:lumOff val="25000"/>
                </a:schemeClr>
              </a:solidFill>
              <a:latin typeface="+mj-ea"/>
              <a:ea typeface="+mj-ea"/>
              <a:cs typeface="+mn-ea"/>
              <a:sym typeface="+mn-lt"/>
            </a:endParaRPr>
          </a:p>
        </p:txBody>
      </p:sp>
      <p:grpSp>
        <p:nvGrpSpPr>
          <p:cNvPr id="11" name="组合 10"/>
          <p:cNvGrpSpPr/>
          <p:nvPr/>
        </p:nvGrpSpPr>
        <p:grpSpPr>
          <a:xfrm>
            <a:off x="9687086" y="1639283"/>
            <a:ext cx="359737" cy="332388"/>
            <a:chOff x="5974749" y="1959140"/>
            <a:chExt cx="324304" cy="299649"/>
          </a:xfrm>
        </p:grpSpPr>
        <p:sp>
          <p:nvSpPr>
            <p:cNvPr id="12" name="Freeform 58"/>
            <p:cNvSpPr/>
            <p:nvPr/>
          </p:nvSpPr>
          <p:spPr bwMode="auto">
            <a:xfrm>
              <a:off x="5974749" y="1959140"/>
              <a:ext cx="324304" cy="240857"/>
            </a:xfrm>
            <a:custGeom>
              <a:avLst/>
              <a:gdLst>
                <a:gd name="T0" fmla="*/ 2095 w 3422"/>
                <a:gd name="T1" fmla="*/ 44 h 2536"/>
                <a:gd name="T2" fmla="*/ 2418 w 3422"/>
                <a:gd name="T3" fmla="*/ 212 h 2536"/>
                <a:gd name="T4" fmla="*/ 2659 w 3422"/>
                <a:gd name="T5" fmla="*/ 486 h 2536"/>
                <a:gd name="T6" fmla="*/ 2782 w 3422"/>
                <a:gd name="T7" fmla="*/ 825 h 2536"/>
                <a:gd name="T8" fmla="*/ 3094 w 3422"/>
                <a:gd name="T9" fmla="*/ 984 h 2536"/>
                <a:gd name="T10" fmla="*/ 3317 w 3422"/>
                <a:gd name="T11" fmla="*/ 1253 h 2536"/>
                <a:gd name="T12" fmla="*/ 3419 w 3422"/>
                <a:gd name="T13" fmla="*/ 1593 h 2536"/>
                <a:gd name="T14" fmla="*/ 3383 w 3422"/>
                <a:gd name="T15" fmla="*/ 1921 h 2536"/>
                <a:gd name="T16" fmla="*/ 3235 w 3422"/>
                <a:gd name="T17" fmla="*/ 2207 h 2536"/>
                <a:gd name="T18" fmla="*/ 2991 w 3422"/>
                <a:gd name="T19" fmla="*/ 2422 h 2536"/>
                <a:gd name="T20" fmla="*/ 2692 w 3422"/>
                <a:gd name="T21" fmla="*/ 2529 h 2536"/>
                <a:gd name="T22" fmla="*/ 2039 w 3422"/>
                <a:gd name="T23" fmla="*/ 2514 h 2536"/>
                <a:gd name="T24" fmla="*/ 2006 w 3422"/>
                <a:gd name="T25" fmla="*/ 2419 h 2536"/>
                <a:gd name="T26" fmla="*/ 2077 w 3422"/>
                <a:gd name="T27" fmla="*/ 2348 h 2536"/>
                <a:gd name="T28" fmla="*/ 2800 w 3422"/>
                <a:gd name="T29" fmla="*/ 2303 h 2536"/>
                <a:gd name="T30" fmla="*/ 3052 w 3422"/>
                <a:gd name="T31" fmla="*/ 2127 h 2536"/>
                <a:gd name="T32" fmla="*/ 3204 w 3422"/>
                <a:gd name="T33" fmla="*/ 1857 h 2536"/>
                <a:gd name="T34" fmla="*/ 3221 w 3422"/>
                <a:gd name="T35" fmla="*/ 1546 h 2536"/>
                <a:gd name="T36" fmla="*/ 3109 w 3422"/>
                <a:gd name="T37" fmla="*/ 1274 h 2536"/>
                <a:gd name="T38" fmla="*/ 2900 w 3422"/>
                <a:gd name="T39" fmla="*/ 1077 h 2536"/>
                <a:gd name="T40" fmla="*/ 2662 w 3422"/>
                <a:gd name="T41" fmla="*/ 989 h 2536"/>
                <a:gd name="T42" fmla="*/ 2604 w 3422"/>
                <a:gd name="T43" fmla="*/ 910 h 2536"/>
                <a:gd name="T44" fmla="*/ 2505 w 3422"/>
                <a:gd name="T45" fmla="*/ 596 h 2536"/>
                <a:gd name="T46" fmla="*/ 2296 w 3422"/>
                <a:gd name="T47" fmla="*/ 354 h 2536"/>
                <a:gd name="T48" fmla="*/ 2007 w 3422"/>
                <a:gd name="T49" fmla="*/ 214 h 2536"/>
                <a:gd name="T50" fmla="*/ 1676 w 3422"/>
                <a:gd name="T51" fmla="*/ 199 h 2536"/>
                <a:gd name="T52" fmla="*/ 1377 w 3422"/>
                <a:gd name="T53" fmla="*/ 314 h 2536"/>
                <a:gd name="T54" fmla="*/ 1146 w 3422"/>
                <a:gd name="T55" fmla="*/ 534 h 2536"/>
                <a:gd name="T56" fmla="*/ 1040 w 3422"/>
                <a:gd name="T57" fmla="*/ 690 h 2536"/>
                <a:gd name="T58" fmla="*/ 924 w 3422"/>
                <a:gd name="T59" fmla="*/ 684 h 2536"/>
                <a:gd name="T60" fmla="*/ 705 w 3422"/>
                <a:gd name="T61" fmla="*/ 703 h 2536"/>
                <a:gd name="T62" fmla="*/ 538 w 3422"/>
                <a:gd name="T63" fmla="*/ 849 h 2536"/>
                <a:gd name="T64" fmla="*/ 492 w 3422"/>
                <a:gd name="T65" fmla="*/ 1068 h 2536"/>
                <a:gd name="T66" fmla="*/ 511 w 3422"/>
                <a:gd name="T67" fmla="*/ 1212 h 2536"/>
                <a:gd name="T68" fmla="*/ 382 w 3422"/>
                <a:gd name="T69" fmla="*/ 1326 h 2536"/>
                <a:gd name="T70" fmla="*/ 231 w 3422"/>
                <a:gd name="T71" fmla="*/ 1539 h 2536"/>
                <a:gd name="T72" fmla="*/ 193 w 3422"/>
                <a:gd name="T73" fmla="*/ 1808 h 2536"/>
                <a:gd name="T74" fmla="*/ 293 w 3422"/>
                <a:gd name="T75" fmla="*/ 2086 h 2536"/>
                <a:gd name="T76" fmla="*/ 503 w 3422"/>
                <a:gd name="T77" fmla="*/ 2282 h 2536"/>
                <a:gd name="T78" fmla="*/ 1322 w 3422"/>
                <a:gd name="T79" fmla="*/ 2346 h 2536"/>
                <a:gd name="T80" fmla="*/ 1407 w 3422"/>
                <a:gd name="T81" fmla="*/ 2399 h 2536"/>
                <a:gd name="T82" fmla="*/ 1396 w 3422"/>
                <a:gd name="T83" fmla="*/ 2501 h 2536"/>
                <a:gd name="T84" fmla="*/ 711 w 3422"/>
                <a:gd name="T85" fmla="*/ 2536 h 2536"/>
                <a:gd name="T86" fmla="*/ 408 w 3422"/>
                <a:gd name="T87" fmla="*/ 2448 h 2536"/>
                <a:gd name="T88" fmla="*/ 163 w 3422"/>
                <a:gd name="T89" fmla="*/ 2231 h 2536"/>
                <a:gd name="T90" fmla="*/ 24 w 3422"/>
                <a:gd name="T91" fmla="*/ 1940 h 2536"/>
                <a:gd name="T92" fmla="*/ 11 w 3422"/>
                <a:gd name="T93" fmla="*/ 1618 h 2536"/>
                <a:gd name="T94" fmla="*/ 132 w 3422"/>
                <a:gd name="T95" fmla="*/ 1325 h 2536"/>
                <a:gd name="T96" fmla="*/ 305 w 3422"/>
                <a:gd name="T97" fmla="*/ 1103 h 2536"/>
                <a:gd name="T98" fmla="*/ 327 w 3422"/>
                <a:gd name="T99" fmla="*/ 857 h 2536"/>
                <a:gd name="T100" fmla="*/ 479 w 3422"/>
                <a:gd name="T101" fmla="*/ 626 h 2536"/>
                <a:gd name="T102" fmla="*/ 725 w 3422"/>
                <a:gd name="T103" fmla="*/ 499 h 2536"/>
                <a:gd name="T104" fmla="*/ 982 w 3422"/>
                <a:gd name="T105" fmla="*/ 439 h 2536"/>
                <a:gd name="T106" fmla="*/ 1212 w 3422"/>
                <a:gd name="T107" fmla="*/ 197 h 2536"/>
                <a:gd name="T108" fmla="*/ 1525 w 3422"/>
                <a:gd name="T109" fmla="*/ 41 h 2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3422" h="2536">
                  <a:moveTo>
                    <a:pt x="1805" y="0"/>
                  </a:moveTo>
                  <a:lnTo>
                    <a:pt x="1879" y="3"/>
                  </a:lnTo>
                  <a:lnTo>
                    <a:pt x="1952" y="12"/>
                  </a:lnTo>
                  <a:lnTo>
                    <a:pt x="2025" y="25"/>
                  </a:lnTo>
                  <a:lnTo>
                    <a:pt x="2095" y="44"/>
                  </a:lnTo>
                  <a:lnTo>
                    <a:pt x="2164" y="68"/>
                  </a:lnTo>
                  <a:lnTo>
                    <a:pt x="2231" y="96"/>
                  </a:lnTo>
                  <a:lnTo>
                    <a:pt x="2296" y="130"/>
                  </a:lnTo>
                  <a:lnTo>
                    <a:pt x="2357" y="168"/>
                  </a:lnTo>
                  <a:lnTo>
                    <a:pt x="2418" y="212"/>
                  </a:lnTo>
                  <a:lnTo>
                    <a:pt x="2474" y="260"/>
                  </a:lnTo>
                  <a:lnTo>
                    <a:pt x="2527" y="312"/>
                  </a:lnTo>
                  <a:lnTo>
                    <a:pt x="2575" y="367"/>
                  </a:lnTo>
                  <a:lnTo>
                    <a:pt x="2619" y="425"/>
                  </a:lnTo>
                  <a:lnTo>
                    <a:pt x="2659" y="486"/>
                  </a:lnTo>
                  <a:lnTo>
                    <a:pt x="2693" y="549"/>
                  </a:lnTo>
                  <a:lnTo>
                    <a:pt x="2723" y="616"/>
                  </a:lnTo>
                  <a:lnTo>
                    <a:pt x="2748" y="683"/>
                  </a:lnTo>
                  <a:lnTo>
                    <a:pt x="2768" y="754"/>
                  </a:lnTo>
                  <a:lnTo>
                    <a:pt x="2782" y="825"/>
                  </a:lnTo>
                  <a:lnTo>
                    <a:pt x="2851" y="846"/>
                  </a:lnTo>
                  <a:lnTo>
                    <a:pt x="2916" y="873"/>
                  </a:lnTo>
                  <a:lnTo>
                    <a:pt x="2979" y="905"/>
                  </a:lnTo>
                  <a:lnTo>
                    <a:pt x="3038" y="943"/>
                  </a:lnTo>
                  <a:lnTo>
                    <a:pt x="3094" y="984"/>
                  </a:lnTo>
                  <a:lnTo>
                    <a:pt x="3146" y="1030"/>
                  </a:lnTo>
                  <a:lnTo>
                    <a:pt x="3195" y="1081"/>
                  </a:lnTo>
                  <a:lnTo>
                    <a:pt x="3240" y="1135"/>
                  </a:lnTo>
                  <a:lnTo>
                    <a:pt x="3280" y="1192"/>
                  </a:lnTo>
                  <a:lnTo>
                    <a:pt x="3317" y="1253"/>
                  </a:lnTo>
                  <a:lnTo>
                    <a:pt x="3347" y="1316"/>
                  </a:lnTo>
                  <a:lnTo>
                    <a:pt x="3373" y="1383"/>
                  </a:lnTo>
                  <a:lnTo>
                    <a:pt x="3394" y="1451"/>
                  </a:lnTo>
                  <a:lnTo>
                    <a:pt x="3409" y="1522"/>
                  </a:lnTo>
                  <a:lnTo>
                    <a:pt x="3419" y="1593"/>
                  </a:lnTo>
                  <a:lnTo>
                    <a:pt x="3422" y="1667"/>
                  </a:lnTo>
                  <a:lnTo>
                    <a:pt x="3420" y="1731"/>
                  </a:lnTo>
                  <a:lnTo>
                    <a:pt x="3412" y="1796"/>
                  </a:lnTo>
                  <a:lnTo>
                    <a:pt x="3400" y="1859"/>
                  </a:lnTo>
                  <a:lnTo>
                    <a:pt x="3383" y="1921"/>
                  </a:lnTo>
                  <a:lnTo>
                    <a:pt x="3362" y="1983"/>
                  </a:lnTo>
                  <a:lnTo>
                    <a:pt x="3337" y="2042"/>
                  </a:lnTo>
                  <a:lnTo>
                    <a:pt x="3307" y="2099"/>
                  </a:lnTo>
                  <a:lnTo>
                    <a:pt x="3273" y="2154"/>
                  </a:lnTo>
                  <a:lnTo>
                    <a:pt x="3235" y="2207"/>
                  </a:lnTo>
                  <a:lnTo>
                    <a:pt x="3192" y="2257"/>
                  </a:lnTo>
                  <a:lnTo>
                    <a:pt x="3146" y="2304"/>
                  </a:lnTo>
                  <a:lnTo>
                    <a:pt x="3096" y="2348"/>
                  </a:lnTo>
                  <a:lnTo>
                    <a:pt x="3045" y="2386"/>
                  </a:lnTo>
                  <a:lnTo>
                    <a:pt x="2991" y="2422"/>
                  </a:lnTo>
                  <a:lnTo>
                    <a:pt x="2934" y="2452"/>
                  </a:lnTo>
                  <a:lnTo>
                    <a:pt x="2876" y="2478"/>
                  </a:lnTo>
                  <a:lnTo>
                    <a:pt x="2816" y="2500"/>
                  </a:lnTo>
                  <a:lnTo>
                    <a:pt x="2754" y="2516"/>
                  </a:lnTo>
                  <a:lnTo>
                    <a:pt x="2692" y="2529"/>
                  </a:lnTo>
                  <a:lnTo>
                    <a:pt x="2628" y="2535"/>
                  </a:lnTo>
                  <a:lnTo>
                    <a:pt x="2099" y="2535"/>
                  </a:lnTo>
                  <a:lnTo>
                    <a:pt x="2077" y="2533"/>
                  </a:lnTo>
                  <a:lnTo>
                    <a:pt x="2057" y="2526"/>
                  </a:lnTo>
                  <a:lnTo>
                    <a:pt x="2039" y="2514"/>
                  </a:lnTo>
                  <a:lnTo>
                    <a:pt x="2025" y="2500"/>
                  </a:lnTo>
                  <a:lnTo>
                    <a:pt x="2013" y="2482"/>
                  </a:lnTo>
                  <a:lnTo>
                    <a:pt x="2006" y="2462"/>
                  </a:lnTo>
                  <a:lnTo>
                    <a:pt x="2004" y="2440"/>
                  </a:lnTo>
                  <a:lnTo>
                    <a:pt x="2006" y="2419"/>
                  </a:lnTo>
                  <a:lnTo>
                    <a:pt x="2013" y="2399"/>
                  </a:lnTo>
                  <a:lnTo>
                    <a:pt x="2025" y="2381"/>
                  </a:lnTo>
                  <a:lnTo>
                    <a:pt x="2039" y="2367"/>
                  </a:lnTo>
                  <a:lnTo>
                    <a:pt x="2057" y="2355"/>
                  </a:lnTo>
                  <a:lnTo>
                    <a:pt x="2077" y="2348"/>
                  </a:lnTo>
                  <a:lnTo>
                    <a:pt x="2099" y="2346"/>
                  </a:lnTo>
                  <a:lnTo>
                    <a:pt x="2617" y="2346"/>
                  </a:lnTo>
                  <a:lnTo>
                    <a:pt x="2681" y="2338"/>
                  </a:lnTo>
                  <a:lnTo>
                    <a:pt x="2741" y="2323"/>
                  </a:lnTo>
                  <a:lnTo>
                    <a:pt x="2800" y="2303"/>
                  </a:lnTo>
                  <a:lnTo>
                    <a:pt x="2856" y="2277"/>
                  </a:lnTo>
                  <a:lnTo>
                    <a:pt x="2910" y="2247"/>
                  </a:lnTo>
                  <a:lnTo>
                    <a:pt x="2961" y="2211"/>
                  </a:lnTo>
                  <a:lnTo>
                    <a:pt x="3008" y="2172"/>
                  </a:lnTo>
                  <a:lnTo>
                    <a:pt x="3052" y="2127"/>
                  </a:lnTo>
                  <a:lnTo>
                    <a:pt x="3091" y="2079"/>
                  </a:lnTo>
                  <a:lnTo>
                    <a:pt x="3126" y="2028"/>
                  </a:lnTo>
                  <a:lnTo>
                    <a:pt x="3158" y="1973"/>
                  </a:lnTo>
                  <a:lnTo>
                    <a:pt x="3184" y="1916"/>
                  </a:lnTo>
                  <a:lnTo>
                    <a:pt x="3204" y="1857"/>
                  </a:lnTo>
                  <a:lnTo>
                    <a:pt x="3219" y="1795"/>
                  </a:lnTo>
                  <a:lnTo>
                    <a:pt x="3228" y="1731"/>
                  </a:lnTo>
                  <a:lnTo>
                    <a:pt x="3231" y="1667"/>
                  </a:lnTo>
                  <a:lnTo>
                    <a:pt x="3228" y="1606"/>
                  </a:lnTo>
                  <a:lnTo>
                    <a:pt x="3221" y="1546"/>
                  </a:lnTo>
                  <a:lnTo>
                    <a:pt x="3208" y="1488"/>
                  </a:lnTo>
                  <a:lnTo>
                    <a:pt x="3190" y="1430"/>
                  </a:lnTo>
                  <a:lnTo>
                    <a:pt x="3167" y="1375"/>
                  </a:lnTo>
                  <a:lnTo>
                    <a:pt x="3140" y="1324"/>
                  </a:lnTo>
                  <a:lnTo>
                    <a:pt x="3109" y="1274"/>
                  </a:lnTo>
                  <a:lnTo>
                    <a:pt x="3075" y="1227"/>
                  </a:lnTo>
                  <a:lnTo>
                    <a:pt x="3036" y="1184"/>
                  </a:lnTo>
                  <a:lnTo>
                    <a:pt x="2993" y="1144"/>
                  </a:lnTo>
                  <a:lnTo>
                    <a:pt x="2949" y="1109"/>
                  </a:lnTo>
                  <a:lnTo>
                    <a:pt x="2900" y="1077"/>
                  </a:lnTo>
                  <a:lnTo>
                    <a:pt x="2849" y="1048"/>
                  </a:lnTo>
                  <a:lnTo>
                    <a:pt x="2796" y="1026"/>
                  </a:lnTo>
                  <a:lnTo>
                    <a:pt x="2740" y="1008"/>
                  </a:lnTo>
                  <a:lnTo>
                    <a:pt x="2682" y="996"/>
                  </a:lnTo>
                  <a:lnTo>
                    <a:pt x="2662" y="989"/>
                  </a:lnTo>
                  <a:lnTo>
                    <a:pt x="2644" y="980"/>
                  </a:lnTo>
                  <a:lnTo>
                    <a:pt x="2629" y="966"/>
                  </a:lnTo>
                  <a:lnTo>
                    <a:pt x="2616" y="950"/>
                  </a:lnTo>
                  <a:lnTo>
                    <a:pt x="2608" y="931"/>
                  </a:lnTo>
                  <a:lnTo>
                    <a:pt x="2604" y="910"/>
                  </a:lnTo>
                  <a:lnTo>
                    <a:pt x="2594" y="843"/>
                  </a:lnTo>
                  <a:lnTo>
                    <a:pt x="2579" y="778"/>
                  </a:lnTo>
                  <a:lnTo>
                    <a:pt x="2559" y="714"/>
                  </a:lnTo>
                  <a:lnTo>
                    <a:pt x="2535" y="654"/>
                  </a:lnTo>
                  <a:lnTo>
                    <a:pt x="2505" y="596"/>
                  </a:lnTo>
                  <a:lnTo>
                    <a:pt x="2472" y="541"/>
                  </a:lnTo>
                  <a:lnTo>
                    <a:pt x="2433" y="489"/>
                  </a:lnTo>
                  <a:lnTo>
                    <a:pt x="2392" y="440"/>
                  </a:lnTo>
                  <a:lnTo>
                    <a:pt x="2346" y="396"/>
                  </a:lnTo>
                  <a:lnTo>
                    <a:pt x="2296" y="354"/>
                  </a:lnTo>
                  <a:lnTo>
                    <a:pt x="2244" y="317"/>
                  </a:lnTo>
                  <a:lnTo>
                    <a:pt x="2189" y="285"/>
                  </a:lnTo>
                  <a:lnTo>
                    <a:pt x="2131" y="255"/>
                  </a:lnTo>
                  <a:lnTo>
                    <a:pt x="2069" y="233"/>
                  </a:lnTo>
                  <a:lnTo>
                    <a:pt x="2007" y="214"/>
                  </a:lnTo>
                  <a:lnTo>
                    <a:pt x="1942" y="199"/>
                  </a:lnTo>
                  <a:lnTo>
                    <a:pt x="1875" y="191"/>
                  </a:lnTo>
                  <a:lnTo>
                    <a:pt x="1806" y="189"/>
                  </a:lnTo>
                  <a:lnTo>
                    <a:pt x="1740" y="191"/>
                  </a:lnTo>
                  <a:lnTo>
                    <a:pt x="1676" y="199"/>
                  </a:lnTo>
                  <a:lnTo>
                    <a:pt x="1612" y="213"/>
                  </a:lnTo>
                  <a:lnTo>
                    <a:pt x="1551" y="231"/>
                  </a:lnTo>
                  <a:lnTo>
                    <a:pt x="1490" y="253"/>
                  </a:lnTo>
                  <a:lnTo>
                    <a:pt x="1432" y="281"/>
                  </a:lnTo>
                  <a:lnTo>
                    <a:pt x="1377" y="314"/>
                  </a:lnTo>
                  <a:lnTo>
                    <a:pt x="1324" y="350"/>
                  </a:lnTo>
                  <a:lnTo>
                    <a:pt x="1275" y="390"/>
                  </a:lnTo>
                  <a:lnTo>
                    <a:pt x="1229" y="434"/>
                  </a:lnTo>
                  <a:lnTo>
                    <a:pt x="1186" y="483"/>
                  </a:lnTo>
                  <a:lnTo>
                    <a:pt x="1146" y="534"/>
                  </a:lnTo>
                  <a:lnTo>
                    <a:pt x="1112" y="589"/>
                  </a:lnTo>
                  <a:lnTo>
                    <a:pt x="1081" y="648"/>
                  </a:lnTo>
                  <a:lnTo>
                    <a:pt x="1071" y="664"/>
                  </a:lnTo>
                  <a:lnTo>
                    <a:pt x="1057" y="679"/>
                  </a:lnTo>
                  <a:lnTo>
                    <a:pt x="1040" y="690"/>
                  </a:lnTo>
                  <a:lnTo>
                    <a:pt x="1022" y="698"/>
                  </a:lnTo>
                  <a:lnTo>
                    <a:pt x="1003" y="702"/>
                  </a:lnTo>
                  <a:lnTo>
                    <a:pt x="982" y="701"/>
                  </a:lnTo>
                  <a:lnTo>
                    <a:pt x="962" y="696"/>
                  </a:lnTo>
                  <a:lnTo>
                    <a:pt x="924" y="684"/>
                  </a:lnTo>
                  <a:lnTo>
                    <a:pt x="883" y="677"/>
                  </a:lnTo>
                  <a:lnTo>
                    <a:pt x="842" y="675"/>
                  </a:lnTo>
                  <a:lnTo>
                    <a:pt x="794" y="678"/>
                  </a:lnTo>
                  <a:lnTo>
                    <a:pt x="748" y="687"/>
                  </a:lnTo>
                  <a:lnTo>
                    <a:pt x="705" y="703"/>
                  </a:lnTo>
                  <a:lnTo>
                    <a:pt x="664" y="723"/>
                  </a:lnTo>
                  <a:lnTo>
                    <a:pt x="627" y="748"/>
                  </a:lnTo>
                  <a:lnTo>
                    <a:pt x="593" y="778"/>
                  </a:lnTo>
                  <a:lnTo>
                    <a:pt x="563" y="812"/>
                  </a:lnTo>
                  <a:lnTo>
                    <a:pt x="538" y="849"/>
                  </a:lnTo>
                  <a:lnTo>
                    <a:pt x="518" y="890"/>
                  </a:lnTo>
                  <a:lnTo>
                    <a:pt x="502" y="933"/>
                  </a:lnTo>
                  <a:lnTo>
                    <a:pt x="493" y="979"/>
                  </a:lnTo>
                  <a:lnTo>
                    <a:pt x="490" y="1027"/>
                  </a:lnTo>
                  <a:lnTo>
                    <a:pt x="492" y="1068"/>
                  </a:lnTo>
                  <a:lnTo>
                    <a:pt x="499" y="1109"/>
                  </a:lnTo>
                  <a:lnTo>
                    <a:pt x="510" y="1148"/>
                  </a:lnTo>
                  <a:lnTo>
                    <a:pt x="516" y="1170"/>
                  </a:lnTo>
                  <a:lnTo>
                    <a:pt x="516" y="1192"/>
                  </a:lnTo>
                  <a:lnTo>
                    <a:pt x="511" y="1212"/>
                  </a:lnTo>
                  <a:lnTo>
                    <a:pt x="501" y="1232"/>
                  </a:lnTo>
                  <a:lnTo>
                    <a:pt x="487" y="1249"/>
                  </a:lnTo>
                  <a:lnTo>
                    <a:pt x="469" y="1263"/>
                  </a:lnTo>
                  <a:lnTo>
                    <a:pt x="424" y="1292"/>
                  </a:lnTo>
                  <a:lnTo>
                    <a:pt x="382" y="1326"/>
                  </a:lnTo>
                  <a:lnTo>
                    <a:pt x="344" y="1363"/>
                  </a:lnTo>
                  <a:lnTo>
                    <a:pt x="309" y="1402"/>
                  </a:lnTo>
                  <a:lnTo>
                    <a:pt x="279" y="1446"/>
                  </a:lnTo>
                  <a:lnTo>
                    <a:pt x="253" y="1492"/>
                  </a:lnTo>
                  <a:lnTo>
                    <a:pt x="231" y="1539"/>
                  </a:lnTo>
                  <a:lnTo>
                    <a:pt x="213" y="1589"/>
                  </a:lnTo>
                  <a:lnTo>
                    <a:pt x="201" y="1641"/>
                  </a:lnTo>
                  <a:lnTo>
                    <a:pt x="192" y="1694"/>
                  </a:lnTo>
                  <a:lnTo>
                    <a:pt x="190" y="1748"/>
                  </a:lnTo>
                  <a:lnTo>
                    <a:pt x="193" y="1808"/>
                  </a:lnTo>
                  <a:lnTo>
                    <a:pt x="203" y="1868"/>
                  </a:lnTo>
                  <a:lnTo>
                    <a:pt x="217" y="1927"/>
                  </a:lnTo>
                  <a:lnTo>
                    <a:pt x="238" y="1983"/>
                  </a:lnTo>
                  <a:lnTo>
                    <a:pt x="263" y="2036"/>
                  </a:lnTo>
                  <a:lnTo>
                    <a:pt x="293" y="2086"/>
                  </a:lnTo>
                  <a:lnTo>
                    <a:pt x="328" y="2133"/>
                  </a:lnTo>
                  <a:lnTo>
                    <a:pt x="367" y="2177"/>
                  </a:lnTo>
                  <a:lnTo>
                    <a:pt x="408" y="2216"/>
                  </a:lnTo>
                  <a:lnTo>
                    <a:pt x="454" y="2251"/>
                  </a:lnTo>
                  <a:lnTo>
                    <a:pt x="503" y="2282"/>
                  </a:lnTo>
                  <a:lnTo>
                    <a:pt x="554" y="2307"/>
                  </a:lnTo>
                  <a:lnTo>
                    <a:pt x="608" y="2326"/>
                  </a:lnTo>
                  <a:lnTo>
                    <a:pt x="663" y="2340"/>
                  </a:lnTo>
                  <a:lnTo>
                    <a:pt x="719" y="2346"/>
                  </a:lnTo>
                  <a:lnTo>
                    <a:pt x="1322" y="2346"/>
                  </a:lnTo>
                  <a:lnTo>
                    <a:pt x="1344" y="2349"/>
                  </a:lnTo>
                  <a:lnTo>
                    <a:pt x="1364" y="2356"/>
                  </a:lnTo>
                  <a:lnTo>
                    <a:pt x="1381" y="2367"/>
                  </a:lnTo>
                  <a:lnTo>
                    <a:pt x="1396" y="2381"/>
                  </a:lnTo>
                  <a:lnTo>
                    <a:pt x="1407" y="2399"/>
                  </a:lnTo>
                  <a:lnTo>
                    <a:pt x="1415" y="2420"/>
                  </a:lnTo>
                  <a:lnTo>
                    <a:pt x="1417" y="2441"/>
                  </a:lnTo>
                  <a:lnTo>
                    <a:pt x="1415" y="2463"/>
                  </a:lnTo>
                  <a:lnTo>
                    <a:pt x="1407" y="2483"/>
                  </a:lnTo>
                  <a:lnTo>
                    <a:pt x="1396" y="2501"/>
                  </a:lnTo>
                  <a:lnTo>
                    <a:pt x="1381" y="2515"/>
                  </a:lnTo>
                  <a:lnTo>
                    <a:pt x="1364" y="2527"/>
                  </a:lnTo>
                  <a:lnTo>
                    <a:pt x="1344" y="2534"/>
                  </a:lnTo>
                  <a:lnTo>
                    <a:pt x="1322" y="2536"/>
                  </a:lnTo>
                  <a:lnTo>
                    <a:pt x="711" y="2536"/>
                  </a:lnTo>
                  <a:lnTo>
                    <a:pt x="648" y="2530"/>
                  </a:lnTo>
                  <a:lnTo>
                    <a:pt x="586" y="2517"/>
                  </a:lnTo>
                  <a:lnTo>
                    <a:pt x="525" y="2500"/>
                  </a:lnTo>
                  <a:lnTo>
                    <a:pt x="466" y="2476"/>
                  </a:lnTo>
                  <a:lnTo>
                    <a:pt x="408" y="2448"/>
                  </a:lnTo>
                  <a:lnTo>
                    <a:pt x="353" y="2413"/>
                  </a:lnTo>
                  <a:lnTo>
                    <a:pt x="301" y="2374"/>
                  </a:lnTo>
                  <a:lnTo>
                    <a:pt x="252" y="2330"/>
                  </a:lnTo>
                  <a:lnTo>
                    <a:pt x="205" y="2282"/>
                  </a:lnTo>
                  <a:lnTo>
                    <a:pt x="163" y="2231"/>
                  </a:lnTo>
                  <a:lnTo>
                    <a:pt x="126" y="2177"/>
                  </a:lnTo>
                  <a:lnTo>
                    <a:pt x="93" y="2120"/>
                  </a:lnTo>
                  <a:lnTo>
                    <a:pt x="64" y="2062"/>
                  </a:lnTo>
                  <a:lnTo>
                    <a:pt x="42" y="2001"/>
                  </a:lnTo>
                  <a:lnTo>
                    <a:pt x="24" y="1940"/>
                  </a:lnTo>
                  <a:lnTo>
                    <a:pt x="10" y="1877"/>
                  </a:lnTo>
                  <a:lnTo>
                    <a:pt x="3" y="1813"/>
                  </a:lnTo>
                  <a:lnTo>
                    <a:pt x="0" y="1748"/>
                  </a:lnTo>
                  <a:lnTo>
                    <a:pt x="3" y="1683"/>
                  </a:lnTo>
                  <a:lnTo>
                    <a:pt x="11" y="1618"/>
                  </a:lnTo>
                  <a:lnTo>
                    <a:pt x="25" y="1556"/>
                  </a:lnTo>
                  <a:lnTo>
                    <a:pt x="45" y="1495"/>
                  </a:lnTo>
                  <a:lnTo>
                    <a:pt x="69" y="1436"/>
                  </a:lnTo>
                  <a:lnTo>
                    <a:pt x="98" y="1379"/>
                  </a:lnTo>
                  <a:lnTo>
                    <a:pt x="132" y="1325"/>
                  </a:lnTo>
                  <a:lnTo>
                    <a:pt x="170" y="1274"/>
                  </a:lnTo>
                  <a:lnTo>
                    <a:pt x="213" y="1225"/>
                  </a:lnTo>
                  <a:lnTo>
                    <a:pt x="260" y="1181"/>
                  </a:lnTo>
                  <a:lnTo>
                    <a:pt x="311" y="1141"/>
                  </a:lnTo>
                  <a:lnTo>
                    <a:pt x="305" y="1103"/>
                  </a:lnTo>
                  <a:lnTo>
                    <a:pt x="301" y="1066"/>
                  </a:lnTo>
                  <a:lnTo>
                    <a:pt x="299" y="1028"/>
                  </a:lnTo>
                  <a:lnTo>
                    <a:pt x="302" y="970"/>
                  </a:lnTo>
                  <a:lnTo>
                    <a:pt x="312" y="913"/>
                  </a:lnTo>
                  <a:lnTo>
                    <a:pt x="327" y="857"/>
                  </a:lnTo>
                  <a:lnTo>
                    <a:pt x="348" y="805"/>
                  </a:lnTo>
                  <a:lnTo>
                    <a:pt x="374" y="755"/>
                  </a:lnTo>
                  <a:lnTo>
                    <a:pt x="404" y="708"/>
                  </a:lnTo>
                  <a:lnTo>
                    <a:pt x="440" y="665"/>
                  </a:lnTo>
                  <a:lnTo>
                    <a:pt x="479" y="626"/>
                  </a:lnTo>
                  <a:lnTo>
                    <a:pt x="522" y="591"/>
                  </a:lnTo>
                  <a:lnTo>
                    <a:pt x="569" y="561"/>
                  </a:lnTo>
                  <a:lnTo>
                    <a:pt x="618" y="535"/>
                  </a:lnTo>
                  <a:lnTo>
                    <a:pt x="671" y="514"/>
                  </a:lnTo>
                  <a:lnTo>
                    <a:pt x="725" y="499"/>
                  </a:lnTo>
                  <a:lnTo>
                    <a:pt x="784" y="490"/>
                  </a:lnTo>
                  <a:lnTo>
                    <a:pt x="842" y="486"/>
                  </a:lnTo>
                  <a:lnTo>
                    <a:pt x="895" y="489"/>
                  </a:lnTo>
                  <a:lnTo>
                    <a:pt x="946" y="496"/>
                  </a:lnTo>
                  <a:lnTo>
                    <a:pt x="982" y="439"/>
                  </a:lnTo>
                  <a:lnTo>
                    <a:pt x="1021" y="384"/>
                  </a:lnTo>
                  <a:lnTo>
                    <a:pt x="1063" y="333"/>
                  </a:lnTo>
                  <a:lnTo>
                    <a:pt x="1110" y="285"/>
                  </a:lnTo>
                  <a:lnTo>
                    <a:pt x="1160" y="239"/>
                  </a:lnTo>
                  <a:lnTo>
                    <a:pt x="1212" y="197"/>
                  </a:lnTo>
                  <a:lnTo>
                    <a:pt x="1268" y="158"/>
                  </a:lnTo>
                  <a:lnTo>
                    <a:pt x="1329" y="122"/>
                  </a:lnTo>
                  <a:lnTo>
                    <a:pt x="1393" y="90"/>
                  </a:lnTo>
                  <a:lnTo>
                    <a:pt x="1457" y="62"/>
                  </a:lnTo>
                  <a:lnTo>
                    <a:pt x="1525" y="41"/>
                  </a:lnTo>
                  <a:lnTo>
                    <a:pt x="1593" y="23"/>
                  </a:lnTo>
                  <a:lnTo>
                    <a:pt x="1663" y="10"/>
                  </a:lnTo>
                  <a:lnTo>
                    <a:pt x="1734" y="3"/>
                  </a:lnTo>
                  <a:lnTo>
                    <a:pt x="1805" y="0"/>
                  </a:lnTo>
                  <a:close/>
                </a:path>
              </a:pathLst>
            </a:custGeom>
            <a:solidFill>
              <a:schemeClr val="bg1"/>
            </a:solidFill>
            <a:ln w="0">
              <a:noFill/>
              <a:prstDash val="solid"/>
              <a:round/>
            </a:ln>
          </p:spPr>
          <p:txBody>
            <a:bodyPr vert="horz" wrap="square" lIns="91440" tIns="45720" rIns="91440" bIns="45720" numCol="1" anchor="t" anchorCtr="0" compatLnSpc="1"/>
            <a:lstStyle/>
            <a:p>
              <a:endParaRPr lang="en-US" sz="2000">
                <a:latin typeface="Arial" panose="020B0604020202020204" pitchFamily="34" charset="0"/>
                <a:ea typeface="思源黑体 CN Medium" panose="020B0600000000000000" pitchFamily="34" charset="-122"/>
                <a:cs typeface="+mn-ea"/>
                <a:sym typeface="Arial" panose="020B0604020202020204" pitchFamily="34" charset="0"/>
              </a:endParaRPr>
            </a:p>
          </p:txBody>
        </p:sp>
        <p:sp>
          <p:nvSpPr>
            <p:cNvPr id="13" name="Freeform 59"/>
            <p:cNvSpPr/>
            <p:nvPr/>
          </p:nvSpPr>
          <p:spPr bwMode="auto">
            <a:xfrm>
              <a:off x="6080005" y="2071034"/>
              <a:ext cx="113791" cy="187755"/>
            </a:xfrm>
            <a:custGeom>
              <a:avLst/>
              <a:gdLst>
                <a:gd name="T0" fmla="*/ 597 w 1194"/>
                <a:gd name="T1" fmla="*/ 0 h 1985"/>
                <a:gd name="T2" fmla="*/ 616 w 1194"/>
                <a:gd name="T3" fmla="*/ 1 h 1985"/>
                <a:gd name="T4" fmla="*/ 633 w 1194"/>
                <a:gd name="T5" fmla="*/ 7 h 1985"/>
                <a:gd name="T6" fmla="*/ 650 w 1194"/>
                <a:gd name="T7" fmla="*/ 16 h 1985"/>
                <a:gd name="T8" fmla="*/ 664 w 1194"/>
                <a:gd name="T9" fmla="*/ 28 h 1985"/>
                <a:gd name="T10" fmla="*/ 1167 w 1194"/>
                <a:gd name="T11" fmla="*/ 530 h 1985"/>
                <a:gd name="T12" fmla="*/ 1181 w 1194"/>
                <a:gd name="T13" fmla="*/ 547 h 1985"/>
                <a:gd name="T14" fmla="*/ 1190 w 1194"/>
                <a:gd name="T15" fmla="*/ 567 h 1985"/>
                <a:gd name="T16" fmla="*/ 1194 w 1194"/>
                <a:gd name="T17" fmla="*/ 587 h 1985"/>
                <a:gd name="T18" fmla="*/ 1194 w 1194"/>
                <a:gd name="T19" fmla="*/ 607 h 1985"/>
                <a:gd name="T20" fmla="*/ 1190 w 1194"/>
                <a:gd name="T21" fmla="*/ 628 h 1985"/>
                <a:gd name="T22" fmla="*/ 1181 w 1194"/>
                <a:gd name="T23" fmla="*/ 647 h 1985"/>
                <a:gd name="T24" fmla="*/ 1167 w 1194"/>
                <a:gd name="T25" fmla="*/ 664 h 1985"/>
                <a:gd name="T26" fmla="*/ 1150 w 1194"/>
                <a:gd name="T27" fmla="*/ 678 h 1985"/>
                <a:gd name="T28" fmla="*/ 1131 w 1194"/>
                <a:gd name="T29" fmla="*/ 687 h 1985"/>
                <a:gd name="T30" fmla="*/ 1110 w 1194"/>
                <a:gd name="T31" fmla="*/ 691 h 1985"/>
                <a:gd name="T32" fmla="*/ 1090 w 1194"/>
                <a:gd name="T33" fmla="*/ 691 h 1985"/>
                <a:gd name="T34" fmla="*/ 1070 w 1194"/>
                <a:gd name="T35" fmla="*/ 687 h 1985"/>
                <a:gd name="T36" fmla="*/ 1050 w 1194"/>
                <a:gd name="T37" fmla="*/ 678 h 1985"/>
                <a:gd name="T38" fmla="*/ 1033 w 1194"/>
                <a:gd name="T39" fmla="*/ 664 h 1985"/>
                <a:gd name="T40" fmla="*/ 692 w 1194"/>
                <a:gd name="T41" fmla="*/ 324 h 1985"/>
                <a:gd name="T42" fmla="*/ 692 w 1194"/>
                <a:gd name="T43" fmla="*/ 1889 h 1985"/>
                <a:gd name="T44" fmla="*/ 689 w 1194"/>
                <a:gd name="T45" fmla="*/ 1912 h 1985"/>
                <a:gd name="T46" fmla="*/ 682 w 1194"/>
                <a:gd name="T47" fmla="*/ 1932 h 1985"/>
                <a:gd name="T48" fmla="*/ 672 w 1194"/>
                <a:gd name="T49" fmla="*/ 1949 h 1985"/>
                <a:gd name="T50" fmla="*/ 657 w 1194"/>
                <a:gd name="T51" fmla="*/ 1964 h 1985"/>
                <a:gd name="T52" fmla="*/ 639 w 1194"/>
                <a:gd name="T53" fmla="*/ 1975 h 1985"/>
                <a:gd name="T54" fmla="*/ 619 w 1194"/>
                <a:gd name="T55" fmla="*/ 1982 h 1985"/>
                <a:gd name="T56" fmla="*/ 597 w 1194"/>
                <a:gd name="T57" fmla="*/ 1985 h 1985"/>
                <a:gd name="T58" fmla="*/ 575 w 1194"/>
                <a:gd name="T59" fmla="*/ 1982 h 1985"/>
                <a:gd name="T60" fmla="*/ 555 w 1194"/>
                <a:gd name="T61" fmla="*/ 1975 h 1985"/>
                <a:gd name="T62" fmla="*/ 538 w 1194"/>
                <a:gd name="T63" fmla="*/ 1964 h 1985"/>
                <a:gd name="T64" fmla="*/ 523 w 1194"/>
                <a:gd name="T65" fmla="*/ 1949 h 1985"/>
                <a:gd name="T66" fmla="*/ 512 w 1194"/>
                <a:gd name="T67" fmla="*/ 1932 h 1985"/>
                <a:gd name="T68" fmla="*/ 504 w 1194"/>
                <a:gd name="T69" fmla="*/ 1912 h 1985"/>
                <a:gd name="T70" fmla="*/ 502 w 1194"/>
                <a:gd name="T71" fmla="*/ 1889 h 1985"/>
                <a:gd name="T72" fmla="*/ 502 w 1194"/>
                <a:gd name="T73" fmla="*/ 324 h 1985"/>
                <a:gd name="T74" fmla="*/ 161 w 1194"/>
                <a:gd name="T75" fmla="*/ 664 h 1985"/>
                <a:gd name="T76" fmla="*/ 146 w 1194"/>
                <a:gd name="T77" fmla="*/ 677 h 1985"/>
                <a:gd name="T78" fmla="*/ 129 w 1194"/>
                <a:gd name="T79" fmla="*/ 685 h 1985"/>
                <a:gd name="T80" fmla="*/ 112 w 1194"/>
                <a:gd name="T81" fmla="*/ 690 h 1985"/>
                <a:gd name="T82" fmla="*/ 94 w 1194"/>
                <a:gd name="T83" fmla="*/ 692 h 1985"/>
                <a:gd name="T84" fmla="*/ 76 w 1194"/>
                <a:gd name="T85" fmla="*/ 690 h 1985"/>
                <a:gd name="T86" fmla="*/ 58 w 1194"/>
                <a:gd name="T87" fmla="*/ 685 h 1985"/>
                <a:gd name="T88" fmla="*/ 42 w 1194"/>
                <a:gd name="T89" fmla="*/ 677 h 1985"/>
                <a:gd name="T90" fmla="*/ 27 w 1194"/>
                <a:gd name="T91" fmla="*/ 664 h 1985"/>
                <a:gd name="T92" fmla="*/ 14 w 1194"/>
                <a:gd name="T93" fmla="*/ 647 h 1985"/>
                <a:gd name="T94" fmla="*/ 4 w 1194"/>
                <a:gd name="T95" fmla="*/ 628 h 1985"/>
                <a:gd name="T96" fmla="*/ 0 w 1194"/>
                <a:gd name="T97" fmla="*/ 607 h 1985"/>
                <a:gd name="T98" fmla="*/ 0 w 1194"/>
                <a:gd name="T99" fmla="*/ 587 h 1985"/>
                <a:gd name="T100" fmla="*/ 4 w 1194"/>
                <a:gd name="T101" fmla="*/ 567 h 1985"/>
                <a:gd name="T102" fmla="*/ 14 w 1194"/>
                <a:gd name="T103" fmla="*/ 547 h 1985"/>
                <a:gd name="T104" fmla="*/ 27 w 1194"/>
                <a:gd name="T105" fmla="*/ 530 h 1985"/>
                <a:gd name="T106" fmla="*/ 530 w 1194"/>
                <a:gd name="T107" fmla="*/ 28 h 1985"/>
                <a:gd name="T108" fmla="*/ 545 w 1194"/>
                <a:gd name="T109" fmla="*/ 16 h 1985"/>
                <a:gd name="T110" fmla="*/ 562 w 1194"/>
                <a:gd name="T111" fmla="*/ 6 h 1985"/>
                <a:gd name="T112" fmla="*/ 579 w 1194"/>
                <a:gd name="T113" fmla="*/ 1 h 1985"/>
                <a:gd name="T114" fmla="*/ 597 w 1194"/>
                <a:gd name="T115" fmla="*/ 0 h 19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194" h="1985">
                  <a:moveTo>
                    <a:pt x="597" y="0"/>
                  </a:moveTo>
                  <a:lnTo>
                    <a:pt x="616" y="1"/>
                  </a:lnTo>
                  <a:lnTo>
                    <a:pt x="633" y="7"/>
                  </a:lnTo>
                  <a:lnTo>
                    <a:pt x="650" y="16"/>
                  </a:lnTo>
                  <a:lnTo>
                    <a:pt x="664" y="28"/>
                  </a:lnTo>
                  <a:lnTo>
                    <a:pt x="1167" y="530"/>
                  </a:lnTo>
                  <a:lnTo>
                    <a:pt x="1181" y="547"/>
                  </a:lnTo>
                  <a:lnTo>
                    <a:pt x="1190" y="567"/>
                  </a:lnTo>
                  <a:lnTo>
                    <a:pt x="1194" y="587"/>
                  </a:lnTo>
                  <a:lnTo>
                    <a:pt x="1194" y="607"/>
                  </a:lnTo>
                  <a:lnTo>
                    <a:pt x="1190" y="628"/>
                  </a:lnTo>
                  <a:lnTo>
                    <a:pt x="1181" y="647"/>
                  </a:lnTo>
                  <a:lnTo>
                    <a:pt x="1167" y="664"/>
                  </a:lnTo>
                  <a:lnTo>
                    <a:pt x="1150" y="678"/>
                  </a:lnTo>
                  <a:lnTo>
                    <a:pt x="1131" y="687"/>
                  </a:lnTo>
                  <a:lnTo>
                    <a:pt x="1110" y="691"/>
                  </a:lnTo>
                  <a:lnTo>
                    <a:pt x="1090" y="691"/>
                  </a:lnTo>
                  <a:lnTo>
                    <a:pt x="1070" y="687"/>
                  </a:lnTo>
                  <a:lnTo>
                    <a:pt x="1050" y="678"/>
                  </a:lnTo>
                  <a:lnTo>
                    <a:pt x="1033" y="664"/>
                  </a:lnTo>
                  <a:lnTo>
                    <a:pt x="692" y="324"/>
                  </a:lnTo>
                  <a:lnTo>
                    <a:pt x="692" y="1889"/>
                  </a:lnTo>
                  <a:lnTo>
                    <a:pt x="689" y="1912"/>
                  </a:lnTo>
                  <a:lnTo>
                    <a:pt x="682" y="1932"/>
                  </a:lnTo>
                  <a:lnTo>
                    <a:pt x="672" y="1949"/>
                  </a:lnTo>
                  <a:lnTo>
                    <a:pt x="657" y="1964"/>
                  </a:lnTo>
                  <a:lnTo>
                    <a:pt x="639" y="1975"/>
                  </a:lnTo>
                  <a:lnTo>
                    <a:pt x="619" y="1982"/>
                  </a:lnTo>
                  <a:lnTo>
                    <a:pt x="597" y="1985"/>
                  </a:lnTo>
                  <a:lnTo>
                    <a:pt x="575" y="1982"/>
                  </a:lnTo>
                  <a:lnTo>
                    <a:pt x="555" y="1975"/>
                  </a:lnTo>
                  <a:lnTo>
                    <a:pt x="538" y="1964"/>
                  </a:lnTo>
                  <a:lnTo>
                    <a:pt x="523" y="1949"/>
                  </a:lnTo>
                  <a:lnTo>
                    <a:pt x="512" y="1932"/>
                  </a:lnTo>
                  <a:lnTo>
                    <a:pt x="504" y="1912"/>
                  </a:lnTo>
                  <a:lnTo>
                    <a:pt x="502" y="1889"/>
                  </a:lnTo>
                  <a:lnTo>
                    <a:pt x="502" y="324"/>
                  </a:lnTo>
                  <a:lnTo>
                    <a:pt x="161" y="664"/>
                  </a:lnTo>
                  <a:lnTo>
                    <a:pt x="146" y="677"/>
                  </a:lnTo>
                  <a:lnTo>
                    <a:pt x="129" y="685"/>
                  </a:lnTo>
                  <a:lnTo>
                    <a:pt x="112" y="690"/>
                  </a:lnTo>
                  <a:lnTo>
                    <a:pt x="94" y="692"/>
                  </a:lnTo>
                  <a:lnTo>
                    <a:pt x="76" y="690"/>
                  </a:lnTo>
                  <a:lnTo>
                    <a:pt x="58" y="685"/>
                  </a:lnTo>
                  <a:lnTo>
                    <a:pt x="42" y="677"/>
                  </a:lnTo>
                  <a:lnTo>
                    <a:pt x="27" y="664"/>
                  </a:lnTo>
                  <a:lnTo>
                    <a:pt x="14" y="647"/>
                  </a:lnTo>
                  <a:lnTo>
                    <a:pt x="4" y="628"/>
                  </a:lnTo>
                  <a:lnTo>
                    <a:pt x="0" y="607"/>
                  </a:lnTo>
                  <a:lnTo>
                    <a:pt x="0" y="587"/>
                  </a:lnTo>
                  <a:lnTo>
                    <a:pt x="4" y="567"/>
                  </a:lnTo>
                  <a:lnTo>
                    <a:pt x="14" y="547"/>
                  </a:lnTo>
                  <a:lnTo>
                    <a:pt x="27" y="530"/>
                  </a:lnTo>
                  <a:lnTo>
                    <a:pt x="530" y="28"/>
                  </a:lnTo>
                  <a:lnTo>
                    <a:pt x="545" y="16"/>
                  </a:lnTo>
                  <a:lnTo>
                    <a:pt x="562" y="6"/>
                  </a:lnTo>
                  <a:lnTo>
                    <a:pt x="579" y="1"/>
                  </a:lnTo>
                  <a:lnTo>
                    <a:pt x="597" y="0"/>
                  </a:lnTo>
                  <a:close/>
                </a:path>
              </a:pathLst>
            </a:custGeom>
            <a:solidFill>
              <a:schemeClr val="bg1"/>
            </a:solidFill>
            <a:ln w="0">
              <a:noFill/>
              <a:prstDash val="solid"/>
              <a:round/>
            </a:ln>
          </p:spPr>
          <p:txBody>
            <a:bodyPr vert="horz" wrap="square" lIns="91440" tIns="45720" rIns="91440" bIns="45720" numCol="1" anchor="t" anchorCtr="0" compatLnSpc="1"/>
            <a:lstStyle/>
            <a:p>
              <a:endParaRPr lang="en-US" sz="2000">
                <a:latin typeface="Arial" panose="020B0604020202020204" pitchFamily="34" charset="0"/>
                <a:ea typeface="思源黑体 CN Medium" panose="020B0600000000000000" pitchFamily="34" charset="-122"/>
                <a:cs typeface="+mn-ea"/>
                <a:sym typeface="Arial" panose="020B0604020202020204" pitchFamily="34" charset="0"/>
              </a:endParaRPr>
            </a:p>
          </p:txBody>
        </p:sp>
      </p:grpSp>
      <p:sp>
        <p:nvSpPr>
          <p:cNvPr id="14" name="圆角矩形 13"/>
          <p:cNvSpPr/>
          <p:nvPr/>
        </p:nvSpPr>
        <p:spPr>
          <a:xfrm>
            <a:off x="5716444" y="4064005"/>
            <a:ext cx="2545467" cy="1489059"/>
          </a:xfrm>
          <a:prstGeom prst="roundRect">
            <a:avLst>
              <a:gd name="adj" fmla="val 14072"/>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5" name="圆角矩形 14"/>
          <p:cNvSpPr/>
          <p:nvPr/>
        </p:nvSpPr>
        <p:spPr>
          <a:xfrm>
            <a:off x="6558985" y="3714836"/>
            <a:ext cx="860385" cy="698339"/>
          </a:xfrm>
          <a:prstGeom prst="roundRect">
            <a:avLst>
              <a:gd name="adj" fmla="val 24954"/>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6" name="文本框 15"/>
          <p:cNvSpPr txBox="1"/>
          <p:nvPr/>
        </p:nvSpPr>
        <p:spPr>
          <a:xfrm>
            <a:off x="5935275" y="4834293"/>
            <a:ext cx="2107805" cy="497765"/>
          </a:xfrm>
          <a:prstGeom prst="rect">
            <a:avLst/>
          </a:prstGeom>
          <a:noFill/>
        </p:spPr>
        <p:txBody>
          <a:bodyPr wrap="square" rtlCol="0">
            <a:spAutoFit/>
          </a:bodyPr>
          <a:lstStyle/>
          <a:p>
            <a:pPr algn="ctr">
              <a:lnSpc>
                <a:spcPct val="130000"/>
              </a:lnSpc>
            </a:pPr>
            <a:r>
              <a:rPr kumimoji="1" lang="zh-CN" altLang="en-US" sz="1100" dirty="0">
                <a:solidFill>
                  <a:schemeClr val="tx1">
                    <a:lumMod val="75000"/>
                    <a:lumOff val="25000"/>
                  </a:schemeClr>
                </a:solidFill>
                <a:latin typeface="+mn-ea"/>
                <a:cs typeface="+mn-ea"/>
                <a:sym typeface="+mn-lt"/>
              </a:rPr>
              <a:t>感谢使用我们的</a:t>
            </a:r>
            <a:r>
              <a:rPr kumimoji="1" lang="en-US" altLang="zh-CN" sz="1100" dirty="0">
                <a:solidFill>
                  <a:schemeClr val="tx1">
                    <a:lumMod val="75000"/>
                    <a:lumOff val="25000"/>
                  </a:schemeClr>
                </a:solidFill>
                <a:latin typeface="+mn-ea"/>
                <a:cs typeface="+mn-ea"/>
                <a:sym typeface="+mn-lt"/>
              </a:rPr>
              <a:t>PPT</a:t>
            </a:r>
            <a:r>
              <a:rPr kumimoji="1" lang="zh-CN" altLang="en-US" sz="1100" dirty="0">
                <a:solidFill>
                  <a:schemeClr val="tx1">
                    <a:lumMod val="75000"/>
                    <a:lumOff val="25000"/>
                  </a:schemeClr>
                </a:solidFill>
                <a:latin typeface="+mn-ea"/>
                <a:cs typeface="+mn-ea"/>
                <a:sym typeface="+mn-lt"/>
              </a:rPr>
              <a:t>模板，请输入您需要的文字内容</a:t>
            </a:r>
            <a:endParaRPr kumimoji="1" lang="zh-CN" altLang="en-US" sz="1100" dirty="0">
              <a:solidFill>
                <a:schemeClr val="tx1">
                  <a:lumMod val="75000"/>
                  <a:lumOff val="25000"/>
                </a:schemeClr>
              </a:solidFill>
              <a:latin typeface="+mn-ea"/>
              <a:cs typeface="+mn-ea"/>
              <a:sym typeface="+mn-lt"/>
            </a:endParaRPr>
          </a:p>
        </p:txBody>
      </p:sp>
      <p:sp>
        <p:nvSpPr>
          <p:cNvPr id="17" name="文本框 16"/>
          <p:cNvSpPr txBox="1"/>
          <p:nvPr/>
        </p:nvSpPr>
        <p:spPr>
          <a:xfrm>
            <a:off x="6326287" y="4529870"/>
            <a:ext cx="1325780" cy="307777"/>
          </a:xfrm>
          <a:prstGeom prst="rect">
            <a:avLst/>
          </a:prstGeom>
          <a:noFill/>
        </p:spPr>
        <p:txBody>
          <a:bodyPr wrap="square" rtlCol="0">
            <a:spAutoFit/>
          </a:bodyPr>
          <a:lstStyle/>
          <a:p>
            <a:pPr algn="dist"/>
            <a:r>
              <a:rPr kumimoji="1" lang="zh-CN" altLang="en-US" sz="1400" dirty="0">
                <a:solidFill>
                  <a:schemeClr val="tx1">
                    <a:lumMod val="75000"/>
                    <a:lumOff val="25000"/>
                  </a:schemeClr>
                </a:solidFill>
                <a:latin typeface="+mj-ea"/>
                <a:ea typeface="+mj-ea"/>
                <a:cs typeface="+mn-ea"/>
                <a:sym typeface="+mn-lt"/>
              </a:rPr>
              <a:t>输入标题文字</a:t>
            </a:r>
            <a:endParaRPr kumimoji="1" lang="zh-CN" altLang="en-US" sz="1400" dirty="0">
              <a:solidFill>
                <a:schemeClr val="tx1">
                  <a:lumMod val="75000"/>
                  <a:lumOff val="25000"/>
                </a:schemeClr>
              </a:solidFill>
              <a:latin typeface="+mj-ea"/>
              <a:ea typeface="+mj-ea"/>
              <a:cs typeface="+mn-ea"/>
              <a:sym typeface="+mn-lt"/>
            </a:endParaRPr>
          </a:p>
        </p:txBody>
      </p:sp>
      <p:sp>
        <p:nvSpPr>
          <p:cNvPr id="18" name="圆角矩形 17"/>
          <p:cNvSpPr/>
          <p:nvPr/>
        </p:nvSpPr>
        <p:spPr>
          <a:xfrm>
            <a:off x="8602792" y="4064005"/>
            <a:ext cx="2545467" cy="1489059"/>
          </a:xfrm>
          <a:prstGeom prst="roundRect">
            <a:avLst>
              <a:gd name="adj" fmla="val 14072"/>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9" name="圆角矩形 18"/>
          <p:cNvSpPr/>
          <p:nvPr/>
        </p:nvSpPr>
        <p:spPr>
          <a:xfrm>
            <a:off x="9445333" y="3714836"/>
            <a:ext cx="860385" cy="698339"/>
          </a:xfrm>
          <a:prstGeom prst="roundRect">
            <a:avLst>
              <a:gd name="adj" fmla="val 24954"/>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0" name="文本框 19"/>
          <p:cNvSpPr txBox="1"/>
          <p:nvPr/>
        </p:nvSpPr>
        <p:spPr>
          <a:xfrm>
            <a:off x="8821623" y="4834293"/>
            <a:ext cx="2107805" cy="497765"/>
          </a:xfrm>
          <a:prstGeom prst="rect">
            <a:avLst/>
          </a:prstGeom>
          <a:noFill/>
        </p:spPr>
        <p:txBody>
          <a:bodyPr wrap="square" rtlCol="0">
            <a:spAutoFit/>
          </a:bodyPr>
          <a:lstStyle/>
          <a:p>
            <a:pPr algn="ctr">
              <a:lnSpc>
                <a:spcPct val="130000"/>
              </a:lnSpc>
            </a:pPr>
            <a:r>
              <a:rPr kumimoji="1" lang="zh-CN" altLang="en-US" sz="1100" dirty="0">
                <a:solidFill>
                  <a:schemeClr val="tx1">
                    <a:lumMod val="75000"/>
                    <a:lumOff val="25000"/>
                  </a:schemeClr>
                </a:solidFill>
                <a:latin typeface="+mn-ea"/>
                <a:cs typeface="+mn-ea"/>
                <a:sym typeface="+mn-lt"/>
              </a:rPr>
              <a:t>感谢使用我们的</a:t>
            </a:r>
            <a:r>
              <a:rPr kumimoji="1" lang="en-US" altLang="zh-CN" sz="1100" dirty="0">
                <a:solidFill>
                  <a:schemeClr val="tx1">
                    <a:lumMod val="75000"/>
                    <a:lumOff val="25000"/>
                  </a:schemeClr>
                </a:solidFill>
                <a:latin typeface="+mn-ea"/>
                <a:cs typeface="+mn-ea"/>
                <a:sym typeface="+mn-lt"/>
              </a:rPr>
              <a:t>PPT</a:t>
            </a:r>
            <a:r>
              <a:rPr kumimoji="1" lang="zh-CN" altLang="en-US" sz="1100" dirty="0">
                <a:solidFill>
                  <a:schemeClr val="tx1">
                    <a:lumMod val="75000"/>
                    <a:lumOff val="25000"/>
                  </a:schemeClr>
                </a:solidFill>
                <a:latin typeface="+mn-ea"/>
                <a:cs typeface="+mn-ea"/>
                <a:sym typeface="+mn-lt"/>
              </a:rPr>
              <a:t>模板，请输入您需要的文字内容</a:t>
            </a:r>
            <a:endParaRPr kumimoji="1" lang="zh-CN" altLang="en-US" sz="1100" dirty="0">
              <a:solidFill>
                <a:schemeClr val="tx1">
                  <a:lumMod val="75000"/>
                  <a:lumOff val="25000"/>
                </a:schemeClr>
              </a:solidFill>
              <a:latin typeface="+mn-ea"/>
              <a:cs typeface="+mn-ea"/>
              <a:sym typeface="+mn-lt"/>
            </a:endParaRPr>
          </a:p>
        </p:txBody>
      </p:sp>
      <p:sp>
        <p:nvSpPr>
          <p:cNvPr id="21" name="文本框 20"/>
          <p:cNvSpPr txBox="1"/>
          <p:nvPr/>
        </p:nvSpPr>
        <p:spPr>
          <a:xfrm>
            <a:off x="9212635" y="4529870"/>
            <a:ext cx="1325780" cy="307777"/>
          </a:xfrm>
          <a:prstGeom prst="rect">
            <a:avLst/>
          </a:prstGeom>
          <a:noFill/>
        </p:spPr>
        <p:txBody>
          <a:bodyPr wrap="square" rtlCol="0">
            <a:spAutoFit/>
          </a:bodyPr>
          <a:lstStyle/>
          <a:p>
            <a:pPr algn="dist"/>
            <a:r>
              <a:rPr kumimoji="1" lang="zh-CN" altLang="en-US" sz="1400" dirty="0">
                <a:solidFill>
                  <a:schemeClr val="tx1">
                    <a:lumMod val="75000"/>
                    <a:lumOff val="25000"/>
                  </a:schemeClr>
                </a:solidFill>
                <a:latin typeface="+mj-ea"/>
                <a:ea typeface="+mj-ea"/>
                <a:cs typeface="+mn-ea"/>
                <a:sym typeface="+mn-lt"/>
              </a:rPr>
              <a:t>输入标题文字</a:t>
            </a:r>
            <a:endParaRPr kumimoji="1" lang="zh-CN" altLang="en-US" sz="1400" dirty="0">
              <a:solidFill>
                <a:schemeClr val="tx1">
                  <a:lumMod val="75000"/>
                  <a:lumOff val="25000"/>
                </a:schemeClr>
              </a:solidFill>
              <a:latin typeface="+mj-ea"/>
              <a:ea typeface="+mj-ea"/>
              <a:cs typeface="+mn-ea"/>
              <a:sym typeface="+mn-lt"/>
            </a:endParaRPr>
          </a:p>
        </p:txBody>
      </p:sp>
      <p:grpSp>
        <p:nvGrpSpPr>
          <p:cNvPr id="22" name="组合 21"/>
          <p:cNvGrpSpPr/>
          <p:nvPr/>
        </p:nvGrpSpPr>
        <p:grpSpPr>
          <a:xfrm>
            <a:off x="6797419" y="3873597"/>
            <a:ext cx="367312" cy="367313"/>
            <a:chOff x="6263730" y="336572"/>
            <a:chExt cx="316629" cy="316630"/>
          </a:xfrm>
        </p:grpSpPr>
        <p:sp>
          <p:nvSpPr>
            <p:cNvPr id="23" name="Freeform 6"/>
            <p:cNvSpPr>
              <a:spLocks noEditPoints="1"/>
            </p:cNvSpPr>
            <p:nvPr/>
          </p:nvSpPr>
          <p:spPr bwMode="auto">
            <a:xfrm>
              <a:off x="6263730" y="336572"/>
              <a:ext cx="316629" cy="316630"/>
            </a:xfrm>
            <a:custGeom>
              <a:avLst/>
              <a:gdLst>
                <a:gd name="T0" fmla="*/ 1446 w 3370"/>
                <a:gd name="T1" fmla="*/ 543 h 3371"/>
                <a:gd name="T2" fmla="*/ 1099 w 3370"/>
                <a:gd name="T3" fmla="*/ 703 h 3371"/>
                <a:gd name="T4" fmla="*/ 750 w 3370"/>
                <a:gd name="T5" fmla="*/ 523 h 3371"/>
                <a:gd name="T6" fmla="*/ 518 w 3370"/>
                <a:gd name="T7" fmla="*/ 737 h 3371"/>
                <a:gd name="T8" fmla="*/ 710 w 3370"/>
                <a:gd name="T9" fmla="*/ 1069 h 3371"/>
                <a:gd name="T10" fmla="*/ 568 w 3370"/>
                <a:gd name="T11" fmla="*/ 1428 h 3371"/>
                <a:gd name="T12" fmla="*/ 192 w 3370"/>
                <a:gd name="T13" fmla="*/ 1536 h 3371"/>
                <a:gd name="T14" fmla="*/ 524 w 3370"/>
                <a:gd name="T15" fmla="*/ 1916 h 3371"/>
                <a:gd name="T16" fmla="*/ 665 w 3370"/>
                <a:gd name="T17" fmla="*/ 2204 h 3371"/>
                <a:gd name="T18" fmla="*/ 526 w 3370"/>
                <a:gd name="T19" fmla="*/ 2621 h 3371"/>
                <a:gd name="T20" fmla="*/ 749 w 3370"/>
                <a:gd name="T21" fmla="*/ 2861 h 3371"/>
                <a:gd name="T22" fmla="*/ 1044 w 3370"/>
                <a:gd name="T23" fmla="*/ 2666 h 3371"/>
                <a:gd name="T24" fmla="*/ 1325 w 3370"/>
                <a:gd name="T25" fmla="*/ 2773 h 3371"/>
                <a:gd name="T26" fmla="*/ 1519 w 3370"/>
                <a:gd name="T27" fmla="*/ 3167 h 3371"/>
                <a:gd name="T28" fmla="*/ 1851 w 3370"/>
                <a:gd name="T29" fmla="*/ 3167 h 3371"/>
                <a:gd name="T30" fmla="*/ 2048 w 3370"/>
                <a:gd name="T31" fmla="*/ 2773 h 3371"/>
                <a:gd name="T32" fmla="*/ 2351 w 3370"/>
                <a:gd name="T33" fmla="*/ 2666 h 3371"/>
                <a:gd name="T34" fmla="*/ 2631 w 3370"/>
                <a:gd name="T35" fmla="*/ 2854 h 3371"/>
                <a:gd name="T36" fmla="*/ 2676 w 3370"/>
                <a:gd name="T37" fmla="*/ 2370 h 3371"/>
                <a:gd name="T38" fmla="*/ 2743 w 3370"/>
                <a:gd name="T39" fmla="*/ 2123 h 3371"/>
                <a:gd name="T40" fmla="*/ 2870 w 3370"/>
                <a:gd name="T41" fmla="*/ 1902 h 3371"/>
                <a:gd name="T42" fmla="*/ 3181 w 3370"/>
                <a:gd name="T43" fmla="*/ 1529 h 3371"/>
                <a:gd name="T44" fmla="*/ 2803 w 3370"/>
                <a:gd name="T45" fmla="*/ 1421 h 3371"/>
                <a:gd name="T46" fmla="*/ 2659 w 3370"/>
                <a:gd name="T47" fmla="*/ 1063 h 3371"/>
                <a:gd name="T48" fmla="*/ 2849 w 3370"/>
                <a:gd name="T49" fmla="*/ 732 h 3371"/>
                <a:gd name="T50" fmla="*/ 2618 w 3370"/>
                <a:gd name="T51" fmla="*/ 519 h 3371"/>
                <a:gd name="T52" fmla="*/ 2268 w 3370"/>
                <a:gd name="T53" fmla="*/ 700 h 3371"/>
                <a:gd name="T54" fmla="*/ 1913 w 3370"/>
                <a:gd name="T55" fmla="*/ 540 h 3371"/>
                <a:gd name="T56" fmla="*/ 1532 w 3370"/>
                <a:gd name="T57" fmla="*/ 189 h 3371"/>
                <a:gd name="T58" fmla="*/ 1973 w 3370"/>
                <a:gd name="T59" fmla="*/ 60 h 3371"/>
                <a:gd name="T60" fmla="*/ 2233 w 3370"/>
                <a:gd name="T61" fmla="*/ 468 h 3371"/>
                <a:gd name="T62" fmla="*/ 2659 w 3370"/>
                <a:gd name="T63" fmla="*/ 331 h 3371"/>
                <a:gd name="T64" fmla="*/ 3022 w 3370"/>
                <a:gd name="T65" fmla="*/ 652 h 3371"/>
                <a:gd name="T66" fmla="*/ 3005 w 3370"/>
                <a:gd name="T67" fmla="*/ 868 h 3371"/>
                <a:gd name="T68" fmla="*/ 3260 w 3370"/>
                <a:gd name="T69" fmla="*/ 1353 h 3371"/>
                <a:gd name="T70" fmla="*/ 3370 w 3370"/>
                <a:gd name="T71" fmla="*/ 1537 h 3371"/>
                <a:gd name="T72" fmla="*/ 3286 w 3370"/>
                <a:gd name="T73" fmla="*/ 2001 h 3371"/>
                <a:gd name="T74" fmla="*/ 2865 w 3370"/>
                <a:gd name="T75" fmla="*/ 2309 h 3371"/>
                <a:gd name="T76" fmla="*/ 3033 w 3370"/>
                <a:gd name="T77" fmla="*/ 2690 h 3371"/>
                <a:gd name="T78" fmla="*/ 2689 w 3370"/>
                <a:gd name="T79" fmla="*/ 3034 h 3371"/>
                <a:gd name="T80" fmla="*/ 2309 w 3370"/>
                <a:gd name="T81" fmla="*/ 2866 h 3371"/>
                <a:gd name="T82" fmla="*/ 2001 w 3370"/>
                <a:gd name="T83" fmla="*/ 3287 h 3371"/>
                <a:gd name="T84" fmla="*/ 1536 w 3370"/>
                <a:gd name="T85" fmla="*/ 3371 h 3371"/>
                <a:gd name="T86" fmla="*/ 1352 w 3370"/>
                <a:gd name="T87" fmla="*/ 3260 h 3371"/>
                <a:gd name="T88" fmla="*/ 871 w 3370"/>
                <a:gd name="T89" fmla="*/ 3010 h 3371"/>
                <a:gd name="T90" fmla="*/ 656 w 3370"/>
                <a:gd name="T91" fmla="*/ 3026 h 3371"/>
                <a:gd name="T92" fmla="*/ 335 w 3370"/>
                <a:gd name="T93" fmla="*/ 2663 h 3371"/>
                <a:gd name="T94" fmla="*/ 473 w 3370"/>
                <a:gd name="T95" fmla="*/ 2242 h 3371"/>
                <a:gd name="T96" fmla="*/ 60 w 3370"/>
                <a:gd name="T97" fmla="*/ 1988 h 3371"/>
                <a:gd name="T98" fmla="*/ 3 w 3370"/>
                <a:gd name="T99" fmla="*/ 1511 h 3371"/>
                <a:gd name="T100" fmla="*/ 141 w 3370"/>
                <a:gd name="T101" fmla="*/ 1347 h 3371"/>
                <a:gd name="T102" fmla="*/ 344 w 3370"/>
                <a:gd name="T103" fmla="*/ 843 h 3371"/>
                <a:gd name="T104" fmla="*/ 361 w 3370"/>
                <a:gd name="T105" fmla="*/ 629 h 3371"/>
                <a:gd name="T106" fmla="*/ 741 w 3370"/>
                <a:gd name="T107" fmla="*/ 332 h 3371"/>
                <a:gd name="T108" fmla="*/ 1206 w 3370"/>
                <a:gd name="T109" fmla="*/ 440 h 3371"/>
                <a:gd name="T110" fmla="*/ 1409 w 3370"/>
                <a:gd name="T111" fmla="*/ 40 h 33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3370" h="3371">
                  <a:moveTo>
                    <a:pt x="1532" y="189"/>
                  </a:moveTo>
                  <a:lnTo>
                    <a:pt x="1524" y="192"/>
                  </a:lnTo>
                  <a:lnTo>
                    <a:pt x="1518" y="198"/>
                  </a:lnTo>
                  <a:lnTo>
                    <a:pt x="1513" y="205"/>
                  </a:lnTo>
                  <a:lnTo>
                    <a:pt x="1463" y="503"/>
                  </a:lnTo>
                  <a:lnTo>
                    <a:pt x="1457" y="524"/>
                  </a:lnTo>
                  <a:lnTo>
                    <a:pt x="1446" y="543"/>
                  </a:lnTo>
                  <a:lnTo>
                    <a:pt x="1432" y="558"/>
                  </a:lnTo>
                  <a:lnTo>
                    <a:pt x="1414" y="571"/>
                  </a:lnTo>
                  <a:lnTo>
                    <a:pt x="1394" y="579"/>
                  </a:lnTo>
                  <a:lnTo>
                    <a:pt x="1317" y="602"/>
                  </a:lnTo>
                  <a:lnTo>
                    <a:pt x="1242" y="631"/>
                  </a:lnTo>
                  <a:lnTo>
                    <a:pt x="1169" y="665"/>
                  </a:lnTo>
                  <a:lnTo>
                    <a:pt x="1099" y="703"/>
                  </a:lnTo>
                  <a:lnTo>
                    <a:pt x="1079" y="712"/>
                  </a:lnTo>
                  <a:lnTo>
                    <a:pt x="1058" y="716"/>
                  </a:lnTo>
                  <a:lnTo>
                    <a:pt x="1036" y="715"/>
                  </a:lnTo>
                  <a:lnTo>
                    <a:pt x="1015" y="710"/>
                  </a:lnTo>
                  <a:lnTo>
                    <a:pt x="995" y="699"/>
                  </a:lnTo>
                  <a:lnTo>
                    <a:pt x="753" y="525"/>
                  </a:lnTo>
                  <a:lnTo>
                    <a:pt x="750" y="523"/>
                  </a:lnTo>
                  <a:lnTo>
                    <a:pt x="745" y="522"/>
                  </a:lnTo>
                  <a:lnTo>
                    <a:pt x="741" y="522"/>
                  </a:lnTo>
                  <a:lnTo>
                    <a:pt x="738" y="522"/>
                  </a:lnTo>
                  <a:lnTo>
                    <a:pt x="735" y="523"/>
                  </a:lnTo>
                  <a:lnTo>
                    <a:pt x="732" y="524"/>
                  </a:lnTo>
                  <a:lnTo>
                    <a:pt x="728" y="527"/>
                  </a:lnTo>
                  <a:lnTo>
                    <a:pt x="518" y="737"/>
                  </a:lnTo>
                  <a:lnTo>
                    <a:pt x="514" y="745"/>
                  </a:lnTo>
                  <a:lnTo>
                    <a:pt x="513" y="754"/>
                  </a:lnTo>
                  <a:lnTo>
                    <a:pt x="516" y="762"/>
                  </a:lnTo>
                  <a:lnTo>
                    <a:pt x="691" y="1008"/>
                  </a:lnTo>
                  <a:lnTo>
                    <a:pt x="702" y="1027"/>
                  </a:lnTo>
                  <a:lnTo>
                    <a:pt x="709" y="1048"/>
                  </a:lnTo>
                  <a:lnTo>
                    <a:pt x="710" y="1069"/>
                  </a:lnTo>
                  <a:lnTo>
                    <a:pt x="706" y="1091"/>
                  </a:lnTo>
                  <a:lnTo>
                    <a:pt x="696" y="1111"/>
                  </a:lnTo>
                  <a:lnTo>
                    <a:pt x="658" y="1181"/>
                  </a:lnTo>
                  <a:lnTo>
                    <a:pt x="626" y="1255"/>
                  </a:lnTo>
                  <a:lnTo>
                    <a:pt x="598" y="1329"/>
                  </a:lnTo>
                  <a:lnTo>
                    <a:pt x="576" y="1406"/>
                  </a:lnTo>
                  <a:lnTo>
                    <a:pt x="568" y="1428"/>
                  </a:lnTo>
                  <a:lnTo>
                    <a:pt x="556" y="1445"/>
                  </a:lnTo>
                  <a:lnTo>
                    <a:pt x="540" y="1460"/>
                  </a:lnTo>
                  <a:lnTo>
                    <a:pt x="521" y="1471"/>
                  </a:lnTo>
                  <a:lnTo>
                    <a:pt x="500" y="1477"/>
                  </a:lnTo>
                  <a:lnTo>
                    <a:pt x="206" y="1526"/>
                  </a:lnTo>
                  <a:lnTo>
                    <a:pt x="198" y="1529"/>
                  </a:lnTo>
                  <a:lnTo>
                    <a:pt x="192" y="1536"/>
                  </a:lnTo>
                  <a:lnTo>
                    <a:pt x="190" y="1545"/>
                  </a:lnTo>
                  <a:lnTo>
                    <a:pt x="190" y="1841"/>
                  </a:lnTo>
                  <a:lnTo>
                    <a:pt x="192" y="1850"/>
                  </a:lnTo>
                  <a:lnTo>
                    <a:pt x="198" y="1856"/>
                  </a:lnTo>
                  <a:lnTo>
                    <a:pt x="206" y="1859"/>
                  </a:lnTo>
                  <a:lnTo>
                    <a:pt x="504" y="1910"/>
                  </a:lnTo>
                  <a:lnTo>
                    <a:pt x="524" y="1916"/>
                  </a:lnTo>
                  <a:lnTo>
                    <a:pt x="544" y="1927"/>
                  </a:lnTo>
                  <a:lnTo>
                    <a:pt x="559" y="1942"/>
                  </a:lnTo>
                  <a:lnTo>
                    <a:pt x="571" y="1959"/>
                  </a:lnTo>
                  <a:lnTo>
                    <a:pt x="580" y="1980"/>
                  </a:lnTo>
                  <a:lnTo>
                    <a:pt x="602" y="2057"/>
                  </a:lnTo>
                  <a:lnTo>
                    <a:pt x="631" y="2131"/>
                  </a:lnTo>
                  <a:lnTo>
                    <a:pt x="665" y="2204"/>
                  </a:lnTo>
                  <a:lnTo>
                    <a:pt x="703" y="2274"/>
                  </a:lnTo>
                  <a:lnTo>
                    <a:pt x="713" y="2294"/>
                  </a:lnTo>
                  <a:lnTo>
                    <a:pt x="717" y="2316"/>
                  </a:lnTo>
                  <a:lnTo>
                    <a:pt x="716" y="2337"/>
                  </a:lnTo>
                  <a:lnTo>
                    <a:pt x="710" y="2359"/>
                  </a:lnTo>
                  <a:lnTo>
                    <a:pt x="699" y="2378"/>
                  </a:lnTo>
                  <a:lnTo>
                    <a:pt x="526" y="2621"/>
                  </a:lnTo>
                  <a:lnTo>
                    <a:pt x="523" y="2629"/>
                  </a:lnTo>
                  <a:lnTo>
                    <a:pt x="524" y="2637"/>
                  </a:lnTo>
                  <a:lnTo>
                    <a:pt x="528" y="2646"/>
                  </a:lnTo>
                  <a:lnTo>
                    <a:pt x="738" y="2855"/>
                  </a:lnTo>
                  <a:lnTo>
                    <a:pt x="741" y="2858"/>
                  </a:lnTo>
                  <a:lnTo>
                    <a:pt x="745" y="2860"/>
                  </a:lnTo>
                  <a:lnTo>
                    <a:pt x="749" y="2861"/>
                  </a:lnTo>
                  <a:lnTo>
                    <a:pt x="752" y="2861"/>
                  </a:lnTo>
                  <a:lnTo>
                    <a:pt x="755" y="2861"/>
                  </a:lnTo>
                  <a:lnTo>
                    <a:pt x="759" y="2859"/>
                  </a:lnTo>
                  <a:lnTo>
                    <a:pt x="762" y="2858"/>
                  </a:lnTo>
                  <a:lnTo>
                    <a:pt x="1009" y="2681"/>
                  </a:lnTo>
                  <a:lnTo>
                    <a:pt x="1026" y="2672"/>
                  </a:lnTo>
                  <a:lnTo>
                    <a:pt x="1044" y="2666"/>
                  </a:lnTo>
                  <a:lnTo>
                    <a:pt x="1063" y="2664"/>
                  </a:lnTo>
                  <a:lnTo>
                    <a:pt x="1079" y="2666"/>
                  </a:lnTo>
                  <a:lnTo>
                    <a:pt x="1096" y="2670"/>
                  </a:lnTo>
                  <a:lnTo>
                    <a:pt x="1111" y="2677"/>
                  </a:lnTo>
                  <a:lnTo>
                    <a:pt x="1181" y="2713"/>
                  </a:lnTo>
                  <a:lnTo>
                    <a:pt x="1252" y="2746"/>
                  </a:lnTo>
                  <a:lnTo>
                    <a:pt x="1325" y="2773"/>
                  </a:lnTo>
                  <a:lnTo>
                    <a:pt x="1400" y="2795"/>
                  </a:lnTo>
                  <a:lnTo>
                    <a:pt x="1420" y="2803"/>
                  </a:lnTo>
                  <a:lnTo>
                    <a:pt x="1438" y="2816"/>
                  </a:lnTo>
                  <a:lnTo>
                    <a:pt x="1453" y="2831"/>
                  </a:lnTo>
                  <a:lnTo>
                    <a:pt x="1463" y="2849"/>
                  </a:lnTo>
                  <a:lnTo>
                    <a:pt x="1469" y="2871"/>
                  </a:lnTo>
                  <a:lnTo>
                    <a:pt x="1519" y="3167"/>
                  </a:lnTo>
                  <a:lnTo>
                    <a:pt x="1522" y="3175"/>
                  </a:lnTo>
                  <a:lnTo>
                    <a:pt x="1529" y="3180"/>
                  </a:lnTo>
                  <a:lnTo>
                    <a:pt x="1537" y="3182"/>
                  </a:lnTo>
                  <a:lnTo>
                    <a:pt x="1834" y="3182"/>
                  </a:lnTo>
                  <a:lnTo>
                    <a:pt x="1842" y="3180"/>
                  </a:lnTo>
                  <a:lnTo>
                    <a:pt x="1848" y="3175"/>
                  </a:lnTo>
                  <a:lnTo>
                    <a:pt x="1851" y="3167"/>
                  </a:lnTo>
                  <a:lnTo>
                    <a:pt x="1902" y="2871"/>
                  </a:lnTo>
                  <a:lnTo>
                    <a:pt x="1908" y="2850"/>
                  </a:lnTo>
                  <a:lnTo>
                    <a:pt x="1918" y="2831"/>
                  </a:lnTo>
                  <a:lnTo>
                    <a:pt x="1932" y="2816"/>
                  </a:lnTo>
                  <a:lnTo>
                    <a:pt x="1951" y="2803"/>
                  </a:lnTo>
                  <a:lnTo>
                    <a:pt x="1971" y="2795"/>
                  </a:lnTo>
                  <a:lnTo>
                    <a:pt x="2048" y="2773"/>
                  </a:lnTo>
                  <a:lnTo>
                    <a:pt x="2123" y="2745"/>
                  </a:lnTo>
                  <a:lnTo>
                    <a:pt x="2196" y="2711"/>
                  </a:lnTo>
                  <a:lnTo>
                    <a:pt x="2266" y="2672"/>
                  </a:lnTo>
                  <a:lnTo>
                    <a:pt x="2287" y="2664"/>
                  </a:lnTo>
                  <a:lnTo>
                    <a:pt x="2308" y="2660"/>
                  </a:lnTo>
                  <a:lnTo>
                    <a:pt x="2330" y="2661"/>
                  </a:lnTo>
                  <a:lnTo>
                    <a:pt x="2351" y="2666"/>
                  </a:lnTo>
                  <a:lnTo>
                    <a:pt x="2370" y="2677"/>
                  </a:lnTo>
                  <a:lnTo>
                    <a:pt x="2614" y="2850"/>
                  </a:lnTo>
                  <a:lnTo>
                    <a:pt x="2617" y="2853"/>
                  </a:lnTo>
                  <a:lnTo>
                    <a:pt x="2620" y="2854"/>
                  </a:lnTo>
                  <a:lnTo>
                    <a:pt x="2625" y="2855"/>
                  </a:lnTo>
                  <a:lnTo>
                    <a:pt x="2628" y="2855"/>
                  </a:lnTo>
                  <a:lnTo>
                    <a:pt x="2631" y="2854"/>
                  </a:lnTo>
                  <a:lnTo>
                    <a:pt x="2635" y="2851"/>
                  </a:lnTo>
                  <a:lnTo>
                    <a:pt x="2638" y="2848"/>
                  </a:lnTo>
                  <a:lnTo>
                    <a:pt x="2848" y="2638"/>
                  </a:lnTo>
                  <a:lnTo>
                    <a:pt x="2853" y="2631"/>
                  </a:lnTo>
                  <a:lnTo>
                    <a:pt x="2853" y="2623"/>
                  </a:lnTo>
                  <a:lnTo>
                    <a:pt x="2850" y="2615"/>
                  </a:lnTo>
                  <a:lnTo>
                    <a:pt x="2676" y="2370"/>
                  </a:lnTo>
                  <a:lnTo>
                    <a:pt x="2665" y="2351"/>
                  </a:lnTo>
                  <a:lnTo>
                    <a:pt x="2659" y="2329"/>
                  </a:lnTo>
                  <a:lnTo>
                    <a:pt x="2659" y="2308"/>
                  </a:lnTo>
                  <a:lnTo>
                    <a:pt x="2663" y="2286"/>
                  </a:lnTo>
                  <a:lnTo>
                    <a:pt x="2672" y="2267"/>
                  </a:lnTo>
                  <a:lnTo>
                    <a:pt x="2711" y="2196"/>
                  </a:lnTo>
                  <a:lnTo>
                    <a:pt x="2743" y="2123"/>
                  </a:lnTo>
                  <a:lnTo>
                    <a:pt x="2772" y="2048"/>
                  </a:lnTo>
                  <a:lnTo>
                    <a:pt x="2794" y="1972"/>
                  </a:lnTo>
                  <a:lnTo>
                    <a:pt x="2803" y="1951"/>
                  </a:lnTo>
                  <a:lnTo>
                    <a:pt x="2814" y="1933"/>
                  </a:lnTo>
                  <a:lnTo>
                    <a:pt x="2830" y="1918"/>
                  </a:lnTo>
                  <a:lnTo>
                    <a:pt x="2849" y="1908"/>
                  </a:lnTo>
                  <a:lnTo>
                    <a:pt x="2870" y="1902"/>
                  </a:lnTo>
                  <a:lnTo>
                    <a:pt x="3166" y="1852"/>
                  </a:lnTo>
                  <a:lnTo>
                    <a:pt x="3174" y="1849"/>
                  </a:lnTo>
                  <a:lnTo>
                    <a:pt x="3180" y="1843"/>
                  </a:lnTo>
                  <a:lnTo>
                    <a:pt x="3182" y="1834"/>
                  </a:lnTo>
                  <a:lnTo>
                    <a:pt x="3183" y="1834"/>
                  </a:lnTo>
                  <a:lnTo>
                    <a:pt x="3183" y="1537"/>
                  </a:lnTo>
                  <a:lnTo>
                    <a:pt x="3181" y="1529"/>
                  </a:lnTo>
                  <a:lnTo>
                    <a:pt x="3175" y="1523"/>
                  </a:lnTo>
                  <a:lnTo>
                    <a:pt x="3167" y="1519"/>
                  </a:lnTo>
                  <a:lnTo>
                    <a:pt x="2871" y="1469"/>
                  </a:lnTo>
                  <a:lnTo>
                    <a:pt x="2850" y="1464"/>
                  </a:lnTo>
                  <a:lnTo>
                    <a:pt x="2831" y="1452"/>
                  </a:lnTo>
                  <a:lnTo>
                    <a:pt x="2815" y="1438"/>
                  </a:lnTo>
                  <a:lnTo>
                    <a:pt x="2803" y="1421"/>
                  </a:lnTo>
                  <a:lnTo>
                    <a:pt x="2796" y="1399"/>
                  </a:lnTo>
                  <a:lnTo>
                    <a:pt x="2773" y="1322"/>
                  </a:lnTo>
                  <a:lnTo>
                    <a:pt x="2744" y="1248"/>
                  </a:lnTo>
                  <a:lnTo>
                    <a:pt x="2712" y="1175"/>
                  </a:lnTo>
                  <a:lnTo>
                    <a:pt x="2673" y="1104"/>
                  </a:lnTo>
                  <a:lnTo>
                    <a:pt x="2663" y="1085"/>
                  </a:lnTo>
                  <a:lnTo>
                    <a:pt x="2659" y="1063"/>
                  </a:lnTo>
                  <a:lnTo>
                    <a:pt x="2660" y="1042"/>
                  </a:lnTo>
                  <a:lnTo>
                    <a:pt x="2666" y="1020"/>
                  </a:lnTo>
                  <a:lnTo>
                    <a:pt x="2677" y="1001"/>
                  </a:lnTo>
                  <a:lnTo>
                    <a:pt x="2851" y="757"/>
                  </a:lnTo>
                  <a:lnTo>
                    <a:pt x="2854" y="749"/>
                  </a:lnTo>
                  <a:lnTo>
                    <a:pt x="2853" y="740"/>
                  </a:lnTo>
                  <a:lnTo>
                    <a:pt x="2849" y="732"/>
                  </a:lnTo>
                  <a:lnTo>
                    <a:pt x="2639" y="522"/>
                  </a:lnTo>
                  <a:lnTo>
                    <a:pt x="2635" y="520"/>
                  </a:lnTo>
                  <a:lnTo>
                    <a:pt x="2632" y="518"/>
                  </a:lnTo>
                  <a:lnTo>
                    <a:pt x="2629" y="517"/>
                  </a:lnTo>
                  <a:lnTo>
                    <a:pt x="2626" y="517"/>
                  </a:lnTo>
                  <a:lnTo>
                    <a:pt x="2622" y="517"/>
                  </a:lnTo>
                  <a:lnTo>
                    <a:pt x="2618" y="519"/>
                  </a:lnTo>
                  <a:lnTo>
                    <a:pt x="2615" y="520"/>
                  </a:lnTo>
                  <a:lnTo>
                    <a:pt x="2372" y="695"/>
                  </a:lnTo>
                  <a:lnTo>
                    <a:pt x="2352" y="706"/>
                  </a:lnTo>
                  <a:lnTo>
                    <a:pt x="2332" y="712"/>
                  </a:lnTo>
                  <a:lnTo>
                    <a:pt x="2310" y="713"/>
                  </a:lnTo>
                  <a:lnTo>
                    <a:pt x="2289" y="709"/>
                  </a:lnTo>
                  <a:lnTo>
                    <a:pt x="2268" y="700"/>
                  </a:lnTo>
                  <a:lnTo>
                    <a:pt x="2196" y="661"/>
                  </a:lnTo>
                  <a:lnTo>
                    <a:pt x="2122" y="627"/>
                  </a:lnTo>
                  <a:lnTo>
                    <a:pt x="2045" y="598"/>
                  </a:lnTo>
                  <a:lnTo>
                    <a:pt x="1966" y="576"/>
                  </a:lnTo>
                  <a:lnTo>
                    <a:pt x="1946" y="567"/>
                  </a:lnTo>
                  <a:lnTo>
                    <a:pt x="1928" y="555"/>
                  </a:lnTo>
                  <a:lnTo>
                    <a:pt x="1913" y="540"/>
                  </a:lnTo>
                  <a:lnTo>
                    <a:pt x="1903" y="520"/>
                  </a:lnTo>
                  <a:lnTo>
                    <a:pt x="1896" y="499"/>
                  </a:lnTo>
                  <a:lnTo>
                    <a:pt x="1847" y="205"/>
                  </a:lnTo>
                  <a:lnTo>
                    <a:pt x="1843" y="198"/>
                  </a:lnTo>
                  <a:lnTo>
                    <a:pt x="1837" y="192"/>
                  </a:lnTo>
                  <a:lnTo>
                    <a:pt x="1829" y="189"/>
                  </a:lnTo>
                  <a:lnTo>
                    <a:pt x="1532" y="189"/>
                  </a:lnTo>
                  <a:close/>
                  <a:moveTo>
                    <a:pt x="1531" y="0"/>
                  </a:moveTo>
                  <a:lnTo>
                    <a:pt x="1827" y="0"/>
                  </a:lnTo>
                  <a:lnTo>
                    <a:pt x="1861" y="3"/>
                  </a:lnTo>
                  <a:lnTo>
                    <a:pt x="1892" y="10"/>
                  </a:lnTo>
                  <a:lnTo>
                    <a:pt x="1922" y="24"/>
                  </a:lnTo>
                  <a:lnTo>
                    <a:pt x="1950" y="40"/>
                  </a:lnTo>
                  <a:lnTo>
                    <a:pt x="1973" y="60"/>
                  </a:lnTo>
                  <a:lnTo>
                    <a:pt x="1995" y="84"/>
                  </a:lnTo>
                  <a:lnTo>
                    <a:pt x="2012" y="112"/>
                  </a:lnTo>
                  <a:lnTo>
                    <a:pt x="2024" y="141"/>
                  </a:lnTo>
                  <a:lnTo>
                    <a:pt x="2033" y="174"/>
                  </a:lnTo>
                  <a:lnTo>
                    <a:pt x="2073" y="408"/>
                  </a:lnTo>
                  <a:lnTo>
                    <a:pt x="2153" y="435"/>
                  </a:lnTo>
                  <a:lnTo>
                    <a:pt x="2233" y="468"/>
                  </a:lnTo>
                  <a:lnTo>
                    <a:pt x="2310" y="506"/>
                  </a:lnTo>
                  <a:lnTo>
                    <a:pt x="2506" y="367"/>
                  </a:lnTo>
                  <a:lnTo>
                    <a:pt x="2533" y="349"/>
                  </a:lnTo>
                  <a:lnTo>
                    <a:pt x="2563" y="338"/>
                  </a:lnTo>
                  <a:lnTo>
                    <a:pt x="2594" y="330"/>
                  </a:lnTo>
                  <a:lnTo>
                    <a:pt x="2627" y="328"/>
                  </a:lnTo>
                  <a:lnTo>
                    <a:pt x="2659" y="331"/>
                  </a:lnTo>
                  <a:lnTo>
                    <a:pt x="2691" y="338"/>
                  </a:lnTo>
                  <a:lnTo>
                    <a:pt x="2721" y="350"/>
                  </a:lnTo>
                  <a:lnTo>
                    <a:pt x="2748" y="368"/>
                  </a:lnTo>
                  <a:lnTo>
                    <a:pt x="2773" y="389"/>
                  </a:lnTo>
                  <a:lnTo>
                    <a:pt x="2983" y="599"/>
                  </a:lnTo>
                  <a:lnTo>
                    <a:pt x="3005" y="624"/>
                  </a:lnTo>
                  <a:lnTo>
                    <a:pt x="3022" y="652"/>
                  </a:lnTo>
                  <a:lnTo>
                    <a:pt x="3034" y="682"/>
                  </a:lnTo>
                  <a:lnTo>
                    <a:pt x="3042" y="713"/>
                  </a:lnTo>
                  <a:lnTo>
                    <a:pt x="3044" y="745"/>
                  </a:lnTo>
                  <a:lnTo>
                    <a:pt x="3042" y="776"/>
                  </a:lnTo>
                  <a:lnTo>
                    <a:pt x="3035" y="808"/>
                  </a:lnTo>
                  <a:lnTo>
                    <a:pt x="3023" y="839"/>
                  </a:lnTo>
                  <a:lnTo>
                    <a:pt x="3005" y="868"/>
                  </a:lnTo>
                  <a:lnTo>
                    <a:pt x="2866" y="1062"/>
                  </a:lnTo>
                  <a:lnTo>
                    <a:pt x="2903" y="1137"/>
                  </a:lnTo>
                  <a:lnTo>
                    <a:pt x="2935" y="1213"/>
                  </a:lnTo>
                  <a:lnTo>
                    <a:pt x="2961" y="1292"/>
                  </a:lnTo>
                  <a:lnTo>
                    <a:pt x="3198" y="1332"/>
                  </a:lnTo>
                  <a:lnTo>
                    <a:pt x="3231" y="1340"/>
                  </a:lnTo>
                  <a:lnTo>
                    <a:pt x="3260" y="1353"/>
                  </a:lnTo>
                  <a:lnTo>
                    <a:pt x="3288" y="1370"/>
                  </a:lnTo>
                  <a:lnTo>
                    <a:pt x="3312" y="1391"/>
                  </a:lnTo>
                  <a:lnTo>
                    <a:pt x="3332" y="1416"/>
                  </a:lnTo>
                  <a:lnTo>
                    <a:pt x="3348" y="1442"/>
                  </a:lnTo>
                  <a:lnTo>
                    <a:pt x="3361" y="1473"/>
                  </a:lnTo>
                  <a:lnTo>
                    <a:pt x="3368" y="1505"/>
                  </a:lnTo>
                  <a:lnTo>
                    <a:pt x="3370" y="1537"/>
                  </a:lnTo>
                  <a:lnTo>
                    <a:pt x="3370" y="1834"/>
                  </a:lnTo>
                  <a:lnTo>
                    <a:pt x="3368" y="1867"/>
                  </a:lnTo>
                  <a:lnTo>
                    <a:pt x="3360" y="1899"/>
                  </a:lnTo>
                  <a:lnTo>
                    <a:pt x="3347" y="1929"/>
                  </a:lnTo>
                  <a:lnTo>
                    <a:pt x="3331" y="1956"/>
                  </a:lnTo>
                  <a:lnTo>
                    <a:pt x="3311" y="1981"/>
                  </a:lnTo>
                  <a:lnTo>
                    <a:pt x="3286" y="2001"/>
                  </a:lnTo>
                  <a:lnTo>
                    <a:pt x="3259" y="2019"/>
                  </a:lnTo>
                  <a:lnTo>
                    <a:pt x="3229" y="2031"/>
                  </a:lnTo>
                  <a:lnTo>
                    <a:pt x="3197" y="2039"/>
                  </a:lnTo>
                  <a:lnTo>
                    <a:pt x="2960" y="2079"/>
                  </a:lnTo>
                  <a:lnTo>
                    <a:pt x="2934" y="2157"/>
                  </a:lnTo>
                  <a:lnTo>
                    <a:pt x="2901" y="2234"/>
                  </a:lnTo>
                  <a:lnTo>
                    <a:pt x="2865" y="2309"/>
                  </a:lnTo>
                  <a:lnTo>
                    <a:pt x="3004" y="2504"/>
                  </a:lnTo>
                  <a:lnTo>
                    <a:pt x="3022" y="2533"/>
                  </a:lnTo>
                  <a:lnTo>
                    <a:pt x="3033" y="2564"/>
                  </a:lnTo>
                  <a:lnTo>
                    <a:pt x="3040" y="2594"/>
                  </a:lnTo>
                  <a:lnTo>
                    <a:pt x="3043" y="2627"/>
                  </a:lnTo>
                  <a:lnTo>
                    <a:pt x="3040" y="2659"/>
                  </a:lnTo>
                  <a:lnTo>
                    <a:pt x="3033" y="2690"/>
                  </a:lnTo>
                  <a:lnTo>
                    <a:pt x="3021" y="2719"/>
                  </a:lnTo>
                  <a:lnTo>
                    <a:pt x="3003" y="2747"/>
                  </a:lnTo>
                  <a:lnTo>
                    <a:pt x="2982" y="2773"/>
                  </a:lnTo>
                  <a:lnTo>
                    <a:pt x="2772" y="2983"/>
                  </a:lnTo>
                  <a:lnTo>
                    <a:pt x="2746" y="3004"/>
                  </a:lnTo>
                  <a:lnTo>
                    <a:pt x="2719" y="3022"/>
                  </a:lnTo>
                  <a:lnTo>
                    <a:pt x="2689" y="3034"/>
                  </a:lnTo>
                  <a:lnTo>
                    <a:pt x="2657" y="3041"/>
                  </a:lnTo>
                  <a:lnTo>
                    <a:pt x="2625" y="3044"/>
                  </a:lnTo>
                  <a:lnTo>
                    <a:pt x="2593" y="3041"/>
                  </a:lnTo>
                  <a:lnTo>
                    <a:pt x="2561" y="3034"/>
                  </a:lnTo>
                  <a:lnTo>
                    <a:pt x="2531" y="3022"/>
                  </a:lnTo>
                  <a:lnTo>
                    <a:pt x="2504" y="3005"/>
                  </a:lnTo>
                  <a:lnTo>
                    <a:pt x="2309" y="2866"/>
                  </a:lnTo>
                  <a:lnTo>
                    <a:pt x="2234" y="2902"/>
                  </a:lnTo>
                  <a:lnTo>
                    <a:pt x="2158" y="2933"/>
                  </a:lnTo>
                  <a:lnTo>
                    <a:pt x="2079" y="2961"/>
                  </a:lnTo>
                  <a:lnTo>
                    <a:pt x="2039" y="3198"/>
                  </a:lnTo>
                  <a:lnTo>
                    <a:pt x="2031" y="3229"/>
                  </a:lnTo>
                  <a:lnTo>
                    <a:pt x="2018" y="3260"/>
                  </a:lnTo>
                  <a:lnTo>
                    <a:pt x="2001" y="3287"/>
                  </a:lnTo>
                  <a:lnTo>
                    <a:pt x="1980" y="3311"/>
                  </a:lnTo>
                  <a:lnTo>
                    <a:pt x="1956" y="3332"/>
                  </a:lnTo>
                  <a:lnTo>
                    <a:pt x="1928" y="3348"/>
                  </a:lnTo>
                  <a:lnTo>
                    <a:pt x="1898" y="3361"/>
                  </a:lnTo>
                  <a:lnTo>
                    <a:pt x="1867" y="3369"/>
                  </a:lnTo>
                  <a:lnTo>
                    <a:pt x="1834" y="3371"/>
                  </a:lnTo>
                  <a:lnTo>
                    <a:pt x="1536" y="3371"/>
                  </a:lnTo>
                  <a:lnTo>
                    <a:pt x="1503" y="3369"/>
                  </a:lnTo>
                  <a:lnTo>
                    <a:pt x="1471" y="3361"/>
                  </a:lnTo>
                  <a:lnTo>
                    <a:pt x="1442" y="3348"/>
                  </a:lnTo>
                  <a:lnTo>
                    <a:pt x="1414" y="3332"/>
                  </a:lnTo>
                  <a:lnTo>
                    <a:pt x="1390" y="3311"/>
                  </a:lnTo>
                  <a:lnTo>
                    <a:pt x="1369" y="3287"/>
                  </a:lnTo>
                  <a:lnTo>
                    <a:pt x="1352" y="3260"/>
                  </a:lnTo>
                  <a:lnTo>
                    <a:pt x="1339" y="3229"/>
                  </a:lnTo>
                  <a:lnTo>
                    <a:pt x="1331" y="3198"/>
                  </a:lnTo>
                  <a:lnTo>
                    <a:pt x="1291" y="2961"/>
                  </a:lnTo>
                  <a:lnTo>
                    <a:pt x="1215" y="2934"/>
                  </a:lnTo>
                  <a:lnTo>
                    <a:pt x="1141" y="2904"/>
                  </a:lnTo>
                  <a:lnTo>
                    <a:pt x="1069" y="2869"/>
                  </a:lnTo>
                  <a:lnTo>
                    <a:pt x="871" y="3010"/>
                  </a:lnTo>
                  <a:lnTo>
                    <a:pt x="844" y="3027"/>
                  </a:lnTo>
                  <a:lnTo>
                    <a:pt x="814" y="3039"/>
                  </a:lnTo>
                  <a:lnTo>
                    <a:pt x="783" y="3046"/>
                  </a:lnTo>
                  <a:lnTo>
                    <a:pt x="751" y="3049"/>
                  </a:lnTo>
                  <a:lnTo>
                    <a:pt x="718" y="3046"/>
                  </a:lnTo>
                  <a:lnTo>
                    <a:pt x="686" y="3039"/>
                  </a:lnTo>
                  <a:lnTo>
                    <a:pt x="656" y="3026"/>
                  </a:lnTo>
                  <a:lnTo>
                    <a:pt x="629" y="3009"/>
                  </a:lnTo>
                  <a:lnTo>
                    <a:pt x="603" y="2988"/>
                  </a:lnTo>
                  <a:lnTo>
                    <a:pt x="394" y="2778"/>
                  </a:lnTo>
                  <a:lnTo>
                    <a:pt x="372" y="2752"/>
                  </a:lnTo>
                  <a:lnTo>
                    <a:pt x="355" y="2724"/>
                  </a:lnTo>
                  <a:lnTo>
                    <a:pt x="343" y="2695"/>
                  </a:lnTo>
                  <a:lnTo>
                    <a:pt x="335" y="2663"/>
                  </a:lnTo>
                  <a:lnTo>
                    <a:pt x="333" y="2631"/>
                  </a:lnTo>
                  <a:lnTo>
                    <a:pt x="335" y="2600"/>
                  </a:lnTo>
                  <a:lnTo>
                    <a:pt x="342" y="2569"/>
                  </a:lnTo>
                  <a:lnTo>
                    <a:pt x="354" y="2538"/>
                  </a:lnTo>
                  <a:lnTo>
                    <a:pt x="372" y="2509"/>
                  </a:lnTo>
                  <a:lnTo>
                    <a:pt x="510" y="2317"/>
                  </a:lnTo>
                  <a:lnTo>
                    <a:pt x="473" y="2242"/>
                  </a:lnTo>
                  <a:lnTo>
                    <a:pt x="440" y="2165"/>
                  </a:lnTo>
                  <a:lnTo>
                    <a:pt x="414" y="2087"/>
                  </a:lnTo>
                  <a:lnTo>
                    <a:pt x="174" y="2046"/>
                  </a:lnTo>
                  <a:lnTo>
                    <a:pt x="141" y="2038"/>
                  </a:lnTo>
                  <a:lnTo>
                    <a:pt x="112" y="2026"/>
                  </a:lnTo>
                  <a:lnTo>
                    <a:pt x="84" y="2009"/>
                  </a:lnTo>
                  <a:lnTo>
                    <a:pt x="60" y="1988"/>
                  </a:lnTo>
                  <a:lnTo>
                    <a:pt x="40" y="1963"/>
                  </a:lnTo>
                  <a:lnTo>
                    <a:pt x="23" y="1936"/>
                  </a:lnTo>
                  <a:lnTo>
                    <a:pt x="10" y="1906"/>
                  </a:lnTo>
                  <a:lnTo>
                    <a:pt x="3" y="1874"/>
                  </a:lnTo>
                  <a:lnTo>
                    <a:pt x="0" y="1841"/>
                  </a:lnTo>
                  <a:lnTo>
                    <a:pt x="0" y="1545"/>
                  </a:lnTo>
                  <a:lnTo>
                    <a:pt x="3" y="1511"/>
                  </a:lnTo>
                  <a:lnTo>
                    <a:pt x="10" y="1479"/>
                  </a:lnTo>
                  <a:lnTo>
                    <a:pt x="23" y="1449"/>
                  </a:lnTo>
                  <a:lnTo>
                    <a:pt x="40" y="1423"/>
                  </a:lnTo>
                  <a:lnTo>
                    <a:pt x="60" y="1398"/>
                  </a:lnTo>
                  <a:lnTo>
                    <a:pt x="84" y="1378"/>
                  </a:lnTo>
                  <a:lnTo>
                    <a:pt x="112" y="1360"/>
                  </a:lnTo>
                  <a:lnTo>
                    <a:pt x="141" y="1347"/>
                  </a:lnTo>
                  <a:lnTo>
                    <a:pt x="174" y="1339"/>
                  </a:lnTo>
                  <a:lnTo>
                    <a:pt x="408" y="1300"/>
                  </a:lnTo>
                  <a:lnTo>
                    <a:pt x="434" y="1221"/>
                  </a:lnTo>
                  <a:lnTo>
                    <a:pt x="465" y="1144"/>
                  </a:lnTo>
                  <a:lnTo>
                    <a:pt x="502" y="1069"/>
                  </a:lnTo>
                  <a:lnTo>
                    <a:pt x="360" y="872"/>
                  </a:lnTo>
                  <a:lnTo>
                    <a:pt x="344" y="843"/>
                  </a:lnTo>
                  <a:lnTo>
                    <a:pt x="332" y="812"/>
                  </a:lnTo>
                  <a:lnTo>
                    <a:pt x="325" y="780"/>
                  </a:lnTo>
                  <a:lnTo>
                    <a:pt x="323" y="749"/>
                  </a:lnTo>
                  <a:lnTo>
                    <a:pt x="325" y="717"/>
                  </a:lnTo>
                  <a:lnTo>
                    <a:pt x="333" y="686"/>
                  </a:lnTo>
                  <a:lnTo>
                    <a:pt x="345" y="657"/>
                  </a:lnTo>
                  <a:lnTo>
                    <a:pt x="361" y="629"/>
                  </a:lnTo>
                  <a:lnTo>
                    <a:pt x="383" y="603"/>
                  </a:lnTo>
                  <a:lnTo>
                    <a:pt x="594" y="393"/>
                  </a:lnTo>
                  <a:lnTo>
                    <a:pt x="618" y="372"/>
                  </a:lnTo>
                  <a:lnTo>
                    <a:pt x="646" y="354"/>
                  </a:lnTo>
                  <a:lnTo>
                    <a:pt x="676" y="342"/>
                  </a:lnTo>
                  <a:lnTo>
                    <a:pt x="708" y="335"/>
                  </a:lnTo>
                  <a:lnTo>
                    <a:pt x="741" y="332"/>
                  </a:lnTo>
                  <a:lnTo>
                    <a:pt x="773" y="335"/>
                  </a:lnTo>
                  <a:lnTo>
                    <a:pt x="805" y="342"/>
                  </a:lnTo>
                  <a:lnTo>
                    <a:pt x="835" y="354"/>
                  </a:lnTo>
                  <a:lnTo>
                    <a:pt x="862" y="371"/>
                  </a:lnTo>
                  <a:lnTo>
                    <a:pt x="1056" y="510"/>
                  </a:lnTo>
                  <a:lnTo>
                    <a:pt x="1129" y="473"/>
                  </a:lnTo>
                  <a:lnTo>
                    <a:pt x="1206" y="440"/>
                  </a:lnTo>
                  <a:lnTo>
                    <a:pt x="1284" y="414"/>
                  </a:lnTo>
                  <a:lnTo>
                    <a:pt x="1325" y="174"/>
                  </a:lnTo>
                  <a:lnTo>
                    <a:pt x="1333" y="141"/>
                  </a:lnTo>
                  <a:lnTo>
                    <a:pt x="1347" y="112"/>
                  </a:lnTo>
                  <a:lnTo>
                    <a:pt x="1363" y="84"/>
                  </a:lnTo>
                  <a:lnTo>
                    <a:pt x="1384" y="60"/>
                  </a:lnTo>
                  <a:lnTo>
                    <a:pt x="1409" y="40"/>
                  </a:lnTo>
                  <a:lnTo>
                    <a:pt x="1436" y="24"/>
                  </a:lnTo>
                  <a:lnTo>
                    <a:pt x="1465" y="10"/>
                  </a:lnTo>
                  <a:lnTo>
                    <a:pt x="1497" y="3"/>
                  </a:lnTo>
                  <a:lnTo>
                    <a:pt x="1531" y="0"/>
                  </a:lnTo>
                  <a:close/>
                </a:path>
              </a:pathLst>
            </a:custGeom>
            <a:solidFill>
              <a:schemeClr val="bg1"/>
            </a:solidFill>
            <a:ln w="0">
              <a:noFill/>
              <a:prstDash val="solid"/>
              <a:round/>
            </a:ln>
          </p:spPr>
          <p:txBody>
            <a:bodyPr vert="horz" wrap="square" lIns="91440" tIns="45720" rIns="91440" bIns="45720" numCol="1" anchor="t" anchorCtr="0" compatLnSpc="1"/>
            <a:lstStyle/>
            <a:p>
              <a:endParaRPr lang="en-US" sz="2000">
                <a:latin typeface="Arial" panose="020B0604020202020204" pitchFamily="34" charset="0"/>
                <a:ea typeface="思源黑体 CN Medium" panose="020B0600000000000000" pitchFamily="34" charset="-122"/>
                <a:cs typeface="+mn-ea"/>
                <a:sym typeface="Arial" panose="020B0604020202020204" pitchFamily="34" charset="0"/>
              </a:endParaRPr>
            </a:p>
          </p:txBody>
        </p:sp>
        <p:sp>
          <p:nvSpPr>
            <p:cNvPr id="24" name="Freeform 7"/>
            <p:cNvSpPr>
              <a:spLocks noEditPoints="1"/>
            </p:cNvSpPr>
            <p:nvPr/>
          </p:nvSpPr>
          <p:spPr bwMode="auto">
            <a:xfrm>
              <a:off x="6353927" y="426769"/>
              <a:ext cx="136235" cy="136236"/>
            </a:xfrm>
            <a:custGeom>
              <a:avLst/>
              <a:gdLst>
                <a:gd name="T0" fmla="*/ 613 w 1455"/>
                <a:gd name="T1" fmla="*/ 202 h 1455"/>
                <a:gd name="T2" fmla="*/ 457 w 1455"/>
                <a:gd name="T3" fmla="*/ 264 h 1455"/>
                <a:gd name="T4" fmla="*/ 329 w 1455"/>
                <a:gd name="T5" fmla="*/ 367 h 1455"/>
                <a:gd name="T6" fmla="*/ 238 w 1455"/>
                <a:gd name="T7" fmla="*/ 506 h 1455"/>
                <a:gd name="T8" fmla="*/ 194 w 1455"/>
                <a:gd name="T9" fmla="*/ 668 h 1455"/>
                <a:gd name="T10" fmla="*/ 203 w 1455"/>
                <a:gd name="T11" fmla="*/ 843 h 1455"/>
                <a:gd name="T12" fmla="*/ 264 w 1455"/>
                <a:gd name="T13" fmla="*/ 998 h 1455"/>
                <a:gd name="T14" fmla="*/ 368 w 1455"/>
                <a:gd name="T15" fmla="*/ 1126 h 1455"/>
                <a:gd name="T16" fmla="*/ 506 w 1455"/>
                <a:gd name="T17" fmla="*/ 1216 h 1455"/>
                <a:gd name="T18" fmla="*/ 669 w 1455"/>
                <a:gd name="T19" fmla="*/ 1262 h 1455"/>
                <a:gd name="T20" fmla="*/ 843 w 1455"/>
                <a:gd name="T21" fmla="*/ 1252 h 1455"/>
                <a:gd name="T22" fmla="*/ 999 w 1455"/>
                <a:gd name="T23" fmla="*/ 1191 h 1455"/>
                <a:gd name="T24" fmla="*/ 1126 w 1455"/>
                <a:gd name="T25" fmla="*/ 1087 h 1455"/>
                <a:gd name="T26" fmla="*/ 1217 w 1455"/>
                <a:gd name="T27" fmla="*/ 949 h 1455"/>
                <a:gd name="T28" fmla="*/ 1262 w 1455"/>
                <a:gd name="T29" fmla="*/ 786 h 1455"/>
                <a:gd name="T30" fmla="*/ 1253 w 1455"/>
                <a:gd name="T31" fmla="*/ 612 h 1455"/>
                <a:gd name="T32" fmla="*/ 1191 w 1455"/>
                <a:gd name="T33" fmla="*/ 456 h 1455"/>
                <a:gd name="T34" fmla="*/ 1088 w 1455"/>
                <a:gd name="T35" fmla="*/ 328 h 1455"/>
                <a:gd name="T36" fmla="*/ 950 w 1455"/>
                <a:gd name="T37" fmla="*/ 238 h 1455"/>
                <a:gd name="T38" fmla="*/ 786 w 1455"/>
                <a:gd name="T39" fmla="*/ 193 h 1455"/>
                <a:gd name="T40" fmla="*/ 794 w 1455"/>
                <a:gd name="T41" fmla="*/ 3 h 1455"/>
                <a:gd name="T42" fmla="*/ 981 w 1455"/>
                <a:gd name="T43" fmla="*/ 46 h 1455"/>
                <a:gd name="T44" fmla="*/ 1147 w 1455"/>
                <a:gd name="T45" fmla="*/ 133 h 1455"/>
                <a:gd name="T46" fmla="*/ 1284 w 1455"/>
                <a:gd name="T47" fmla="*/ 259 h 1455"/>
                <a:gd name="T48" fmla="*/ 1385 w 1455"/>
                <a:gd name="T49" fmla="*/ 416 h 1455"/>
                <a:gd name="T50" fmla="*/ 1443 w 1455"/>
                <a:gd name="T51" fmla="*/ 597 h 1455"/>
                <a:gd name="T52" fmla="*/ 1451 w 1455"/>
                <a:gd name="T53" fmla="*/ 793 h 1455"/>
                <a:gd name="T54" fmla="*/ 1409 w 1455"/>
                <a:gd name="T55" fmla="*/ 981 h 1455"/>
                <a:gd name="T56" fmla="*/ 1321 w 1455"/>
                <a:gd name="T57" fmla="*/ 1147 h 1455"/>
                <a:gd name="T58" fmla="*/ 1196 w 1455"/>
                <a:gd name="T59" fmla="*/ 1284 h 1455"/>
                <a:gd name="T60" fmla="*/ 1039 w 1455"/>
                <a:gd name="T61" fmla="*/ 1384 h 1455"/>
                <a:gd name="T62" fmla="*/ 859 w 1455"/>
                <a:gd name="T63" fmla="*/ 1443 h 1455"/>
                <a:gd name="T64" fmla="*/ 662 w 1455"/>
                <a:gd name="T65" fmla="*/ 1452 h 1455"/>
                <a:gd name="T66" fmla="*/ 475 w 1455"/>
                <a:gd name="T67" fmla="*/ 1409 h 1455"/>
                <a:gd name="T68" fmla="*/ 309 w 1455"/>
                <a:gd name="T69" fmla="*/ 1322 h 1455"/>
                <a:gd name="T70" fmla="*/ 171 w 1455"/>
                <a:gd name="T71" fmla="*/ 1196 h 1455"/>
                <a:gd name="T72" fmla="*/ 70 w 1455"/>
                <a:gd name="T73" fmla="*/ 1039 h 1455"/>
                <a:gd name="T74" fmla="*/ 12 w 1455"/>
                <a:gd name="T75" fmla="*/ 858 h 1455"/>
                <a:gd name="T76" fmla="*/ 4 w 1455"/>
                <a:gd name="T77" fmla="*/ 661 h 1455"/>
                <a:gd name="T78" fmla="*/ 46 w 1455"/>
                <a:gd name="T79" fmla="*/ 474 h 1455"/>
                <a:gd name="T80" fmla="*/ 134 w 1455"/>
                <a:gd name="T81" fmla="*/ 308 h 1455"/>
                <a:gd name="T82" fmla="*/ 260 w 1455"/>
                <a:gd name="T83" fmla="*/ 171 h 1455"/>
                <a:gd name="T84" fmla="*/ 416 w 1455"/>
                <a:gd name="T85" fmla="*/ 70 h 1455"/>
                <a:gd name="T86" fmla="*/ 597 w 1455"/>
                <a:gd name="T87" fmla="*/ 12 h 14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455" h="1455">
                  <a:moveTo>
                    <a:pt x="727" y="190"/>
                  </a:moveTo>
                  <a:lnTo>
                    <a:pt x="669" y="193"/>
                  </a:lnTo>
                  <a:lnTo>
                    <a:pt x="613" y="202"/>
                  </a:lnTo>
                  <a:lnTo>
                    <a:pt x="558" y="218"/>
                  </a:lnTo>
                  <a:lnTo>
                    <a:pt x="506" y="238"/>
                  </a:lnTo>
                  <a:lnTo>
                    <a:pt x="457" y="264"/>
                  </a:lnTo>
                  <a:lnTo>
                    <a:pt x="410" y="294"/>
                  </a:lnTo>
                  <a:lnTo>
                    <a:pt x="368" y="328"/>
                  </a:lnTo>
                  <a:lnTo>
                    <a:pt x="329" y="367"/>
                  </a:lnTo>
                  <a:lnTo>
                    <a:pt x="294" y="410"/>
                  </a:lnTo>
                  <a:lnTo>
                    <a:pt x="264" y="456"/>
                  </a:lnTo>
                  <a:lnTo>
                    <a:pt x="238" y="506"/>
                  </a:lnTo>
                  <a:lnTo>
                    <a:pt x="218" y="558"/>
                  </a:lnTo>
                  <a:lnTo>
                    <a:pt x="203" y="612"/>
                  </a:lnTo>
                  <a:lnTo>
                    <a:pt x="194" y="668"/>
                  </a:lnTo>
                  <a:lnTo>
                    <a:pt x="191" y="728"/>
                  </a:lnTo>
                  <a:lnTo>
                    <a:pt x="194" y="786"/>
                  </a:lnTo>
                  <a:lnTo>
                    <a:pt x="203" y="843"/>
                  </a:lnTo>
                  <a:lnTo>
                    <a:pt x="218" y="897"/>
                  </a:lnTo>
                  <a:lnTo>
                    <a:pt x="238" y="949"/>
                  </a:lnTo>
                  <a:lnTo>
                    <a:pt x="264" y="998"/>
                  </a:lnTo>
                  <a:lnTo>
                    <a:pt x="294" y="1044"/>
                  </a:lnTo>
                  <a:lnTo>
                    <a:pt x="329" y="1087"/>
                  </a:lnTo>
                  <a:lnTo>
                    <a:pt x="368" y="1126"/>
                  </a:lnTo>
                  <a:lnTo>
                    <a:pt x="410" y="1161"/>
                  </a:lnTo>
                  <a:lnTo>
                    <a:pt x="457" y="1191"/>
                  </a:lnTo>
                  <a:lnTo>
                    <a:pt x="506" y="1216"/>
                  </a:lnTo>
                  <a:lnTo>
                    <a:pt x="558" y="1237"/>
                  </a:lnTo>
                  <a:lnTo>
                    <a:pt x="613" y="1252"/>
                  </a:lnTo>
                  <a:lnTo>
                    <a:pt x="669" y="1262"/>
                  </a:lnTo>
                  <a:lnTo>
                    <a:pt x="727" y="1265"/>
                  </a:lnTo>
                  <a:lnTo>
                    <a:pt x="786" y="1262"/>
                  </a:lnTo>
                  <a:lnTo>
                    <a:pt x="843" y="1252"/>
                  </a:lnTo>
                  <a:lnTo>
                    <a:pt x="897" y="1237"/>
                  </a:lnTo>
                  <a:lnTo>
                    <a:pt x="950" y="1216"/>
                  </a:lnTo>
                  <a:lnTo>
                    <a:pt x="999" y="1191"/>
                  </a:lnTo>
                  <a:lnTo>
                    <a:pt x="1045" y="1161"/>
                  </a:lnTo>
                  <a:lnTo>
                    <a:pt x="1088" y="1126"/>
                  </a:lnTo>
                  <a:lnTo>
                    <a:pt x="1126" y="1087"/>
                  </a:lnTo>
                  <a:lnTo>
                    <a:pt x="1161" y="1044"/>
                  </a:lnTo>
                  <a:lnTo>
                    <a:pt x="1191" y="998"/>
                  </a:lnTo>
                  <a:lnTo>
                    <a:pt x="1217" y="949"/>
                  </a:lnTo>
                  <a:lnTo>
                    <a:pt x="1237" y="897"/>
                  </a:lnTo>
                  <a:lnTo>
                    <a:pt x="1253" y="843"/>
                  </a:lnTo>
                  <a:lnTo>
                    <a:pt x="1262" y="786"/>
                  </a:lnTo>
                  <a:lnTo>
                    <a:pt x="1265" y="728"/>
                  </a:lnTo>
                  <a:lnTo>
                    <a:pt x="1262" y="668"/>
                  </a:lnTo>
                  <a:lnTo>
                    <a:pt x="1253" y="612"/>
                  </a:lnTo>
                  <a:lnTo>
                    <a:pt x="1237" y="558"/>
                  </a:lnTo>
                  <a:lnTo>
                    <a:pt x="1217" y="506"/>
                  </a:lnTo>
                  <a:lnTo>
                    <a:pt x="1191" y="456"/>
                  </a:lnTo>
                  <a:lnTo>
                    <a:pt x="1161" y="410"/>
                  </a:lnTo>
                  <a:lnTo>
                    <a:pt x="1126" y="367"/>
                  </a:lnTo>
                  <a:lnTo>
                    <a:pt x="1088" y="328"/>
                  </a:lnTo>
                  <a:lnTo>
                    <a:pt x="1045" y="294"/>
                  </a:lnTo>
                  <a:lnTo>
                    <a:pt x="999" y="264"/>
                  </a:lnTo>
                  <a:lnTo>
                    <a:pt x="950" y="238"/>
                  </a:lnTo>
                  <a:lnTo>
                    <a:pt x="897" y="218"/>
                  </a:lnTo>
                  <a:lnTo>
                    <a:pt x="843" y="202"/>
                  </a:lnTo>
                  <a:lnTo>
                    <a:pt x="786" y="193"/>
                  </a:lnTo>
                  <a:lnTo>
                    <a:pt x="727" y="190"/>
                  </a:lnTo>
                  <a:close/>
                  <a:moveTo>
                    <a:pt x="727" y="0"/>
                  </a:moveTo>
                  <a:lnTo>
                    <a:pt x="794" y="3"/>
                  </a:lnTo>
                  <a:lnTo>
                    <a:pt x="859" y="12"/>
                  </a:lnTo>
                  <a:lnTo>
                    <a:pt x="921" y="26"/>
                  </a:lnTo>
                  <a:lnTo>
                    <a:pt x="981" y="46"/>
                  </a:lnTo>
                  <a:lnTo>
                    <a:pt x="1039" y="70"/>
                  </a:lnTo>
                  <a:lnTo>
                    <a:pt x="1094" y="99"/>
                  </a:lnTo>
                  <a:lnTo>
                    <a:pt x="1147" y="133"/>
                  </a:lnTo>
                  <a:lnTo>
                    <a:pt x="1196" y="171"/>
                  </a:lnTo>
                  <a:lnTo>
                    <a:pt x="1242" y="213"/>
                  </a:lnTo>
                  <a:lnTo>
                    <a:pt x="1284" y="259"/>
                  </a:lnTo>
                  <a:lnTo>
                    <a:pt x="1321" y="308"/>
                  </a:lnTo>
                  <a:lnTo>
                    <a:pt x="1355" y="360"/>
                  </a:lnTo>
                  <a:lnTo>
                    <a:pt x="1385" y="416"/>
                  </a:lnTo>
                  <a:lnTo>
                    <a:pt x="1409" y="474"/>
                  </a:lnTo>
                  <a:lnTo>
                    <a:pt x="1429" y="534"/>
                  </a:lnTo>
                  <a:lnTo>
                    <a:pt x="1443" y="597"/>
                  </a:lnTo>
                  <a:lnTo>
                    <a:pt x="1451" y="661"/>
                  </a:lnTo>
                  <a:lnTo>
                    <a:pt x="1455" y="728"/>
                  </a:lnTo>
                  <a:lnTo>
                    <a:pt x="1451" y="793"/>
                  </a:lnTo>
                  <a:lnTo>
                    <a:pt x="1443" y="858"/>
                  </a:lnTo>
                  <a:lnTo>
                    <a:pt x="1429" y="920"/>
                  </a:lnTo>
                  <a:lnTo>
                    <a:pt x="1409" y="981"/>
                  </a:lnTo>
                  <a:lnTo>
                    <a:pt x="1385" y="1039"/>
                  </a:lnTo>
                  <a:lnTo>
                    <a:pt x="1355" y="1095"/>
                  </a:lnTo>
                  <a:lnTo>
                    <a:pt x="1321" y="1147"/>
                  </a:lnTo>
                  <a:lnTo>
                    <a:pt x="1284" y="1196"/>
                  </a:lnTo>
                  <a:lnTo>
                    <a:pt x="1242" y="1242"/>
                  </a:lnTo>
                  <a:lnTo>
                    <a:pt x="1196" y="1284"/>
                  </a:lnTo>
                  <a:lnTo>
                    <a:pt x="1147" y="1322"/>
                  </a:lnTo>
                  <a:lnTo>
                    <a:pt x="1094" y="1356"/>
                  </a:lnTo>
                  <a:lnTo>
                    <a:pt x="1039" y="1384"/>
                  </a:lnTo>
                  <a:lnTo>
                    <a:pt x="981" y="1409"/>
                  </a:lnTo>
                  <a:lnTo>
                    <a:pt x="921" y="1428"/>
                  </a:lnTo>
                  <a:lnTo>
                    <a:pt x="859" y="1443"/>
                  </a:lnTo>
                  <a:lnTo>
                    <a:pt x="794" y="1452"/>
                  </a:lnTo>
                  <a:lnTo>
                    <a:pt x="727" y="1455"/>
                  </a:lnTo>
                  <a:lnTo>
                    <a:pt x="662" y="1452"/>
                  </a:lnTo>
                  <a:lnTo>
                    <a:pt x="597" y="1443"/>
                  </a:lnTo>
                  <a:lnTo>
                    <a:pt x="535" y="1428"/>
                  </a:lnTo>
                  <a:lnTo>
                    <a:pt x="475" y="1409"/>
                  </a:lnTo>
                  <a:lnTo>
                    <a:pt x="416" y="1384"/>
                  </a:lnTo>
                  <a:lnTo>
                    <a:pt x="361" y="1356"/>
                  </a:lnTo>
                  <a:lnTo>
                    <a:pt x="309" y="1322"/>
                  </a:lnTo>
                  <a:lnTo>
                    <a:pt x="260" y="1284"/>
                  </a:lnTo>
                  <a:lnTo>
                    <a:pt x="213" y="1242"/>
                  </a:lnTo>
                  <a:lnTo>
                    <a:pt x="171" y="1196"/>
                  </a:lnTo>
                  <a:lnTo>
                    <a:pt x="134" y="1147"/>
                  </a:lnTo>
                  <a:lnTo>
                    <a:pt x="100" y="1095"/>
                  </a:lnTo>
                  <a:lnTo>
                    <a:pt x="70" y="1039"/>
                  </a:lnTo>
                  <a:lnTo>
                    <a:pt x="46" y="981"/>
                  </a:lnTo>
                  <a:lnTo>
                    <a:pt x="26" y="920"/>
                  </a:lnTo>
                  <a:lnTo>
                    <a:pt x="12" y="858"/>
                  </a:lnTo>
                  <a:lnTo>
                    <a:pt x="4" y="793"/>
                  </a:lnTo>
                  <a:lnTo>
                    <a:pt x="0" y="728"/>
                  </a:lnTo>
                  <a:lnTo>
                    <a:pt x="4" y="661"/>
                  </a:lnTo>
                  <a:lnTo>
                    <a:pt x="12" y="597"/>
                  </a:lnTo>
                  <a:lnTo>
                    <a:pt x="26" y="534"/>
                  </a:lnTo>
                  <a:lnTo>
                    <a:pt x="46" y="474"/>
                  </a:lnTo>
                  <a:lnTo>
                    <a:pt x="70" y="416"/>
                  </a:lnTo>
                  <a:lnTo>
                    <a:pt x="100" y="360"/>
                  </a:lnTo>
                  <a:lnTo>
                    <a:pt x="134" y="308"/>
                  </a:lnTo>
                  <a:lnTo>
                    <a:pt x="171" y="259"/>
                  </a:lnTo>
                  <a:lnTo>
                    <a:pt x="213" y="213"/>
                  </a:lnTo>
                  <a:lnTo>
                    <a:pt x="260" y="171"/>
                  </a:lnTo>
                  <a:lnTo>
                    <a:pt x="309" y="133"/>
                  </a:lnTo>
                  <a:lnTo>
                    <a:pt x="361" y="99"/>
                  </a:lnTo>
                  <a:lnTo>
                    <a:pt x="416" y="70"/>
                  </a:lnTo>
                  <a:lnTo>
                    <a:pt x="475" y="46"/>
                  </a:lnTo>
                  <a:lnTo>
                    <a:pt x="535" y="26"/>
                  </a:lnTo>
                  <a:lnTo>
                    <a:pt x="597" y="12"/>
                  </a:lnTo>
                  <a:lnTo>
                    <a:pt x="662" y="3"/>
                  </a:lnTo>
                  <a:lnTo>
                    <a:pt x="727" y="0"/>
                  </a:lnTo>
                  <a:close/>
                </a:path>
              </a:pathLst>
            </a:custGeom>
            <a:solidFill>
              <a:schemeClr val="bg1"/>
            </a:solidFill>
            <a:ln w="0">
              <a:noFill/>
              <a:prstDash val="solid"/>
              <a:round/>
            </a:ln>
          </p:spPr>
          <p:txBody>
            <a:bodyPr vert="horz" wrap="square" lIns="91440" tIns="45720" rIns="91440" bIns="45720" numCol="1" anchor="t" anchorCtr="0" compatLnSpc="1"/>
            <a:lstStyle/>
            <a:p>
              <a:endParaRPr lang="en-US" sz="2000">
                <a:latin typeface="Arial" panose="020B0604020202020204" pitchFamily="34" charset="0"/>
                <a:ea typeface="思源黑体 CN Medium" panose="020B0600000000000000" pitchFamily="34" charset="-122"/>
                <a:cs typeface="+mn-ea"/>
                <a:sym typeface="Arial" panose="020B0604020202020204" pitchFamily="34" charset="0"/>
              </a:endParaRPr>
            </a:p>
          </p:txBody>
        </p:sp>
      </p:grpSp>
      <p:grpSp>
        <p:nvGrpSpPr>
          <p:cNvPr id="25" name="组合 24"/>
          <p:cNvGrpSpPr/>
          <p:nvPr/>
        </p:nvGrpSpPr>
        <p:grpSpPr>
          <a:xfrm>
            <a:off x="9704726" y="3854574"/>
            <a:ext cx="329354" cy="386336"/>
            <a:chOff x="8391316" y="1263968"/>
            <a:chExt cx="257254" cy="301762"/>
          </a:xfrm>
        </p:grpSpPr>
        <p:sp>
          <p:nvSpPr>
            <p:cNvPr id="26" name="Freeform 211"/>
            <p:cNvSpPr>
              <a:spLocks noEditPoints="1"/>
            </p:cNvSpPr>
            <p:nvPr/>
          </p:nvSpPr>
          <p:spPr bwMode="auto">
            <a:xfrm>
              <a:off x="8454517" y="1263968"/>
              <a:ext cx="130852" cy="162898"/>
            </a:xfrm>
            <a:custGeom>
              <a:avLst/>
              <a:gdLst>
                <a:gd name="T0" fmla="*/ 662 w 1465"/>
                <a:gd name="T1" fmla="*/ 193 h 1829"/>
                <a:gd name="T2" fmla="*/ 555 w 1465"/>
                <a:gd name="T3" fmla="*/ 214 h 1829"/>
                <a:gd name="T4" fmla="*/ 441 w 1465"/>
                <a:gd name="T5" fmla="*/ 263 h 1829"/>
                <a:gd name="T6" fmla="*/ 332 w 1465"/>
                <a:gd name="T7" fmla="*/ 351 h 1829"/>
                <a:gd name="T8" fmla="*/ 247 w 1465"/>
                <a:gd name="T9" fmla="*/ 489 h 1829"/>
                <a:gd name="T10" fmla="*/ 199 w 1465"/>
                <a:gd name="T11" fmla="*/ 688 h 1829"/>
                <a:gd name="T12" fmla="*/ 193 w 1465"/>
                <a:gd name="T13" fmla="*/ 755 h 1829"/>
                <a:gd name="T14" fmla="*/ 190 w 1465"/>
                <a:gd name="T15" fmla="*/ 808 h 1829"/>
                <a:gd name="T16" fmla="*/ 190 w 1465"/>
                <a:gd name="T17" fmla="*/ 943 h 1829"/>
                <a:gd name="T18" fmla="*/ 209 w 1465"/>
                <a:gd name="T19" fmla="*/ 1123 h 1829"/>
                <a:gd name="T20" fmla="*/ 264 w 1465"/>
                <a:gd name="T21" fmla="*/ 1317 h 1829"/>
                <a:gd name="T22" fmla="*/ 367 w 1465"/>
                <a:gd name="T23" fmla="*/ 1489 h 1829"/>
                <a:gd name="T24" fmla="*/ 523 w 1465"/>
                <a:gd name="T25" fmla="*/ 1601 h 1829"/>
                <a:gd name="T26" fmla="*/ 729 w 1465"/>
                <a:gd name="T27" fmla="*/ 1639 h 1829"/>
                <a:gd name="T28" fmla="*/ 895 w 1465"/>
                <a:gd name="T29" fmla="*/ 1617 h 1829"/>
                <a:gd name="T30" fmla="*/ 1063 w 1465"/>
                <a:gd name="T31" fmla="*/ 1524 h 1829"/>
                <a:gd name="T32" fmla="*/ 1181 w 1465"/>
                <a:gd name="T33" fmla="*/ 1363 h 1829"/>
                <a:gd name="T34" fmla="*/ 1246 w 1465"/>
                <a:gd name="T35" fmla="*/ 1172 h 1829"/>
                <a:gd name="T36" fmla="*/ 1272 w 1465"/>
                <a:gd name="T37" fmla="*/ 985 h 1829"/>
                <a:gd name="T38" fmla="*/ 1276 w 1465"/>
                <a:gd name="T39" fmla="*/ 836 h 1829"/>
                <a:gd name="T40" fmla="*/ 1272 w 1465"/>
                <a:gd name="T41" fmla="*/ 759 h 1829"/>
                <a:gd name="T42" fmla="*/ 1270 w 1465"/>
                <a:gd name="T43" fmla="*/ 748 h 1829"/>
                <a:gd name="T44" fmla="*/ 1234 w 1465"/>
                <a:gd name="T45" fmla="*/ 534 h 1829"/>
                <a:gd name="T46" fmla="*/ 1156 w 1465"/>
                <a:gd name="T47" fmla="*/ 383 h 1829"/>
                <a:gd name="T48" fmla="*/ 1052 w 1465"/>
                <a:gd name="T49" fmla="*/ 282 h 1829"/>
                <a:gd name="T50" fmla="*/ 934 w 1465"/>
                <a:gd name="T51" fmla="*/ 223 h 1829"/>
                <a:gd name="T52" fmla="*/ 817 w 1465"/>
                <a:gd name="T53" fmla="*/ 197 h 1829"/>
                <a:gd name="T54" fmla="*/ 728 w 1465"/>
                <a:gd name="T55" fmla="*/ 190 h 1829"/>
                <a:gd name="T56" fmla="*/ 878 w 1465"/>
                <a:gd name="T57" fmla="*/ 13 h 1829"/>
                <a:gd name="T58" fmla="*/ 1119 w 1465"/>
                <a:gd name="T59" fmla="*/ 99 h 1829"/>
                <a:gd name="T60" fmla="*/ 1225 w 1465"/>
                <a:gd name="T61" fmla="*/ 176 h 1829"/>
                <a:gd name="T62" fmla="*/ 1326 w 1465"/>
                <a:gd name="T63" fmla="*/ 292 h 1829"/>
                <a:gd name="T64" fmla="*/ 1407 w 1465"/>
                <a:gd name="T65" fmla="*/ 454 h 1829"/>
                <a:gd name="T66" fmla="*/ 1455 w 1465"/>
                <a:gd name="T67" fmla="*/ 673 h 1829"/>
                <a:gd name="T68" fmla="*/ 1463 w 1465"/>
                <a:gd name="T69" fmla="*/ 789 h 1829"/>
                <a:gd name="T70" fmla="*/ 1464 w 1465"/>
                <a:gd name="T71" fmla="*/ 933 h 1829"/>
                <a:gd name="T72" fmla="*/ 1445 w 1465"/>
                <a:gd name="T73" fmla="*/ 1134 h 1829"/>
                <a:gd name="T74" fmla="*/ 1388 w 1465"/>
                <a:gd name="T75" fmla="*/ 1356 h 1829"/>
                <a:gd name="T76" fmla="*/ 1277 w 1465"/>
                <a:gd name="T77" fmla="*/ 1568 h 1829"/>
                <a:gd name="T78" fmla="*/ 1102 w 1465"/>
                <a:gd name="T79" fmla="*/ 1731 h 1829"/>
                <a:gd name="T80" fmla="*/ 874 w 1465"/>
                <a:gd name="T81" fmla="*/ 1817 h 1829"/>
                <a:gd name="T82" fmla="*/ 653 w 1465"/>
                <a:gd name="T83" fmla="*/ 1826 h 1829"/>
                <a:gd name="T84" fmla="*/ 415 w 1465"/>
                <a:gd name="T85" fmla="*/ 1760 h 1829"/>
                <a:gd name="T86" fmla="*/ 226 w 1465"/>
                <a:gd name="T87" fmla="*/ 1615 h 1829"/>
                <a:gd name="T88" fmla="*/ 99 w 1465"/>
                <a:gd name="T89" fmla="*/ 1412 h 1829"/>
                <a:gd name="T90" fmla="*/ 31 w 1465"/>
                <a:gd name="T91" fmla="*/ 1189 h 1829"/>
                <a:gd name="T92" fmla="*/ 3 w 1465"/>
                <a:gd name="T93" fmla="*/ 980 h 1829"/>
                <a:gd name="T94" fmla="*/ 1 w 1465"/>
                <a:gd name="T95" fmla="*/ 818 h 1829"/>
                <a:gd name="T96" fmla="*/ 6 w 1465"/>
                <a:gd name="T97" fmla="*/ 737 h 1829"/>
                <a:gd name="T98" fmla="*/ 42 w 1465"/>
                <a:gd name="T99" fmla="*/ 502 h 1829"/>
                <a:gd name="T100" fmla="*/ 118 w 1465"/>
                <a:gd name="T101" fmla="*/ 325 h 1829"/>
                <a:gd name="T102" fmla="*/ 216 w 1465"/>
                <a:gd name="T103" fmla="*/ 198 h 1829"/>
                <a:gd name="T104" fmla="*/ 324 w 1465"/>
                <a:gd name="T105" fmla="*/ 112 h 1829"/>
                <a:gd name="T106" fmla="*/ 514 w 1465"/>
                <a:gd name="T107" fmla="*/ 29 h 1829"/>
                <a:gd name="T108" fmla="*/ 696 w 1465"/>
                <a:gd name="T109" fmla="*/ 0 h 18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465" h="1829">
                  <a:moveTo>
                    <a:pt x="728" y="190"/>
                  </a:moveTo>
                  <a:lnTo>
                    <a:pt x="708" y="190"/>
                  </a:lnTo>
                  <a:lnTo>
                    <a:pt x="685" y="191"/>
                  </a:lnTo>
                  <a:lnTo>
                    <a:pt x="662" y="193"/>
                  </a:lnTo>
                  <a:lnTo>
                    <a:pt x="637" y="197"/>
                  </a:lnTo>
                  <a:lnTo>
                    <a:pt x="610" y="201"/>
                  </a:lnTo>
                  <a:lnTo>
                    <a:pt x="583" y="207"/>
                  </a:lnTo>
                  <a:lnTo>
                    <a:pt x="555" y="214"/>
                  </a:lnTo>
                  <a:lnTo>
                    <a:pt x="526" y="223"/>
                  </a:lnTo>
                  <a:lnTo>
                    <a:pt x="497" y="234"/>
                  </a:lnTo>
                  <a:lnTo>
                    <a:pt x="469" y="247"/>
                  </a:lnTo>
                  <a:lnTo>
                    <a:pt x="441" y="263"/>
                  </a:lnTo>
                  <a:lnTo>
                    <a:pt x="412" y="280"/>
                  </a:lnTo>
                  <a:lnTo>
                    <a:pt x="385" y="301"/>
                  </a:lnTo>
                  <a:lnTo>
                    <a:pt x="358" y="325"/>
                  </a:lnTo>
                  <a:lnTo>
                    <a:pt x="332" y="351"/>
                  </a:lnTo>
                  <a:lnTo>
                    <a:pt x="308" y="380"/>
                  </a:lnTo>
                  <a:lnTo>
                    <a:pt x="286" y="413"/>
                  </a:lnTo>
                  <a:lnTo>
                    <a:pt x="266" y="449"/>
                  </a:lnTo>
                  <a:lnTo>
                    <a:pt x="247" y="489"/>
                  </a:lnTo>
                  <a:lnTo>
                    <a:pt x="231" y="532"/>
                  </a:lnTo>
                  <a:lnTo>
                    <a:pt x="218" y="580"/>
                  </a:lnTo>
                  <a:lnTo>
                    <a:pt x="206" y="632"/>
                  </a:lnTo>
                  <a:lnTo>
                    <a:pt x="199" y="688"/>
                  </a:lnTo>
                  <a:lnTo>
                    <a:pt x="194" y="748"/>
                  </a:lnTo>
                  <a:lnTo>
                    <a:pt x="194" y="750"/>
                  </a:lnTo>
                  <a:lnTo>
                    <a:pt x="194" y="752"/>
                  </a:lnTo>
                  <a:lnTo>
                    <a:pt x="193" y="755"/>
                  </a:lnTo>
                  <a:lnTo>
                    <a:pt x="193" y="759"/>
                  </a:lnTo>
                  <a:lnTo>
                    <a:pt x="192" y="769"/>
                  </a:lnTo>
                  <a:lnTo>
                    <a:pt x="191" y="786"/>
                  </a:lnTo>
                  <a:lnTo>
                    <a:pt x="190" y="808"/>
                  </a:lnTo>
                  <a:lnTo>
                    <a:pt x="189" y="836"/>
                  </a:lnTo>
                  <a:lnTo>
                    <a:pt x="189" y="867"/>
                  </a:lnTo>
                  <a:lnTo>
                    <a:pt x="189" y="903"/>
                  </a:lnTo>
                  <a:lnTo>
                    <a:pt x="190" y="943"/>
                  </a:lnTo>
                  <a:lnTo>
                    <a:pt x="193" y="985"/>
                  </a:lnTo>
                  <a:lnTo>
                    <a:pt x="197" y="1029"/>
                  </a:lnTo>
                  <a:lnTo>
                    <a:pt x="202" y="1076"/>
                  </a:lnTo>
                  <a:lnTo>
                    <a:pt x="209" y="1123"/>
                  </a:lnTo>
                  <a:lnTo>
                    <a:pt x="220" y="1172"/>
                  </a:lnTo>
                  <a:lnTo>
                    <a:pt x="231" y="1221"/>
                  </a:lnTo>
                  <a:lnTo>
                    <a:pt x="246" y="1269"/>
                  </a:lnTo>
                  <a:lnTo>
                    <a:pt x="264" y="1317"/>
                  </a:lnTo>
                  <a:lnTo>
                    <a:pt x="285" y="1363"/>
                  </a:lnTo>
                  <a:lnTo>
                    <a:pt x="308" y="1408"/>
                  </a:lnTo>
                  <a:lnTo>
                    <a:pt x="336" y="1450"/>
                  </a:lnTo>
                  <a:lnTo>
                    <a:pt x="367" y="1489"/>
                  </a:lnTo>
                  <a:lnTo>
                    <a:pt x="401" y="1524"/>
                  </a:lnTo>
                  <a:lnTo>
                    <a:pt x="440" y="1554"/>
                  </a:lnTo>
                  <a:lnTo>
                    <a:pt x="480" y="1580"/>
                  </a:lnTo>
                  <a:lnTo>
                    <a:pt x="523" y="1601"/>
                  </a:lnTo>
                  <a:lnTo>
                    <a:pt x="570" y="1617"/>
                  </a:lnTo>
                  <a:lnTo>
                    <a:pt x="619" y="1630"/>
                  </a:lnTo>
                  <a:lnTo>
                    <a:pt x="672" y="1637"/>
                  </a:lnTo>
                  <a:lnTo>
                    <a:pt x="729" y="1639"/>
                  </a:lnTo>
                  <a:lnTo>
                    <a:pt x="736" y="1639"/>
                  </a:lnTo>
                  <a:lnTo>
                    <a:pt x="792" y="1637"/>
                  </a:lnTo>
                  <a:lnTo>
                    <a:pt x="846" y="1630"/>
                  </a:lnTo>
                  <a:lnTo>
                    <a:pt x="895" y="1617"/>
                  </a:lnTo>
                  <a:lnTo>
                    <a:pt x="942" y="1601"/>
                  </a:lnTo>
                  <a:lnTo>
                    <a:pt x="985" y="1580"/>
                  </a:lnTo>
                  <a:lnTo>
                    <a:pt x="1025" y="1554"/>
                  </a:lnTo>
                  <a:lnTo>
                    <a:pt x="1063" y="1524"/>
                  </a:lnTo>
                  <a:lnTo>
                    <a:pt x="1098" y="1489"/>
                  </a:lnTo>
                  <a:lnTo>
                    <a:pt x="1130" y="1450"/>
                  </a:lnTo>
                  <a:lnTo>
                    <a:pt x="1156" y="1408"/>
                  </a:lnTo>
                  <a:lnTo>
                    <a:pt x="1181" y="1363"/>
                  </a:lnTo>
                  <a:lnTo>
                    <a:pt x="1202" y="1317"/>
                  </a:lnTo>
                  <a:lnTo>
                    <a:pt x="1219" y="1269"/>
                  </a:lnTo>
                  <a:lnTo>
                    <a:pt x="1234" y="1221"/>
                  </a:lnTo>
                  <a:lnTo>
                    <a:pt x="1246" y="1172"/>
                  </a:lnTo>
                  <a:lnTo>
                    <a:pt x="1256" y="1123"/>
                  </a:lnTo>
                  <a:lnTo>
                    <a:pt x="1263" y="1076"/>
                  </a:lnTo>
                  <a:lnTo>
                    <a:pt x="1269" y="1029"/>
                  </a:lnTo>
                  <a:lnTo>
                    <a:pt x="1272" y="985"/>
                  </a:lnTo>
                  <a:lnTo>
                    <a:pt x="1275" y="943"/>
                  </a:lnTo>
                  <a:lnTo>
                    <a:pt x="1276" y="903"/>
                  </a:lnTo>
                  <a:lnTo>
                    <a:pt x="1276" y="868"/>
                  </a:lnTo>
                  <a:lnTo>
                    <a:pt x="1276" y="836"/>
                  </a:lnTo>
                  <a:lnTo>
                    <a:pt x="1275" y="808"/>
                  </a:lnTo>
                  <a:lnTo>
                    <a:pt x="1274" y="787"/>
                  </a:lnTo>
                  <a:lnTo>
                    <a:pt x="1272" y="769"/>
                  </a:lnTo>
                  <a:lnTo>
                    <a:pt x="1272" y="759"/>
                  </a:lnTo>
                  <a:lnTo>
                    <a:pt x="1271" y="755"/>
                  </a:lnTo>
                  <a:lnTo>
                    <a:pt x="1271" y="752"/>
                  </a:lnTo>
                  <a:lnTo>
                    <a:pt x="1271" y="750"/>
                  </a:lnTo>
                  <a:lnTo>
                    <a:pt x="1270" y="748"/>
                  </a:lnTo>
                  <a:lnTo>
                    <a:pt x="1266" y="688"/>
                  </a:lnTo>
                  <a:lnTo>
                    <a:pt x="1259" y="634"/>
                  </a:lnTo>
                  <a:lnTo>
                    <a:pt x="1247" y="582"/>
                  </a:lnTo>
                  <a:lnTo>
                    <a:pt x="1234" y="534"/>
                  </a:lnTo>
                  <a:lnTo>
                    <a:pt x="1218" y="491"/>
                  </a:lnTo>
                  <a:lnTo>
                    <a:pt x="1200" y="452"/>
                  </a:lnTo>
                  <a:lnTo>
                    <a:pt x="1179" y="416"/>
                  </a:lnTo>
                  <a:lnTo>
                    <a:pt x="1156" y="383"/>
                  </a:lnTo>
                  <a:lnTo>
                    <a:pt x="1133" y="353"/>
                  </a:lnTo>
                  <a:lnTo>
                    <a:pt x="1107" y="327"/>
                  </a:lnTo>
                  <a:lnTo>
                    <a:pt x="1080" y="303"/>
                  </a:lnTo>
                  <a:lnTo>
                    <a:pt x="1052" y="282"/>
                  </a:lnTo>
                  <a:lnTo>
                    <a:pt x="1023" y="265"/>
                  </a:lnTo>
                  <a:lnTo>
                    <a:pt x="994" y="248"/>
                  </a:lnTo>
                  <a:lnTo>
                    <a:pt x="964" y="235"/>
                  </a:lnTo>
                  <a:lnTo>
                    <a:pt x="934" y="223"/>
                  </a:lnTo>
                  <a:lnTo>
                    <a:pt x="904" y="214"/>
                  </a:lnTo>
                  <a:lnTo>
                    <a:pt x="874" y="207"/>
                  </a:lnTo>
                  <a:lnTo>
                    <a:pt x="846" y="201"/>
                  </a:lnTo>
                  <a:lnTo>
                    <a:pt x="817" y="197"/>
                  </a:lnTo>
                  <a:lnTo>
                    <a:pt x="789" y="193"/>
                  </a:lnTo>
                  <a:lnTo>
                    <a:pt x="762" y="191"/>
                  </a:lnTo>
                  <a:lnTo>
                    <a:pt x="736" y="190"/>
                  </a:lnTo>
                  <a:lnTo>
                    <a:pt x="728" y="190"/>
                  </a:lnTo>
                  <a:close/>
                  <a:moveTo>
                    <a:pt x="729" y="0"/>
                  </a:moveTo>
                  <a:lnTo>
                    <a:pt x="740" y="0"/>
                  </a:lnTo>
                  <a:lnTo>
                    <a:pt x="810" y="4"/>
                  </a:lnTo>
                  <a:lnTo>
                    <a:pt x="878" y="13"/>
                  </a:lnTo>
                  <a:lnTo>
                    <a:pt x="942" y="27"/>
                  </a:lnTo>
                  <a:lnTo>
                    <a:pt x="1004" y="47"/>
                  </a:lnTo>
                  <a:lnTo>
                    <a:pt x="1062" y="70"/>
                  </a:lnTo>
                  <a:lnTo>
                    <a:pt x="1119" y="99"/>
                  </a:lnTo>
                  <a:lnTo>
                    <a:pt x="1145" y="115"/>
                  </a:lnTo>
                  <a:lnTo>
                    <a:pt x="1171" y="132"/>
                  </a:lnTo>
                  <a:lnTo>
                    <a:pt x="1198" y="153"/>
                  </a:lnTo>
                  <a:lnTo>
                    <a:pt x="1225" y="176"/>
                  </a:lnTo>
                  <a:lnTo>
                    <a:pt x="1250" y="201"/>
                  </a:lnTo>
                  <a:lnTo>
                    <a:pt x="1276" y="228"/>
                  </a:lnTo>
                  <a:lnTo>
                    <a:pt x="1302" y="259"/>
                  </a:lnTo>
                  <a:lnTo>
                    <a:pt x="1326" y="292"/>
                  </a:lnTo>
                  <a:lnTo>
                    <a:pt x="1349" y="327"/>
                  </a:lnTo>
                  <a:lnTo>
                    <a:pt x="1370" y="366"/>
                  </a:lnTo>
                  <a:lnTo>
                    <a:pt x="1390" y="408"/>
                  </a:lnTo>
                  <a:lnTo>
                    <a:pt x="1407" y="454"/>
                  </a:lnTo>
                  <a:lnTo>
                    <a:pt x="1423" y="503"/>
                  </a:lnTo>
                  <a:lnTo>
                    <a:pt x="1436" y="556"/>
                  </a:lnTo>
                  <a:lnTo>
                    <a:pt x="1447" y="613"/>
                  </a:lnTo>
                  <a:lnTo>
                    <a:pt x="1455" y="673"/>
                  </a:lnTo>
                  <a:lnTo>
                    <a:pt x="1460" y="737"/>
                  </a:lnTo>
                  <a:lnTo>
                    <a:pt x="1460" y="747"/>
                  </a:lnTo>
                  <a:lnTo>
                    <a:pt x="1462" y="765"/>
                  </a:lnTo>
                  <a:lnTo>
                    <a:pt x="1463" y="789"/>
                  </a:lnTo>
                  <a:lnTo>
                    <a:pt x="1464" y="818"/>
                  </a:lnTo>
                  <a:lnTo>
                    <a:pt x="1465" y="852"/>
                  </a:lnTo>
                  <a:lnTo>
                    <a:pt x="1465" y="891"/>
                  </a:lnTo>
                  <a:lnTo>
                    <a:pt x="1464" y="933"/>
                  </a:lnTo>
                  <a:lnTo>
                    <a:pt x="1462" y="980"/>
                  </a:lnTo>
                  <a:lnTo>
                    <a:pt x="1458" y="1028"/>
                  </a:lnTo>
                  <a:lnTo>
                    <a:pt x="1453" y="1080"/>
                  </a:lnTo>
                  <a:lnTo>
                    <a:pt x="1445" y="1134"/>
                  </a:lnTo>
                  <a:lnTo>
                    <a:pt x="1435" y="1189"/>
                  </a:lnTo>
                  <a:lnTo>
                    <a:pt x="1422" y="1244"/>
                  </a:lnTo>
                  <a:lnTo>
                    <a:pt x="1406" y="1300"/>
                  </a:lnTo>
                  <a:lnTo>
                    <a:pt x="1388" y="1356"/>
                  </a:lnTo>
                  <a:lnTo>
                    <a:pt x="1366" y="1412"/>
                  </a:lnTo>
                  <a:lnTo>
                    <a:pt x="1340" y="1465"/>
                  </a:lnTo>
                  <a:lnTo>
                    <a:pt x="1311" y="1517"/>
                  </a:lnTo>
                  <a:lnTo>
                    <a:pt x="1277" y="1568"/>
                  </a:lnTo>
                  <a:lnTo>
                    <a:pt x="1239" y="1615"/>
                  </a:lnTo>
                  <a:lnTo>
                    <a:pt x="1197" y="1659"/>
                  </a:lnTo>
                  <a:lnTo>
                    <a:pt x="1150" y="1698"/>
                  </a:lnTo>
                  <a:lnTo>
                    <a:pt x="1102" y="1731"/>
                  </a:lnTo>
                  <a:lnTo>
                    <a:pt x="1049" y="1760"/>
                  </a:lnTo>
                  <a:lnTo>
                    <a:pt x="994" y="1784"/>
                  </a:lnTo>
                  <a:lnTo>
                    <a:pt x="936" y="1803"/>
                  </a:lnTo>
                  <a:lnTo>
                    <a:pt x="874" y="1817"/>
                  </a:lnTo>
                  <a:lnTo>
                    <a:pt x="810" y="1826"/>
                  </a:lnTo>
                  <a:lnTo>
                    <a:pt x="743" y="1829"/>
                  </a:lnTo>
                  <a:lnTo>
                    <a:pt x="721" y="1829"/>
                  </a:lnTo>
                  <a:lnTo>
                    <a:pt x="653" y="1826"/>
                  </a:lnTo>
                  <a:lnTo>
                    <a:pt x="589" y="1817"/>
                  </a:lnTo>
                  <a:lnTo>
                    <a:pt x="528" y="1803"/>
                  </a:lnTo>
                  <a:lnTo>
                    <a:pt x="471" y="1784"/>
                  </a:lnTo>
                  <a:lnTo>
                    <a:pt x="415" y="1760"/>
                  </a:lnTo>
                  <a:lnTo>
                    <a:pt x="363" y="1731"/>
                  </a:lnTo>
                  <a:lnTo>
                    <a:pt x="315" y="1698"/>
                  </a:lnTo>
                  <a:lnTo>
                    <a:pt x="268" y="1659"/>
                  </a:lnTo>
                  <a:lnTo>
                    <a:pt x="226" y="1615"/>
                  </a:lnTo>
                  <a:lnTo>
                    <a:pt x="188" y="1568"/>
                  </a:lnTo>
                  <a:lnTo>
                    <a:pt x="155" y="1517"/>
                  </a:lnTo>
                  <a:lnTo>
                    <a:pt x="125" y="1465"/>
                  </a:lnTo>
                  <a:lnTo>
                    <a:pt x="99" y="1412"/>
                  </a:lnTo>
                  <a:lnTo>
                    <a:pt x="77" y="1356"/>
                  </a:lnTo>
                  <a:lnTo>
                    <a:pt x="58" y="1300"/>
                  </a:lnTo>
                  <a:lnTo>
                    <a:pt x="43" y="1244"/>
                  </a:lnTo>
                  <a:lnTo>
                    <a:pt x="31" y="1189"/>
                  </a:lnTo>
                  <a:lnTo>
                    <a:pt x="20" y="1134"/>
                  </a:lnTo>
                  <a:lnTo>
                    <a:pt x="13" y="1080"/>
                  </a:lnTo>
                  <a:lnTo>
                    <a:pt x="7" y="1028"/>
                  </a:lnTo>
                  <a:lnTo>
                    <a:pt x="3" y="980"/>
                  </a:lnTo>
                  <a:lnTo>
                    <a:pt x="1" y="933"/>
                  </a:lnTo>
                  <a:lnTo>
                    <a:pt x="0" y="891"/>
                  </a:lnTo>
                  <a:lnTo>
                    <a:pt x="0" y="852"/>
                  </a:lnTo>
                  <a:lnTo>
                    <a:pt x="1" y="818"/>
                  </a:lnTo>
                  <a:lnTo>
                    <a:pt x="2" y="789"/>
                  </a:lnTo>
                  <a:lnTo>
                    <a:pt x="3" y="765"/>
                  </a:lnTo>
                  <a:lnTo>
                    <a:pt x="5" y="747"/>
                  </a:lnTo>
                  <a:lnTo>
                    <a:pt x="6" y="737"/>
                  </a:lnTo>
                  <a:lnTo>
                    <a:pt x="10" y="672"/>
                  </a:lnTo>
                  <a:lnTo>
                    <a:pt x="18" y="612"/>
                  </a:lnTo>
                  <a:lnTo>
                    <a:pt x="29" y="555"/>
                  </a:lnTo>
                  <a:lnTo>
                    <a:pt x="42" y="502"/>
                  </a:lnTo>
                  <a:lnTo>
                    <a:pt x="58" y="453"/>
                  </a:lnTo>
                  <a:lnTo>
                    <a:pt x="76" y="406"/>
                  </a:lnTo>
                  <a:lnTo>
                    <a:pt x="97" y="364"/>
                  </a:lnTo>
                  <a:lnTo>
                    <a:pt x="118" y="325"/>
                  </a:lnTo>
                  <a:lnTo>
                    <a:pt x="141" y="289"/>
                  </a:lnTo>
                  <a:lnTo>
                    <a:pt x="166" y="255"/>
                  </a:lnTo>
                  <a:lnTo>
                    <a:pt x="191" y="225"/>
                  </a:lnTo>
                  <a:lnTo>
                    <a:pt x="216" y="198"/>
                  </a:lnTo>
                  <a:lnTo>
                    <a:pt x="243" y="173"/>
                  </a:lnTo>
                  <a:lnTo>
                    <a:pt x="270" y="150"/>
                  </a:lnTo>
                  <a:lnTo>
                    <a:pt x="297" y="130"/>
                  </a:lnTo>
                  <a:lnTo>
                    <a:pt x="324" y="112"/>
                  </a:lnTo>
                  <a:lnTo>
                    <a:pt x="351" y="96"/>
                  </a:lnTo>
                  <a:lnTo>
                    <a:pt x="406" y="68"/>
                  </a:lnTo>
                  <a:lnTo>
                    <a:pt x="460" y="46"/>
                  </a:lnTo>
                  <a:lnTo>
                    <a:pt x="514" y="29"/>
                  </a:lnTo>
                  <a:lnTo>
                    <a:pt x="566" y="17"/>
                  </a:lnTo>
                  <a:lnTo>
                    <a:pt x="613" y="8"/>
                  </a:lnTo>
                  <a:lnTo>
                    <a:pt x="658" y="3"/>
                  </a:lnTo>
                  <a:lnTo>
                    <a:pt x="696" y="0"/>
                  </a:lnTo>
                  <a:lnTo>
                    <a:pt x="729" y="0"/>
                  </a:lnTo>
                  <a:close/>
                </a:path>
              </a:pathLst>
            </a:custGeom>
            <a:solidFill>
              <a:schemeClr val="bg1"/>
            </a:solidFill>
            <a:ln w="0">
              <a:noFill/>
              <a:prstDash val="solid"/>
              <a:round/>
            </a:ln>
          </p:spPr>
          <p:txBody>
            <a:bodyPr vert="horz" wrap="square" lIns="91440" tIns="45720" rIns="91440" bIns="45720" numCol="1" anchor="t" anchorCtr="0" compatLnSpc="1"/>
            <a:lstStyle/>
            <a:p>
              <a:endParaRPr lang="en-US" sz="2000">
                <a:latin typeface="Arial" panose="020B0604020202020204" pitchFamily="34" charset="0"/>
                <a:ea typeface="思源黑体 CN Medium" panose="020B0600000000000000" pitchFamily="34" charset="-122"/>
                <a:cs typeface="+mn-ea"/>
                <a:sym typeface="Arial" panose="020B0604020202020204" pitchFamily="34" charset="0"/>
              </a:endParaRPr>
            </a:p>
          </p:txBody>
        </p:sp>
        <p:sp>
          <p:nvSpPr>
            <p:cNvPr id="27" name="Freeform 212"/>
            <p:cNvSpPr/>
            <p:nvPr/>
          </p:nvSpPr>
          <p:spPr bwMode="auto">
            <a:xfrm>
              <a:off x="8391316" y="1425976"/>
              <a:ext cx="257254" cy="139754"/>
            </a:xfrm>
            <a:custGeom>
              <a:avLst/>
              <a:gdLst>
                <a:gd name="T0" fmla="*/ 1041 w 2887"/>
                <a:gd name="T1" fmla="*/ 40 h 1572"/>
                <a:gd name="T2" fmla="*/ 1047 w 2887"/>
                <a:gd name="T3" fmla="*/ 141 h 1572"/>
                <a:gd name="T4" fmla="*/ 994 w 2887"/>
                <a:gd name="T5" fmla="*/ 189 h 1572"/>
                <a:gd name="T6" fmla="*/ 876 w 2887"/>
                <a:gd name="T7" fmla="*/ 260 h 1572"/>
                <a:gd name="T8" fmla="*/ 681 w 2887"/>
                <a:gd name="T9" fmla="*/ 358 h 1572"/>
                <a:gd name="T10" fmla="*/ 432 w 2887"/>
                <a:gd name="T11" fmla="*/ 451 h 1572"/>
                <a:gd name="T12" fmla="*/ 269 w 2887"/>
                <a:gd name="T13" fmla="*/ 541 h 1572"/>
                <a:gd name="T14" fmla="*/ 207 w 2887"/>
                <a:gd name="T15" fmla="*/ 688 h 1572"/>
                <a:gd name="T16" fmla="*/ 190 w 2887"/>
                <a:gd name="T17" fmla="*/ 860 h 1572"/>
                <a:gd name="T18" fmla="*/ 192 w 2887"/>
                <a:gd name="T19" fmla="*/ 988 h 1572"/>
                <a:gd name="T20" fmla="*/ 251 w 2887"/>
                <a:gd name="T21" fmla="*/ 1119 h 1572"/>
                <a:gd name="T22" fmla="*/ 462 w 2887"/>
                <a:gd name="T23" fmla="*/ 1211 h 1572"/>
                <a:gd name="T24" fmla="*/ 794 w 2887"/>
                <a:gd name="T25" fmla="*/ 1311 h 1572"/>
                <a:gd name="T26" fmla="*/ 1237 w 2887"/>
                <a:gd name="T27" fmla="*/ 1376 h 1572"/>
                <a:gd name="T28" fmla="*/ 1748 w 2887"/>
                <a:gd name="T29" fmla="*/ 1368 h 1572"/>
                <a:gd name="T30" fmla="*/ 2170 w 2887"/>
                <a:gd name="T31" fmla="*/ 1293 h 1572"/>
                <a:gd name="T32" fmla="*/ 2479 w 2887"/>
                <a:gd name="T33" fmla="*/ 1191 h 1572"/>
                <a:gd name="T34" fmla="*/ 2662 w 2887"/>
                <a:gd name="T35" fmla="*/ 1107 h 1572"/>
                <a:gd name="T36" fmla="*/ 2697 w 2887"/>
                <a:gd name="T37" fmla="*/ 950 h 1572"/>
                <a:gd name="T38" fmla="*/ 2694 w 2887"/>
                <a:gd name="T39" fmla="*/ 791 h 1572"/>
                <a:gd name="T40" fmla="*/ 2663 w 2887"/>
                <a:gd name="T41" fmla="*/ 625 h 1572"/>
                <a:gd name="T42" fmla="*/ 2572 w 2887"/>
                <a:gd name="T43" fmla="*/ 498 h 1572"/>
                <a:gd name="T44" fmla="*/ 2350 w 2887"/>
                <a:gd name="T45" fmla="*/ 416 h 1572"/>
                <a:gd name="T46" fmla="*/ 2119 w 2887"/>
                <a:gd name="T47" fmla="*/ 318 h 1572"/>
                <a:gd name="T48" fmla="*/ 1953 w 2887"/>
                <a:gd name="T49" fmla="*/ 227 h 1572"/>
                <a:gd name="T50" fmla="*/ 1873 w 2887"/>
                <a:gd name="T51" fmla="*/ 176 h 1572"/>
                <a:gd name="T52" fmla="*/ 1828 w 2887"/>
                <a:gd name="T53" fmla="*/ 101 h 1572"/>
                <a:gd name="T54" fmla="*/ 1877 w 2887"/>
                <a:gd name="T55" fmla="*/ 12 h 1572"/>
                <a:gd name="T56" fmla="*/ 1977 w 2887"/>
                <a:gd name="T57" fmla="*/ 18 h 1572"/>
                <a:gd name="T58" fmla="*/ 2035 w 2887"/>
                <a:gd name="T59" fmla="*/ 55 h 1572"/>
                <a:gd name="T60" fmla="*/ 2188 w 2887"/>
                <a:gd name="T61" fmla="*/ 141 h 1572"/>
                <a:gd name="T62" fmla="*/ 2408 w 2887"/>
                <a:gd name="T63" fmla="*/ 236 h 1572"/>
                <a:gd name="T64" fmla="*/ 2568 w 2887"/>
                <a:gd name="T65" fmla="*/ 285 h 1572"/>
                <a:gd name="T66" fmla="*/ 2745 w 2887"/>
                <a:gd name="T67" fmla="*/ 399 h 1572"/>
                <a:gd name="T68" fmla="*/ 2839 w 2887"/>
                <a:gd name="T69" fmla="*/ 557 h 1572"/>
                <a:gd name="T70" fmla="*/ 2878 w 2887"/>
                <a:gd name="T71" fmla="*/ 721 h 1572"/>
                <a:gd name="T72" fmla="*/ 2886 w 2887"/>
                <a:gd name="T73" fmla="*/ 855 h 1572"/>
                <a:gd name="T74" fmla="*/ 2887 w 2887"/>
                <a:gd name="T75" fmla="*/ 907 h 1572"/>
                <a:gd name="T76" fmla="*/ 2879 w 2887"/>
                <a:gd name="T77" fmla="*/ 1064 h 1572"/>
                <a:gd name="T78" fmla="*/ 2844 w 2887"/>
                <a:gd name="T79" fmla="*/ 1209 h 1572"/>
                <a:gd name="T80" fmla="*/ 2788 w 2887"/>
                <a:gd name="T81" fmla="*/ 1253 h 1572"/>
                <a:gd name="T82" fmla="*/ 2651 w 2887"/>
                <a:gd name="T83" fmla="*/ 1324 h 1572"/>
                <a:gd name="T84" fmla="*/ 2411 w 2887"/>
                <a:gd name="T85" fmla="*/ 1419 h 1572"/>
                <a:gd name="T86" fmla="*/ 2071 w 2887"/>
                <a:gd name="T87" fmla="*/ 1510 h 1572"/>
                <a:gd name="T88" fmla="*/ 1640 w 2887"/>
                <a:gd name="T89" fmla="*/ 1567 h 1572"/>
                <a:gd name="T90" fmla="*/ 1143 w 2887"/>
                <a:gd name="T91" fmla="*/ 1558 h 1572"/>
                <a:gd name="T92" fmla="*/ 718 w 2887"/>
                <a:gd name="T93" fmla="*/ 1488 h 1572"/>
                <a:gd name="T94" fmla="*/ 392 w 2887"/>
                <a:gd name="T95" fmla="*/ 1389 h 1572"/>
                <a:gd name="T96" fmla="*/ 177 w 2887"/>
                <a:gd name="T97" fmla="*/ 1295 h 1572"/>
                <a:gd name="T98" fmla="*/ 77 w 2887"/>
                <a:gd name="T99" fmla="*/ 1239 h 1572"/>
                <a:gd name="T100" fmla="*/ 27 w 2887"/>
                <a:gd name="T101" fmla="*/ 1164 h 1572"/>
                <a:gd name="T102" fmla="*/ 3 w 2887"/>
                <a:gd name="T103" fmla="*/ 994 h 1572"/>
                <a:gd name="T104" fmla="*/ 0 w 2887"/>
                <a:gd name="T105" fmla="*/ 873 h 1572"/>
                <a:gd name="T106" fmla="*/ 4 w 2887"/>
                <a:gd name="T107" fmla="*/ 780 h 1572"/>
                <a:gd name="T108" fmla="*/ 27 w 2887"/>
                <a:gd name="T109" fmla="*/ 624 h 1572"/>
                <a:gd name="T110" fmla="*/ 95 w 2887"/>
                <a:gd name="T111" fmla="*/ 459 h 1572"/>
                <a:gd name="T112" fmla="*/ 237 w 2887"/>
                <a:gd name="T113" fmla="*/ 322 h 1572"/>
                <a:gd name="T114" fmla="*/ 379 w 2887"/>
                <a:gd name="T115" fmla="*/ 269 h 1572"/>
                <a:gd name="T116" fmla="*/ 619 w 2887"/>
                <a:gd name="T117" fmla="*/ 179 h 1572"/>
                <a:gd name="T118" fmla="*/ 800 w 2887"/>
                <a:gd name="T119" fmla="*/ 85 h 1572"/>
                <a:gd name="T120" fmla="*/ 900 w 2887"/>
                <a:gd name="T121" fmla="*/ 24 h 1572"/>
                <a:gd name="T122" fmla="*/ 970 w 2887"/>
                <a:gd name="T123" fmla="*/ 0 h 15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887" h="1572">
                  <a:moveTo>
                    <a:pt x="970" y="0"/>
                  </a:moveTo>
                  <a:lnTo>
                    <a:pt x="991" y="3"/>
                  </a:lnTo>
                  <a:lnTo>
                    <a:pt x="1010" y="11"/>
                  </a:lnTo>
                  <a:lnTo>
                    <a:pt x="1027" y="24"/>
                  </a:lnTo>
                  <a:lnTo>
                    <a:pt x="1041" y="40"/>
                  </a:lnTo>
                  <a:lnTo>
                    <a:pt x="1053" y="59"/>
                  </a:lnTo>
                  <a:lnTo>
                    <a:pt x="1058" y="80"/>
                  </a:lnTo>
                  <a:lnTo>
                    <a:pt x="1059" y="100"/>
                  </a:lnTo>
                  <a:lnTo>
                    <a:pt x="1055" y="121"/>
                  </a:lnTo>
                  <a:lnTo>
                    <a:pt x="1047" y="141"/>
                  </a:lnTo>
                  <a:lnTo>
                    <a:pt x="1035" y="158"/>
                  </a:lnTo>
                  <a:lnTo>
                    <a:pt x="1018" y="173"/>
                  </a:lnTo>
                  <a:lnTo>
                    <a:pt x="1014" y="175"/>
                  </a:lnTo>
                  <a:lnTo>
                    <a:pt x="1006" y="181"/>
                  </a:lnTo>
                  <a:lnTo>
                    <a:pt x="994" y="189"/>
                  </a:lnTo>
                  <a:lnTo>
                    <a:pt x="977" y="199"/>
                  </a:lnTo>
                  <a:lnTo>
                    <a:pt x="956" y="212"/>
                  </a:lnTo>
                  <a:lnTo>
                    <a:pt x="934" y="226"/>
                  </a:lnTo>
                  <a:lnTo>
                    <a:pt x="906" y="243"/>
                  </a:lnTo>
                  <a:lnTo>
                    <a:pt x="876" y="260"/>
                  </a:lnTo>
                  <a:lnTo>
                    <a:pt x="842" y="279"/>
                  </a:lnTo>
                  <a:lnTo>
                    <a:pt x="806" y="298"/>
                  </a:lnTo>
                  <a:lnTo>
                    <a:pt x="766" y="317"/>
                  </a:lnTo>
                  <a:lnTo>
                    <a:pt x="725" y="338"/>
                  </a:lnTo>
                  <a:lnTo>
                    <a:pt x="681" y="358"/>
                  </a:lnTo>
                  <a:lnTo>
                    <a:pt x="635" y="378"/>
                  </a:lnTo>
                  <a:lnTo>
                    <a:pt x="587" y="398"/>
                  </a:lnTo>
                  <a:lnTo>
                    <a:pt x="536" y="416"/>
                  </a:lnTo>
                  <a:lnTo>
                    <a:pt x="484" y="434"/>
                  </a:lnTo>
                  <a:lnTo>
                    <a:pt x="432" y="451"/>
                  </a:lnTo>
                  <a:lnTo>
                    <a:pt x="377" y="466"/>
                  </a:lnTo>
                  <a:lnTo>
                    <a:pt x="344" y="479"/>
                  </a:lnTo>
                  <a:lnTo>
                    <a:pt x="315" y="497"/>
                  </a:lnTo>
                  <a:lnTo>
                    <a:pt x="290" y="518"/>
                  </a:lnTo>
                  <a:lnTo>
                    <a:pt x="269" y="541"/>
                  </a:lnTo>
                  <a:lnTo>
                    <a:pt x="251" y="566"/>
                  </a:lnTo>
                  <a:lnTo>
                    <a:pt x="237" y="594"/>
                  </a:lnTo>
                  <a:lnTo>
                    <a:pt x="224" y="624"/>
                  </a:lnTo>
                  <a:lnTo>
                    <a:pt x="214" y="655"/>
                  </a:lnTo>
                  <a:lnTo>
                    <a:pt x="207" y="688"/>
                  </a:lnTo>
                  <a:lnTo>
                    <a:pt x="200" y="721"/>
                  </a:lnTo>
                  <a:lnTo>
                    <a:pt x="196" y="755"/>
                  </a:lnTo>
                  <a:lnTo>
                    <a:pt x="193" y="791"/>
                  </a:lnTo>
                  <a:lnTo>
                    <a:pt x="191" y="825"/>
                  </a:lnTo>
                  <a:lnTo>
                    <a:pt x="190" y="860"/>
                  </a:lnTo>
                  <a:lnTo>
                    <a:pt x="189" y="868"/>
                  </a:lnTo>
                  <a:lnTo>
                    <a:pt x="189" y="877"/>
                  </a:lnTo>
                  <a:lnTo>
                    <a:pt x="189" y="911"/>
                  </a:lnTo>
                  <a:lnTo>
                    <a:pt x="190" y="949"/>
                  </a:lnTo>
                  <a:lnTo>
                    <a:pt x="192" y="988"/>
                  </a:lnTo>
                  <a:lnTo>
                    <a:pt x="195" y="1027"/>
                  </a:lnTo>
                  <a:lnTo>
                    <a:pt x="198" y="1063"/>
                  </a:lnTo>
                  <a:lnTo>
                    <a:pt x="203" y="1094"/>
                  </a:lnTo>
                  <a:lnTo>
                    <a:pt x="225" y="1106"/>
                  </a:lnTo>
                  <a:lnTo>
                    <a:pt x="251" y="1119"/>
                  </a:lnTo>
                  <a:lnTo>
                    <a:pt x="283" y="1136"/>
                  </a:lnTo>
                  <a:lnTo>
                    <a:pt x="320" y="1152"/>
                  </a:lnTo>
                  <a:lnTo>
                    <a:pt x="362" y="1172"/>
                  </a:lnTo>
                  <a:lnTo>
                    <a:pt x="409" y="1191"/>
                  </a:lnTo>
                  <a:lnTo>
                    <a:pt x="462" y="1211"/>
                  </a:lnTo>
                  <a:lnTo>
                    <a:pt x="519" y="1232"/>
                  </a:lnTo>
                  <a:lnTo>
                    <a:pt x="580" y="1252"/>
                  </a:lnTo>
                  <a:lnTo>
                    <a:pt x="647" y="1273"/>
                  </a:lnTo>
                  <a:lnTo>
                    <a:pt x="719" y="1293"/>
                  </a:lnTo>
                  <a:lnTo>
                    <a:pt x="794" y="1311"/>
                  </a:lnTo>
                  <a:lnTo>
                    <a:pt x="875" y="1328"/>
                  </a:lnTo>
                  <a:lnTo>
                    <a:pt x="959" y="1343"/>
                  </a:lnTo>
                  <a:lnTo>
                    <a:pt x="1047" y="1357"/>
                  </a:lnTo>
                  <a:lnTo>
                    <a:pt x="1140" y="1368"/>
                  </a:lnTo>
                  <a:lnTo>
                    <a:pt x="1237" y="1376"/>
                  </a:lnTo>
                  <a:lnTo>
                    <a:pt x="1339" y="1382"/>
                  </a:lnTo>
                  <a:lnTo>
                    <a:pt x="1444" y="1383"/>
                  </a:lnTo>
                  <a:lnTo>
                    <a:pt x="1549" y="1382"/>
                  </a:lnTo>
                  <a:lnTo>
                    <a:pt x="1651" y="1376"/>
                  </a:lnTo>
                  <a:lnTo>
                    <a:pt x="1748" y="1368"/>
                  </a:lnTo>
                  <a:lnTo>
                    <a:pt x="1841" y="1357"/>
                  </a:lnTo>
                  <a:lnTo>
                    <a:pt x="1929" y="1343"/>
                  </a:lnTo>
                  <a:lnTo>
                    <a:pt x="2014" y="1328"/>
                  </a:lnTo>
                  <a:lnTo>
                    <a:pt x="2095" y="1311"/>
                  </a:lnTo>
                  <a:lnTo>
                    <a:pt x="2170" y="1293"/>
                  </a:lnTo>
                  <a:lnTo>
                    <a:pt x="2241" y="1273"/>
                  </a:lnTo>
                  <a:lnTo>
                    <a:pt x="2307" y="1253"/>
                  </a:lnTo>
                  <a:lnTo>
                    <a:pt x="2369" y="1233"/>
                  </a:lnTo>
                  <a:lnTo>
                    <a:pt x="2426" y="1212"/>
                  </a:lnTo>
                  <a:lnTo>
                    <a:pt x="2479" y="1191"/>
                  </a:lnTo>
                  <a:lnTo>
                    <a:pt x="2525" y="1172"/>
                  </a:lnTo>
                  <a:lnTo>
                    <a:pt x="2568" y="1153"/>
                  </a:lnTo>
                  <a:lnTo>
                    <a:pt x="2604" y="1136"/>
                  </a:lnTo>
                  <a:lnTo>
                    <a:pt x="2636" y="1120"/>
                  </a:lnTo>
                  <a:lnTo>
                    <a:pt x="2662" y="1107"/>
                  </a:lnTo>
                  <a:lnTo>
                    <a:pt x="2682" y="1094"/>
                  </a:lnTo>
                  <a:lnTo>
                    <a:pt x="2688" y="1063"/>
                  </a:lnTo>
                  <a:lnTo>
                    <a:pt x="2692" y="1027"/>
                  </a:lnTo>
                  <a:lnTo>
                    <a:pt x="2695" y="989"/>
                  </a:lnTo>
                  <a:lnTo>
                    <a:pt x="2697" y="950"/>
                  </a:lnTo>
                  <a:lnTo>
                    <a:pt x="2697" y="911"/>
                  </a:lnTo>
                  <a:lnTo>
                    <a:pt x="2698" y="877"/>
                  </a:lnTo>
                  <a:lnTo>
                    <a:pt x="2697" y="860"/>
                  </a:lnTo>
                  <a:lnTo>
                    <a:pt x="2696" y="826"/>
                  </a:lnTo>
                  <a:lnTo>
                    <a:pt x="2694" y="791"/>
                  </a:lnTo>
                  <a:lnTo>
                    <a:pt x="2691" y="756"/>
                  </a:lnTo>
                  <a:lnTo>
                    <a:pt x="2687" y="722"/>
                  </a:lnTo>
                  <a:lnTo>
                    <a:pt x="2680" y="688"/>
                  </a:lnTo>
                  <a:lnTo>
                    <a:pt x="2673" y="656"/>
                  </a:lnTo>
                  <a:lnTo>
                    <a:pt x="2663" y="625"/>
                  </a:lnTo>
                  <a:lnTo>
                    <a:pt x="2650" y="595"/>
                  </a:lnTo>
                  <a:lnTo>
                    <a:pt x="2636" y="567"/>
                  </a:lnTo>
                  <a:lnTo>
                    <a:pt x="2617" y="541"/>
                  </a:lnTo>
                  <a:lnTo>
                    <a:pt x="2597" y="519"/>
                  </a:lnTo>
                  <a:lnTo>
                    <a:pt x="2572" y="498"/>
                  </a:lnTo>
                  <a:lnTo>
                    <a:pt x="2543" y="481"/>
                  </a:lnTo>
                  <a:lnTo>
                    <a:pt x="2510" y="466"/>
                  </a:lnTo>
                  <a:lnTo>
                    <a:pt x="2455" y="452"/>
                  </a:lnTo>
                  <a:lnTo>
                    <a:pt x="2401" y="435"/>
                  </a:lnTo>
                  <a:lnTo>
                    <a:pt x="2350" y="416"/>
                  </a:lnTo>
                  <a:lnTo>
                    <a:pt x="2300" y="398"/>
                  </a:lnTo>
                  <a:lnTo>
                    <a:pt x="2252" y="379"/>
                  </a:lnTo>
                  <a:lnTo>
                    <a:pt x="2205" y="359"/>
                  </a:lnTo>
                  <a:lnTo>
                    <a:pt x="2162" y="339"/>
                  </a:lnTo>
                  <a:lnTo>
                    <a:pt x="2119" y="318"/>
                  </a:lnTo>
                  <a:lnTo>
                    <a:pt x="2080" y="299"/>
                  </a:lnTo>
                  <a:lnTo>
                    <a:pt x="2044" y="279"/>
                  </a:lnTo>
                  <a:lnTo>
                    <a:pt x="2011" y="261"/>
                  </a:lnTo>
                  <a:lnTo>
                    <a:pt x="1980" y="244"/>
                  </a:lnTo>
                  <a:lnTo>
                    <a:pt x="1953" y="227"/>
                  </a:lnTo>
                  <a:lnTo>
                    <a:pt x="1929" y="213"/>
                  </a:lnTo>
                  <a:lnTo>
                    <a:pt x="1910" y="200"/>
                  </a:lnTo>
                  <a:lnTo>
                    <a:pt x="1893" y="190"/>
                  </a:lnTo>
                  <a:lnTo>
                    <a:pt x="1881" y="182"/>
                  </a:lnTo>
                  <a:lnTo>
                    <a:pt x="1873" y="176"/>
                  </a:lnTo>
                  <a:lnTo>
                    <a:pt x="1868" y="173"/>
                  </a:lnTo>
                  <a:lnTo>
                    <a:pt x="1852" y="158"/>
                  </a:lnTo>
                  <a:lnTo>
                    <a:pt x="1840" y="142"/>
                  </a:lnTo>
                  <a:lnTo>
                    <a:pt x="1831" y="122"/>
                  </a:lnTo>
                  <a:lnTo>
                    <a:pt x="1828" y="101"/>
                  </a:lnTo>
                  <a:lnTo>
                    <a:pt x="1829" y="81"/>
                  </a:lnTo>
                  <a:lnTo>
                    <a:pt x="1834" y="60"/>
                  </a:lnTo>
                  <a:lnTo>
                    <a:pt x="1845" y="41"/>
                  </a:lnTo>
                  <a:lnTo>
                    <a:pt x="1859" y="25"/>
                  </a:lnTo>
                  <a:lnTo>
                    <a:pt x="1877" y="12"/>
                  </a:lnTo>
                  <a:lnTo>
                    <a:pt x="1896" y="4"/>
                  </a:lnTo>
                  <a:lnTo>
                    <a:pt x="1917" y="1"/>
                  </a:lnTo>
                  <a:lnTo>
                    <a:pt x="1938" y="2"/>
                  </a:lnTo>
                  <a:lnTo>
                    <a:pt x="1957" y="7"/>
                  </a:lnTo>
                  <a:lnTo>
                    <a:pt x="1977" y="18"/>
                  </a:lnTo>
                  <a:lnTo>
                    <a:pt x="1980" y="20"/>
                  </a:lnTo>
                  <a:lnTo>
                    <a:pt x="1987" y="25"/>
                  </a:lnTo>
                  <a:lnTo>
                    <a:pt x="2000" y="32"/>
                  </a:lnTo>
                  <a:lnTo>
                    <a:pt x="2015" y="42"/>
                  </a:lnTo>
                  <a:lnTo>
                    <a:pt x="2035" y="55"/>
                  </a:lnTo>
                  <a:lnTo>
                    <a:pt x="2060" y="69"/>
                  </a:lnTo>
                  <a:lnTo>
                    <a:pt x="2086" y="86"/>
                  </a:lnTo>
                  <a:lnTo>
                    <a:pt x="2117" y="102"/>
                  </a:lnTo>
                  <a:lnTo>
                    <a:pt x="2150" y="121"/>
                  </a:lnTo>
                  <a:lnTo>
                    <a:pt x="2188" y="141"/>
                  </a:lnTo>
                  <a:lnTo>
                    <a:pt x="2227" y="159"/>
                  </a:lnTo>
                  <a:lnTo>
                    <a:pt x="2269" y="179"/>
                  </a:lnTo>
                  <a:lnTo>
                    <a:pt x="2313" y="198"/>
                  </a:lnTo>
                  <a:lnTo>
                    <a:pt x="2359" y="218"/>
                  </a:lnTo>
                  <a:lnTo>
                    <a:pt x="2408" y="236"/>
                  </a:lnTo>
                  <a:lnTo>
                    <a:pt x="2457" y="253"/>
                  </a:lnTo>
                  <a:lnTo>
                    <a:pt x="2508" y="269"/>
                  </a:lnTo>
                  <a:lnTo>
                    <a:pt x="2561" y="283"/>
                  </a:lnTo>
                  <a:lnTo>
                    <a:pt x="2564" y="284"/>
                  </a:lnTo>
                  <a:lnTo>
                    <a:pt x="2568" y="285"/>
                  </a:lnTo>
                  <a:lnTo>
                    <a:pt x="2611" y="303"/>
                  </a:lnTo>
                  <a:lnTo>
                    <a:pt x="2650" y="323"/>
                  </a:lnTo>
                  <a:lnTo>
                    <a:pt x="2685" y="346"/>
                  </a:lnTo>
                  <a:lnTo>
                    <a:pt x="2718" y="371"/>
                  </a:lnTo>
                  <a:lnTo>
                    <a:pt x="2745" y="399"/>
                  </a:lnTo>
                  <a:lnTo>
                    <a:pt x="2770" y="428"/>
                  </a:lnTo>
                  <a:lnTo>
                    <a:pt x="2791" y="459"/>
                  </a:lnTo>
                  <a:lnTo>
                    <a:pt x="2810" y="491"/>
                  </a:lnTo>
                  <a:lnTo>
                    <a:pt x="2826" y="524"/>
                  </a:lnTo>
                  <a:lnTo>
                    <a:pt x="2839" y="557"/>
                  </a:lnTo>
                  <a:lnTo>
                    <a:pt x="2851" y="590"/>
                  </a:lnTo>
                  <a:lnTo>
                    <a:pt x="2860" y="624"/>
                  </a:lnTo>
                  <a:lnTo>
                    <a:pt x="2867" y="657"/>
                  </a:lnTo>
                  <a:lnTo>
                    <a:pt x="2872" y="690"/>
                  </a:lnTo>
                  <a:lnTo>
                    <a:pt x="2878" y="721"/>
                  </a:lnTo>
                  <a:lnTo>
                    <a:pt x="2881" y="751"/>
                  </a:lnTo>
                  <a:lnTo>
                    <a:pt x="2883" y="780"/>
                  </a:lnTo>
                  <a:lnTo>
                    <a:pt x="2884" y="807"/>
                  </a:lnTo>
                  <a:lnTo>
                    <a:pt x="2885" y="832"/>
                  </a:lnTo>
                  <a:lnTo>
                    <a:pt x="2886" y="855"/>
                  </a:lnTo>
                  <a:lnTo>
                    <a:pt x="2886" y="864"/>
                  </a:lnTo>
                  <a:lnTo>
                    <a:pt x="2887" y="872"/>
                  </a:lnTo>
                  <a:lnTo>
                    <a:pt x="2887" y="874"/>
                  </a:lnTo>
                  <a:lnTo>
                    <a:pt x="2887" y="888"/>
                  </a:lnTo>
                  <a:lnTo>
                    <a:pt x="2887" y="907"/>
                  </a:lnTo>
                  <a:lnTo>
                    <a:pt x="2886" y="933"/>
                  </a:lnTo>
                  <a:lnTo>
                    <a:pt x="2886" y="962"/>
                  </a:lnTo>
                  <a:lnTo>
                    <a:pt x="2884" y="994"/>
                  </a:lnTo>
                  <a:lnTo>
                    <a:pt x="2882" y="1029"/>
                  </a:lnTo>
                  <a:lnTo>
                    <a:pt x="2879" y="1064"/>
                  </a:lnTo>
                  <a:lnTo>
                    <a:pt x="2875" y="1099"/>
                  </a:lnTo>
                  <a:lnTo>
                    <a:pt x="2868" y="1133"/>
                  </a:lnTo>
                  <a:lnTo>
                    <a:pt x="2861" y="1165"/>
                  </a:lnTo>
                  <a:lnTo>
                    <a:pt x="2853" y="1191"/>
                  </a:lnTo>
                  <a:lnTo>
                    <a:pt x="2844" y="1209"/>
                  </a:lnTo>
                  <a:lnTo>
                    <a:pt x="2831" y="1225"/>
                  </a:lnTo>
                  <a:lnTo>
                    <a:pt x="2817" y="1236"/>
                  </a:lnTo>
                  <a:lnTo>
                    <a:pt x="2812" y="1239"/>
                  </a:lnTo>
                  <a:lnTo>
                    <a:pt x="2802" y="1245"/>
                  </a:lnTo>
                  <a:lnTo>
                    <a:pt x="2788" y="1253"/>
                  </a:lnTo>
                  <a:lnTo>
                    <a:pt x="2769" y="1264"/>
                  </a:lnTo>
                  <a:lnTo>
                    <a:pt x="2746" y="1276"/>
                  </a:lnTo>
                  <a:lnTo>
                    <a:pt x="2720" y="1291"/>
                  </a:lnTo>
                  <a:lnTo>
                    <a:pt x="2688" y="1306"/>
                  </a:lnTo>
                  <a:lnTo>
                    <a:pt x="2651" y="1324"/>
                  </a:lnTo>
                  <a:lnTo>
                    <a:pt x="2612" y="1341"/>
                  </a:lnTo>
                  <a:lnTo>
                    <a:pt x="2568" y="1360"/>
                  </a:lnTo>
                  <a:lnTo>
                    <a:pt x="2519" y="1380"/>
                  </a:lnTo>
                  <a:lnTo>
                    <a:pt x="2467" y="1399"/>
                  </a:lnTo>
                  <a:lnTo>
                    <a:pt x="2411" y="1419"/>
                  </a:lnTo>
                  <a:lnTo>
                    <a:pt x="2351" y="1438"/>
                  </a:lnTo>
                  <a:lnTo>
                    <a:pt x="2287" y="1458"/>
                  </a:lnTo>
                  <a:lnTo>
                    <a:pt x="2219" y="1477"/>
                  </a:lnTo>
                  <a:lnTo>
                    <a:pt x="2146" y="1494"/>
                  </a:lnTo>
                  <a:lnTo>
                    <a:pt x="2071" y="1510"/>
                  </a:lnTo>
                  <a:lnTo>
                    <a:pt x="1992" y="1525"/>
                  </a:lnTo>
                  <a:lnTo>
                    <a:pt x="1910" y="1539"/>
                  </a:lnTo>
                  <a:lnTo>
                    <a:pt x="1823" y="1550"/>
                  </a:lnTo>
                  <a:lnTo>
                    <a:pt x="1734" y="1559"/>
                  </a:lnTo>
                  <a:lnTo>
                    <a:pt x="1640" y="1567"/>
                  </a:lnTo>
                  <a:lnTo>
                    <a:pt x="1544" y="1571"/>
                  </a:lnTo>
                  <a:lnTo>
                    <a:pt x="1444" y="1572"/>
                  </a:lnTo>
                  <a:lnTo>
                    <a:pt x="1341" y="1571"/>
                  </a:lnTo>
                  <a:lnTo>
                    <a:pt x="1240" y="1566"/>
                  </a:lnTo>
                  <a:lnTo>
                    <a:pt x="1143" y="1558"/>
                  </a:lnTo>
                  <a:lnTo>
                    <a:pt x="1050" y="1548"/>
                  </a:lnTo>
                  <a:lnTo>
                    <a:pt x="962" y="1536"/>
                  </a:lnTo>
                  <a:lnTo>
                    <a:pt x="876" y="1522"/>
                  </a:lnTo>
                  <a:lnTo>
                    <a:pt x="795" y="1506"/>
                  </a:lnTo>
                  <a:lnTo>
                    <a:pt x="718" y="1488"/>
                  </a:lnTo>
                  <a:lnTo>
                    <a:pt x="645" y="1469"/>
                  </a:lnTo>
                  <a:lnTo>
                    <a:pt x="575" y="1450"/>
                  </a:lnTo>
                  <a:lnTo>
                    <a:pt x="510" y="1430"/>
                  </a:lnTo>
                  <a:lnTo>
                    <a:pt x="449" y="1409"/>
                  </a:lnTo>
                  <a:lnTo>
                    <a:pt x="392" y="1389"/>
                  </a:lnTo>
                  <a:lnTo>
                    <a:pt x="341" y="1368"/>
                  </a:lnTo>
                  <a:lnTo>
                    <a:pt x="293" y="1349"/>
                  </a:lnTo>
                  <a:lnTo>
                    <a:pt x="250" y="1330"/>
                  </a:lnTo>
                  <a:lnTo>
                    <a:pt x="211" y="1311"/>
                  </a:lnTo>
                  <a:lnTo>
                    <a:pt x="177" y="1295"/>
                  </a:lnTo>
                  <a:lnTo>
                    <a:pt x="148" y="1279"/>
                  </a:lnTo>
                  <a:lnTo>
                    <a:pt x="123" y="1266"/>
                  </a:lnTo>
                  <a:lnTo>
                    <a:pt x="103" y="1254"/>
                  </a:lnTo>
                  <a:lnTo>
                    <a:pt x="88" y="1246"/>
                  </a:lnTo>
                  <a:lnTo>
                    <a:pt x="77" y="1239"/>
                  </a:lnTo>
                  <a:lnTo>
                    <a:pt x="72" y="1236"/>
                  </a:lnTo>
                  <a:lnTo>
                    <a:pt x="57" y="1225"/>
                  </a:lnTo>
                  <a:lnTo>
                    <a:pt x="44" y="1209"/>
                  </a:lnTo>
                  <a:lnTo>
                    <a:pt x="36" y="1191"/>
                  </a:lnTo>
                  <a:lnTo>
                    <a:pt x="27" y="1164"/>
                  </a:lnTo>
                  <a:lnTo>
                    <a:pt x="20" y="1133"/>
                  </a:lnTo>
                  <a:lnTo>
                    <a:pt x="13" y="1098"/>
                  </a:lnTo>
                  <a:lnTo>
                    <a:pt x="8" y="1063"/>
                  </a:lnTo>
                  <a:lnTo>
                    <a:pt x="5" y="1028"/>
                  </a:lnTo>
                  <a:lnTo>
                    <a:pt x="3" y="994"/>
                  </a:lnTo>
                  <a:lnTo>
                    <a:pt x="1" y="961"/>
                  </a:lnTo>
                  <a:lnTo>
                    <a:pt x="0" y="932"/>
                  </a:lnTo>
                  <a:lnTo>
                    <a:pt x="0" y="907"/>
                  </a:lnTo>
                  <a:lnTo>
                    <a:pt x="0" y="887"/>
                  </a:lnTo>
                  <a:lnTo>
                    <a:pt x="0" y="873"/>
                  </a:lnTo>
                  <a:lnTo>
                    <a:pt x="0" y="871"/>
                  </a:lnTo>
                  <a:lnTo>
                    <a:pt x="1" y="854"/>
                  </a:lnTo>
                  <a:lnTo>
                    <a:pt x="1" y="832"/>
                  </a:lnTo>
                  <a:lnTo>
                    <a:pt x="2" y="807"/>
                  </a:lnTo>
                  <a:lnTo>
                    <a:pt x="4" y="780"/>
                  </a:lnTo>
                  <a:lnTo>
                    <a:pt x="6" y="751"/>
                  </a:lnTo>
                  <a:lnTo>
                    <a:pt x="9" y="721"/>
                  </a:lnTo>
                  <a:lnTo>
                    <a:pt x="13" y="689"/>
                  </a:lnTo>
                  <a:lnTo>
                    <a:pt x="20" y="657"/>
                  </a:lnTo>
                  <a:lnTo>
                    <a:pt x="27" y="624"/>
                  </a:lnTo>
                  <a:lnTo>
                    <a:pt x="36" y="590"/>
                  </a:lnTo>
                  <a:lnTo>
                    <a:pt x="48" y="557"/>
                  </a:lnTo>
                  <a:lnTo>
                    <a:pt x="61" y="523"/>
                  </a:lnTo>
                  <a:lnTo>
                    <a:pt x="76" y="491"/>
                  </a:lnTo>
                  <a:lnTo>
                    <a:pt x="95" y="459"/>
                  </a:lnTo>
                  <a:lnTo>
                    <a:pt x="117" y="428"/>
                  </a:lnTo>
                  <a:lnTo>
                    <a:pt x="142" y="399"/>
                  </a:lnTo>
                  <a:lnTo>
                    <a:pt x="169" y="371"/>
                  </a:lnTo>
                  <a:lnTo>
                    <a:pt x="200" y="345"/>
                  </a:lnTo>
                  <a:lnTo>
                    <a:pt x="237" y="322"/>
                  </a:lnTo>
                  <a:lnTo>
                    <a:pt x="276" y="302"/>
                  </a:lnTo>
                  <a:lnTo>
                    <a:pt x="319" y="285"/>
                  </a:lnTo>
                  <a:lnTo>
                    <a:pt x="322" y="284"/>
                  </a:lnTo>
                  <a:lnTo>
                    <a:pt x="326" y="283"/>
                  </a:lnTo>
                  <a:lnTo>
                    <a:pt x="379" y="269"/>
                  </a:lnTo>
                  <a:lnTo>
                    <a:pt x="430" y="252"/>
                  </a:lnTo>
                  <a:lnTo>
                    <a:pt x="479" y="236"/>
                  </a:lnTo>
                  <a:lnTo>
                    <a:pt x="528" y="217"/>
                  </a:lnTo>
                  <a:lnTo>
                    <a:pt x="574" y="197"/>
                  </a:lnTo>
                  <a:lnTo>
                    <a:pt x="619" y="179"/>
                  </a:lnTo>
                  <a:lnTo>
                    <a:pt x="660" y="159"/>
                  </a:lnTo>
                  <a:lnTo>
                    <a:pt x="699" y="140"/>
                  </a:lnTo>
                  <a:lnTo>
                    <a:pt x="736" y="120"/>
                  </a:lnTo>
                  <a:lnTo>
                    <a:pt x="769" y="102"/>
                  </a:lnTo>
                  <a:lnTo>
                    <a:pt x="800" y="85"/>
                  </a:lnTo>
                  <a:lnTo>
                    <a:pt x="827" y="69"/>
                  </a:lnTo>
                  <a:lnTo>
                    <a:pt x="851" y="55"/>
                  </a:lnTo>
                  <a:lnTo>
                    <a:pt x="872" y="42"/>
                  </a:lnTo>
                  <a:lnTo>
                    <a:pt x="887" y="32"/>
                  </a:lnTo>
                  <a:lnTo>
                    <a:pt x="900" y="24"/>
                  </a:lnTo>
                  <a:lnTo>
                    <a:pt x="907" y="19"/>
                  </a:lnTo>
                  <a:lnTo>
                    <a:pt x="910" y="17"/>
                  </a:lnTo>
                  <a:lnTo>
                    <a:pt x="929" y="6"/>
                  </a:lnTo>
                  <a:lnTo>
                    <a:pt x="949" y="1"/>
                  </a:lnTo>
                  <a:lnTo>
                    <a:pt x="970" y="0"/>
                  </a:lnTo>
                  <a:close/>
                </a:path>
              </a:pathLst>
            </a:custGeom>
            <a:solidFill>
              <a:schemeClr val="bg1"/>
            </a:solidFill>
            <a:ln w="0">
              <a:noFill/>
              <a:prstDash val="solid"/>
              <a:round/>
            </a:ln>
          </p:spPr>
          <p:txBody>
            <a:bodyPr vert="horz" wrap="square" lIns="91440" tIns="45720" rIns="91440" bIns="45720" numCol="1" anchor="t" anchorCtr="0" compatLnSpc="1"/>
            <a:lstStyle/>
            <a:p>
              <a:endParaRPr lang="en-US" sz="2000">
                <a:latin typeface="Arial" panose="020B0604020202020204" pitchFamily="34" charset="0"/>
                <a:ea typeface="思源黑体 CN Medium" panose="020B0600000000000000" pitchFamily="34" charset="-122"/>
                <a:cs typeface="+mn-ea"/>
                <a:sym typeface="Arial" panose="020B0604020202020204" pitchFamily="34" charset="0"/>
              </a:endParaRPr>
            </a:p>
          </p:txBody>
        </p:sp>
      </p:grpSp>
      <p:sp>
        <p:nvSpPr>
          <p:cNvPr id="28" name="文本框 27"/>
          <p:cNvSpPr txBox="1"/>
          <p:nvPr/>
        </p:nvSpPr>
        <p:spPr>
          <a:xfrm>
            <a:off x="1260628" y="2234850"/>
            <a:ext cx="2842445" cy="523220"/>
          </a:xfrm>
          <a:prstGeom prst="rect">
            <a:avLst/>
          </a:prstGeom>
          <a:noFill/>
        </p:spPr>
        <p:txBody>
          <a:bodyPr wrap="none" rtlCol="0">
            <a:spAutoFit/>
          </a:bodyPr>
          <a:lstStyle/>
          <a:p>
            <a:r>
              <a:rPr kumimoji="1" lang="en-US" altLang="zh-CN" sz="2800" dirty="0">
                <a:solidFill>
                  <a:schemeClr val="tx1">
                    <a:lumMod val="75000"/>
                    <a:lumOff val="25000"/>
                  </a:schemeClr>
                </a:solidFill>
                <a:latin typeface="+mj-ea"/>
                <a:ea typeface="+mj-ea"/>
              </a:rPr>
              <a:t>PPT</a:t>
            </a:r>
            <a:r>
              <a:rPr kumimoji="1" lang="zh-CN" altLang="en-US" sz="2800" dirty="0">
                <a:solidFill>
                  <a:schemeClr val="tx1">
                    <a:lumMod val="75000"/>
                    <a:lumOff val="25000"/>
                  </a:schemeClr>
                </a:solidFill>
                <a:latin typeface="+mj-ea"/>
                <a:ea typeface="+mj-ea"/>
              </a:rPr>
              <a:t> </a:t>
            </a:r>
            <a:r>
              <a:rPr kumimoji="1" lang="en-US" altLang="zh-CN" sz="2800" dirty="0">
                <a:solidFill>
                  <a:schemeClr val="tx1">
                    <a:lumMod val="75000"/>
                    <a:lumOff val="25000"/>
                  </a:schemeClr>
                </a:solidFill>
                <a:latin typeface="+mj-ea"/>
                <a:ea typeface="+mj-ea"/>
              </a:rPr>
              <a:t>TEMPLATE</a:t>
            </a:r>
            <a:endParaRPr kumimoji="1" lang="zh-CN" altLang="en-US" sz="2800" dirty="0">
              <a:solidFill>
                <a:schemeClr val="tx1">
                  <a:lumMod val="75000"/>
                  <a:lumOff val="25000"/>
                </a:schemeClr>
              </a:solidFill>
              <a:latin typeface="+mj-ea"/>
              <a:ea typeface="+mj-ea"/>
            </a:endParaRPr>
          </a:p>
        </p:txBody>
      </p:sp>
      <p:sp>
        <p:nvSpPr>
          <p:cNvPr id="29" name="文本框 28"/>
          <p:cNvSpPr txBox="1"/>
          <p:nvPr/>
        </p:nvSpPr>
        <p:spPr>
          <a:xfrm>
            <a:off x="1273880" y="1878770"/>
            <a:ext cx="1426994" cy="369332"/>
          </a:xfrm>
          <a:prstGeom prst="rect">
            <a:avLst/>
          </a:prstGeom>
          <a:noFill/>
        </p:spPr>
        <p:txBody>
          <a:bodyPr wrap="none" rtlCol="0">
            <a:spAutoFit/>
          </a:bodyPr>
          <a:lstStyle/>
          <a:p>
            <a:r>
              <a:rPr kumimoji="1" lang="en-US" altLang="zh-CN" dirty="0">
                <a:solidFill>
                  <a:schemeClr val="bg1">
                    <a:lumMod val="75000"/>
                  </a:schemeClr>
                </a:solidFill>
                <a:latin typeface="+mn-ea"/>
              </a:rPr>
              <a:t>TITLE</a:t>
            </a:r>
            <a:r>
              <a:rPr kumimoji="1" lang="zh-CN" altLang="en-US" dirty="0">
                <a:solidFill>
                  <a:schemeClr val="bg1">
                    <a:lumMod val="75000"/>
                  </a:schemeClr>
                </a:solidFill>
                <a:latin typeface="+mn-ea"/>
              </a:rPr>
              <a:t> </a:t>
            </a:r>
            <a:r>
              <a:rPr kumimoji="1" lang="en-US" altLang="zh-CN" dirty="0">
                <a:solidFill>
                  <a:schemeClr val="bg1">
                    <a:lumMod val="75000"/>
                  </a:schemeClr>
                </a:solidFill>
                <a:latin typeface="+mn-ea"/>
              </a:rPr>
              <a:t>HERE</a:t>
            </a:r>
            <a:endParaRPr kumimoji="1" lang="zh-CN" altLang="en-US" dirty="0">
              <a:solidFill>
                <a:schemeClr val="bg1">
                  <a:lumMod val="75000"/>
                </a:schemeClr>
              </a:solidFill>
              <a:latin typeface="+mn-ea"/>
            </a:endParaRPr>
          </a:p>
        </p:txBody>
      </p:sp>
      <p:sp>
        <p:nvSpPr>
          <p:cNvPr id="30" name="文本框 29"/>
          <p:cNvSpPr txBox="1"/>
          <p:nvPr/>
        </p:nvSpPr>
        <p:spPr>
          <a:xfrm>
            <a:off x="1194368" y="3087646"/>
            <a:ext cx="3778153" cy="1153264"/>
          </a:xfrm>
          <a:prstGeom prst="rect">
            <a:avLst/>
          </a:prstGeom>
          <a:noFill/>
        </p:spPr>
        <p:txBody>
          <a:bodyPr wrap="square" rtlCol="0">
            <a:spAutoFit/>
          </a:bodyPr>
          <a:lstStyle/>
          <a:p>
            <a:pPr>
              <a:lnSpc>
                <a:spcPct val="150000"/>
              </a:lnSpc>
            </a:pPr>
            <a:r>
              <a:rPr kumimoji="1" lang="zh-CN" altLang="en-US" sz="1200" dirty="0">
                <a:solidFill>
                  <a:schemeClr val="tx1">
                    <a:lumMod val="50000"/>
                    <a:lumOff val="50000"/>
                  </a:schemeClr>
                </a:solidFill>
                <a:latin typeface="+mn-ea"/>
                <a:cs typeface="+mn-ea"/>
                <a:sym typeface="+mn-lt"/>
              </a:rPr>
              <a:t>感谢您使用我们的</a:t>
            </a:r>
            <a:r>
              <a:rPr kumimoji="1" lang="en-US" altLang="zh-CN" sz="1200" dirty="0">
                <a:solidFill>
                  <a:schemeClr val="tx1">
                    <a:lumMod val="50000"/>
                    <a:lumOff val="50000"/>
                  </a:schemeClr>
                </a:solidFill>
                <a:latin typeface="+mn-ea"/>
                <a:cs typeface="+mn-ea"/>
                <a:sym typeface="+mn-lt"/>
              </a:rPr>
              <a:t>PPT</a:t>
            </a:r>
            <a:r>
              <a:rPr kumimoji="1" lang="zh-CN" altLang="en-US" sz="1200" dirty="0">
                <a:solidFill>
                  <a:schemeClr val="tx1">
                    <a:lumMod val="50000"/>
                    <a:lumOff val="50000"/>
                  </a:schemeClr>
                </a:solidFill>
                <a:latin typeface="+mn-ea"/>
                <a:cs typeface="+mn-ea"/>
                <a:sym typeface="+mn-lt"/>
              </a:rPr>
              <a:t>模板，请在此输入您需要的文字内容，感谢您使用我们的</a:t>
            </a:r>
            <a:r>
              <a:rPr kumimoji="1" lang="en-US" altLang="zh-CN" sz="1200" dirty="0">
                <a:solidFill>
                  <a:schemeClr val="tx1">
                    <a:lumMod val="50000"/>
                    <a:lumOff val="50000"/>
                  </a:schemeClr>
                </a:solidFill>
                <a:latin typeface="+mn-ea"/>
                <a:cs typeface="+mn-ea"/>
                <a:sym typeface="+mn-lt"/>
              </a:rPr>
              <a:t>PPT</a:t>
            </a:r>
            <a:r>
              <a:rPr kumimoji="1" lang="zh-CN" altLang="en-US" sz="1200" dirty="0">
                <a:solidFill>
                  <a:schemeClr val="tx1">
                    <a:lumMod val="50000"/>
                    <a:lumOff val="50000"/>
                  </a:schemeClr>
                </a:solidFill>
                <a:latin typeface="+mn-ea"/>
                <a:cs typeface="+mn-ea"/>
                <a:sym typeface="+mn-lt"/>
              </a:rPr>
              <a:t>模板。感谢您使用我们的</a:t>
            </a:r>
            <a:r>
              <a:rPr kumimoji="1" lang="en-US" altLang="zh-CN" sz="1200" dirty="0">
                <a:solidFill>
                  <a:schemeClr val="tx1">
                    <a:lumMod val="50000"/>
                    <a:lumOff val="50000"/>
                  </a:schemeClr>
                </a:solidFill>
                <a:latin typeface="+mn-ea"/>
                <a:cs typeface="+mn-ea"/>
                <a:sym typeface="+mn-lt"/>
              </a:rPr>
              <a:t>PPT</a:t>
            </a:r>
            <a:r>
              <a:rPr kumimoji="1" lang="zh-CN" altLang="en-US" sz="1200" dirty="0">
                <a:solidFill>
                  <a:schemeClr val="tx1">
                    <a:lumMod val="50000"/>
                    <a:lumOff val="50000"/>
                  </a:schemeClr>
                </a:solidFill>
                <a:latin typeface="+mn-ea"/>
                <a:cs typeface="+mn-ea"/>
                <a:sym typeface="+mn-lt"/>
              </a:rPr>
              <a:t>模板，请在此输入您需要的文字内容，感谢您使用我们的</a:t>
            </a:r>
            <a:r>
              <a:rPr kumimoji="1" lang="en-US" altLang="zh-CN" sz="1200" dirty="0">
                <a:solidFill>
                  <a:schemeClr val="tx1">
                    <a:lumMod val="50000"/>
                    <a:lumOff val="50000"/>
                  </a:schemeClr>
                </a:solidFill>
                <a:latin typeface="+mn-ea"/>
                <a:cs typeface="+mn-ea"/>
                <a:sym typeface="+mn-lt"/>
              </a:rPr>
              <a:t>PPT</a:t>
            </a:r>
            <a:r>
              <a:rPr kumimoji="1" lang="zh-CN" altLang="en-US" sz="1200" dirty="0">
                <a:solidFill>
                  <a:schemeClr val="tx1">
                    <a:lumMod val="50000"/>
                    <a:lumOff val="50000"/>
                  </a:schemeClr>
                </a:solidFill>
                <a:latin typeface="+mn-ea"/>
                <a:cs typeface="+mn-ea"/>
                <a:sym typeface="+mn-lt"/>
              </a:rPr>
              <a:t>模板。</a:t>
            </a:r>
            <a:endParaRPr kumimoji="1" lang="zh-CN" altLang="en-US" sz="1200" dirty="0">
              <a:solidFill>
                <a:schemeClr val="tx1">
                  <a:lumMod val="50000"/>
                  <a:lumOff val="50000"/>
                </a:schemeClr>
              </a:solidFill>
              <a:latin typeface="+mn-ea"/>
              <a:cs typeface="+mn-ea"/>
              <a:sym typeface="+mn-lt"/>
            </a:endParaRPr>
          </a:p>
        </p:txBody>
      </p:sp>
      <p:sp>
        <p:nvSpPr>
          <p:cNvPr id="31" name="圆角矩形 30"/>
          <p:cNvSpPr/>
          <p:nvPr/>
        </p:nvSpPr>
        <p:spPr>
          <a:xfrm>
            <a:off x="1273880" y="4563046"/>
            <a:ext cx="1750572" cy="477078"/>
          </a:xfrm>
          <a:prstGeom prst="roundRect">
            <a:avLst>
              <a:gd name="adj" fmla="val 15337"/>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2" name="文本框 31"/>
          <p:cNvSpPr txBox="1"/>
          <p:nvPr/>
        </p:nvSpPr>
        <p:spPr>
          <a:xfrm>
            <a:off x="1543872" y="4632308"/>
            <a:ext cx="1210588" cy="338554"/>
          </a:xfrm>
          <a:prstGeom prst="rect">
            <a:avLst/>
          </a:prstGeom>
          <a:noFill/>
        </p:spPr>
        <p:txBody>
          <a:bodyPr wrap="none" rtlCol="0">
            <a:spAutoFit/>
          </a:bodyPr>
          <a:lstStyle/>
          <a:p>
            <a:r>
              <a:rPr kumimoji="1" lang="zh-CN" altLang="en-US" sz="1600" dirty="0">
                <a:solidFill>
                  <a:schemeClr val="bg1"/>
                </a:solidFill>
              </a:rPr>
              <a:t>请输入标题</a:t>
            </a:r>
            <a:endParaRPr kumimoji="1" lang="zh-CN" altLang="en-US" sz="1600" dirty="0">
              <a:solidFill>
                <a:schemeClr val="bg1"/>
              </a:solidFill>
            </a:endParaRPr>
          </a:p>
        </p:txBody>
      </p:sp>
    </p:spTree>
  </p:cSld>
  <p:clrMapOvr>
    <a:masterClrMapping/>
  </p:clrMapOvr>
  <mc:AlternateContent xmlns:mc="http://schemas.openxmlformats.org/markup-compatibility/2006">
    <mc:Choice xmlns:p14="http://schemas.microsoft.com/office/powerpoint/2010/main" Requires="p14">
      <p:transition spd="slow" p14:dur="2000" advTm="3000"/>
    </mc:Choice>
    <mc:Fallback>
      <p:transition spd="slow" advTm="3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heckerboard(across)">
                                      <p:cBhvr>
                                        <p:cTn id="7" dur="500"/>
                                        <p:tgtEl>
                                          <p:spTgt spid="2"/>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checkerboard(across)">
                                      <p:cBhvr>
                                        <p:cTn id="10" dur="500"/>
                                        <p:tgtEl>
                                          <p:spTgt spid="3"/>
                                        </p:tgtEl>
                                      </p:cBhvr>
                                    </p:animEffect>
                                  </p:childTnLst>
                                </p:cTn>
                              </p:par>
                              <p:par>
                                <p:cTn id="11" presetID="5" presetClass="entr" presetSubtype="1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checkerboard(across)">
                                      <p:cBhvr>
                                        <p:cTn id="13" dur="500"/>
                                        <p:tgtEl>
                                          <p:spTgt spid="4"/>
                                        </p:tgtEl>
                                      </p:cBhvr>
                                    </p:animEffect>
                                  </p:childTnLst>
                                </p:cTn>
                              </p:par>
                              <p:par>
                                <p:cTn id="14" presetID="5" presetClass="entr" presetSubtype="10" fill="hold" grpId="0" nodeType="with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checkerboard(across)">
                                      <p:cBhvr>
                                        <p:cTn id="16" dur="500"/>
                                        <p:tgtEl>
                                          <p:spTgt spid="5"/>
                                        </p:tgtEl>
                                      </p:cBhvr>
                                    </p:animEffect>
                                  </p:childTnLst>
                                </p:cTn>
                              </p:par>
                              <p:par>
                                <p:cTn id="17" presetID="5" presetClass="entr" presetSubtype="10" fill="hold" grpId="0" nodeType="with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checkerboard(across)">
                                      <p:cBhvr>
                                        <p:cTn id="19" dur="500"/>
                                        <p:tgtEl>
                                          <p:spTgt spid="6"/>
                                        </p:tgtEl>
                                      </p:cBhvr>
                                    </p:animEffect>
                                  </p:childTnLst>
                                </p:cTn>
                              </p:par>
                              <p:par>
                                <p:cTn id="20" presetID="5" presetClass="entr" presetSubtype="10" fill="hold" grpId="0"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checkerboard(across)">
                                      <p:cBhvr>
                                        <p:cTn id="22" dur="500"/>
                                        <p:tgtEl>
                                          <p:spTgt spid="7"/>
                                        </p:tgtEl>
                                      </p:cBhvr>
                                    </p:animEffect>
                                  </p:childTnLst>
                                </p:cTn>
                              </p:par>
                              <p:par>
                                <p:cTn id="23" presetID="5" presetClass="entr" presetSubtype="10"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checkerboard(across)">
                                      <p:cBhvr>
                                        <p:cTn id="25" dur="500"/>
                                        <p:tgtEl>
                                          <p:spTgt spid="8"/>
                                        </p:tgtEl>
                                      </p:cBhvr>
                                    </p:animEffect>
                                  </p:childTnLst>
                                </p:cTn>
                              </p:par>
                              <p:par>
                                <p:cTn id="26" presetID="5" presetClass="entr" presetSubtype="10" fill="hold" grpId="0" nodeType="with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checkerboard(across)">
                                      <p:cBhvr>
                                        <p:cTn id="28" dur="500"/>
                                        <p:tgtEl>
                                          <p:spTgt spid="9"/>
                                        </p:tgtEl>
                                      </p:cBhvr>
                                    </p:animEffect>
                                  </p:childTnLst>
                                </p:cTn>
                              </p:par>
                              <p:par>
                                <p:cTn id="29" presetID="5" presetClass="entr" presetSubtype="10" fill="hold" grpId="0" nodeType="with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checkerboard(across)">
                                      <p:cBhvr>
                                        <p:cTn id="31" dur="500"/>
                                        <p:tgtEl>
                                          <p:spTgt spid="10"/>
                                        </p:tgtEl>
                                      </p:cBhvr>
                                    </p:animEffect>
                                  </p:childTnLst>
                                </p:cTn>
                              </p:par>
                              <p:par>
                                <p:cTn id="32" presetID="5" presetClass="entr" presetSubtype="10" fill="hold" nodeType="with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checkerboard(across)">
                                      <p:cBhvr>
                                        <p:cTn id="34" dur="500"/>
                                        <p:tgtEl>
                                          <p:spTgt spid="11"/>
                                        </p:tgtEl>
                                      </p:cBhvr>
                                    </p:animEffect>
                                  </p:childTnLst>
                                </p:cTn>
                              </p:par>
                              <p:par>
                                <p:cTn id="35" presetID="5" presetClass="entr" presetSubtype="10" fill="hold" grpId="0" nodeType="with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checkerboard(across)">
                                      <p:cBhvr>
                                        <p:cTn id="37" dur="500"/>
                                        <p:tgtEl>
                                          <p:spTgt spid="14"/>
                                        </p:tgtEl>
                                      </p:cBhvr>
                                    </p:animEffect>
                                  </p:childTnLst>
                                </p:cTn>
                              </p:par>
                              <p:par>
                                <p:cTn id="38" presetID="5" presetClass="entr" presetSubtype="10" fill="hold" grpId="0" nodeType="with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checkerboard(across)">
                                      <p:cBhvr>
                                        <p:cTn id="40" dur="500"/>
                                        <p:tgtEl>
                                          <p:spTgt spid="15"/>
                                        </p:tgtEl>
                                      </p:cBhvr>
                                    </p:animEffect>
                                  </p:childTnLst>
                                </p:cTn>
                              </p:par>
                              <p:par>
                                <p:cTn id="41" presetID="5" presetClass="entr" presetSubtype="10" fill="hold" grpId="0" nodeType="withEffect">
                                  <p:stCondLst>
                                    <p:cond delay="0"/>
                                  </p:stCondLst>
                                  <p:childTnLst>
                                    <p:set>
                                      <p:cBhvr>
                                        <p:cTn id="42" dur="1" fill="hold">
                                          <p:stCondLst>
                                            <p:cond delay="0"/>
                                          </p:stCondLst>
                                        </p:cTn>
                                        <p:tgtEl>
                                          <p:spTgt spid="16"/>
                                        </p:tgtEl>
                                        <p:attrNameLst>
                                          <p:attrName>style.visibility</p:attrName>
                                        </p:attrNameLst>
                                      </p:cBhvr>
                                      <p:to>
                                        <p:strVal val="visible"/>
                                      </p:to>
                                    </p:set>
                                    <p:animEffect transition="in" filter="checkerboard(across)">
                                      <p:cBhvr>
                                        <p:cTn id="43" dur="500"/>
                                        <p:tgtEl>
                                          <p:spTgt spid="16"/>
                                        </p:tgtEl>
                                      </p:cBhvr>
                                    </p:animEffect>
                                  </p:childTnLst>
                                </p:cTn>
                              </p:par>
                              <p:par>
                                <p:cTn id="44" presetID="5" presetClass="entr" presetSubtype="10" fill="hold" grpId="0" nodeType="withEffect">
                                  <p:stCondLst>
                                    <p:cond delay="0"/>
                                  </p:stCondLst>
                                  <p:childTnLst>
                                    <p:set>
                                      <p:cBhvr>
                                        <p:cTn id="45" dur="1" fill="hold">
                                          <p:stCondLst>
                                            <p:cond delay="0"/>
                                          </p:stCondLst>
                                        </p:cTn>
                                        <p:tgtEl>
                                          <p:spTgt spid="17"/>
                                        </p:tgtEl>
                                        <p:attrNameLst>
                                          <p:attrName>style.visibility</p:attrName>
                                        </p:attrNameLst>
                                      </p:cBhvr>
                                      <p:to>
                                        <p:strVal val="visible"/>
                                      </p:to>
                                    </p:set>
                                    <p:animEffect transition="in" filter="checkerboard(across)">
                                      <p:cBhvr>
                                        <p:cTn id="46" dur="500"/>
                                        <p:tgtEl>
                                          <p:spTgt spid="17"/>
                                        </p:tgtEl>
                                      </p:cBhvr>
                                    </p:animEffect>
                                  </p:childTnLst>
                                </p:cTn>
                              </p:par>
                              <p:par>
                                <p:cTn id="47" presetID="5" presetClass="entr" presetSubtype="10" fill="hold" grpId="0" nodeType="withEffect">
                                  <p:stCondLst>
                                    <p:cond delay="0"/>
                                  </p:stCondLst>
                                  <p:childTnLst>
                                    <p:set>
                                      <p:cBhvr>
                                        <p:cTn id="48" dur="1" fill="hold">
                                          <p:stCondLst>
                                            <p:cond delay="0"/>
                                          </p:stCondLst>
                                        </p:cTn>
                                        <p:tgtEl>
                                          <p:spTgt spid="18"/>
                                        </p:tgtEl>
                                        <p:attrNameLst>
                                          <p:attrName>style.visibility</p:attrName>
                                        </p:attrNameLst>
                                      </p:cBhvr>
                                      <p:to>
                                        <p:strVal val="visible"/>
                                      </p:to>
                                    </p:set>
                                    <p:animEffect transition="in" filter="checkerboard(across)">
                                      <p:cBhvr>
                                        <p:cTn id="49" dur="500"/>
                                        <p:tgtEl>
                                          <p:spTgt spid="18"/>
                                        </p:tgtEl>
                                      </p:cBhvr>
                                    </p:animEffect>
                                  </p:childTnLst>
                                </p:cTn>
                              </p:par>
                              <p:par>
                                <p:cTn id="50" presetID="5" presetClass="entr" presetSubtype="10" fill="hold" grpId="0" nodeType="with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checkerboard(across)">
                                      <p:cBhvr>
                                        <p:cTn id="52" dur="500"/>
                                        <p:tgtEl>
                                          <p:spTgt spid="19"/>
                                        </p:tgtEl>
                                      </p:cBhvr>
                                    </p:animEffect>
                                  </p:childTnLst>
                                </p:cTn>
                              </p:par>
                              <p:par>
                                <p:cTn id="53" presetID="5" presetClass="entr" presetSubtype="1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checkerboard(across)">
                                      <p:cBhvr>
                                        <p:cTn id="55" dur="500"/>
                                        <p:tgtEl>
                                          <p:spTgt spid="20"/>
                                        </p:tgtEl>
                                      </p:cBhvr>
                                    </p:animEffect>
                                  </p:childTnLst>
                                </p:cTn>
                              </p:par>
                              <p:par>
                                <p:cTn id="56" presetID="5" presetClass="entr" presetSubtype="10"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checkerboard(across)">
                                      <p:cBhvr>
                                        <p:cTn id="58" dur="500"/>
                                        <p:tgtEl>
                                          <p:spTgt spid="21"/>
                                        </p:tgtEl>
                                      </p:cBhvr>
                                    </p:animEffect>
                                  </p:childTnLst>
                                </p:cTn>
                              </p:par>
                              <p:par>
                                <p:cTn id="59" presetID="5" presetClass="entr" presetSubtype="10" fill="hold" nodeType="withEffect">
                                  <p:stCondLst>
                                    <p:cond delay="0"/>
                                  </p:stCondLst>
                                  <p:childTnLst>
                                    <p:set>
                                      <p:cBhvr>
                                        <p:cTn id="60" dur="1" fill="hold">
                                          <p:stCondLst>
                                            <p:cond delay="0"/>
                                          </p:stCondLst>
                                        </p:cTn>
                                        <p:tgtEl>
                                          <p:spTgt spid="22"/>
                                        </p:tgtEl>
                                        <p:attrNameLst>
                                          <p:attrName>style.visibility</p:attrName>
                                        </p:attrNameLst>
                                      </p:cBhvr>
                                      <p:to>
                                        <p:strVal val="visible"/>
                                      </p:to>
                                    </p:set>
                                    <p:animEffect transition="in" filter="checkerboard(across)">
                                      <p:cBhvr>
                                        <p:cTn id="61" dur="500"/>
                                        <p:tgtEl>
                                          <p:spTgt spid="22"/>
                                        </p:tgtEl>
                                      </p:cBhvr>
                                    </p:animEffect>
                                  </p:childTnLst>
                                </p:cTn>
                              </p:par>
                              <p:par>
                                <p:cTn id="62" presetID="5" presetClass="entr" presetSubtype="10" fill="hold" nodeType="withEffect">
                                  <p:stCondLst>
                                    <p:cond delay="0"/>
                                  </p:stCondLst>
                                  <p:childTnLst>
                                    <p:set>
                                      <p:cBhvr>
                                        <p:cTn id="63" dur="1" fill="hold">
                                          <p:stCondLst>
                                            <p:cond delay="0"/>
                                          </p:stCondLst>
                                        </p:cTn>
                                        <p:tgtEl>
                                          <p:spTgt spid="25"/>
                                        </p:tgtEl>
                                        <p:attrNameLst>
                                          <p:attrName>style.visibility</p:attrName>
                                        </p:attrNameLst>
                                      </p:cBhvr>
                                      <p:to>
                                        <p:strVal val="visible"/>
                                      </p:to>
                                    </p:set>
                                    <p:animEffect transition="in" filter="checkerboard(across)">
                                      <p:cBhvr>
                                        <p:cTn id="64" dur="500"/>
                                        <p:tgtEl>
                                          <p:spTgt spid="25"/>
                                        </p:tgtEl>
                                      </p:cBhvr>
                                    </p:animEffect>
                                  </p:childTnLst>
                                </p:cTn>
                              </p:par>
                              <p:par>
                                <p:cTn id="65" presetID="5" presetClass="entr" presetSubtype="10" fill="hold" grpId="0" nodeType="withEffect">
                                  <p:stCondLst>
                                    <p:cond delay="0"/>
                                  </p:stCondLst>
                                  <p:childTnLst>
                                    <p:set>
                                      <p:cBhvr>
                                        <p:cTn id="66" dur="1" fill="hold">
                                          <p:stCondLst>
                                            <p:cond delay="0"/>
                                          </p:stCondLst>
                                        </p:cTn>
                                        <p:tgtEl>
                                          <p:spTgt spid="28"/>
                                        </p:tgtEl>
                                        <p:attrNameLst>
                                          <p:attrName>style.visibility</p:attrName>
                                        </p:attrNameLst>
                                      </p:cBhvr>
                                      <p:to>
                                        <p:strVal val="visible"/>
                                      </p:to>
                                    </p:set>
                                    <p:animEffect transition="in" filter="checkerboard(across)">
                                      <p:cBhvr>
                                        <p:cTn id="67" dur="500"/>
                                        <p:tgtEl>
                                          <p:spTgt spid="28"/>
                                        </p:tgtEl>
                                      </p:cBhvr>
                                    </p:animEffect>
                                  </p:childTnLst>
                                </p:cTn>
                              </p:par>
                              <p:par>
                                <p:cTn id="68" presetID="5" presetClass="entr" presetSubtype="10" fill="hold" grpId="0" nodeType="withEffect">
                                  <p:stCondLst>
                                    <p:cond delay="0"/>
                                  </p:stCondLst>
                                  <p:childTnLst>
                                    <p:set>
                                      <p:cBhvr>
                                        <p:cTn id="69" dur="1" fill="hold">
                                          <p:stCondLst>
                                            <p:cond delay="0"/>
                                          </p:stCondLst>
                                        </p:cTn>
                                        <p:tgtEl>
                                          <p:spTgt spid="29"/>
                                        </p:tgtEl>
                                        <p:attrNameLst>
                                          <p:attrName>style.visibility</p:attrName>
                                        </p:attrNameLst>
                                      </p:cBhvr>
                                      <p:to>
                                        <p:strVal val="visible"/>
                                      </p:to>
                                    </p:set>
                                    <p:animEffect transition="in" filter="checkerboard(across)">
                                      <p:cBhvr>
                                        <p:cTn id="70" dur="500"/>
                                        <p:tgtEl>
                                          <p:spTgt spid="29"/>
                                        </p:tgtEl>
                                      </p:cBhvr>
                                    </p:animEffect>
                                  </p:childTnLst>
                                </p:cTn>
                              </p:par>
                              <p:par>
                                <p:cTn id="71" presetID="5" presetClass="entr" presetSubtype="10" fill="hold" grpId="0" nodeType="withEffect">
                                  <p:stCondLst>
                                    <p:cond delay="0"/>
                                  </p:stCondLst>
                                  <p:childTnLst>
                                    <p:set>
                                      <p:cBhvr>
                                        <p:cTn id="72" dur="1" fill="hold">
                                          <p:stCondLst>
                                            <p:cond delay="0"/>
                                          </p:stCondLst>
                                        </p:cTn>
                                        <p:tgtEl>
                                          <p:spTgt spid="30"/>
                                        </p:tgtEl>
                                        <p:attrNameLst>
                                          <p:attrName>style.visibility</p:attrName>
                                        </p:attrNameLst>
                                      </p:cBhvr>
                                      <p:to>
                                        <p:strVal val="visible"/>
                                      </p:to>
                                    </p:set>
                                    <p:animEffect transition="in" filter="checkerboard(across)">
                                      <p:cBhvr>
                                        <p:cTn id="73" dur="500"/>
                                        <p:tgtEl>
                                          <p:spTgt spid="30"/>
                                        </p:tgtEl>
                                      </p:cBhvr>
                                    </p:animEffect>
                                  </p:childTnLst>
                                </p:cTn>
                              </p:par>
                              <p:par>
                                <p:cTn id="74" presetID="5" presetClass="entr" presetSubtype="10" fill="hold" grpId="0" nodeType="withEffect">
                                  <p:stCondLst>
                                    <p:cond delay="0"/>
                                  </p:stCondLst>
                                  <p:childTnLst>
                                    <p:set>
                                      <p:cBhvr>
                                        <p:cTn id="75" dur="1" fill="hold">
                                          <p:stCondLst>
                                            <p:cond delay="0"/>
                                          </p:stCondLst>
                                        </p:cTn>
                                        <p:tgtEl>
                                          <p:spTgt spid="31"/>
                                        </p:tgtEl>
                                        <p:attrNameLst>
                                          <p:attrName>style.visibility</p:attrName>
                                        </p:attrNameLst>
                                      </p:cBhvr>
                                      <p:to>
                                        <p:strVal val="visible"/>
                                      </p:to>
                                    </p:set>
                                    <p:animEffect transition="in" filter="checkerboard(across)">
                                      <p:cBhvr>
                                        <p:cTn id="76" dur="500"/>
                                        <p:tgtEl>
                                          <p:spTgt spid="31"/>
                                        </p:tgtEl>
                                      </p:cBhvr>
                                    </p:animEffect>
                                  </p:childTnLst>
                                </p:cTn>
                              </p:par>
                              <p:par>
                                <p:cTn id="77" presetID="5" presetClass="entr" presetSubtype="10" fill="hold" grpId="0" nodeType="withEffect">
                                  <p:stCondLst>
                                    <p:cond delay="0"/>
                                  </p:stCondLst>
                                  <p:childTnLst>
                                    <p:set>
                                      <p:cBhvr>
                                        <p:cTn id="78" dur="1" fill="hold">
                                          <p:stCondLst>
                                            <p:cond delay="0"/>
                                          </p:stCondLst>
                                        </p:cTn>
                                        <p:tgtEl>
                                          <p:spTgt spid="32"/>
                                        </p:tgtEl>
                                        <p:attrNameLst>
                                          <p:attrName>style.visibility</p:attrName>
                                        </p:attrNameLst>
                                      </p:cBhvr>
                                      <p:to>
                                        <p:strVal val="visible"/>
                                      </p:to>
                                    </p:set>
                                    <p:animEffect transition="in" filter="checkerboard(across)">
                                      <p:cBhvr>
                                        <p:cTn id="79"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p:bldP spid="5" grpId="0"/>
      <p:bldP spid="6" grpId="0" animBg="1"/>
      <p:bldP spid="7" grpId="0" animBg="1"/>
      <p:bldP spid="8" grpId="0" animBg="1"/>
      <p:bldP spid="9" grpId="0"/>
      <p:bldP spid="10" grpId="0"/>
      <p:bldP spid="14" grpId="0" animBg="1"/>
      <p:bldP spid="15" grpId="0" animBg="1"/>
      <p:bldP spid="16" grpId="0"/>
      <p:bldP spid="17" grpId="0"/>
      <p:bldP spid="18" grpId="0" animBg="1"/>
      <p:bldP spid="19" grpId="0" animBg="1"/>
      <p:bldP spid="20" grpId="0"/>
      <p:bldP spid="21" grpId="0"/>
      <p:bldP spid="28" grpId="0"/>
      <p:bldP spid="29" grpId="0"/>
      <p:bldP spid="30" grpId="0"/>
      <p:bldP spid="31" grpId="0" animBg="1"/>
      <p:bldP spid="3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圆角矩形 9"/>
          <p:cNvSpPr/>
          <p:nvPr/>
        </p:nvSpPr>
        <p:spPr>
          <a:xfrm>
            <a:off x="1748269" y="2773552"/>
            <a:ext cx="3212838" cy="1730354"/>
          </a:xfrm>
          <a:prstGeom prst="roundRect">
            <a:avLst>
              <a:gd name="adj" fmla="val 11438"/>
            </a:avLst>
          </a:prstGeom>
          <a:no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 name="文本框 1"/>
          <p:cNvSpPr txBox="1"/>
          <p:nvPr/>
        </p:nvSpPr>
        <p:spPr>
          <a:xfrm>
            <a:off x="6461203" y="1716723"/>
            <a:ext cx="2198038" cy="400110"/>
          </a:xfrm>
          <a:prstGeom prst="rect">
            <a:avLst/>
          </a:prstGeom>
          <a:noFill/>
        </p:spPr>
        <p:txBody>
          <a:bodyPr wrap="none" rtlCol="0">
            <a:spAutoFit/>
          </a:bodyPr>
          <a:lstStyle/>
          <a:p>
            <a:r>
              <a:rPr kumimoji="1" lang="en-US" altLang="zh-CN" sz="2000" dirty="0">
                <a:solidFill>
                  <a:schemeClr val="tx1">
                    <a:lumMod val="75000"/>
                    <a:lumOff val="25000"/>
                  </a:schemeClr>
                </a:solidFill>
                <a:latin typeface="+mj-ea"/>
                <a:ea typeface="+mj-ea"/>
              </a:rPr>
              <a:t>BUSINESS</a:t>
            </a:r>
            <a:r>
              <a:rPr kumimoji="1" lang="zh-CN" altLang="en-US" sz="2000" dirty="0">
                <a:solidFill>
                  <a:schemeClr val="tx1">
                    <a:lumMod val="75000"/>
                    <a:lumOff val="25000"/>
                  </a:schemeClr>
                </a:solidFill>
                <a:latin typeface="+mj-ea"/>
                <a:ea typeface="+mj-ea"/>
              </a:rPr>
              <a:t> </a:t>
            </a:r>
            <a:r>
              <a:rPr kumimoji="1" lang="en-US" altLang="zh-CN" sz="2000" dirty="0">
                <a:solidFill>
                  <a:schemeClr val="tx1">
                    <a:lumMod val="75000"/>
                    <a:lumOff val="25000"/>
                  </a:schemeClr>
                </a:solidFill>
                <a:latin typeface="+mj-ea"/>
                <a:ea typeface="+mj-ea"/>
              </a:rPr>
              <a:t>DATA</a:t>
            </a:r>
            <a:endParaRPr kumimoji="1" lang="zh-CN" altLang="en-US" sz="2000" dirty="0">
              <a:solidFill>
                <a:schemeClr val="tx1">
                  <a:lumMod val="75000"/>
                  <a:lumOff val="25000"/>
                </a:schemeClr>
              </a:solidFill>
              <a:latin typeface="+mj-ea"/>
              <a:ea typeface="+mj-ea"/>
            </a:endParaRPr>
          </a:p>
        </p:txBody>
      </p:sp>
      <p:sp>
        <p:nvSpPr>
          <p:cNvPr id="3" name="文本框 2"/>
          <p:cNvSpPr txBox="1"/>
          <p:nvPr/>
        </p:nvSpPr>
        <p:spPr>
          <a:xfrm>
            <a:off x="6449628" y="2497496"/>
            <a:ext cx="4245934" cy="1826590"/>
          </a:xfrm>
          <a:prstGeom prst="rect">
            <a:avLst/>
          </a:prstGeom>
          <a:noFill/>
        </p:spPr>
        <p:txBody>
          <a:bodyPr wrap="square" rtlCol="0">
            <a:spAutoFit/>
          </a:bodyPr>
          <a:lstStyle/>
          <a:p>
            <a:pPr>
              <a:lnSpc>
                <a:spcPct val="150000"/>
              </a:lnSpc>
            </a:pPr>
            <a:r>
              <a:rPr kumimoji="1" lang="zh-CN" altLang="en-US" sz="1100" dirty="0">
                <a:solidFill>
                  <a:schemeClr val="tx1">
                    <a:lumMod val="50000"/>
                    <a:lumOff val="50000"/>
                  </a:schemeClr>
                </a:solidFill>
                <a:latin typeface="+mn-ea"/>
                <a:cs typeface="+mn-ea"/>
                <a:sym typeface="+mn-lt"/>
              </a:rPr>
              <a:t>感谢您使用我们的</a:t>
            </a:r>
            <a:r>
              <a:rPr kumimoji="1" lang="en-US" altLang="zh-CN" sz="1100" dirty="0">
                <a:solidFill>
                  <a:schemeClr val="tx1">
                    <a:lumMod val="50000"/>
                    <a:lumOff val="50000"/>
                  </a:schemeClr>
                </a:solidFill>
                <a:latin typeface="+mn-ea"/>
                <a:cs typeface="+mn-ea"/>
                <a:sym typeface="+mn-lt"/>
              </a:rPr>
              <a:t>PPT</a:t>
            </a:r>
            <a:r>
              <a:rPr kumimoji="1" lang="zh-CN" altLang="en-US" sz="1100" dirty="0">
                <a:solidFill>
                  <a:schemeClr val="tx1">
                    <a:lumMod val="50000"/>
                    <a:lumOff val="50000"/>
                  </a:schemeClr>
                </a:solidFill>
                <a:latin typeface="+mn-ea"/>
                <a:cs typeface="+mn-ea"/>
                <a:sym typeface="+mn-lt"/>
              </a:rPr>
              <a:t>模板，请在此输入您需要的文字内容，感谢您使用我们的</a:t>
            </a:r>
            <a:r>
              <a:rPr kumimoji="1" lang="en-US" altLang="zh-CN" sz="1100" dirty="0">
                <a:solidFill>
                  <a:schemeClr val="tx1">
                    <a:lumMod val="50000"/>
                    <a:lumOff val="50000"/>
                  </a:schemeClr>
                </a:solidFill>
                <a:latin typeface="+mn-ea"/>
                <a:cs typeface="+mn-ea"/>
                <a:sym typeface="+mn-lt"/>
              </a:rPr>
              <a:t>PPT</a:t>
            </a:r>
            <a:r>
              <a:rPr kumimoji="1" lang="zh-CN" altLang="en-US" sz="1100" dirty="0">
                <a:solidFill>
                  <a:schemeClr val="tx1">
                    <a:lumMod val="50000"/>
                    <a:lumOff val="50000"/>
                  </a:schemeClr>
                </a:solidFill>
                <a:latin typeface="+mn-ea"/>
                <a:cs typeface="+mn-ea"/>
                <a:sym typeface="+mn-lt"/>
              </a:rPr>
              <a:t>模板。感谢您使用我们的</a:t>
            </a:r>
            <a:r>
              <a:rPr kumimoji="1" lang="en-US" altLang="zh-CN" sz="1100" dirty="0">
                <a:solidFill>
                  <a:schemeClr val="tx1">
                    <a:lumMod val="50000"/>
                    <a:lumOff val="50000"/>
                  </a:schemeClr>
                </a:solidFill>
                <a:latin typeface="+mn-ea"/>
                <a:cs typeface="+mn-ea"/>
                <a:sym typeface="+mn-lt"/>
              </a:rPr>
              <a:t>PPT</a:t>
            </a:r>
            <a:r>
              <a:rPr kumimoji="1" lang="zh-CN" altLang="en-US" sz="1100" dirty="0">
                <a:solidFill>
                  <a:schemeClr val="tx1">
                    <a:lumMod val="50000"/>
                    <a:lumOff val="50000"/>
                  </a:schemeClr>
                </a:solidFill>
                <a:latin typeface="+mn-ea"/>
                <a:cs typeface="+mn-ea"/>
                <a:sym typeface="+mn-lt"/>
              </a:rPr>
              <a:t>模板，请在此输入您需要的文字内容，感谢您使用我们的</a:t>
            </a:r>
            <a:r>
              <a:rPr kumimoji="1" lang="en-US" altLang="zh-CN" sz="1100" dirty="0">
                <a:solidFill>
                  <a:schemeClr val="tx1">
                    <a:lumMod val="50000"/>
                    <a:lumOff val="50000"/>
                  </a:schemeClr>
                </a:solidFill>
                <a:latin typeface="+mn-ea"/>
                <a:cs typeface="+mn-ea"/>
                <a:sym typeface="+mn-lt"/>
              </a:rPr>
              <a:t>PPT</a:t>
            </a:r>
            <a:r>
              <a:rPr kumimoji="1" lang="zh-CN" altLang="en-US" sz="1100" dirty="0">
                <a:solidFill>
                  <a:schemeClr val="tx1">
                    <a:lumMod val="50000"/>
                    <a:lumOff val="50000"/>
                  </a:schemeClr>
                </a:solidFill>
                <a:latin typeface="+mn-ea"/>
                <a:cs typeface="+mn-ea"/>
                <a:sym typeface="+mn-lt"/>
              </a:rPr>
              <a:t>模板。感谢您使用我们的</a:t>
            </a:r>
            <a:r>
              <a:rPr kumimoji="1" lang="en-US" altLang="zh-CN" sz="1100" dirty="0">
                <a:solidFill>
                  <a:schemeClr val="tx1">
                    <a:lumMod val="50000"/>
                    <a:lumOff val="50000"/>
                  </a:schemeClr>
                </a:solidFill>
                <a:latin typeface="+mn-ea"/>
                <a:cs typeface="+mn-ea"/>
                <a:sym typeface="+mn-lt"/>
              </a:rPr>
              <a:t>PPT</a:t>
            </a:r>
            <a:r>
              <a:rPr kumimoji="1" lang="zh-CN" altLang="en-US" sz="1100" dirty="0">
                <a:solidFill>
                  <a:schemeClr val="tx1">
                    <a:lumMod val="50000"/>
                    <a:lumOff val="50000"/>
                  </a:schemeClr>
                </a:solidFill>
                <a:latin typeface="+mn-ea"/>
                <a:cs typeface="+mn-ea"/>
                <a:sym typeface="+mn-lt"/>
              </a:rPr>
              <a:t>模板，请在此输入您需要的文字内容。</a:t>
            </a:r>
            <a:endParaRPr kumimoji="1" lang="en-US" altLang="zh-CN" sz="1100" dirty="0">
              <a:solidFill>
                <a:schemeClr val="tx1">
                  <a:lumMod val="50000"/>
                  <a:lumOff val="50000"/>
                </a:schemeClr>
              </a:solidFill>
              <a:latin typeface="+mn-ea"/>
              <a:cs typeface="+mn-ea"/>
              <a:sym typeface="+mn-lt"/>
            </a:endParaRPr>
          </a:p>
          <a:p>
            <a:pPr>
              <a:lnSpc>
                <a:spcPct val="150000"/>
              </a:lnSpc>
            </a:pPr>
            <a:endParaRPr kumimoji="1" lang="en-US" altLang="zh-CN" sz="1100" dirty="0">
              <a:solidFill>
                <a:schemeClr val="tx1">
                  <a:lumMod val="50000"/>
                  <a:lumOff val="50000"/>
                </a:schemeClr>
              </a:solidFill>
              <a:latin typeface="+mn-ea"/>
              <a:cs typeface="+mn-ea"/>
              <a:sym typeface="+mn-lt"/>
            </a:endParaRPr>
          </a:p>
          <a:p>
            <a:pPr>
              <a:lnSpc>
                <a:spcPct val="150000"/>
              </a:lnSpc>
            </a:pPr>
            <a:r>
              <a:rPr kumimoji="1" lang="zh-CN" altLang="en-US" sz="1100" dirty="0">
                <a:solidFill>
                  <a:schemeClr val="tx1">
                    <a:lumMod val="75000"/>
                    <a:lumOff val="25000"/>
                  </a:schemeClr>
                </a:solidFill>
                <a:latin typeface="+mj-ea"/>
                <a:ea typeface="+mj-ea"/>
                <a:cs typeface="+mn-ea"/>
                <a:sym typeface="+mn-lt"/>
              </a:rPr>
              <a:t>感谢您使用我们的</a:t>
            </a:r>
            <a:r>
              <a:rPr kumimoji="1" lang="en-US" altLang="zh-CN" sz="1100" dirty="0">
                <a:solidFill>
                  <a:schemeClr val="tx1">
                    <a:lumMod val="75000"/>
                    <a:lumOff val="25000"/>
                  </a:schemeClr>
                </a:solidFill>
                <a:latin typeface="+mj-ea"/>
                <a:ea typeface="+mj-ea"/>
                <a:cs typeface="+mn-ea"/>
                <a:sym typeface="+mn-lt"/>
              </a:rPr>
              <a:t>PPT</a:t>
            </a:r>
            <a:r>
              <a:rPr kumimoji="1" lang="zh-CN" altLang="en-US" sz="1100" dirty="0">
                <a:solidFill>
                  <a:schemeClr val="tx1">
                    <a:lumMod val="75000"/>
                    <a:lumOff val="25000"/>
                  </a:schemeClr>
                </a:solidFill>
                <a:latin typeface="+mj-ea"/>
                <a:ea typeface="+mj-ea"/>
                <a:cs typeface="+mn-ea"/>
                <a:sym typeface="+mn-lt"/>
              </a:rPr>
              <a:t>模板。请在此输入您需要的文字内容，感谢您使用我们的</a:t>
            </a:r>
            <a:r>
              <a:rPr kumimoji="1" lang="en-US" altLang="zh-CN" sz="1100" dirty="0">
                <a:solidFill>
                  <a:schemeClr val="tx1">
                    <a:lumMod val="75000"/>
                    <a:lumOff val="25000"/>
                  </a:schemeClr>
                </a:solidFill>
                <a:latin typeface="+mj-ea"/>
                <a:ea typeface="+mj-ea"/>
                <a:cs typeface="+mn-ea"/>
                <a:sym typeface="+mn-lt"/>
              </a:rPr>
              <a:t>PPT</a:t>
            </a:r>
            <a:r>
              <a:rPr kumimoji="1" lang="zh-CN" altLang="en-US" sz="1100" dirty="0">
                <a:solidFill>
                  <a:schemeClr val="tx1">
                    <a:lumMod val="75000"/>
                    <a:lumOff val="25000"/>
                  </a:schemeClr>
                </a:solidFill>
                <a:latin typeface="+mj-ea"/>
                <a:ea typeface="+mj-ea"/>
                <a:cs typeface="+mn-ea"/>
                <a:sym typeface="+mn-lt"/>
              </a:rPr>
              <a:t>模板。</a:t>
            </a:r>
            <a:endParaRPr kumimoji="1" lang="zh-CN" altLang="en-US" sz="1100" dirty="0">
              <a:solidFill>
                <a:schemeClr val="tx1">
                  <a:lumMod val="75000"/>
                  <a:lumOff val="25000"/>
                </a:schemeClr>
              </a:solidFill>
              <a:latin typeface="+mj-ea"/>
              <a:ea typeface="+mj-ea"/>
              <a:cs typeface="+mn-ea"/>
              <a:sym typeface="+mn-lt"/>
            </a:endParaRPr>
          </a:p>
        </p:txBody>
      </p:sp>
      <p:sp>
        <p:nvSpPr>
          <p:cNvPr id="4" name="圆角矩形 3"/>
          <p:cNvSpPr/>
          <p:nvPr/>
        </p:nvSpPr>
        <p:spPr>
          <a:xfrm>
            <a:off x="6549562" y="4933147"/>
            <a:ext cx="1341990" cy="358815"/>
          </a:xfrm>
          <a:prstGeom prst="round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圆角矩形 4"/>
          <p:cNvSpPr/>
          <p:nvPr/>
        </p:nvSpPr>
        <p:spPr>
          <a:xfrm>
            <a:off x="8101239" y="4933147"/>
            <a:ext cx="1341990" cy="358815"/>
          </a:xfrm>
          <a:prstGeom prst="round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 name="文本框 5"/>
          <p:cNvSpPr txBox="1"/>
          <p:nvPr/>
        </p:nvSpPr>
        <p:spPr>
          <a:xfrm>
            <a:off x="6679383" y="4958665"/>
            <a:ext cx="1082348" cy="307777"/>
          </a:xfrm>
          <a:prstGeom prst="rect">
            <a:avLst/>
          </a:prstGeom>
          <a:noFill/>
        </p:spPr>
        <p:txBody>
          <a:bodyPr wrap="none" rtlCol="0">
            <a:spAutoFit/>
          </a:bodyPr>
          <a:lstStyle/>
          <a:p>
            <a:r>
              <a:rPr kumimoji="1" lang="zh-CN" altLang="en-US" sz="1400" dirty="0">
                <a:solidFill>
                  <a:schemeClr val="bg1"/>
                </a:solidFill>
              </a:rPr>
              <a:t>请输入标题</a:t>
            </a:r>
            <a:endParaRPr kumimoji="1" lang="zh-CN" altLang="en-US" sz="1400" dirty="0">
              <a:solidFill>
                <a:schemeClr val="bg1"/>
              </a:solidFill>
            </a:endParaRPr>
          </a:p>
        </p:txBody>
      </p:sp>
      <p:sp>
        <p:nvSpPr>
          <p:cNvPr id="7" name="文本框 6"/>
          <p:cNvSpPr txBox="1"/>
          <p:nvPr/>
        </p:nvSpPr>
        <p:spPr>
          <a:xfrm>
            <a:off x="8231060" y="4958665"/>
            <a:ext cx="1082348" cy="307777"/>
          </a:xfrm>
          <a:prstGeom prst="rect">
            <a:avLst/>
          </a:prstGeom>
          <a:noFill/>
        </p:spPr>
        <p:txBody>
          <a:bodyPr wrap="none" rtlCol="0">
            <a:spAutoFit/>
          </a:bodyPr>
          <a:lstStyle/>
          <a:p>
            <a:r>
              <a:rPr kumimoji="1" lang="zh-CN" altLang="en-US" sz="1400" dirty="0">
                <a:solidFill>
                  <a:schemeClr val="bg1"/>
                </a:solidFill>
              </a:rPr>
              <a:t>请输入标题</a:t>
            </a:r>
            <a:endParaRPr kumimoji="1" lang="zh-CN" altLang="en-US" sz="1400" dirty="0">
              <a:solidFill>
                <a:schemeClr val="bg1"/>
              </a:solidFill>
            </a:endParaRPr>
          </a:p>
        </p:txBody>
      </p:sp>
      <p:sp>
        <p:nvSpPr>
          <p:cNvPr id="8" name="圆角矩形 7"/>
          <p:cNvSpPr/>
          <p:nvPr/>
        </p:nvSpPr>
        <p:spPr>
          <a:xfrm>
            <a:off x="2408484" y="1454978"/>
            <a:ext cx="3576004" cy="1974022"/>
          </a:xfrm>
          <a:prstGeom prst="roundRect">
            <a:avLst>
              <a:gd name="adj" fmla="val 11438"/>
            </a:avLst>
          </a:prstGeom>
          <a:blipFill>
            <a:blip r:embed="rId1" cstate="screen"/>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9" name="圆角矩形 8"/>
          <p:cNvSpPr/>
          <p:nvPr/>
        </p:nvSpPr>
        <p:spPr>
          <a:xfrm>
            <a:off x="731994" y="3971654"/>
            <a:ext cx="3576004" cy="1974022"/>
          </a:xfrm>
          <a:prstGeom prst="roundRect">
            <a:avLst>
              <a:gd name="adj" fmla="val 11438"/>
            </a:avLst>
          </a:prstGeom>
          <a:blipFill>
            <a:blip r:embed="rId2" cstate="screen"/>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Tm="3000"/>
    </mc:Choice>
    <mc:Fallback>
      <p:transition spd="slow" advTm="3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heckerboard(across)">
                                      <p:cBhvr>
                                        <p:cTn id="7" dur="500"/>
                                        <p:tgtEl>
                                          <p:spTgt spid="2"/>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checkerboard(across)">
                                      <p:cBhvr>
                                        <p:cTn id="10" dur="500"/>
                                        <p:tgtEl>
                                          <p:spTgt spid="3"/>
                                        </p:tgtEl>
                                      </p:cBhvr>
                                    </p:animEffect>
                                  </p:childTnLst>
                                </p:cTn>
                              </p:par>
                              <p:par>
                                <p:cTn id="11" presetID="5" presetClass="entr" presetSubtype="1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checkerboard(across)">
                                      <p:cBhvr>
                                        <p:cTn id="13" dur="500"/>
                                        <p:tgtEl>
                                          <p:spTgt spid="4"/>
                                        </p:tgtEl>
                                      </p:cBhvr>
                                    </p:animEffect>
                                  </p:childTnLst>
                                </p:cTn>
                              </p:par>
                              <p:par>
                                <p:cTn id="14" presetID="5" presetClass="entr" presetSubtype="10" fill="hold" grpId="0" nodeType="with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checkerboard(across)">
                                      <p:cBhvr>
                                        <p:cTn id="16" dur="500"/>
                                        <p:tgtEl>
                                          <p:spTgt spid="5"/>
                                        </p:tgtEl>
                                      </p:cBhvr>
                                    </p:animEffect>
                                  </p:childTnLst>
                                </p:cTn>
                              </p:par>
                              <p:par>
                                <p:cTn id="17" presetID="5" presetClass="entr" presetSubtype="10" fill="hold" grpId="0" nodeType="with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checkerboard(across)">
                                      <p:cBhvr>
                                        <p:cTn id="19" dur="500"/>
                                        <p:tgtEl>
                                          <p:spTgt spid="6"/>
                                        </p:tgtEl>
                                      </p:cBhvr>
                                    </p:animEffect>
                                  </p:childTnLst>
                                </p:cTn>
                              </p:par>
                              <p:par>
                                <p:cTn id="20" presetID="5" presetClass="entr" presetSubtype="10" fill="hold" grpId="0"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checkerboard(across)">
                                      <p:cBhvr>
                                        <p:cTn id="2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animBg="1"/>
      <p:bldP spid="5" grpId="0" animBg="1"/>
      <p:bldP spid="6" grpId="0"/>
      <p:bldP spid="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线连接符 1"/>
          <p:cNvCxnSpPr/>
          <p:nvPr/>
        </p:nvCxnSpPr>
        <p:spPr>
          <a:xfrm>
            <a:off x="6076872" y="4700771"/>
            <a:ext cx="4665214" cy="0"/>
          </a:xfrm>
          <a:prstGeom prst="line">
            <a:avLst/>
          </a:prstGeom>
          <a:ln w="952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 name="直线连接符 2"/>
          <p:cNvCxnSpPr/>
          <p:nvPr/>
        </p:nvCxnSpPr>
        <p:spPr>
          <a:xfrm>
            <a:off x="6076872" y="4241871"/>
            <a:ext cx="4665214" cy="0"/>
          </a:xfrm>
          <a:prstGeom prst="line">
            <a:avLst/>
          </a:prstGeom>
          <a:ln w="952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 name="直线连接符 3"/>
          <p:cNvCxnSpPr/>
          <p:nvPr/>
        </p:nvCxnSpPr>
        <p:spPr>
          <a:xfrm>
            <a:off x="6076872" y="3788922"/>
            <a:ext cx="4665214" cy="0"/>
          </a:xfrm>
          <a:prstGeom prst="line">
            <a:avLst/>
          </a:prstGeom>
          <a:ln w="952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 name="直线连接符 4"/>
          <p:cNvCxnSpPr/>
          <p:nvPr/>
        </p:nvCxnSpPr>
        <p:spPr>
          <a:xfrm>
            <a:off x="6076872" y="3323853"/>
            <a:ext cx="4665214" cy="0"/>
          </a:xfrm>
          <a:prstGeom prst="line">
            <a:avLst/>
          </a:prstGeom>
          <a:ln w="952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 name="直线连接符 5"/>
          <p:cNvCxnSpPr/>
          <p:nvPr/>
        </p:nvCxnSpPr>
        <p:spPr>
          <a:xfrm>
            <a:off x="6076872" y="2847596"/>
            <a:ext cx="4665214" cy="0"/>
          </a:xfrm>
          <a:prstGeom prst="line">
            <a:avLst/>
          </a:prstGeom>
          <a:ln w="952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 name="直线连接符 6"/>
          <p:cNvCxnSpPr/>
          <p:nvPr/>
        </p:nvCxnSpPr>
        <p:spPr>
          <a:xfrm>
            <a:off x="6076872" y="2352801"/>
            <a:ext cx="4665214" cy="0"/>
          </a:xfrm>
          <a:prstGeom prst="line">
            <a:avLst/>
          </a:prstGeom>
          <a:ln w="952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 name="直线连接符 7"/>
          <p:cNvCxnSpPr/>
          <p:nvPr/>
        </p:nvCxnSpPr>
        <p:spPr>
          <a:xfrm>
            <a:off x="6076872" y="1921011"/>
            <a:ext cx="4665214" cy="0"/>
          </a:xfrm>
          <a:prstGeom prst="line">
            <a:avLst/>
          </a:prstGeom>
          <a:ln w="952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9" name="直线连接符 8"/>
          <p:cNvCxnSpPr/>
          <p:nvPr/>
        </p:nvCxnSpPr>
        <p:spPr>
          <a:xfrm flipV="1">
            <a:off x="6398139" y="3404598"/>
            <a:ext cx="655813" cy="476956"/>
          </a:xfrm>
          <a:prstGeom prst="line">
            <a:avLst/>
          </a:prstGeom>
          <a:ln w="2540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0" name="直线连接符 9"/>
          <p:cNvCxnSpPr/>
          <p:nvPr/>
        </p:nvCxnSpPr>
        <p:spPr>
          <a:xfrm>
            <a:off x="7056236" y="3410548"/>
            <a:ext cx="572733" cy="456102"/>
          </a:xfrm>
          <a:prstGeom prst="line">
            <a:avLst/>
          </a:prstGeom>
          <a:ln w="2540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1" name="直线连接符 10"/>
          <p:cNvCxnSpPr/>
          <p:nvPr/>
        </p:nvCxnSpPr>
        <p:spPr>
          <a:xfrm flipV="1">
            <a:off x="7621098" y="2227386"/>
            <a:ext cx="576542" cy="1635944"/>
          </a:xfrm>
          <a:prstGeom prst="line">
            <a:avLst/>
          </a:prstGeom>
          <a:ln w="2540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2" name="直线连接符 11"/>
          <p:cNvCxnSpPr/>
          <p:nvPr/>
        </p:nvCxnSpPr>
        <p:spPr>
          <a:xfrm>
            <a:off x="8193313" y="2229355"/>
            <a:ext cx="1139709" cy="1269854"/>
          </a:xfrm>
          <a:prstGeom prst="line">
            <a:avLst/>
          </a:prstGeom>
          <a:ln w="2540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3" name="直线连接符 12"/>
          <p:cNvCxnSpPr/>
          <p:nvPr/>
        </p:nvCxnSpPr>
        <p:spPr>
          <a:xfrm flipV="1">
            <a:off x="9348651" y="3182725"/>
            <a:ext cx="751172" cy="316485"/>
          </a:xfrm>
          <a:prstGeom prst="line">
            <a:avLst/>
          </a:prstGeom>
          <a:ln w="2540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4" name="直线连接符 13"/>
          <p:cNvCxnSpPr/>
          <p:nvPr/>
        </p:nvCxnSpPr>
        <p:spPr>
          <a:xfrm>
            <a:off x="10096849" y="3184600"/>
            <a:ext cx="663237" cy="498548"/>
          </a:xfrm>
          <a:prstGeom prst="line">
            <a:avLst/>
          </a:prstGeom>
          <a:ln w="2540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5" name="直线连接符 14"/>
          <p:cNvCxnSpPr/>
          <p:nvPr/>
        </p:nvCxnSpPr>
        <p:spPr>
          <a:xfrm flipV="1">
            <a:off x="6363457" y="3656447"/>
            <a:ext cx="608945" cy="2"/>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6" name="直线连接符 15"/>
          <p:cNvCxnSpPr/>
          <p:nvPr/>
        </p:nvCxnSpPr>
        <p:spPr>
          <a:xfrm flipV="1">
            <a:off x="6967816" y="2987426"/>
            <a:ext cx="603003" cy="670453"/>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 name="直线连接符 16"/>
          <p:cNvCxnSpPr/>
          <p:nvPr/>
        </p:nvCxnSpPr>
        <p:spPr>
          <a:xfrm>
            <a:off x="7568914" y="2987426"/>
            <a:ext cx="542543" cy="218864"/>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8" name="直线连接符 17"/>
          <p:cNvCxnSpPr/>
          <p:nvPr/>
        </p:nvCxnSpPr>
        <p:spPr>
          <a:xfrm flipV="1">
            <a:off x="8115565" y="2987425"/>
            <a:ext cx="582086" cy="218865"/>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9" name="直线连接符 18"/>
          <p:cNvCxnSpPr/>
          <p:nvPr/>
        </p:nvCxnSpPr>
        <p:spPr>
          <a:xfrm>
            <a:off x="8701759" y="2987425"/>
            <a:ext cx="608393" cy="218865"/>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20" name="直线连接符 19"/>
          <p:cNvCxnSpPr/>
          <p:nvPr/>
        </p:nvCxnSpPr>
        <p:spPr>
          <a:xfrm flipV="1">
            <a:off x="9314261" y="2987425"/>
            <a:ext cx="582086" cy="218865"/>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21" name="直线连接符 20"/>
          <p:cNvCxnSpPr/>
          <p:nvPr/>
        </p:nvCxnSpPr>
        <p:spPr>
          <a:xfrm>
            <a:off x="9888181" y="3002357"/>
            <a:ext cx="575263" cy="816351"/>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2" name="椭圆 21"/>
          <p:cNvSpPr/>
          <p:nvPr/>
        </p:nvSpPr>
        <p:spPr>
          <a:xfrm>
            <a:off x="6395855" y="3845410"/>
            <a:ext cx="45719" cy="45719"/>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3" name="椭圆 22"/>
          <p:cNvSpPr/>
          <p:nvPr/>
        </p:nvSpPr>
        <p:spPr>
          <a:xfrm>
            <a:off x="6342067" y="3636846"/>
            <a:ext cx="45719" cy="45719"/>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4" name="椭圆 23"/>
          <p:cNvSpPr/>
          <p:nvPr/>
        </p:nvSpPr>
        <p:spPr>
          <a:xfrm>
            <a:off x="6946673" y="3629748"/>
            <a:ext cx="45719" cy="45719"/>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5" name="椭圆 24"/>
          <p:cNvSpPr/>
          <p:nvPr/>
        </p:nvSpPr>
        <p:spPr>
          <a:xfrm>
            <a:off x="7033236" y="3387438"/>
            <a:ext cx="45719" cy="45719"/>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6" name="椭圆 25"/>
          <p:cNvSpPr/>
          <p:nvPr/>
        </p:nvSpPr>
        <p:spPr>
          <a:xfrm>
            <a:off x="7601907" y="3838423"/>
            <a:ext cx="45719" cy="45719"/>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7" name="椭圆 26"/>
          <p:cNvSpPr/>
          <p:nvPr/>
        </p:nvSpPr>
        <p:spPr>
          <a:xfrm>
            <a:off x="7548754" y="2979848"/>
            <a:ext cx="45719" cy="45719"/>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8" name="椭圆 27"/>
          <p:cNvSpPr/>
          <p:nvPr/>
        </p:nvSpPr>
        <p:spPr>
          <a:xfrm>
            <a:off x="8174062" y="2217734"/>
            <a:ext cx="45719" cy="45719"/>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9" name="椭圆 28"/>
          <p:cNvSpPr/>
          <p:nvPr/>
        </p:nvSpPr>
        <p:spPr>
          <a:xfrm>
            <a:off x="8094995" y="3179119"/>
            <a:ext cx="45719" cy="45719"/>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0" name="椭圆 29"/>
          <p:cNvSpPr/>
          <p:nvPr/>
        </p:nvSpPr>
        <p:spPr>
          <a:xfrm>
            <a:off x="8680070" y="2975378"/>
            <a:ext cx="45719" cy="45719"/>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1" name="椭圆 30"/>
          <p:cNvSpPr/>
          <p:nvPr/>
        </p:nvSpPr>
        <p:spPr>
          <a:xfrm>
            <a:off x="9293307" y="3185852"/>
            <a:ext cx="45719" cy="45719"/>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2" name="椭圆 31"/>
          <p:cNvSpPr/>
          <p:nvPr/>
        </p:nvSpPr>
        <p:spPr>
          <a:xfrm>
            <a:off x="9869878" y="2981982"/>
            <a:ext cx="45719" cy="45719"/>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3" name="椭圆 32"/>
          <p:cNvSpPr/>
          <p:nvPr/>
        </p:nvSpPr>
        <p:spPr>
          <a:xfrm>
            <a:off x="9325792" y="3471268"/>
            <a:ext cx="45719" cy="45719"/>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4" name="椭圆 33"/>
          <p:cNvSpPr/>
          <p:nvPr/>
        </p:nvSpPr>
        <p:spPr>
          <a:xfrm>
            <a:off x="10080028" y="3172882"/>
            <a:ext cx="45719" cy="45719"/>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5" name="椭圆 34"/>
          <p:cNvSpPr/>
          <p:nvPr/>
        </p:nvSpPr>
        <p:spPr>
          <a:xfrm>
            <a:off x="10723316" y="3652541"/>
            <a:ext cx="45719" cy="45719"/>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6" name="椭圆 35"/>
          <p:cNvSpPr/>
          <p:nvPr/>
        </p:nvSpPr>
        <p:spPr>
          <a:xfrm>
            <a:off x="10432954" y="3795316"/>
            <a:ext cx="45719" cy="45719"/>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7" name="文本框 36"/>
          <p:cNvSpPr txBox="1"/>
          <p:nvPr/>
        </p:nvSpPr>
        <p:spPr>
          <a:xfrm>
            <a:off x="6020281" y="4812532"/>
            <a:ext cx="4819311" cy="215444"/>
          </a:xfrm>
          <a:prstGeom prst="rect">
            <a:avLst/>
          </a:prstGeom>
          <a:noFill/>
        </p:spPr>
        <p:txBody>
          <a:bodyPr wrap="square" rtlCol="0">
            <a:spAutoFit/>
          </a:bodyPr>
          <a:lstStyle/>
          <a:p>
            <a:pPr algn="dist"/>
            <a:r>
              <a:rPr kumimoji="1" lang="en-US" altLang="zh-CN" sz="800" dirty="0">
                <a:solidFill>
                  <a:schemeClr val="bg1">
                    <a:lumMod val="65000"/>
                  </a:schemeClr>
                </a:solidFill>
                <a:latin typeface="+mn-ea"/>
              </a:rPr>
              <a:t>0</a:t>
            </a:r>
            <a:r>
              <a:rPr kumimoji="1" lang="zh-CN" altLang="en-US" sz="800" dirty="0">
                <a:solidFill>
                  <a:schemeClr val="bg1">
                    <a:lumMod val="65000"/>
                  </a:schemeClr>
                </a:solidFill>
                <a:latin typeface="+mn-ea"/>
              </a:rPr>
              <a:t> </a:t>
            </a:r>
            <a:r>
              <a:rPr kumimoji="1" lang="en-US" altLang="zh-CN" sz="800" dirty="0">
                <a:solidFill>
                  <a:schemeClr val="bg1">
                    <a:lumMod val="65000"/>
                  </a:schemeClr>
                </a:solidFill>
                <a:latin typeface="+mn-ea"/>
              </a:rPr>
              <a:t>1</a:t>
            </a:r>
            <a:r>
              <a:rPr kumimoji="1" lang="zh-CN" altLang="en-US" sz="800" dirty="0">
                <a:solidFill>
                  <a:schemeClr val="bg1">
                    <a:lumMod val="65000"/>
                  </a:schemeClr>
                </a:solidFill>
                <a:latin typeface="+mn-ea"/>
              </a:rPr>
              <a:t> </a:t>
            </a:r>
            <a:r>
              <a:rPr kumimoji="1" lang="en-US" altLang="zh-CN" sz="800" dirty="0">
                <a:solidFill>
                  <a:schemeClr val="bg1">
                    <a:lumMod val="65000"/>
                  </a:schemeClr>
                </a:solidFill>
                <a:latin typeface="+mn-ea"/>
              </a:rPr>
              <a:t>2</a:t>
            </a:r>
            <a:r>
              <a:rPr kumimoji="1" lang="zh-CN" altLang="en-US" sz="800" dirty="0">
                <a:solidFill>
                  <a:schemeClr val="bg1">
                    <a:lumMod val="65000"/>
                  </a:schemeClr>
                </a:solidFill>
                <a:latin typeface="+mn-ea"/>
              </a:rPr>
              <a:t> </a:t>
            </a:r>
            <a:r>
              <a:rPr kumimoji="1" lang="en-US" altLang="zh-CN" sz="800" dirty="0">
                <a:solidFill>
                  <a:schemeClr val="bg1">
                    <a:lumMod val="65000"/>
                  </a:schemeClr>
                </a:solidFill>
                <a:latin typeface="+mn-ea"/>
              </a:rPr>
              <a:t>3</a:t>
            </a:r>
            <a:r>
              <a:rPr kumimoji="1" lang="zh-CN" altLang="en-US" sz="800" dirty="0">
                <a:solidFill>
                  <a:schemeClr val="bg1">
                    <a:lumMod val="65000"/>
                  </a:schemeClr>
                </a:solidFill>
                <a:latin typeface="+mn-ea"/>
              </a:rPr>
              <a:t> </a:t>
            </a:r>
            <a:r>
              <a:rPr kumimoji="1" lang="en-US" altLang="zh-CN" sz="800" dirty="0">
                <a:solidFill>
                  <a:schemeClr val="bg1">
                    <a:lumMod val="65000"/>
                  </a:schemeClr>
                </a:solidFill>
                <a:latin typeface="+mn-ea"/>
              </a:rPr>
              <a:t>4</a:t>
            </a:r>
            <a:r>
              <a:rPr kumimoji="1" lang="zh-CN" altLang="en-US" sz="800" dirty="0">
                <a:solidFill>
                  <a:schemeClr val="bg1">
                    <a:lumMod val="65000"/>
                  </a:schemeClr>
                </a:solidFill>
                <a:latin typeface="+mn-ea"/>
              </a:rPr>
              <a:t> </a:t>
            </a:r>
            <a:r>
              <a:rPr kumimoji="1" lang="en-US" altLang="zh-CN" sz="800" dirty="0">
                <a:solidFill>
                  <a:schemeClr val="bg1">
                    <a:lumMod val="65000"/>
                  </a:schemeClr>
                </a:solidFill>
                <a:latin typeface="+mn-ea"/>
              </a:rPr>
              <a:t>5</a:t>
            </a:r>
            <a:r>
              <a:rPr kumimoji="1" lang="zh-CN" altLang="en-US" sz="800" dirty="0">
                <a:solidFill>
                  <a:schemeClr val="bg1">
                    <a:lumMod val="65000"/>
                  </a:schemeClr>
                </a:solidFill>
                <a:latin typeface="+mn-ea"/>
              </a:rPr>
              <a:t> </a:t>
            </a:r>
            <a:r>
              <a:rPr kumimoji="1" lang="en-US" altLang="zh-CN" sz="800" dirty="0">
                <a:solidFill>
                  <a:schemeClr val="bg1">
                    <a:lumMod val="65000"/>
                  </a:schemeClr>
                </a:solidFill>
                <a:latin typeface="+mn-ea"/>
              </a:rPr>
              <a:t>6</a:t>
            </a:r>
            <a:r>
              <a:rPr kumimoji="1" lang="zh-CN" altLang="en-US" sz="800" dirty="0">
                <a:solidFill>
                  <a:schemeClr val="bg1">
                    <a:lumMod val="65000"/>
                  </a:schemeClr>
                </a:solidFill>
                <a:latin typeface="+mn-ea"/>
              </a:rPr>
              <a:t> </a:t>
            </a:r>
            <a:r>
              <a:rPr kumimoji="1" lang="en-US" altLang="zh-CN" sz="800" dirty="0">
                <a:solidFill>
                  <a:schemeClr val="bg1">
                    <a:lumMod val="65000"/>
                  </a:schemeClr>
                </a:solidFill>
                <a:latin typeface="+mn-ea"/>
              </a:rPr>
              <a:t>7</a:t>
            </a:r>
            <a:r>
              <a:rPr kumimoji="1" lang="zh-CN" altLang="en-US" sz="800" dirty="0">
                <a:solidFill>
                  <a:schemeClr val="bg1">
                    <a:lumMod val="65000"/>
                  </a:schemeClr>
                </a:solidFill>
                <a:latin typeface="+mn-ea"/>
              </a:rPr>
              <a:t> </a:t>
            </a:r>
            <a:r>
              <a:rPr kumimoji="1" lang="en-US" altLang="zh-CN" sz="800" dirty="0">
                <a:solidFill>
                  <a:schemeClr val="bg1">
                    <a:lumMod val="65000"/>
                  </a:schemeClr>
                </a:solidFill>
                <a:latin typeface="+mn-ea"/>
              </a:rPr>
              <a:t>8</a:t>
            </a:r>
            <a:r>
              <a:rPr kumimoji="1" lang="zh-CN" altLang="en-US" sz="800" dirty="0">
                <a:solidFill>
                  <a:schemeClr val="bg1">
                    <a:lumMod val="65000"/>
                  </a:schemeClr>
                </a:solidFill>
                <a:latin typeface="+mn-ea"/>
              </a:rPr>
              <a:t> </a:t>
            </a:r>
            <a:r>
              <a:rPr kumimoji="1" lang="en-US" altLang="zh-CN" sz="800" dirty="0">
                <a:solidFill>
                  <a:schemeClr val="bg1">
                    <a:lumMod val="65000"/>
                  </a:schemeClr>
                </a:solidFill>
                <a:latin typeface="+mn-ea"/>
              </a:rPr>
              <a:t>9</a:t>
            </a:r>
            <a:endParaRPr kumimoji="1" lang="zh-CN" altLang="en-US" sz="800" dirty="0">
              <a:solidFill>
                <a:schemeClr val="bg1">
                  <a:lumMod val="65000"/>
                </a:schemeClr>
              </a:solidFill>
              <a:latin typeface="+mn-ea"/>
            </a:endParaRPr>
          </a:p>
        </p:txBody>
      </p:sp>
      <p:sp>
        <p:nvSpPr>
          <p:cNvPr id="38" name="文本框 37"/>
          <p:cNvSpPr txBox="1"/>
          <p:nvPr/>
        </p:nvSpPr>
        <p:spPr>
          <a:xfrm>
            <a:off x="5485434" y="1599759"/>
            <a:ext cx="530915" cy="3227037"/>
          </a:xfrm>
          <a:prstGeom prst="rect">
            <a:avLst/>
          </a:prstGeom>
          <a:noFill/>
        </p:spPr>
        <p:txBody>
          <a:bodyPr wrap="none" rtlCol="0">
            <a:spAutoFit/>
          </a:bodyPr>
          <a:lstStyle/>
          <a:p>
            <a:pPr algn="r">
              <a:lnSpc>
                <a:spcPct val="300000"/>
              </a:lnSpc>
            </a:pPr>
            <a:r>
              <a:rPr kumimoji="1" lang="en-US" altLang="zh-CN" sz="1000" dirty="0">
                <a:solidFill>
                  <a:schemeClr val="bg1">
                    <a:lumMod val="75000"/>
                  </a:schemeClr>
                </a:solidFill>
                <a:latin typeface="+mn-ea"/>
              </a:rPr>
              <a:t>seven</a:t>
            </a:r>
            <a:endParaRPr kumimoji="1" lang="en-US" altLang="zh-CN" sz="1000" dirty="0">
              <a:solidFill>
                <a:schemeClr val="bg1">
                  <a:lumMod val="75000"/>
                </a:schemeClr>
              </a:solidFill>
              <a:latin typeface="+mn-ea"/>
            </a:endParaRPr>
          </a:p>
          <a:p>
            <a:pPr algn="r">
              <a:lnSpc>
                <a:spcPct val="300000"/>
              </a:lnSpc>
            </a:pPr>
            <a:r>
              <a:rPr kumimoji="1" lang="en-US" altLang="zh-CN" sz="1000" dirty="0">
                <a:solidFill>
                  <a:schemeClr val="bg1">
                    <a:lumMod val="75000"/>
                  </a:schemeClr>
                </a:solidFill>
                <a:latin typeface="+mn-ea"/>
              </a:rPr>
              <a:t>six</a:t>
            </a:r>
            <a:endParaRPr kumimoji="1" lang="en-US" altLang="zh-CN" sz="1000" dirty="0">
              <a:solidFill>
                <a:schemeClr val="bg1">
                  <a:lumMod val="75000"/>
                </a:schemeClr>
              </a:solidFill>
              <a:latin typeface="+mn-ea"/>
            </a:endParaRPr>
          </a:p>
          <a:p>
            <a:pPr algn="r">
              <a:lnSpc>
                <a:spcPct val="300000"/>
              </a:lnSpc>
            </a:pPr>
            <a:r>
              <a:rPr kumimoji="1" lang="en-US" altLang="zh-CN" sz="1000" dirty="0">
                <a:solidFill>
                  <a:schemeClr val="bg1">
                    <a:lumMod val="75000"/>
                  </a:schemeClr>
                </a:solidFill>
                <a:latin typeface="+mn-ea"/>
              </a:rPr>
              <a:t>five</a:t>
            </a:r>
            <a:endParaRPr kumimoji="1" lang="en-US" altLang="zh-CN" sz="1000" dirty="0">
              <a:solidFill>
                <a:schemeClr val="bg1">
                  <a:lumMod val="75000"/>
                </a:schemeClr>
              </a:solidFill>
              <a:latin typeface="+mn-ea"/>
            </a:endParaRPr>
          </a:p>
          <a:p>
            <a:pPr algn="r">
              <a:lnSpc>
                <a:spcPct val="300000"/>
              </a:lnSpc>
            </a:pPr>
            <a:r>
              <a:rPr kumimoji="1" lang="en-US" altLang="zh-CN" sz="1000" dirty="0">
                <a:solidFill>
                  <a:schemeClr val="bg1">
                    <a:lumMod val="75000"/>
                  </a:schemeClr>
                </a:solidFill>
                <a:latin typeface="+mn-ea"/>
              </a:rPr>
              <a:t>four</a:t>
            </a:r>
            <a:endParaRPr kumimoji="1" lang="en-US" altLang="zh-CN" sz="1000" dirty="0">
              <a:solidFill>
                <a:schemeClr val="bg1">
                  <a:lumMod val="75000"/>
                </a:schemeClr>
              </a:solidFill>
              <a:latin typeface="+mn-ea"/>
            </a:endParaRPr>
          </a:p>
          <a:p>
            <a:pPr algn="r">
              <a:lnSpc>
                <a:spcPct val="300000"/>
              </a:lnSpc>
            </a:pPr>
            <a:r>
              <a:rPr kumimoji="1" lang="en-US" altLang="zh-CN" sz="1000" dirty="0">
                <a:solidFill>
                  <a:schemeClr val="bg1">
                    <a:lumMod val="75000"/>
                  </a:schemeClr>
                </a:solidFill>
                <a:latin typeface="+mn-ea"/>
              </a:rPr>
              <a:t>three</a:t>
            </a:r>
            <a:endParaRPr kumimoji="1" lang="en-US" altLang="zh-CN" sz="1000" dirty="0">
              <a:solidFill>
                <a:schemeClr val="bg1">
                  <a:lumMod val="75000"/>
                </a:schemeClr>
              </a:solidFill>
              <a:latin typeface="+mn-ea"/>
            </a:endParaRPr>
          </a:p>
          <a:p>
            <a:pPr algn="r">
              <a:lnSpc>
                <a:spcPct val="300000"/>
              </a:lnSpc>
            </a:pPr>
            <a:r>
              <a:rPr kumimoji="1" lang="en-US" altLang="zh-CN" sz="1000" dirty="0">
                <a:solidFill>
                  <a:schemeClr val="bg1">
                    <a:lumMod val="75000"/>
                  </a:schemeClr>
                </a:solidFill>
                <a:latin typeface="+mn-ea"/>
              </a:rPr>
              <a:t>two</a:t>
            </a:r>
            <a:endParaRPr kumimoji="1" lang="en-US" altLang="zh-CN" sz="1000" dirty="0">
              <a:solidFill>
                <a:schemeClr val="bg1">
                  <a:lumMod val="75000"/>
                </a:schemeClr>
              </a:solidFill>
              <a:latin typeface="+mn-ea"/>
            </a:endParaRPr>
          </a:p>
          <a:p>
            <a:pPr algn="r">
              <a:lnSpc>
                <a:spcPct val="300000"/>
              </a:lnSpc>
            </a:pPr>
            <a:r>
              <a:rPr kumimoji="1" lang="en-US" altLang="zh-CN" sz="1000" dirty="0">
                <a:solidFill>
                  <a:schemeClr val="bg1">
                    <a:lumMod val="75000"/>
                  </a:schemeClr>
                </a:solidFill>
                <a:latin typeface="+mn-ea"/>
              </a:rPr>
              <a:t>one</a:t>
            </a:r>
            <a:endParaRPr kumimoji="1" lang="zh-CN" altLang="en-US" sz="1000" dirty="0">
              <a:solidFill>
                <a:schemeClr val="bg1">
                  <a:lumMod val="75000"/>
                </a:schemeClr>
              </a:solidFill>
              <a:latin typeface="+mn-ea"/>
            </a:endParaRPr>
          </a:p>
        </p:txBody>
      </p:sp>
      <p:sp>
        <p:nvSpPr>
          <p:cNvPr id="39" name="文本框 38"/>
          <p:cNvSpPr txBox="1"/>
          <p:nvPr/>
        </p:nvSpPr>
        <p:spPr>
          <a:xfrm>
            <a:off x="6031153" y="5401672"/>
            <a:ext cx="1814717" cy="276999"/>
          </a:xfrm>
          <a:prstGeom prst="rect">
            <a:avLst/>
          </a:prstGeom>
          <a:noFill/>
        </p:spPr>
        <p:txBody>
          <a:bodyPr wrap="square" rtlCol="0">
            <a:spAutoFit/>
          </a:bodyPr>
          <a:lstStyle/>
          <a:p>
            <a:pPr algn="dist"/>
            <a:r>
              <a:rPr kumimoji="1" lang="zh-CN" altLang="en-US" sz="1200" dirty="0">
                <a:solidFill>
                  <a:schemeClr val="bg1">
                    <a:lumMod val="50000"/>
                  </a:schemeClr>
                </a:solidFill>
              </a:rPr>
              <a:t>请输入标题文字内容</a:t>
            </a:r>
            <a:endParaRPr kumimoji="1" lang="zh-CN" altLang="en-US" sz="1200" dirty="0">
              <a:solidFill>
                <a:schemeClr val="bg1">
                  <a:lumMod val="50000"/>
                </a:schemeClr>
              </a:solidFill>
            </a:endParaRPr>
          </a:p>
        </p:txBody>
      </p:sp>
      <p:sp>
        <p:nvSpPr>
          <p:cNvPr id="40" name="文本框 39"/>
          <p:cNvSpPr txBox="1"/>
          <p:nvPr/>
        </p:nvSpPr>
        <p:spPr>
          <a:xfrm>
            <a:off x="8174062" y="5401671"/>
            <a:ext cx="1814717" cy="276999"/>
          </a:xfrm>
          <a:prstGeom prst="rect">
            <a:avLst/>
          </a:prstGeom>
          <a:noFill/>
        </p:spPr>
        <p:txBody>
          <a:bodyPr wrap="square" rtlCol="0">
            <a:spAutoFit/>
          </a:bodyPr>
          <a:lstStyle/>
          <a:p>
            <a:pPr algn="dist"/>
            <a:r>
              <a:rPr kumimoji="1" lang="zh-CN" altLang="en-US" sz="1200" dirty="0">
                <a:solidFill>
                  <a:schemeClr val="bg1">
                    <a:lumMod val="50000"/>
                  </a:schemeClr>
                </a:solidFill>
              </a:rPr>
              <a:t>请输入标题文字内容</a:t>
            </a:r>
            <a:endParaRPr kumimoji="1" lang="zh-CN" altLang="en-US" sz="1200" dirty="0">
              <a:solidFill>
                <a:schemeClr val="bg1">
                  <a:lumMod val="50000"/>
                </a:schemeClr>
              </a:solidFill>
            </a:endParaRPr>
          </a:p>
        </p:txBody>
      </p:sp>
      <p:sp>
        <p:nvSpPr>
          <p:cNvPr id="41" name="椭圆 40"/>
          <p:cNvSpPr/>
          <p:nvPr/>
        </p:nvSpPr>
        <p:spPr>
          <a:xfrm>
            <a:off x="5960446" y="5501111"/>
            <a:ext cx="78117" cy="78117"/>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2" name="椭圆 41"/>
          <p:cNvSpPr/>
          <p:nvPr/>
        </p:nvSpPr>
        <p:spPr>
          <a:xfrm>
            <a:off x="8095851" y="5509622"/>
            <a:ext cx="78117" cy="78117"/>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3" name="文本框 42"/>
          <p:cNvSpPr txBox="1"/>
          <p:nvPr/>
        </p:nvSpPr>
        <p:spPr>
          <a:xfrm>
            <a:off x="1152855" y="1766652"/>
            <a:ext cx="1924779" cy="307777"/>
          </a:xfrm>
          <a:prstGeom prst="rect">
            <a:avLst/>
          </a:prstGeom>
          <a:noFill/>
        </p:spPr>
        <p:txBody>
          <a:bodyPr wrap="square" rtlCol="0">
            <a:spAutoFit/>
          </a:bodyPr>
          <a:lstStyle/>
          <a:p>
            <a:pPr algn="dist"/>
            <a:r>
              <a:rPr kumimoji="1" lang="zh-CN" altLang="en-US" sz="1400" dirty="0">
                <a:solidFill>
                  <a:schemeClr val="tx1">
                    <a:lumMod val="75000"/>
                    <a:lumOff val="25000"/>
                  </a:schemeClr>
                </a:solidFill>
                <a:latin typeface="+mj-ea"/>
                <a:ea typeface="+mj-ea"/>
              </a:rPr>
              <a:t>请输入标题文字</a:t>
            </a:r>
            <a:endParaRPr kumimoji="1" lang="zh-CN" altLang="en-US" sz="1400" dirty="0">
              <a:solidFill>
                <a:schemeClr val="tx1">
                  <a:lumMod val="75000"/>
                  <a:lumOff val="25000"/>
                </a:schemeClr>
              </a:solidFill>
              <a:latin typeface="+mj-ea"/>
              <a:ea typeface="+mj-ea"/>
            </a:endParaRPr>
          </a:p>
        </p:txBody>
      </p:sp>
      <p:sp>
        <p:nvSpPr>
          <p:cNvPr id="44" name="文本框 43"/>
          <p:cNvSpPr txBox="1"/>
          <p:nvPr/>
        </p:nvSpPr>
        <p:spPr>
          <a:xfrm>
            <a:off x="1152855" y="2047925"/>
            <a:ext cx="3236745" cy="599267"/>
          </a:xfrm>
          <a:prstGeom prst="rect">
            <a:avLst/>
          </a:prstGeom>
          <a:noFill/>
        </p:spPr>
        <p:txBody>
          <a:bodyPr wrap="square" rtlCol="0">
            <a:spAutoFit/>
          </a:bodyPr>
          <a:lstStyle/>
          <a:p>
            <a:pPr>
              <a:lnSpc>
                <a:spcPct val="150000"/>
              </a:lnSpc>
            </a:pPr>
            <a:r>
              <a:rPr kumimoji="1" lang="zh-CN" altLang="en-US" sz="1200" dirty="0">
                <a:solidFill>
                  <a:schemeClr val="tx1">
                    <a:lumMod val="50000"/>
                    <a:lumOff val="50000"/>
                  </a:schemeClr>
                </a:solidFill>
                <a:latin typeface="+mn-ea"/>
                <a:cs typeface="+mn-ea"/>
                <a:sym typeface="+mn-lt"/>
              </a:rPr>
              <a:t>感谢您使用我们的</a:t>
            </a:r>
            <a:r>
              <a:rPr kumimoji="1" lang="en-US" altLang="zh-CN" sz="1200" dirty="0">
                <a:solidFill>
                  <a:schemeClr val="tx1">
                    <a:lumMod val="50000"/>
                    <a:lumOff val="50000"/>
                  </a:schemeClr>
                </a:solidFill>
                <a:latin typeface="+mn-ea"/>
                <a:cs typeface="+mn-ea"/>
                <a:sym typeface="+mn-lt"/>
              </a:rPr>
              <a:t>PPT</a:t>
            </a:r>
            <a:r>
              <a:rPr kumimoji="1" lang="zh-CN" altLang="en-US" sz="1200" dirty="0">
                <a:solidFill>
                  <a:schemeClr val="tx1">
                    <a:lumMod val="50000"/>
                    <a:lumOff val="50000"/>
                  </a:schemeClr>
                </a:solidFill>
                <a:latin typeface="+mn-ea"/>
                <a:cs typeface="+mn-ea"/>
                <a:sym typeface="+mn-lt"/>
              </a:rPr>
              <a:t>模板，请在此输入您需要的文字内容，感谢您使用我们的</a:t>
            </a:r>
            <a:r>
              <a:rPr kumimoji="1" lang="en-US" altLang="zh-CN" sz="1200" dirty="0">
                <a:solidFill>
                  <a:schemeClr val="tx1">
                    <a:lumMod val="50000"/>
                    <a:lumOff val="50000"/>
                  </a:schemeClr>
                </a:solidFill>
                <a:latin typeface="+mn-ea"/>
                <a:cs typeface="+mn-ea"/>
                <a:sym typeface="+mn-lt"/>
              </a:rPr>
              <a:t>PPT</a:t>
            </a:r>
            <a:r>
              <a:rPr kumimoji="1" lang="zh-CN" altLang="en-US" sz="1200" dirty="0">
                <a:solidFill>
                  <a:schemeClr val="tx1">
                    <a:lumMod val="50000"/>
                    <a:lumOff val="50000"/>
                  </a:schemeClr>
                </a:solidFill>
                <a:latin typeface="+mn-ea"/>
                <a:cs typeface="+mn-ea"/>
                <a:sym typeface="+mn-lt"/>
              </a:rPr>
              <a:t>模板。</a:t>
            </a:r>
            <a:endParaRPr kumimoji="1" lang="zh-CN" altLang="en-US" sz="1200" dirty="0">
              <a:solidFill>
                <a:schemeClr val="tx1">
                  <a:lumMod val="50000"/>
                  <a:lumOff val="50000"/>
                </a:schemeClr>
              </a:solidFill>
              <a:latin typeface="+mn-ea"/>
              <a:cs typeface="+mn-ea"/>
              <a:sym typeface="+mn-lt"/>
            </a:endParaRPr>
          </a:p>
        </p:txBody>
      </p:sp>
      <p:sp>
        <p:nvSpPr>
          <p:cNvPr id="45" name="文本框 44"/>
          <p:cNvSpPr txBox="1"/>
          <p:nvPr/>
        </p:nvSpPr>
        <p:spPr>
          <a:xfrm>
            <a:off x="1152855" y="3258613"/>
            <a:ext cx="1924779" cy="307777"/>
          </a:xfrm>
          <a:prstGeom prst="rect">
            <a:avLst/>
          </a:prstGeom>
          <a:noFill/>
        </p:spPr>
        <p:txBody>
          <a:bodyPr wrap="square" rtlCol="0">
            <a:spAutoFit/>
          </a:bodyPr>
          <a:lstStyle/>
          <a:p>
            <a:pPr algn="dist"/>
            <a:r>
              <a:rPr kumimoji="1" lang="zh-CN" altLang="en-US" sz="1400" dirty="0">
                <a:solidFill>
                  <a:schemeClr val="tx1">
                    <a:lumMod val="75000"/>
                    <a:lumOff val="25000"/>
                  </a:schemeClr>
                </a:solidFill>
                <a:latin typeface="+mj-ea"/>
                <a:ea typeface="+mj-ea"/>
              </a:rPr>
              <a:t>请输入标题文字</a:t>
            </a:r>
            <a:endParaRPr kumimoji="1" lang="zh-CN" altLang="en-US" sz="1400" dirty="0">
              <a:solidFill>
                <a:schemeClr val="tx1">
                  <a:lumMod val="75000"/>
                  <a:lumOff val="25000"/>
                </a:schemeClr>
              </a:solidFill>
              <a:latin typeface="+mj-ea"/>
              <a:ea typeface="+mj-ea"/>
            </a:endParaRPr>
          </a:p>
        </p:txBody>
      </p:sp>
      <p:sp>
        <p:nvSpPr>
          <p:cNvPr id="46" name="文本框 45"/>
          <p:cNvSpPr txBox="1"/>
          <p:nvPr/>
        </p:nvSpPr>
        <p:spPr>
          <a:xfrm>
            <a:off x="1152855" y="3539886"/>
            <a:ext cx="3236745" cy="599267"/>
          </a:xfrm>
          <a:prstGeom prst="rect">
            <a:avLst/>
          </a:prstGeom>
          <a:noFill/>
        </p:spPr>
        <p:txBody>
          <a:bodyPr wrap="square" rtlCol="0">
            <a:spAutoFit/>
          </a:bodyPr>
          <a:lstStyle/>
          <a:p>
            <a:pPr>
              <a:lnSpc>
                <a:spcPct val="150000"/>
              </a:lnSpc>
            </a:pPr>
            <a:r>
              <a:rPr kumimoji="1" lang="zh-CN" altLang="en-US" sz="1200" dirty="0">
                <a:solidFill>
                  <a:schemeClr val="tx1">
                    <a:lumMod val="50000"/>
                    <a:lumOff val="50000"/>
                  </a:schemeClr>
                </a:solidFill>
                <a:latin typeface="+mn-ea"/>
                <a:cs typeface="+mn-ea"/>
                <a:sym typeface="+mn-lt"/>
              </a:rPr>
              <a:t>感谢您使用我们的</a:t>
            </a:r>
            <a:r>
              <a:rPr kumimoji="1" lang="en-US" altLang="zh-CN" sz="1200" dirty="0">
                <a:solidFill>
                  <a:schemeClr val="tx1">
                    <a:lumMod val="50000"/>
                    <a:lumOff val="50000"/>
                  </a:schemeClr>
                </a:solidFill>
                <a:latin typeface="+mn-ea"/>
                <a:cs typeface="+mn-ea"/>
                <a:sym typeface="+mn-lt"/>
              </a:rPr>
              <a:t>PPT</a:t>
            </a:r>
            <a:r>
              <a:rPr kumimoji="1" lang="zh-CN" altLang="en-US" sz="1200" dirty="0">
                <a:solidFill>
                  <a:schemeClr val="tx1">
                    <a:lumMod val="50000"/>
                    <a:lumOff val="50000"/>
                  </a:schemeClr>
                </a:solidFill>
                <a:latin typeface="+mn-ea"/>
                <a:cs typeface="+mn-ea"/>
                <a:sym typeface="+mn-lt"/>
              </a:rPr>
              <a:t>模板，请在此输入您需要的文字内容，感谢您使用我们的</a:t>
            </a:r>
            <a:r>
              <a:rPr kumimoji="1" lang="en-US" altLang="zh-CN" sz="1200" dirty="0">
                <a:solidFill>
                  <a:schemeClr val="tx1">
                    <a:lumMod val="50000"/>
                    <a:lumOff val="50000"/>
                  </a:schemeClr>
                </a:solidFill>
                <a:latin typeface="+mn-ea"/>
                <a:cs typeface="+mn-ea"/>
                <a:sym typeface="+mn-lt"/>
              </a:rPr>
              <a:t>PPT</a:t>
            </a:r>
            <a:r>
              <a:rPr kumimoji="1" lang="zh-CN" altLang="en-US" sz="1200" dirty="0">
                <a:solidFill>
                  <a:schemeClr val="tx1">
                    <a:lumMod val="50000"/>
                    <a:lumOff val="50000"/>
                  </a:schemeClr>
                </a:solidFill>
                <a:latin typeface="+mn-ea"/>
                <a:cs typeface="+mn-ea"/>
                <a:sym typeface="+mn-lt"/>
              </a:rPr>
              <a:t>模板。</a:t>
            </a:r>
            <a:endParaRPr kumimoji="1" lang="zh-CN" altLang="en-US" sz="1200" dirty="0">
              <a:solidFill>
                <a:schemeClr val="tx1">
                  <a:lumMod val="50000"/>
                  <a:lumOff val="50000"/>
                </a:schemeClr>
              </a:solidFill>
              <a:latin typeface="+mn-ea"/>
              <a:cs typeface="+mn-ea"/>
              <a:sym typeface="+mn-lt"/>
            </a:endParaRPr>
          </a:p>
        </p:txBody>
      </p:sp>
      <p:sp>
        <p:nvSpPr>
          <p:cNvPr id="47" name="文本框 46"/>
          <p:cNvSpPr txBox="1"/>
          <p:nvPr/>
        </p:nvSpPr>
        <p:spPr>
          <a:xfrm>
            <a:off x="1153214" y="4698688"/>
            <a:ext cx="1924779" cy="307777"/>
          </a:xfrm>
          <a:prstGeom prst="rect">
            <a:avLst/>
          </a:prstGeom>
          <a:noFill/>
        </p:spPr>
        <p:txBody>
          <a:bodyPr wrap="square" rtlCol="0">
            <a:spAutoFit/>
          </a:bodyPr>
          <a:lstStyle/>
          <a:p>
            <a:pPr algn="dist"/>
            <a:r>
              <a:rPr kumimoji="1" lang="zh-CN" altLang="en-US" sz="1400" dirty="0">
                <a:solidFill>
                  <a:schemeClr val="tx1">
                    <a:lumMod val="75000"/>
                    <a:lumOff val="25000"/>
                  </a:schemeClr>
                </a:solidFill>
                <a:latin typeface="+mj-ea"/>
                <a:ea typeface="+mj-ea"/>
              </a:rPr>
              <a:t>请输入标题文字</a:t>
            </a:r>
            <a:endParaRPr kumimoji="1" lang="zh-CN" altLang="en-US" sz="1400" dirty="0">
              <a:solidFill>
                <a:schemeClr val="tx1">
                  <a:lumMod val="75000"/>
                  <a:lumOff val="25000"/>
                </a:schemeClr>
              </a:solidFill>
              <a:latin typeface="+mj-ea"/>
              <a:ea typeface="+mj-ea"/>
            </a:endParaRPr>
          </a:p>
        </p:txBody>
      </p:sp>
      <p:sp>
        <p:nvSpPr>
          <p:cNvPr id="48" name="文本框 47"/>
          <p:cNvSpPr txBox="1"/>
          <p:nvPr/>
        </p:nvSpPr>
        <p:spPr>
          <a:xfrm>
            <a:off x="1153214" y="4979961"/>
            <a:ext cx="3236745" cy="599267"/>
          </a:xfrm>
          <a:prstGeom prst="rect">
            <a:avLst/>
          </a:prstGeom>
          <a:noFill/>
        </p:spPr>
        <p:txBody>
          <a:bodyPr wrap="square" rtlCol="0">
            <a:spAutoFit/>
          </a:bodyPr>
          <a:lstStyle/>
          <a:p>
            <a:pPr>
              <a:lnSpc>
                <a:spcPct val="150000"/>
              </a:lnSpc>
            </a:pPr>
            <a:r>
              <a:rPr kumimoji="1" lang="zh-CN" altLang="en-US" sz="1200" dirty="0">
                <a:solidFill>
                  <a:schemeClr val="tx1">
                    <a:lumMod val="50000"/>
                    <a:lumOff val="50000"/>
                  </a:schemeClr>
                </a:solidFill>
                <a:latin typeface="+mn-ea"/>
                <a:cs typeface="+mn-ea"/>
                <a:sym typeface="+mn-lt"/>
              </a:rPr>
              <a:t>感谢您使用我们的</a:t>
            </a:r>
            <a:r>
              <a:rPr kumimoji="1" lang="en-US" altLang="zh-CN" sz="1200" dirty="0">
                <a:solidFill>
                  <a:schemeClr val="tx1">
                    <a:lumMod val="50000"/>
                    <a:lumOff val="50000"/>
                  </a:schemeClr>
                </a:solidFill>
                <a:latin typeface="+mn-ea"/>
                <a:cs typeface="+mn-ea"/>
                <a:sym typeface="+mn-lt"/>
              </a:rPr>
              <a:t>PPT</a:t>
            </a:r>
            <a:r>
              <a:rPr kumimoji="1" lang="zh-CN" altLang="en-US" sz="1200" dirty="0">
                <a:solidFill>
                  <a:schemeClr val="tx1">
                    <a:lumMod val="50000"/>
                    <a:lumOff val="50000"/>
                  </a:schemeClr>
                </a:solidFill>
                <a:latin typeface="+mn-ea"/>
                <a:cs typeface="+mn-ea"/>
                <a:sym typeface="+mn-lt"/>
              </a:rPr>
              <a:t>模板，请在此输入您需要的文字内容，感谢您使用我们的</a:t>
            </a:r>
            <a:r>
              <a:rPr kumimoji="1" lang="en-US" altLang="zh-CN" sz="1200" dirty="0">
                <a:solidFill>
                  <a:schemeClr val="tx1">
                    <a:lumMod val="50000"/>
                    <a:lumOff val="50000"/>
                  </a:schemeClr>
                </a:solidFill>
                <a:latin typeface="+mn-ea"/>
                <a:cs typeface="+mn-ea"/>
                <a:sym typeface="+mn-lt"/>
              </a:rPr>
              <a:t>PPT</a:t>
            </a:r>
            <a:r>
              <a:rPr kumimoji="1" lang="zh-CN" altLang="en-US" sz="1200" dirty="0">
                <a:solidFill>
                  <a:schemeClr val="tx1">
                    <a:lumMod val="50000"/>
                    <a:lumOff val="50000"/>
                  </a:schemeClr>
                </a:solidFill>
                <a:latin typeface="+mn-ea"/>
                <a:cs typeface="+mn-ea"/>
                <a:sym typeface="+mn-lt"/>
              </a:rPr>
              <a:t>模板。</a:t>
            </a:r>
            <a:endParaRPr kumimoji="1" lang="zh-CN" altLang="en-US" sz="1200" dirty="0">
              <a:solidFill>
                <a:schemeClr val="tx1">
                  <a:lumMod val="50000"/>
                  <a:lumOff val="50000"/>
                </a:schemeClr>
              </a:solidFill>
              <a:latin typeface="+mn-ea"/>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advTm="3000"/>
    </mc:Choice>
    <mc:Fallback>
      <p:transition spd="slow" advTm="3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par>
                                <p:cTn id="8" presetID="9" presetClass="entr" presetSubtype="0"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dissolve">
                                      <p:cBhvr>
                                        <p:cTn id="10" dur="500"/>
                                        <p:tgtEl>
                                          <p:spTgt spid="3"/>
                                        </p:tgtEl>
                                      </p:cBhvr>
                                    </p:animEffect>
                                  </p:childTnLst>
                                </p:cTn>
                              </p:par>
                              <p:par>
                                <p:cTn id="11" presetID="9" presetClass="entr" presetSubtype="0" fill="hold"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dissolve">
                                      <p:cBhvr>
                                        <p:cTn id="13" dur="500"/>
                                        <p:tgtEl>
                                          <p:spTgt spid="4"/>
                                        </p:tgtEl>
                                      </p:cBhvr>
                                    </p:animEffect>
                                  </p:childTnLst>
                                </p:cTn>
                              </p:par>
                              <p:par>
                                <p:cTn id="14" presetID="9" presetClass="entr" presetSubtype="0" fill="hold" nodeType="with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dissolve">
                                      <p:cBhvr>
                                        <p:cTn id="16" dur="500"/>
                                        <p:tgtEl>
                                          <p:spTgt spid="5"/>
                                        </p:tgtEl>
                                      </p:cBhvr>
                                    </p:animEffect>
                                  </p:childTnLst>
                                </p:cTn>
                              </p:par>
                              <p:par>
                                <p:cTn id="17" presetID="9" presetClass="entr" presetSubtype="0" fill="hold" nodeType="with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dissolve">
                                      <p:cBhvr>
                                        <p:cTn id="19" dur="500"/>
                                        <p:tgtEl>
                                          <p:spTgt spid="6"/>
                                        </p:tgtEl>
                                      </p:cBhvr>
                                    </p:animEffect>
                                  </p:childTnLst>
                                </p:cTn>
                              </p:par>
                              <p:par>
                                <p:cTn id="20" presetID="9" presetClass="entr" presetSubtype="0" fill="hold"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dissolve">
                                      <p:cBhvr>
                                        <p:cTn id="22" dur="500"/>
                                        <p:tgtEl>
                                          <p:spTgt spid="7"/>
                                        </p:tgtEl>
                                      </p:cBhvr>
                                    </p:animEffect>
                                  </p:childTnLst>
                                </p:cTn>
                              </p:par>
                              <p:par>
                                <p:cTn id="23" presetID="9" presetClass="entr" presetSubtype="0" fill="hold" nodeType="with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dissolve">
                                      <p:cBhvr>
                                        <p:cTn id="25" dur="500"/>
                                        <p:tgtEl>
                                          <p:spTgt spid="8"/>
                                        </p:tgtEl>
                                      </p:cBhvr>
                                    </p:animEffect>
                                  </p:childTnLst>
                                </p:cTn>
                              </p:par>
                              <p:par>
                                <p:cTn id="26" presetID="9" presetClass="entr" presetSubtype="0" fill="hold" nodeType="with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dissolve">
                                      <p:cBhvr>
                                        <p:cTn id="28" dur="500"/>
                                        <p:tgtEl>
                                          <p:spTgt spid="9"/>
                                        </p:tgtEl>
                                      </p:cBhvr>
                                    </p:animEffect>
                                  </p:childTnLst>
                                </p:cTn>
                              </p:par>
                              <p:par>
                                <p:cTn id="29" presetID="9" presetClass="entr" presetSubtype="0" fill="hold" nodeType="with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dissolve">
                                      <p:cBhvr>
                                        <p:cTn id="31" dur="500"/>
                                        <p:tgtEl>
                                          <p:spTgt spid="10"/>
                                        </p:tgtEl>
                                      </p:cBhvr>
                                    </p:animEffect>
                                  </p:childTnLst>
                                </p:cTn>
                              </p:par>
                              <p:par>
                                <p:cTn id="32" presetID="9" presetClass="entr" presetSubtype="0" fill="hold" nodeType="with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dissolve">
                                      <p:cBhvr>
                                        <p:cTn id="34" dur="500"/>
                                        <p:tgtEl>
                                          <p:spTgt spid="11"/>
                                        </p:tgtEl>
                                      </p:cBhvr>
                                    </p:animEffect>
                                  </p:childTnLst>
                                </p:cTn>
                              </p:par>
                              <p:par>
                                <p:cTn id="35" presetID="9" presetClass="entr" presetSubtype="0" fill="hold" nodeType="with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dissolve">
                                      <p:cBhvr>
                                        <p:cTn id="37" dur="500"/>
                                        <p:tgtEl>
                                          <p:spTgt spid="12"/>
                                        </p:tgtEl>
                                      </p:cBhvr>
                                    </p:animEffect>
                                  </p:childTnLst>
                                </p:cTn>
                              </p:par>
                              <p:par>
                                <p:cTn id="38" presetID="9" presetClass="entr" presetSubtype="0" fill="hold" nodeType="withEffect">
                                  <p:stCondLst>
                                    <p:cond delay="0"/>
                                  </p:stCondLst>
                                  <p:childTnLst>
                                    <p:set>
                                      <p:cBhvr>
                                        <p:cTn id="39" dur="1" fill="hold">
                                          <p:stCondLst>
                                            <p:cond delay="0"/>
                                          </p:stCondLst>
                                        </p:cTn>
                                        <p:tgtEl>
                                          <p:spTgt spid="13"/>
                                        </p:tgtEl>
                                        <p:attrNameLst>
                                          <p:attrName>style.visibility</p:attrName>
                                        </p:attrNameLst>
                                      </p:cBhvr>
                                      <p:to>
                                        <p:strVal val="visible"/>
                                      </p:to>
                                    </p:set>
                                    <p:animEffect transition="in" filter="dissolve">
                                      <p:cBhvr>
                                        <p:cTn id="40" dur="500"/>
                                        <p:tgtEl>
                                          <p:spTgt spid="13"/>
                                        </p:tgtEl>
                                      </p:cBhvr>
                                    </p:animEffect>
                                  </p:childTnLst>
                                </p:cTn>
                              </p:par>
                              <p:par>
                                <p:cTn id="41" presetID="9" presetClass="entr" presetSubtype="0" fill="hold" nodeType="withEffect">
                                  <p:stCondLst>
                                    <p:cond delay="0"/>
                                  </p:stCondLst>
                                  <p:childTnLst>
                                    <p:set>
                                      <p:cBhvr>
                                        <p:cTn id="42" dur="1" fill="hold">
                                          <p:stCondLst>
                                            <p:cond delay="0"/>
                                          </p:stCondLst>
                                        </p:cTn>
                                        <p:tgtEl>
                                          <p:spTgt spid="14"/>
                                        </p:tgtEl>
                                        <p:attrNameLst>
                                          <p:attrName>style.visibility</p:attrName>
                                        </p:attrNameLst>
                                      </p:cBhvr>
                                      <p:to>
                                        <p:strVal val="visible"/>
                                      </p:to>
                                    </p:set>
                                    <p:animEffect transition="in" filter="dissolve">
                                      <p:cBhvr>
                                        <p:cTn id="43" dur="500"/>
                                        <p:tgtEl>
                                          <p:spTgt spid="14"/>
                                        </p:tgtEl>
                                      </p:cBhvr>
                                    </p:animEffect>
                                  </p:childTnLst>
                                </p:cTn>
                              </p:par>
                              <p:par>
                                <p:cTn id="44" presetID="9" presetClass="entr" presetSubtype="0" fill="hold" nodeType="withEffect">
                                  <p:stCondLst>
                                    <p:cond delay="0"/>
                                  </p:stCondLst>
                                  <p:childTnLst>
                                    <p:set>
                                      <p:cBhvr>
                                        <p:cTn id="45" dur="1" fill="hold">
                                          <p:stCondLst>
                                            <p:cond delay="0"/>
                                          </p:stCondLst>
                                        </p:cTn>
                                        <p:tgtEl>
                                          <p:spTgt spid="15"/>
                                        </p:tgtEl>
                                        <p:attrNameLst>
                                          <p:attrName>style.visibility</p:attrName>
                                        </p:attrNameLst>
                                      </p:cBhvr>
                                      <p:to>
                                        <p:strVal val="visible"/>
                                      </p:to>
                                    </p:set>
                                    <p:animEffect transition="in" filter="dissolve">
                                      <p:cBhvr>
                                        <p:cTn id="46" dur="500"/>
                                        <p:tgtEl>
                                          <p:spTgt spid="15"/>
                                        </p:tgtEl>
                                      </p:cBhvr>
                                    </p:animEffect>
                                  </p:childTnLst>
                                </p:cTn>
                              </p:par>
                              <p:par>
                                <p:cTn id="47" presetID="9" presetClass="entr" presetSubtype="0" fill="hold" nodeType="withEffect">
                                  <p:stCondLst>
                                    <p:cond delay="0"/>
                                  </p:stCondLst>
                                  <p:childTnLst>
                                    <p:set>
                                      <p:cBhvr>
                                        <p:cTn id="48" dur="1" fill="hold">
                                          <p:stCondLst>
                                            <p:cond delay="0"/>
                                          </p:stCondLst>
                                        </p:cTn>
                                        <p:tgtEl>
                                          <p:spTgt spid="16"/>
                                        </p:tgtEl>
                                        <p:attrNameLst>
                                          <p:attrName>style.visibility</p:attrName>
                                        </p:attrNameLst>
                                      </p:cBhvr>
                                      <p:to>
                                        <p:strVal val="visible"/>
                                      </p:to>
                                    </p:set>
                                    <p:animEffect transition="in" filter="dissolve">
                                      <p:cBhvr>
                                        <p:cTn id="49" dur="500"/>
                                        <p:tgtEl>
                                          <p:spTgt spid="16"/>
                                        </p:tgtEl>
                                      </p:cBhvr>
                                    </p:animEffect>
                                  </p:childTnLst>
                                </p:cTn>
                              </p:par>
                              <p:par>
                                <p:cTn id="50" presetID="9" presetClass="entr" presetSubtype="0" fill="hold" nodeType="with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dissolve">
                                      <p:cBhvr>
                                        <p:cTn id="52" dur="500"/>
                                        <p:tgtEl>
                                          <p:spTgt spid="17"/>
                                        </p:tgtEl>
                                      </p:cBhvr>
                                    </p:animEffect>
                                  </p:childTnLst>
                                </p:cTn>
                              </p:par>
                              <p:par>
                                <p:cTn id="53" presetID="9" presetClass="entr" presetSubtype="0" fill="hold" nodeType="withEffect">
                                  <p:stCondLst>
                                    <p:cond delay="0"/>
                                  </p:stCondLst>
                                  <p:childTnLst>
                                    <p:set>
                                      <p:cBhvr>
                                        <p:cTn id="54" dur="1" fill="hold">
                                          <p:stCondLst>
                                            <p:cond delay="0"/>
                                          </p:stCondLst>
                                        </p:cTn>
                                        <p:tgtEl>
                                          <p:spTgt spid="18"/>
                                        </p:tgtEl>
                                        <p:attrNameLst>
                                          <p:attrName>style.visibility</p:attrName>
                                        </p:attrNameLst>
                                      </p:cBhvr>
                                      <p:to>
                                        <p:strVal val="visible"/>
                                      </p:to>
                                    </p:set>
                                    <p:animEffect transition="in" filter="dissolve">
                                      <p:cBhvr>
                                        <p:cTn id="55" dur="500"/>
                                        <p:tgtEl>
                                          <p:spTgt spid="18"/>
                                        </p:tgtEl>
                                      </p:cBhvr>
                                    </p:animEffect>
                                  </p:childTnLst>
                                </p:cTn>
                              </p:par>
                              <p:par>
                                <p:cTn id="56" presetID="9" presetClass="entr" presetSubtype="0" fill="hold" nodeType="withEffect">
                                  <p:stCondLst>
                                    <p:cond delay="0"/>
                                  </p:stCondLst>
                                  <p:childTnLst>
                                    <p:set>
                                      <p:cBhvr>
                                        <p:cTn id="57" dur="1" fill="hold">
                                          <p:stCondLst>
                                            <p:cond delay="0"/>
                                          </p:stCondLst>
                                        </p:cTn>
                                        <p:tgtEl>
                                          <p:spTgt spid="19"/>
                                        </p:tgtEl>
                                        <p:attrNameLst>
                                          <p:attrName>style.visibility</p:attrName>
                                        </p:attrNameLst>
                                      </p:cBhvr>
                                      <p:to>
                                        <p:strVal val="visible"/>
                                      </p:to>
                                    </p:set>
                                    <p:animEffect transition="in" filter="dissolve">
                                      <p:cBhvr>
                                        <p:cTn id="58" dur="500"/>
                                        <p:tgtEl>
                                          <p:spTgt spid="19"/>
                                        </p:tgtEl>
                                      </p:cBhvr>
                                    </p:animEffect>
                                  </p:childTnLst>
                                </p:cTn>
                              </p:par>
                              <p:par>
                                <p:cTn id="59" presetID="9" presetClass="entr" presetSubtype="0" fill="hold" nodeType="withEffect">
                                  <p:stCondLst>
                                    <p:cond delay="0"/>
                                  </p:stCondLst>
                                  <p:childTnLst>
                                    <p:set>
                                      <p:cBhvr>
                                        <p:cTn id="60" dur="1" fill="hold">
                                          <p:stCondLst>
                                            <p:cond delay="0"/>
                                          </p:stCondLst>
                                        </p:cTn>
                                        <p:tgtEl>
                                          <p:spTgt spid="20"/>
                                        </p:tgtEl>
                                        <p:attrNameLst>
                                          <p:attrName>style.visibility</p:attrName>
                                        </p:attrNameLst>
                                      </p:cBhvr>
                                      <p:to>
                                        <p:strVal val="visible"/>
                                      </p:to>
                                    </p:set>
                                    <p:animEffect transition="in" filter="dissolve">
                                      <p:cBhvr>
                                        <p:cTn id="61" dur="500"/>
                                        <p:tgtEl>
                                          <p:spTgt spid="20"/>
                                        </p:tgtEl>
                                      </p:cBhvr>
                                    </p:animEffect>
                                  </p:childTnLst>
                                </p:cTn>
                              </p:par>
                              <p:par>
                                <p:cTn id="62" presetID="9" presetClass="entr" presetSubtype="0" fill="hold" nodeType="withEffect">
                                  <p:stCondLst>
                                    <p:cond delay="0"/>
                                  </p:stCondLst>
                                  <p:childTnLst>
                                    <p:set>
                                      <p:cBhvr>
                                        <p:cTn id="63" dur="1" fill="hold">
                                          <p:stCondLst>
                                            <p:cond delay="0"/>
                                          </p:stCondLst>
                                        </p:cTn>
                                        <p:tgtEl>
                                          <p:spTgt spid="21"/>
                                        </p:tgtEl>
                                        <p:attrNameLst>
                                          <p:attrName>style.visibility</p:attrName>
                                        </p:attrNameLst>
                                      </p:cBhvr>
                                      <p:to>
                                        <p:strVal val="visible"/>
                                      </p:to>
                                    </p:set>
                                    <p:animEffect transition="in" filter="dissolve">
                                      <p:cBhvr>
                                        <p:cTn id="64" dur="500"/>
                                        <p:tgtEl>
                                          <p:spTgt spid="21"/>
                                        </p:tgtEl>
                                      </p:cBhvr>
                                    </p:animEffect>
                                  </p:childTnLst>
                                </p:cTn>
                              </p:par>
                              <p:par>
                                <p:cTn id="65" presetID="9" presetClass="entr" presetSubtype="0" fill="hold" grpId="0" nodeType="withEffect">
                                  <p:stCondLst>
                                    <p:cond delay="0"/>
                                  </p:stCondLst>
                                  <p:childTnLst>
                                    <p:set>
                                      <p:cBhvr>
                                        <p:cTn id="66" dur="1" fill="hold">
                                          <p:stCondLst>
                                            <p:cond delay="0"/>
                                          </p:stCondLst>
                                        </p:cTn>
                                        <p:tgtEl>
                                          <p:spTgt spid="22"/>
                                        </p:tgtEl>
                                        <p:attrNameLst>
                                          <p:attrName>style.visibility</p:attrName>
                                        </p:attrNameLst>
                                      </p:cBhvr>
                                      <p:to>
                                        <p:strVal val="visible"/>
                                      </p:to>
                                    </p:set>
                                    <p:animEffect transition="in" filter="dissolve">
                                      <p:cBhvr>
                                        <p:cTn id="67" dur="500"/>
                                        <p:tgtEl>
                                          <p:spTgt spid="22"/>
                                        </p:tgtEl>
                                      </p:cBhvr>
                                    </p:animEffect>
                                  </p:childTnLst>
                                </p:cTn>
                              </p:par>
                              <p:par>
                                <p:cTn id="68" presetID="9" presetClass="entr" presetSubtype="0" fill="hold" grpId="0" nodeType="withEffect">
                                  <p:stCondLst>
                                    <p:cond delay="0"/>
                                  </p:stCondLst>
                                  <p:childTnLst>
                                    <p:set>
                                      <p:cBhvr>
                                        <p:cTn id="69" dur="1" fill="hold">
                                          <p:stCondLst>
                                            <p:cond delay="0"/>
                                          </p:stCondLst>
                                        </p:cTn>
                                        <p:tgtEl>
                                          <p:spTgt spid="23"/>
                                        </p:tgtEl>
                                        <p:attrNameLst>
                                          <p:attrName>style.visibility</p:attrName>
                                        </p:attrNameLst>
                                      </p:cBhvr>
                                      <p:to>
                                        <p:strVal val="visible"/>
                                      </p:to>
                                    </p:set>
                                    <p:animEffect transition="in" filter="dissolve">
                                      <p:cBhvr>
                                        <p:cTn id="70" dur="500"/>
                                        <p:tgtEl>
                                          <p:spTgt spid="23"/>
                                        </p:tgtEl>
                                      </p:cBhvr>
                                    </p:animEffect>
                                  </p:childTnLst>
                                </p:cTn>
                              </p:par>
                              <p:par>
                                <p:cTn id="71" presetID="9" presetClass="entr" presetSubtype="0" fill="hold" grpId="0" nodeType="withEffect">
                                  <p:stCondLst>
                                    <p:cond delay="0"/>
                                  </p:stCondLst>
                                  <p:childTnLst>
                                    <p:set>
                                      <p:cBhvr>
                                        <p:cTn id="72" dur="1" fill="hold">
                                          <p:stCondLst>
                                            <p:cond delay="0"/>
                                          </p:stCondLst>
                                        </p:cTn>
                                        <p:tgtEl>
                                          <p:spTgt spid="24"/>
                                        </p:tgtEl>
                                        <p:attrNameLst>
                                          <p:attrName>style.visibility</p:attrName>
                                        </p:attrNameLst>
                                      </p:cBhvr>
                                      <p:to>
                                        <p:strVal val="visible"/>
                                      </p:to>
                                    </p:set>
                                    <p:animEffect transition="in" filter="dissolve">
                                      <p:cBhvr>
                                        <p:cTn id="73" dur="500"/>
                                        <p:tgtEl>
                                          <p:spTgt spid="24"/>
                                        </p:tgtEl>
                                      </p:cBhvr>
                                    </p:animEffect>
                                  </p:childTnLst>
                                </p:cTn>
                              </p:par>
                              <p:par>
                                <p:cTn id="74" presetID="9" presetClass="entr" presetSubtype="0" fill="hold" grpId="0" nodeType="withEffect">
                                  <p:stCondLst>
                                    <p:cond delay="0"/>
                                  </p:stCondLst>
                                  <p:childTnLst>
                                    <p:set>
                                      <p:cBhvr>
                                        <p:cTn id="75" dur="1" fill="hold">
                                          <p:stCondLst>
                                            <p:cond delay="0"/>
                                          </p:stCondLst>
                                        </p:cTn>
                                        <p:tgtEl>
                                          <p:spTgt spid="25"/>
                                        </p:tgtEl>
                                        <p:attrNameLst>
                                          <p:attrName>style.visibility</p:attrName>
                                        </p:attrNameLst>
                                      </p:cBhvr>
                                      <p:to>
                                        <p:strVal val="visible"/>
                                      </p:to>
                                    </p:set>
                                    <p:animEffect transition="in" filter="dissolve">
                                      <p:cBhvr>
                                        <p:cTn id="76" dur="500"/>
                                        <p:tgtEl>
                                          <p:spTgt spid="25"/>
                                        </p:tgtEl>
                                      </p:cBhvr>
                                    </p:animEffect>
                                  </p:childTnLst>
                                </p:cTn>
                              </p:par>
                              <p:par>
                                <p:cTn id="77" presetID="9" presetClass="entr" presetSubtype="0" fill="hold" grpId="0" nodeType="withEffect">
                                  <p:stCondLst>
                                    <p:cond delay="0"/>
                                  </p:stCondLst>
                                  <p:childTnLst>
                                    <p:set>
                                      <p:cBhvr>
                                        <p:cTn id="78" dur="1" fill="hold">
                                          <p:stCondLst>
                                            <p:cond delay="0"/>
                                          </p:stCondLst>
                                        </p:cTn>
                                        <p:tgtEl>
                                          <p:spTgt spid="26"/>
                                        </p:tgtEl>
                                        <p:attrNameLst>
                                          <p:attrName>style.visibility</p:attrName>
                                        </p:attrNameLst>
                                      </p:cBhvr>
                                      <p:to>
                                        <p:strVal val="visible"/>
                                      </p:to>
                                    </p:set>
                                    <p:animEffect transition="in" filter="dissolve">
                                      <p:cBhvr>
                                        <p:cTn id="79" dur="500"/>
                                        <p:tgtEl>
                                          <p:spTgt spid="26"/>
                                        </p:tgtEl>
                                      </p:cBhvr>
                                    </p:animEffect>
                                  </p:childTnLst>
                                </p:cTn>
                              </p:par>
                              <p:par>
                                <p:cTn id="80" presetID="9" presetClass="entr" presetSubtype="0" fill="hold" grpId="0" nodeType="withEffect">
                                  <p:stCondLst>
                                    <p:cond delay="0"/>
                                  </p:stCondLst>
                                  <p:childTnLst>
                                    <p:set>
                                      <p:cBhvr>
                                        <p:cTn id="81" dur="1" fill="hold">
                                          <p:stCondLst>
                                            <p:cond delay="0"/>
                                          </p:stCondLst>
                                        </p:cTn>
                                        <p:tgtEl>
                                          <p:spTgt spid="27"/>
                                        </p:tgtEl>
                                        <p:attrNameLst>
                                          <p:attrName>style.visibility</p:attrName>
                                        </p:attrNameLst>
                                      </p:cBhvr>
                                      <p:to>
                                        <p:strVal val="visible"/>
                                      </p:to>
                                    </p:set>
                                    <p:animEffect transition="in" filter="dissolve">
                                      <p:cBhvr>
                                        <p:cTn id="82" dur="500"/>
                                        <p:tgtEl>
                                          <p:spTgt spid="27"/>
                                        </p:tgtEl>
                                      </p:cBhvr>
                                    </p:animEffect>
                                  </p:childTnLst>
                                </p:cTn>
                              </p:par>
                              <p:par>
                                <p:cTn id="83" presetID="9" presetClass="entr" presetSubtype="0" fill="hold" grpId="0" nodeType="withEffect">
                                  <p:stCondLst>
                                    <p:cond delay="0"/>
                                  </p:stCondLst>
                                  <p:childTnLst>
                                    <p:set>
                                      <p:cBhvr>
                                        <p:cTn id="84" dur="1" fill="hold">
                                          <p:stCondLst>
                                            <p:cond delay="0"/>
                                          </p:stCondLst>
                                        </p:cTn>
                                        <p:tgtEl>
                                          <p:spTgt spid="28"/>
                                        </p:tgtEl>
                                        <p:attrNameLst>
                                          <p:attrName>style.visibility</p:attrName>
                                        </p:attrNameLst>
                                      </p:cBhvr>
                                      <p:to>
                                        <p:strVal val="visible"/>
                                      </p:to>
                                    </p:set>
                                    <p:animEffect transition="in" filter="dissolve">
                                      <p:cBhvr>
                                        <p:cTn id="85" dur="500"/>
                                        <p:tgtEl>
                                          <p:spTgt spid="28"/>
                                        </p:tgtEl>
                                      </p:cBhvr>
                                    </p:animEffect>
                                  </p:childTnLst>
                                </p:cTn>
                              </p:par>
                              <p:par>
                                <p:cTn id="86" presetID="9" presetClass="entr" presetSubtype="0" fill="hold" grpId="0" nodeType="withEffect">
                                  <p:stCondLst>
                                    <p:cond delay="0"/>
                                  </p:stCondLst>
                                  <p:childTnLst>
                                    <p:set>
                                      <p:cBhvr>
                                        <p:cTn id="87" dur="1" fill="hold">
                                          <p:stCondLst>
                                            <p:cond delay="0"/>
                                          </p:stCondLst>
                                        </p:cTn>
                                        <p:tgtEl>
                                          <p:spTgt spid="29"/>
                                        </p:tgtEl>
                                        <p:attrNameLst>
                                          <p:attrName>style.visibility</p:attrName>
                                        </p:attrNameLst>
                                      </p:cBhvr>
                                      <p:to>
                                        <p:strVal val="visible"/>
                                      </p:to>
                                    </p:set>
                                    <p:animEffect transition="in" filter="dissolve">
                                      <p:cBhvr>
                                        <p:cTn id="88" dur="500"/>
                                        <p:tgtEl>
                                          <p:spTgt spid="29"/>
                                        </p:tgtEl>
                                      </p:cBhvr>
                                    </p:animEffect>
                                  </p:childTnLst>
                                </p:cTn>
                              </p:par>
                              <p:par>
                                <p:cTn id="89" presetID="9" presetClass="entr" presetSubtype="0" fill="hold" grpId="0" nodeType="withEffect">
                                  <p:stCondLst>
                                    <p:cond delay="0"/>
                                  </p:stCondLst>
                                  <p:childTnLst>
                                    <p:set>
                                      <p:cBhvr>
                                        <p:cTn id="90" dur="1" fill="hold">
                                          <p:stCondLst>
                                            <p:cond delay="0"/>
                                          </p:stCondLst>
                                        </p:cTn>
                                        <p:tgtEl>
                                          <p:spTgt spid="30"/>
                                        </p:tgtEl>
                                        <p:attrNameLst>
                                          <p:attrName>style.visibility</p:attrName>
                                        </p:attrNameLst>
                                      </p:cBhvr>
                                      <p:to>
                                        <p:strVal val="visible"/>
                                      </p:to>
                                    </p:set>
                                    <p:animEffect transition="in" filter="dissolve">
                                      <p:cBhvr>
                                        <p:cTn id="91" dur="500"/>
                                        <p:tgtEl>
                                          <p:spTgt spid="30"/>
                                        </p:tgtEl>
                                      </p:cBhvr>
                                    </p:animEffect>
                                  </p:childTnLst>
                                </p:cTn>
                              </p:par>
                              <p:par>
                                <p:cTn id="92" presetID="9" presetClass="entr" presetSubtype="0" fill="hold" grpId="0" nodeType="withEffect">
                                  <p:stCondLst>
                                    <p:cond delay="0"/>
                                  </p:stCondLst>
                                  <p:childTnLst>
                                    <p:set>
                                      <p:cBhvr>
                                        <p:cTn id="93" dur="1" fill="hold">
                                          <p:stCondLst>
                                            <p:cond delay="0"/>
                                          </p:stCondLst>
                                        </p:cTn>
                                        <p:tgtEl>
                                          <p:spTgt spid="31"/>
                                        </p:tgtEl>
                                        <p:attrNameLst>
                                          <p:attrName>style.visibility</p:attrName>
                                        </p:attrNameLst>
                                      </p:cBhvr>
                                      <p:to>
                                        <p:strVal val="visible"/>
                                      </p:to>
                                    </p:set>
                                    <p:animEffect transition="in" filter="dissolve">
                                      <p:cBhvr>
                                        <p:cTn id="94" dur="500"/>
                                        <p:tgtEl>
                                          <p:spTgt spid="31"/>
                                        </p:tgtEl>
                                      </p:cBhvr>
                                    </p:animEffect>
                                  </p:childTnLst>
                                </p:cTn>
                              </p:par>
                              <p:par>
                                <p:cTn id="95" presetID="9" presetClass="entr" presetSubtype="0" fill="hold" grpId="0" nodeType="withEffect">
                                  <p:stCondLst>
                                    <p:cond delay="0"/>
                                  </p:stCondLst>
                                  <p:childTnLst>
                                    <p:set>
                                      <p:cBhvr>
                                        <p:cTn id="96" dur="1" fill="hold">
                                          <p:stCondLst>
                                            <p:cond delay="0"/>
                                          </p:stCondLst>
                                        </p:cTn>
                                        <p:tgtEl>
                                          <p:spTgt spid="32"/>
                                        </p:tgtEl>
                                        <p:attrNameLst>
                                          <p:attrName>style.visibility</p:attrName>
                                        </p:attrNameLst>
                                      </p:cBhvr>
                                      <p:to>
                                        <p:strVal val="visible"/>
                                      </p:to>
                                    </p:set>
                                    <p:animEffect transition="in" filter="dissolve">
                                      <p:cBhvr>
                                        <p:cTn id="97" dur="500"/>
                                        <p:tgtEl>
                                          <p:spTgt spid="32"/>
                                        </p:tgtEl>
                                      </p:cBhvr>
                                    </p:animEffect>
                                  </p:childTnLst>
                                </p:cTn>
                              </p:par>
                              <p:par>
                                <p:cTn id="98" presetID="9" presetClass="entr" presetSubtype="0" fill="hold" grpId="0" nodeType="withEffect">
                                  <p:stCondLst>
                                    <p:cond delay="0"/>
                                  </p:stCondLst>
                                  <p:childTnLst>
                                    <p:set>
                                      <p:cBhvr>
                                        <p:cTn id="99" dur="1" fill="hold">
                                          <p:stCondLst>
                                            <p:cond delay="0"/>
                                          </p:stCondLst>
                                        </p:cTn>
                                        <p:tgtEl>
                                          <p:spTgt spid="33"/>
                                        </p:tgtEl>
                                        <p:attrNameLst>
                                          <p:attrName>style.visibility</p:attrName>
                                        </p:attrNameLst>
                                      </p:cBhvr>
                                      <p:to>
                                        <p:strVal val="visible"/>
                                      </p:to>
                                    </p:set>
                                    <p:animEffect transition="in" filter="dissolve">
                                      <p:cBhvr>
                                        <p:cTn id="100" dur="500"/>
                                        <p:tgtEl>
                                          <p:spTgt spid="33"/>
                                        </p:tgtEl>
                                      </p:cBhvr>
                                    </p:animEffect>
                                  </p:childTnLst>
                                </p:cTn>
                              </p:par>
                              <p:par>
                                <p:cTn id="101" presetID="9" presetClass="entr" presetSubtype="0" fill="hold" grpId="0" nodeType="withEffect">
                                  <p:stCondLst>
                                    <p:cond delay="0"/>
                                  </p:stCondLst>
                                  <p:childTnLst>
                                    <p:set>
                                      <p:cBhvr>
                                        <p:cTn id="102" dur="1" fill="hold">
                                          <p:stCondLst>
                                            <p:cond delay="0"/>
                                          </p:stCondLst>
                                        </p:cTn>
                                        <p:tgtEl>
                                          <p:spTgt spid="34"/>
                                        </p:tgtEl>
                                        <p:attrNameLst>
                                          <p:attrName>style.visibility</p:attrName>
                                        </p:attrNameLst>
                                      </p:cBhvr>
                                      <p:to>
                                        <p:strVal val="visible"/>
                                      </p:to>
                                    </p:set>
                                    <p:animEffect transition="in" filter="dissolve">
                                      <p:cBhvr>
                                        <p:cTn id="103" dur="500"/>
                                        <p:tgtEl>
                                          <p:spTgt spid="34"/>
                                        </p:tgtEl>
                                      </p:cBhvr>
                                    </p:animEffect>
                                  </p:childTnLst>
                                </p:cTn>
                              </p:par>
                              <p:par>
                                <p:cTn id="104" presetID="9" presetClass="entr" presetSubtype="0" fill="hold" grpId="0" nodeType="withEffect">
                                  <p:stCondLst>
                                    <p:cond delay="0"/>
                                  </p:stCondLst>
                                  <p:childTnLst>
                                    <p:set>
                                      <p:cBhvr>
                                        <p:cTn id="105" dur="1" fill="hold">
                                          <p:stCondLst>
                                            <p:cond delay="0"/>
                                          </p:stCondLst>
                                        </p:cTn>
                                        <p:tgtEl>
                                          <p:spTgt spid="35"/>
                                        </p:tgtEl>
                                        <p:attrNameLst>
                                          <p:attrName>style.visibility</p:attrName>
                                        </p:attrNameLst>
                                      </p:cBhvr>
                                      <p:to>
                                        <p:strVal val="visible"/>
                                      </p:to>
                                    </p:set>
                                    <p:animEffect transition="in" filter="dissolve">
                                      <p:cBhvr>
                                        <p:cTn id="106" dur="500"/>
                                        <p:tgtEl>
                                          <p:spTgt spid="35"/>
                                        </p:tgtEl>
                                      </p:cBhvr>
                                    </p:animEffect>
                                  </p:childTnLst>
                                </p:cTn>
                              </p:par>
                              <p:par>
                                <p:cTn id="107" presetID="9" presetClass="entr" presetSubtype="0" fill="hold" grpId="0" nodeType="withEffect">
                                  <p:stCondLst>
                                    <p:cond delay="0"/>
                                  </p:stCondLst>
                                  <p:childTnLst>
                                    <p:set>
                                      <p:cBhvr>
                                        <p:cTn id="108" dur="1" fill="hold">
                                          <p:stCondLst>
                                            <p:cond delay="0"/>
                                          </p:stCondLst>
                                        </p:cTn>
                                        <p:tgtEl>
                                          <p:spTgt spid="36"/>
                                        </p:tgtEl>
                                        <p:attrNameLst>
                                          <p:attrName>style.visibility</p:attrName>
                                        </p:attrNameLst>
                                      </p:cBhvr>
                                      <p:to>
                                        <p:strVal val="visible"/>
                                      </p:to>
                                    </p:set>
                                    <p:animEffect transition="in" filter="dissolve">
                                      <p:cBhvr>
                                        <p:cTn id="109" dur="500"/>
                                        <p:tgtEl>
                                          <p:spTgt spid="36"/>
                                        </p:tgtEl>
                                      </p:cBhvr>
                                    </p:animEffect>
                                  </p:childTnLst>
                                </p:cTn>
                              </p:par>
                              <p:par>
                                <p:cTn id="110" presetID="9" presetClass="entr" presetSubtype="0" fill="hold" grpId="0" nodeType="withEffect">
                                  <p:stCondLst>
                                    <p:cond delay="0"/>
                                  </p:stCondLst>
                                  <p:childTnLst>
                                    <p:set>
                                      <p:cBhvr>
                                        <p:cTn id="111" dur="1" fill="hold">
                                          <p:stCondLst>
                                            <p:cond delay="0"/>
                                          </p:stCondLst>
                                        </p:cTn>
                                        <p:tgtEl>
                                          <p:spTgt spid="37"/>
                                        </p:tgtEl>
                                        <p:attrNameLst>
                                          <p:attrName>style.visibility</p:attrName>
                                        </p:attrNameLst>
                                      </p:cBhvr>
                                      <p:to>
                                        <p:strVal val="visible"/>
                                      </p:to>
                                    </p:set>
                                    <p:animEffect transition="in" filter="dissolve">
                                      <p:cBhvr>
                                        <p:cTn id="112" dur="500"/>
                                        <p:tgtEl>
                                          <p:spTgt spid="37"/>
                                        </p:tgtEl>
                                      </p:cBhvr>
                                    </p:animEffect>
                                  </p:childTnLst>
                                </p:cTn>
                              </p:par>
                              <p:par>
                                <p:cTn id="113" presetID="9" presetClass="entr" presetSubtype="0" fill="hold" grpId="0" nodeType="withEffect">
                                  <p:stCondLst>
                                    <p:cond delay="0"/>
                                  </p:stCondLst>
                                  <p:childTnLst>
                                    <p:set>
                                      <p:cBhvr>
                                        <p:cTn id="114" dur="1" fill="hold">
                                          <p:stCondLst>
                                            <p:cond delay="0"/>
                                          </p:stCondLst>
                                        </p:cTn>
                                        <p:tgtEl>
                                          <p:spTgt spid="38"/>
                                        </p:tgtEl>
                                        <p:attrNameLst>
                                          <p:attrName>style.visibility</p:attrName>
                                        </p:attrNameLst>
                                      </p:cBhvr>
                                      <p:to>
                                        <p:strVal val="visible"/>
                                      </p:to>
                                    </p:set>
                                    <p:animEffect transition="in" filter="dissolve">
                                      <p:cBhvr>
                                        <p:cTn id="115" dur="500"/>
                                        <p:tgtEl>
                                          <p:spTgt spid="38"/>
                                        </p:tgtEl>
                                      </p:cBhvr>
                                    </p:animEffect>
                                  </p:childTnLst>
                                </p:cTn>
                              </p:par>
                              <p:par>
                                <p:cTn id="116" presetID="9" presetClass="entr" presetSubtype="0" fill="hold" grpId="0" nodeType="withEffect">
                                  <p:stCondLst>
                                    <p:cond delay="0"/>
                                  </p:stCondLst>
                                  <p:childTnLst>
                                    <p:set>
                                      <p:cBhvr>
                                        <p:cTn id="117" dur="1" fill="hold">
                                          <p:stCondLst>
                                            <p:cond delay="0"/>
                                          </p:stCondLst>
                                        </p:cTn>
                                        <p:tgtEl>
                                          <p:spTgt spid="39"/>
                                        </p:tgtEl>
                                        <p:attrNameLst>
                                          <p:attrName>style.visibility</p:attrName>
                                        </p:attrNameLst>
                                      </p:cBhvr>
                                      <p:to>
                                        <p:strVal val="visible"/>
                                      </p:to>
                                    </p:set>
                                    <p:animEffect transition="in" filter="dissolve">
                                      <p:cBhvr>
                                        <p:cTn id="118" dur="500"/>
                                        <p:tgtEl>
                                          <p:spTgt spid="39"/>
                                        </p:tgtEl>
                                      </p:cBhvr>
                                    </p:animEffect>
                                  </p:childTnLst>
                                </p:cTn>
                              </p:par>
                              <p:par>
                                <p:cTn id="119" presetID="9" presetClass="entr" presetSubtype="0" fill="hold" grpId="0" nodeType="withEffect">
                                  <p:stCondLst>
                                    <p:cond delay="0"/>
                                  </p:stCondLst>
                                  <p:childTnLst>
                                    <p:set>
                                      <p:cBhvr>
                                        <p:cTn id="120" dur="1" fill="hold">
                                          <p:stCondLst>
                                            <p:cond delay="0"/>
                                          </p:stCondLst>
                                        </p:cTn>
                                        <p:tgtEl>
                                          <p:spTgt spid="40"/>
                                        </p:tgtEl>
                                        <p:attrNameLst>
                                          <p:attrName>style.visibility</p:attrName>
                                        </p:attrNameLst>
                                      </p:cBhvr>
                                      <p:to>
                                        <p:strVal val="visible"/>
                                      </p:to>
                                    </p:set>
                                    <p:animEffect transition="in" filter="dissolve">
                                      <p:cBhvr>
                                        <p:cTn id="121" dur="500"/>
                                        <p:tgtEl>
                                          <p:spTgt spid="40"/>
                                        </p:tgtEl>
                                      </p:cBhvr>
                                    </p:animEffect>
                                  </p:childTnLst>
                                </p:cTn>
                              </p:par>
                              <p:par>
                                <p:cTn id="122" presetID="9" presetClass="entr" presetSubtype="0" fill="hold" grpId="0" nodeType="withEffect">
                                  <p:stCondLst>
                                    <p:cond delay="0"/>
                                  </p:stCondLst>
                                  <p:childTnLst>
                                    <p:set>
                                      <p:cBhvr>
                                        <p:cTn id="123" dur="1" fill="hold">
                                          <p:stCondLst>
                                            <p:cond delay="0"/>
                                          </p:stCondLst>
                                        </p:cTn>
                                        <p:tgtEl>
                                          <p:spTgt spid="41"/>
                                        </p:tgtEl>
                                        <p:attrNameLst>
                                          <p:attrName>style.visibility</p:attrName>
                                        </p:attrNameLst>
                                      </p:cBhvr>
                                      <p:to>
                                        <p:strVal val="visible"/>
                                      </p:to>
                                    </p:set>
                                    <p:animEffect transition="in" filter="dissolve">
                                      <p:cBhvr>
                                        <p:cTn id="124" dur="500"/>
                                        <p:tgtEl>
                                          <p:spTgt spid="41"/>
                                        </p:tgtEl>
                                      </p:cBhvr>
                                    </p:animEffect>
                                  </p:childTnLst>
                                </p:cTn>
                              </p:par>
                              <p:par>
                                <p:cTn id="125" presetID="9" presetClass="entr" presetSubtype="0" fill="hold" grpId="0" nodeType="withEffect">
                                  <p:stCondLst>
                                    <p:cond delay="0"/>
                                  </p:stCondLst>
                                  <p:childTnLst>
                                    <p:set>
                                      <p:cBhvr>
                                        <p:cTn id="126" dur="1" fill="hold">
                                          <p:stCondLst>
                                            <p:cond delay="0"/>
                                          </p:stCondLst>
                                        </p:cTn>
                                        <p:tgtEl>
                                          <p:spTgt spid="42"/>
                                        </p:tgtEl>
                                        <p:attrNameLst>
                                          <p:attrName>style.visibility</p:attrName>
                                        </p:attrNameLst>
                                      </p:cBhvr>
                                      <p:to>
                                        <p:strVal val="visible"/>
                                      </p:to>
                                    </p:set>
                                    <p:animEffect transition="in" filter="dissolve">
                                      <p:cBhvr>
                                        <p:cTn id="127" dur="500"/>
                                        <p:tgtEl>
                                          <p:spTgt spid="42"/>
                                        </p:tgtEl>
                                      </p:cBhvr>
                                    </p:animEffect>
                                  </p:childTnLst>
                                </p:cTn>
                              </p:par>
                              <p:par>
                                <p:cTn id="128" presetID="9" presetClass="entr" presetSubtype="0" fill="hold" grpId="0" nodeType="withEffect">
                                  <p:stCondLst>
                                    <p:cond delay="0"/>
                                  </p:stCondLst>
                                  <p:childTnLst>
                                    <p:set>
                                      <p:cBhvr>
                                        <p:cTn id="129" dur="1" fill="hold">
                                          <p:stCondLst>
                                            <p:cond delay="0"/>
                                          </p:stCondLst>
                                        </p:cTn>
                                        <p:tgtEl>
                                          <p:spTgt spid="43"/>
                                        </p:tgtEl>
                                        <p:attrNameLst>
                                          <p:attrName>style.visibility</p:attrName>
                                        </p:attrNameLst>
                                      </p:cBhvr>
                                      <p:to>
                                        <p:strVal val="visible"/>
                                      </p:to>
                                    </p:set>
                                    <p:animEffect transition="in" filter="dissolve">
                                      <p:cBhvr>
                                        <p:cTn id="130" dur="500"/>
                                        <p:tgtEl>
                                          <p:spTgt spid="43"/>
                                        </p:tgtEl>
                                      </p:cBhvr>
                                    </p:animEffect>
                                  </p:childTnLst>
                                </p:cTn>
                              </p:par>
                              <p:par>
                                <p:cTn id="131" presetID="9" presetClass="entr" presetSubtype="0" fill="hold" grpId="0" nodeType="withEffect">
                                  <p:stCondLst>
                                    <p:cond delay="0"/>
                                  </p:stCondLst>
                                  <p:childTnLst>
                                    <p:set>
                                      <p:cBhvr>
                                        <p:cTn id="132" dur="1" fill="hold">
                                          <p:stCondLst>
                                            <p:cond delay="0"/>
                                          </p:stCondLst>
                                        </p:cTn>
                                        <p:tgtEl>
                                          <p:spTgt spid="44"/>
                                        </p:tgtEl>
                                        <p:attrNameLst>
                                          <p:attrName>style.visibility</p:attrName>
                                        </p:attrNameLst>
                                      </p:cBhvr>
                                      <p:to>
                                        <p:strVal val="visible"/>
                                      </p:to>
                                    </p:set>
                                    <p:animEffect transition="in" filter="dissolve">
                                      <p:cBhvr>
                                        <p:cTn id="133" dur="500"/>
                                        <p:tgtEl>
                                          <p:spTgt spid="44"/>
                                        </p:tgtEl>
                                      </p:cBhvr>
                                    </p:animEffect>
                                  </p:childTnLst>
                                </p:cTn>
                              </p:par>
                              <p:par>
                                <p:cTn id="134" presetID="9" presetClass="entr" presetSubtype="0" fill="hold" grpId="0" nodeType="withEffect">
                                  <p:stCondLst>
                                    <p:cond delay="0"/>
                                  </p:stCondLst>
                                  <p:childTnLst>
                                    <p:set>
                                      <p:cBhvr>
                                        <p:cTn id="135" dur="1" fill="hold">
                                          <p:stCondLst>
                                            <p:cond delay="0"/>
                                          </p:stCondLst>
                                        </p:cTn>
                                        <p:tgtEl>
                                          <p:spTgt spid="45"/>
                                        </p:tgtEl>
                                        <p:attrNameLst>
                                          <p:attrName>style.visibility</p:attrName>
                                        </p:attrNameLst>
                                      </p:cBhvr>
                                      <p:to>
                                        <p:strVal val="visible"/>
                                      </p:to>
                                    </p:set>
                                    <p:animEffect transition="in" filter="dissolve">
                                      <p:cBhvr>
                                        <p:cTn id="136" dur="500"/>
                                        <p:tgtEl>
                                          <p:spTgt spid="45"/>
                                        </p:tgtEl>
                                      </p:cBhvr>
                                    </p:animEffect>
                                  </p:childTnLst>
                                </p:cTn>
                              </p:par>
                              <p:par>
                                <p:cTn id="137" presetID="9" presetClass="entr" presetSubtype="0" fill="hold" grpId="0" nodeType="withEffect">
                                  <p:stCondLst>
                                    <p:cond delay="0"/>
                                  </p:stCondLst>
                                  <p:childTnLst>
                                    <p:set>
                                      <p:cBhvr>
                                        <p:cTn id="138" dur="1" fill="hold">
                                          <p:stCondLst>
                                            <p:cond delay="0"/>
                                          </p:stCondLst>
                                        </p:cTn>
                                        <p:tgtEl>
                                          <p:spTgt spid="46"/>
                                        </p:tgtEl>
                                        <p:attrNameLst>
                                          <p:attrName>style.visibility</p:attrName>
                                        </p:attrNameLst>
                                      </p:cBhvr>
                                      <p:to>
                                        <p:strVal val="visible"/>
                                      </p:to>
                                    </p:set>
                                    <p:animEffect transition="in" filter="dissolve">
                                      <p:cBhvr>
                                        <p:cTn id="139" dur="500"/>
                                        <p:tgtEl>
                                          <p:spTgt spid="46"/>
                                        </p:tgtEl>
                                      </p:cBhvr>
                                    </p:animEffect>
                                  </p:childTnLst>
                                </p:cTn>
                              </p:par>
                              <p:par>
                                <p:cTn id="140" presetID="9" presetClass="entr" presetSubtype="0" fill="hold" grpId="0" nodeType="withEffect">
                                  <p:stCondLst>
                                    <p:cond delay="0"/>
                                  </p:stCondLst>
                                  <p:childTnLst>
                                    <p:set>
                                      <p:cBhvr>
                                        <p:cTn id="141" dur="1" fill="hold">
                                          <p:stCondLst>
                                            <p:cond delay="0"/>
                                          </p:stCondLst>
                                        </p:cTn>
                                        <p:tgtEl>
                                          <p:spTgt spid="47"/>
                                        </p:tgtEl>
                                        <p:attrNameLst>
                                          <p:attrName>style.visibility</p:attrName>
                                        </p:attrNameLst>
                                      </p:cBhvr>
                                      <p:to>
                                        <p:strVal val="visible"/>
                                      </p:to>
                                    </p:set>
                                    <p:animEffect transition="in" filter="dissolve">
                                      <p:cBhvr>
                                        <p:cTn id="142" dur="500"/>
                                        <p:tgtEl>
                                          <p:spTgt spid="47"/>
                                        </p:tgtEl>
                                      </p:cBhvr>
                                    </p:animEffect>
                                  </p:childTnLst>
                                </p:cTn>
                              </p:par>
                              <p:par>
                                <p:cTn id="143" presetID="9" presetClass="entr" presetSubtype="0" fill="hold" grpId="0" nodeType="withEffect">
                                  <p:stCondLst>
                                    <p:cond delay="0"/>
                                  </p:stCondLst>
                                  <p:childTnLst>
                                    <p:set>
                                      <p:cBhvr>
                                        <p:cTn id="144" dur="1" fill="hold">
                                          <p:stCondLst>
                                            <p:cond delay="0"/>
                                          </p:stCondLst>
                                        </p:cTn>
                                        <p:tgtEl>
                                          <p:spTgt spid="48"/>
                                        </p:tgtEl>
                                        <p:attrNameLst>
                                          <p:attrName>style.visibility</p:attrName>
                                        </p:attrNameLst>
                                      </p:cBhvr>
                                      <p:to>
                                        <p:strVal val="visible"/>
                                      </p:to>
                                    </p:set>
                                    <p:animEffect transition="in" filter="dissolve">
                                      <p:cBhvr>
                                        <p:cTn id="145" dur="5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p:bldP spid="38" grpId="0"/>
      <p:bldP spid="39" grpId="0"/>
      <p:bldP spid="40" grpId="0"/>
      <p:bldP spid="41" grpId="0" animBg="1"/>
      <p:bldP spid="42" grpId="0" animBg="1"/>
      <p:bldP spid="43" grpId="0"/>
      <p:bldP spid="44" grpId="0"/>
      <p:bldP spid="45" grpId="0"/>
      <p:bldP spid="46" grpId="0"/>
      <p:bldP spid="47" grpId="0"/>
      <p:bldP spid="4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813995" y="2622048"/>
            <a:ext cx="7060100" cy="1200329"/>
          </a:xfrm>
          <a:prstGeom prst="rect">
            <a:avLst/>
          </a:prstGeom>
          <a:noFill/>
        </p:spPr>
        <p:txBody>
          <a:bodyPr wrap="square" rtlCol="0">
            <a:spAutoFit/>
          </a:bodyPr>
          <a:lstStyle/>
          <a:p>
            <a:pPr algn="dist"/>
            <a:r>
              <a:rPr kumimoji="1" lang="zh-CN" altLang="en-US" sz="7200" dirty="0">
                <a:solidFill>
                  <a:schemeClr val="tx1">
                    <a:lumMod val="75000"/>
                    <a:lumOff val="25000"/>
                  </a:schemeClr>
                </a:solidFill>
                <a:latin typeface="思源黑体 CN Light" panose="020B0300000000000000" pitchFamily="34" charset="-122"/>
                <a:ea typeface="思源黑体 CN Light" panose="020B0300000000000000" pitchFamily="34" charset="-122"/>
              </a:rPr>
              <a:t>请输入标题文字</a:t>
            </a:r>
            <a:endParaRPr kumimoji="1" lang="zh-CN" altLang="en-US" sz="7200" dirty="0">
              <a:solidFill>
                <a:schemeClr val="tx1">
                  <a:lumMod val="75000"/>
                  <a:lumOff val="25000"/>
                </a:schemeClr>
              </a:solidFill>
              <a:latin typeface="思源黑体 CN Light" panose="020B0300000000000000" pitchFamily="34" charset="-122"/>
              <a:ea typeface="思源黑体 CN Light" panose="020B0300000000000000" pitchFamily="34" charset="-122"/>
            </a:endParaRPr>
          </a:p>
        </p:txBody>
      </p:sp>
      <p:sp>
        <p:nvSpPr>
          <p:cNvPr id="3" name="文本框 2"/>
          <p:cNvSpPr txBox="1"/>
          <p:nvPr/>
        </p:nvSpPr>
        <p:spPr>
          <a:xfrm>
            <a:off x="5590473" y="2044893"/>
            <a:ext cx="1507144" cy="523220"/>
          </a:xfrm>
          <a:prstGeom prst="rect">
            <a:avLst/>
          </a:prstGeom>
          <a:noFill/>
        </p:spPr>
        <p:txBody>
          <a:bodyPr wrap="none" rtlCol="0">
            <a:spAutoFit/>
          </a:bodyPr>
          <a:lstStyle/>
          <a:p>
            <a:r>
              <a:rPr kumimoji="1" lang="en-US" altLang="zh-CN" sz="2800" dirty="0">
                <a:solidFill>
                  <a:schemeClr val="tx1">
                    <a:lumMod val="75000"/>
                    <a:lumOff val="25000"/>
                  </a:schemeClr>
                </a:solidFill>
                <a:latin typeface="思源黑体 CN Light" panose="020B0300000000000000" pitchFamily="34" charset="-122"/>
                <a:ea typeface="思源黑体 CN Light" panose="020B0300000000000000" pitchFamily="34" charset="-122"/>
              </a:rPr>
              <a:t>PART</a:t>
            </a:r>
            <a:r>
              <a:rPr kumimoji="1" lang="zh-CN" altLang="en-US" sz="2800" dirty="0">
                <a:solidFill>
                  <a:schemeClr val="tx1">
                    <a:lumMod val="75000"/>
                    <a:lumOff val="25000"/>
                  </a:schemeClr>
                </a:solidFill>
                <a:latin typeface="思源黑体 CN Light" panose="020B0300000000000000" pitchFamily="34" charset="-122"/>
                <a:ea typeface="思源黑体 CN Light" panose="020B0300000000000000" pitchFamily="34" charset="-122"/>
              </a:rPr>
              <a:t> </a:t>
            </a:r>
            <a:r>
              <a:rPr kumimoji="1" lang="en-US" altLang="zh-CN" sz="2800" dirty="0">
                <a:solidFill>
                  <a:schemeClr val="tx1">
                    <a:lumMod val="75000"/>
                    <a:lumOff val="25000"/>
                  </a:schemeClr>
                </a:solidFill>
                <a:latin typeface="思源黑体 CN Light" panose="020B0300000000000000" pitchFamily="34" charset="-122"/>
                <a:ea typeface="思源黑体 CN Light" panose="020B0300000000000000" pitchFamily="34" charset="-122"/>
              </a:rPr>
              <a:t>02</a:t>
            </a:r>
            <a:endParaRPr kumimoji="1" lang="zh-CN" altLang="en-US" sz="2800" dirty="0">
              <a:solidFill>
                <a:schemeClr val="tx1">
                  <a:lumMod val="75000"/>
                  <a:lumOff val="25000"/>
                </a:schemeClr>
              </a:solidFill>
              <a:latin typeface="思源黑体 CN Light" panose="020B0300000000000000" pitchFamily="34" charset="-122"/>
              <a:ea typeface="思源黑体 CN Light" panose="020B0300000000000000" pitchFamily="34" charset="-122"/>
            </a:endParaRPr>
          </a:p>
        </p:txBody>
      </p:sp>
      <p:sp>
        <p:nvSpPr>
          <p:cNvPr id="4" name="文本框 3"/>
          <p:cNvSpPr txBox="1"/>
          <p:nvPr/>
        </p:nvSpPr>
        <p:spPr>
          <a:xfrm>
            <a:off x="2900056" y="3822377"/>
            <a:ext cx="6887978" cy="514756"/>
          </a:xfrm>
          <a:prstGeom prst="rect">
            <a:avLst/>
          </a:prstGeom>
          <a:noFill/>
        </p:spPr>
        <p:txBody>
          <a:bodyPr wrap="square" rtlCol="0">
            <a:spAutoFit/>
          </a:bodyPr>
          <a:lstStyle/>
          <a:p>
            <a:pPr algn="ctr">
              <a:lnSpc>
                <a:spcPct val="150000"/>
              </a:lnSpc>
            </a:pPr>
            <a:r>
              <a:rPr lang="en-GB" altLang="zh-CN" sz="1000" dirty="0">
                <a:solidFill>
                  <a:schemeClr val="bg1">
                    <a:lumMod val="50000"/>
                  </a:schemeClr>
                </a:solidFill>
                <a:latin typeface="+mn-ea"/>
              </a:rPr>
              <a:t>your content is entered here, or by copying your text, select paste in this box and choose to retain only text. your content is typed here, or by copying your text, select paste in this box.</a:t>
            </a:r>
            <a:endParaRPr lang="en-GB" altLang="zh-CN" sz="1000" dirty="0">
              <a:solidFill>
                <a:schemeClr val="bg1">
                  <a:lumMod val="50000"/>
                </a:schemeClr>
              </a:solidFill>
              <a:latin typeface="+mn-ea"/>
            </a:endParaRPr>
          </a:p>
        </p:txBody>
      </p:sp>
      <p:sp>
        <p:nvSpPr>
          <p:cNvPr id="5" name="矩形 5"/>
          <p:cNvSpPr/>
          <p:nvPr/>
        </p:nvSpPr>
        <p:spPr>
          <a:xfrm flipH="1" flipV="1">
            <a:off x="-2" y="4036978"/>
            <a:ext cx="12192001" cy="2821021"/>
          </a:xfrm>
          <a:custGeom>
            <a:avLst/>
            <a:gdLst>
              <a:gd name="connsiteX0" fmla="*/ 0 w 11033761"/>
              <a:gd name="connsiteY0" fmla="*/ 0 h 6096000"/>
              <a:gd name="connsiteX1" fmla="*/ 11033761 w 11033761"/>
              <a:gd name="connsiteY1" fmla="*/ 0 h 6096000"/>
              <a:gd name="connsiteX2" fmla="*/ 11033761 w 11033761"/>
              <a:gd name="connsiteY2" fmla="*/ 6096000 h 6096000"/>
              <a:gd name="connsiteX3" fmla="*/ 0 w 11033761"/>
              <a:gd name="connsiteY3" fmla="*/ 6096000 h 6096000"/>
              <a:gd name="connsiteX4" fmla="*/ 0 w 11033761"/>
              <a:gd name="connsiteY4" fmla="*/ 0 h 6096000"/>
              <a:gd name="connsiteX0-1" fmla="*/ 0 w 11033761"/>
              <a:gd name="connsiteY0-2" fmla="*/ 0 h 6096000"/>
              <a:gd name="connsiteX1-3" fmla="*/ 11033761 w 11033761"/>
              <a:gd name="connsiteY1-4" fmla="*/ 0 h 6096000"/>
              <a:gd name="connsiteX2-5" fmla="*/ 11023601 w 11033761"/>
              <a:gd name="connsiteY2-6" fmla="*/ 1727200 h 6096000"/>
              <a:gd name="connsiteX3-7" fmla="*/ 11033761 w 11033761"/>
              <a:gd name="connsiteY3-8" fmla="*/ 6096000 h 6096000"/>
              <a:gd name="connsiteX4-9" fmla="*/ 0 w 11033761"/>
              <a:gd name="connsiteY4-10" fmla="*/ 6096000 h 6096000"/>
              <a:gd name="connsiteX5" fmla="*/ 0 w 11033761"/>
              <a:gd name="connsiteY5" fmla="*/ 0 h 6096000"/>
              <a:gd name="connsiteX0-11" fmla="*/ 0 w 11033761"/>
              <a:gd name="connsiteY0-12" fmla="*/ 0 h 6096000"/>
              <a:gd name="connsiteX1-13" fmla="*/ 11033761 w 11033761"/>
              <a:gd name="connsiteY1-14" fmla="*/ 0 h 6096000"/>
              <a:gd name="connsiteX2-15" fmla="*/ 11023601 w 11033761"/>
              <a:gd name="connsiteY2-16" fmla="*/ 1727200 h 6096000"/>
              <a:gd name="connsiteX3-17" fmla="*/ 5648961 w 11033761"/>
              <a:gd name="connsiteY3-18" fmla="*/ 2540000 h 6096000"/>
              <a:gd name="connsiteX4-19" fmla="*/ 0 w 11033761"/>
              <a:gd name="connsiteY4-20" fmla="*/ 6096000 h 6096000"/>
              <a:gd name="connsiteX5-21" fmla="*/ 0 w 11033761"/>
              <a:gd name="connsiteY5-22" fmla="*/ 0 h 6096000"/>
              <a:gd name="connsiteX0-23" fmla="*/ 0 w 11033761"/>
              <a:gd name="connsiteY0-24" fmla="*/ 0 h 6096000"/>
              <a:gd name="connsiteX1-25" fmla="*/ 11033761 w 11033761"/>
              <a:gd name="connsiteY1-26" fmla="*/ 0 h 6096000"/>
              <a:gd name="connsiteX2-27" fmla="*/ 11023601 w 11033761"/>
              <a:gd name="connsiteY2-28" fmla="*/ 1727200 h 6096000"/>
              <a:gd name="connsiteX3-29" fmla="*/ 5648961 w 11033761"/>
              <a:gd name="connsiteY3-30" fmla="*/ 2540000 h 6096000"/>
              <a:gd name="connsiteX4-31" fmla="*/ 0 w 11033761"/>
              <a:gd name="connsiteY4-32" fmla="*/ 6096000 h 6096000"/>
              <a:gd name="connsiteX5-33" fmla="*/ 0 w 11033761"/>
              <a:gd name="connsiteY5-34" fmla="*/ 0 h 6096000"/>
              <a:gd name="connsiteX0-35" fmla="*/ 0 w 11033761"/>
              <a:gd name="connsiteY0-36" fmla="*/ 0 h 6096000"/>
              <a:gd name="connsiteX1-37" fmla="*/ 11033761 w 11033761"/>
              <a:gd name="connsiteY1-38" fmla="*/ 0 h 6096000"/>
              <a:gd name="connsiteX2-39" fmla="*/ 11023601 w 11033761"/>
              <a:gd name="connsiteY2-40" fmla="*/ 1727200 h 6096000"/>
              <a:gd name="connsiteX3-41" fmla="*/ 5648961 w 11033761"/>
              <a:gd name="connsiteY3-42" fmla="*/ 2540000 h 6096000"/>
              <a:gd name="connsiteX4-43" fmla="*/ 0 w 11033761"/>
              <a:gd name="connsiteY4-44" fmla="*/ 6096000 h 6096000"/>
              <a:gd name="connsiteX5-45" fmla="*/ 0 w 11033761"/>
              <a:gd name="connsiteY5-46" fmla="*/ 0 h 6096000"/>
              <a:gd name="connsiteX0-47" fmla="*/ 0 w 11033761"/>
              <a:gd name="connsiteY0-48" fmla="*/ 0 h 6096000"/>
              <a:gd name="connsiteX1-49" fmla="*/ 11033761 w 11033761"/>
              <a:gd name="connsiteY1-50" fmla="*/ 0 h 6096000"/>
              <a:gd name="connsiteX2-51" fmla="*/ 11023601 w 11033761"/>
              <a:gd name="connsiteY2-52" fmla="*/ 1727200 h 6096000"/>
              <a:gd name="connsiteX3-53" fmla="*/ 5648961 w 11033761"/>
              <a:gd name="connsiteY3-54" fmla="*/ 2540000 h 6096000"/>
              <a:gd name="connsiteX4-55" fmla="*/ 0 w 11033761"/>
              <a:gd name="connsiteY4-56" fmla="*/ 6096000 h 6096000"/>
              <a:gd name="connsiteX5-57" fmla="*/ 0 w 11033761"/>
              <a:gd name="connsiteY5-58" fmla="*/ 0 h 6096000"/>
              <a:gd name="connsiteX0-59" fmla="*/ 0 w 11033761"/>
              <a:gd name="connsiteY0-60" fmla="*/ 0 h 6096000"/>
              <a:gd name="connsiteX1-61" fmla="*/ 11033761 w 11033761"/>
              <a:gd name="connsiteY1-62" fmla="*/ 0 h 6096000"/>
              <a:gd name="connsiteX2-63" fmla="*/ 11023601 w 11033761"/>
              <a:gd name="connsiteY2-64" fmla="*/ 1727200 h 6096000"/>
              <a:gd name="connsiteX3-65" fmla="*/ 5648961 w 11033761"/>
              <a:gd name="connsiteY3-66" fmla="*/ 2540000 h 6096000"/>
              <a:gd name="connsiteX4-67" fmla="*/ 0 w 11033761"/>
              <a:gd name="connsiteY4-68" fmla="*/ 6096000 h 6096000"/>
              <a:gd name="connsiteX5-69" fmla="*/ 0 w 11033761"/>
              <a:gd name="connsiteY5-70" fmla="*/ 0 h 6096000"/>
              <a:gd name="connsiteX0-71" fmla="*/ 0 w 11033761"/>
              <a:gd name="connsiteY0-72" fmla="*/ 0 h 6096000"/>
              <a:gd name="connsiteX1-73" fmla="*/ 11033761 w 11033761"/>
              <a:gd name="connsiteY1-74" fmla="*/ 0 h 6096000"/>
              <a:gd name="connsiteX2-75" fmla="*/ 11023601 w 11033761"/>
              <a:gd name="connsiteY2-76" fmla="*/ 1727200 h 6096000"/>
              <a:gd name="connsiteX3-77" fmla="*/ 5648961 w 11033761"/>
              <a:gd name="connsiteY3-78" fmla="*/ 2540000 h 6096000"/>
              <a:gd name="connsiteX4-79" fmla="*/ 0 w 11033761"/>
              <a:gd name="connsiteY4-80" fmla="*/ 6096000 h 6096000"/>
              <a:gd name="connsiteX5-81" fmla="*/ 0 w 11033761"/>
              <a:gd name="connsiteY5-82" fmla="*/ 0 h 6096000"/>
              <a:gd name="connsiteX0-83" fmla="*/ 0 w 11033761"/>
              <a:gd name="connsiteY0-84" fmla="*/ 0 h 6096000"/>
              <a:gd name="connsiteX1-85" fmla="*/ 11033761 w 11033761"/>
              <a:gd name="connsiteY1-86" fmla="*/ 0 h 6096000"/>
              <a:gd name="connsiteX2-87" fmla="*/ 11023601 w 11033761"/>
              <a:gd name="connsiteY2-88" fmla="*/ 1727200 h 6096000"/>
              <a:gd name="connsiteX3-89" fmla="*/ 5648961 w 11033761"/>
              <a:gd name="connsiteY3-90" fmla="*/ 2540000 h 6096000"/>
              <a:gd name="connsiteX4-91" fmla="*/ 0 w 11033761"/>
              <a:gd name="connsiteY4-92" fmla="*/ 6096000 h 6096000"/>
              <a:gd name="connsiteX5-93" fmla="*/ 0 w 11033761"/>
              <a:gd name="connsiteY5-94" fmla="*/ 0 h 6096000"/>
              <a:gd name="connsiteX0-95" fmla="*/ 0 w 11033761"/>
              <a:gd name="connsiteY0-96" fmla="*/ 0 h 6096000"/>
              <a:gd name="connsiteX1-97" fmla="*/ 11033761 w 11033761"/>
              <a:gd name="connsiteY1-98" fmla="*/ 0 h 6096000"/>
              <a:gd name="connsiteX2-99" fmla="*/ 11023601 w 11033761"/>
              <a:gd name="connsiteY2-100" fmla="*/ 1727200 h 6096000"/>
              <a:gd name="connsiteX3-101" fmla="*/ 5445761 w 11033761"/>
              <a:gd name="connsiteY3-102" fmla="*/ 2956560 h 6096000"/>
              <a:gd name="connsiteX4-103" fmla="*/ 0 w 11033761"/>
              <a:gd name="connsiteY4-104" fmla="*/ 6096000 h 6096000"/>
              <a:gd name="connsiteX5-105" fmla="*/ 0 w 11033761"/>
              <a:gd name="connsiteY5-106" fmla="*/ 0 h 6096000"/>
              <a:gd name="connsiteX0-107" fmla="*/ 0 w 11033761"/>
              <a:gd name="connsiteY0-108" fmla="*/ 0 h 6096000"/>
              <a:gd name="connsiteX1-109" fmla="*/ 11033761 w 11033761"/>
              <a:gd name="connsiteY1-110" fmla="*/ 0 h 6096000"/>
              <a:gd name="connsiteX2-111" fmla="*/ 11023601 w 11033761"/>
              <a:gd name="connsiteY2-112" fmla="*/ 1727200 h 6096000"/>
              <a:gd name="connsiteX3-113" fmla="*/ 5445761 w 11033761"/>
              <a:gd name="connsiteY3-114" fmla="*/ 2956560 h 6096000"/>
              <a:gd name="connsiteX4-115" fmla="*/ 0 w 11033761"/>
              <a:gd name="connsiteY4-116" fmla="*/ 6096000 h 6096000"/>
              <a:gd name="connsiteX5-117" fmla="*/ 0 w 11033761"/>
              <a:gd name="connsiteY5-118" fmla="*/ 0 h 6096000"/>
              <a:gd name="connsiteX0-119" fmla="*/ 0 w 11033761"/>
              <a:gd name="connsiteY0-120" fmla="*/ 0 h 6096000"/>
              <a:gd name="connsiteX1-121" fmla="*/ 11033761 w 11033761"/>
              <a:gd name="connsiteY1-122" fmla="*/ 0 h 6096000"/>
              <a:gd name="connsiteX2-123" fmla="*/ 11023601 w 11033761"/>
              <a:gd name="connsiteY2-124" fmla="*/ 1727200 h 6096000"/>
              <a:gd name="connsiteX3-125" fmla="*/ 5445761 w 11033761"/>
              <a:gd name="connsiteY3-126" fmla="*/ 2956560 h 6096000"/>
              <a:gd name="connsiteX4-127" fmla="*/ 0 w 11033761"/>
              <a:gd name="connsiteY4-128" fmla="*/ 6096000 h 6096000"/>
              <a:gd name="connsiteX5-129" fmla="*/ 0 w 11033761"/>
              <a:gd name="connsiteY5-130" fmla="*/ 0 h 6096000"/>
              <a:gd name="connsiteX0-131" fmla="*/ 0 w 11033761"/>
              <a:gd name="connsiteY0-132" fmla="*/ 0 h 6096000"/>
              <a:gd name="connsiteX1-133" fmla="*/ 11033761 w 11033761"/>
              <a:gd name="connsiteY1-134" fmla="*/ 0 h 6096000"/>
              <a:gd name="connsiteX2-135" fmla="*/ 11023601 w 11033761"/>
              <a:gd name="connsiteY2-136" fmla="*/ 1727200 h 6096000"/>
              <a:gd name="connsiteX3-137" fmla="*/ 3139236 w 11033761"/>
              <a:gd name="connsiteY3-138" fmla="*/ 3292892 h 6096000"/>
              <a:gd name="connsiteX4-139" fmla="*/ 0 w 11033761"/>
              <a:gd name="connsiteY4-140" fmla="*/ 6096000 h 6096000"/>
              <a:gd name="connsiteX5-141" fmla="*/ 0 w 11033761"/>
              <a:gd name="connsiteY5-142" fmla="*/ 0 h 6096000"/>
              <a:gd name="connsiteX0-143" fmla="*/ 0 w 11033761"/>
              <a:gd name="connsiteY0-144" fmla="*/ 0 h 6096000"/>
              <a:gd name="connsiteX1-145" fmla="*/ 11033761 w 11033761"/>
              <a:gd name="connsiteY1-146" fmla="*/ 0 h 6096000"/>
              <a:gd name="connsiteX2-147" fmla="*/ 11023601 w 11033761"/>
              <a:gd name="connsiteY2-148" fmla="*/ 1727200 h 6096000"/>
              <a:gd name="connsiteX3-149" fmla="*/ 3139236 w 11033761"/>
              <a:gd name="connsiteY3-150" fmla="*/ 3292892 h 6096000"/>
              <a:gd name="connsiteX4-151" fmla="*/ 0 w 11033761"/>
              <a:gd name="connsiteY4-152" fmla="*/ 6096000 h 6096000"/>
              <a:gd name="connsiteX5-153" fmla="*/ 0 w 11033761"/>
              <a:gd name="connsiteY5-154" fmla="*/ 0 h 6096000"/>
              <a:gd name="connsiteX0-155" fmla="*/ 0 w 11033761"/>
              <a:gd name="connsiteY0-156" fmla="*/ 0 h 6096000"/>
              <a:gd name="connsiteX1-157" fmla="*/ 11033761 w 11033761"/>
              <a:gd name="connsiteY1-158" fmla="*/ 0 h 6096000"/>
              <a:gd name="connsiteX2-159" fmla="*/ 11023601 w 11033761"/>
              <a:gd name="connsiteY2-160" fmla="*/ 1727200 h 6096000"/>
              <a:gd name="connsiteX3-161" fmla="*/ 2857523 w 11033761"/>
              <a:gd name="connsiteY3-162" fmla="*/ 2725333 h 6096000"/>
              <a:gd name="connsiteX4-163" fmla="*/ 0 w 11033761"/>
              <a:gd name="connsiteY4-164" fmla="*/ 6096000 h 6096000"/>
              <a:gd name="connsiteX5-165" fmla="*/ 0 w 11033761"/>
              <a:gd name="connsiteY5-166" fmla="*/ 0 h 6096000"/>
              <a:gd name="connsiteX0-167" fmla="*/ 0 w 11033761"/>
              <a:gd name="connsiteY0-168" fmla="*/ 0 h 6096000"/>
              <a:gd name="connsiteX1-169" fmla="*/ 11033761 w 11033761"/>
              <a:gd name="connsiteY1-170" fmla="*/ 0 h 6096000"/>
              <a:gd name="connsiteX2-171" fmla="*/ 11023601 w 11033761"/>
              <a:gd name="connsiteY2-172" fmla="*/ 1727200 h 6096000"/>
              <a:gd name="connsiteX3-173" fmla="*/ 2778291 w 11033761"/>
              <a:gd name="connsiteY3-174" fmla="*/ 3734326 h 6096000"/>
              <a:gd name="connsiteX4-175" fmla="*/ 0 w 11033761"/>
              <a:gd name="connsiteY4-176" fmla="*/ 6096000 h 6096000"/>
              <a:gd name="connsiteX5-177" fmla="*/ 0 w 11033761"/>
              <a:gd name="connsiteY5-178" fmla="*/ 0 h 6096000"/>
              <a:gd name="connsiteX0-179" fmla="*/ 0 w 11033761"/>
              <a:gd name="connsiteY0-180" fmla="*/ 0 h 6096000"/>
              <a:gd name="connsiteX1-181" fmla="*/ 11033761 w 11033761"/>
              <a:gd name="connsiteY1-182" fmla="*/ 0 h 6096000"/>
              <a:gd name="connsiteX2-183" fmla="*/ 11023601 w 11033761"/>
              <a:gd name="connsiteY2-184" fmla="*/ 1727200 h 6096000"/>
              <a:gd name="connsiteX3-185" fmla="*/ 2778291 w 11033761"/>
              <a:gd name="connsiteY3-186" fmla="*/ 3734326 h 6096000"/>
              <a:gd name="connsiteX4-187" fmla="*/ 0 w 11033761"/>
              <a:gd name="connsiteY4-188" fmla="*/ 6096000 h 6096000"/>
              <a:gd name="connsiteX5-189" fmla="*/ 0 w 11033761"/>
              <a:gd name="connsiteY5-190" fmla="*/ 0 h 6096000"/>
              <a:gd name="connsiteX0-191" fmla="*/ 0 w 11033761"/>
              <a:gd name="connsiteY0-192" fmla="*/ 0 h 6096000"/>
              <a:gd name="connsiteX1-193" fmla="*/ 11033761 w 11033761"/>
              <a:gd name="connsiteY1-194" fmla="*/ 0 h 6096000"/>
              <a:gd name="connsiteX2-195" fmla="*/ 11023601 w 11033761"/>
              <a:gd name="connsiteY2-196" fmla="*/ 1727200 h 6096000"/>
              <a:gd name="connsiteX3-197" fmla="*/ 3051201 w 11033761"/>
              <a:gd name="connsiteY3-198" fmla="*/ 2178797 h 6096000"/>
              <a:gd name="connsiteX4-199" fmla="*/ 0 w 11033761"/>
              <a:gd name="connsiteY4-200" fmla="*/ 6096000 h 6096000"/>
              <a:gd name="connsiteX5-201" fmla="*/ 0 w 11033761"/>
              <a:gd name="connsiteY5-202" fmla="*/ 0 h 6096000"/>
              <a:gd name="connsiteX0-203" fmla="*/ 0 w 11033761"/>
              <a:gd name="connsiteY0-204" fmla="*/ 0 h 6096000"/>
              <a:gd name="connsiteX1-205" fmla="*/ 11033761 w 11033761"/>
              <a:gd name="connsiteY1-206" fmla="*/ 0 h 6096000"/>
              <a:gd name="connsiteX2-207" fmla="*/ 11023601 w 11033761"/>
              <a:gd name="connsiteY2-208" fmla="*/ 1727200 h 6096000"/>
              <a:gd name="connsiteX3-209" fmla="*/ 3051201 w 11033761"/>
              <a:gd name="connsiteY3-210" fmla="*/ 2178797 h 6096000"/>
              <a:gd name="connsiteX4-211" fmla="*/ 0 w 11033761"/>
              <a:gd name="connsiteY4-212" fmla="*/ 6096000 h 6096000"/>
              <a:gd name="connsiteX5-213" fmla="*/ 0 w 11033761"/>
              <a:gd name="connsiteY5-214" fmla="*/ 0 h 6096000"/>
              <a:gd name="connsiteX0-215" fmla="*/ 0 w 11033761"/>
              <a:gd name="connsiteY0-216" fmla="*/ 0 h 6096000"/>
              <a:gd name="connsiteX1-217" fmla="*/ 11033761 w 11033761"/>
              <a:gd name="connsiteY1-218" fmla="*/ 0 h 6096000"/>
              <a:gd name="connsiteX2-219" fmla="*/ 11023601 w 11033761"/>
              <a:gd name="connsiteY2-220" fmla="*/ 1727200 h 6096000"/>
              <a:gd name="connsiteX3-221" fmla="*/ 2672650 w 11033761"/>
              <a:gd name="connsiteY3-222" fmla="*/ 2452067 h 6096000"/>
              <a:gd name="connsiteX4-223" fmla="*/ 0 w 11033761"/>
              <a:gd name="connsiteY4-224" fmla="*/ 6096000 h 6096000"/>
              <a:gd name="connsiteX5-225" fmla="*/ 0 w 11033761"/>
              <a:gd name="connsiteY5-226" fmla="*/ 0 h 6096000"/>
              <a:gd name="connsiteX0-227" fmla="*/ 0 w 11033761"/>
              <a:gd name="connsiteY0-228" fmla="*/ 0 h 6096000"/>
              <a:gd name="connsiteX1-229" fmla="*/ 11033761 w 11033761"/>
              <a:gd name="connsiteY1-230" fmla="*/ 0 h 6096000"/>
              <a:gd name="connsiteX2-231" fmla="*/ 11023601 w 11033761"/>
              <a:gd name="connsiteY2-232" fmla="*/ 1727200 h 6096000"/>
              <a:gd name="connsiteX3-233" fmla="*/ 2672650 w 11033761"/>
              <a:gd name="connsiteY3-234" fmla="*/ 2452067 h 6096000"/>
              <a:gd name="connsiteX4-235" fmla="*/ 0 w 11033761"/>
              <a:gd name="connsiteY4-236" fmla="*/ 6096000 h 6096000"/>
              <a:gd name="connsiteX5-237" fmla="*/ 0 w 11033761"/>
              <a:gd name="connsiteY5-238" fmla="*/ 0 h 6096000"/>
              <a:gd name="connsiteX0-239" fmla="*/ 0 w 11033761"/>
              <a:gd name="connsiteY0-240" fmla="*/ 0 h 6096000"/>
              <a:gd name="connsiteX1-241" fmla="*/ 11033761 w 11033761"/>
              <a:gd name="connsiteY1-242" fmla="*/ 0 h 6096000"/>
              <a:gd name="connsiteX2-243" fmla="*/ 11023601 w 11033761"/>
              <a:gd name="connsiteY2-244" fmla="*/ 1727200 h 6096000"/>
              <a:gd name="connsiteX3-245" fmla="*/ 2672650 w 11033761"/>
              <a:gd name="connsiteY3-246" fmla="*/ 2452067 h 6096000"/>
              <a:gd name="connsiteX4-247" fmla="*/ 0 w 11033761"/>
              <a:gd name="connsiteY4-248" fmla="*/ 6096000 h 6096000"/>
              <a:gd name="connsiteX5-249" fmla="*/ 0 w 11033761"/>
              <a:gd name="connsiteY5-250" fmla="*/ 0 h 6096000"/>
              <a:gd name="connsiteX0-251" fmla="*/ 0 w 11033761"/>
              <a:gd name="connsiteY0-252" fmla="*/ 0 h 6096000"/>
              <a:gd name="connsiteX1-253" fmla="*/ 11033761 w 11033761"/>
              <a:gd name="connsiteY1-254" fmla="*/ 0 h 6096000"/>
              <a:gd name="connsiteX2-255" fmla="*/ 11023601 w 11033761"/>
              <a:gd name="connsiteY2-256" fmla="*/ 1727200 h 6096000"/>
              <a:gd name="connsiteX3-257" fmla="*/ 2655044 w 11033761"/>
              <a:gd name="connsiteY3-258" fmla="*/ 2262881 h 6096000"/>
              <a:gd name="connsiteX4-259" fmla="*/ 0 w 11033761"/>
              <a:gd name="connsiteY4-260" fmla="*/ 6096000 h 6096000"/>
              <a:gd name="connsiteX5-261" fmla="*/ 0 w 11033761"/>
              <a:gd name="connsiteY5-262" fmla="*/ 0 h 6096000"/>
              <a:gd name="connsiteX0-263" fmla="*/ 0 w 11033761"/>
              <a:gd name="connsiteY0-264" fmla="*/ 0 h 6096000"/>
              <a:gd name="connsiteX1-265" fmla="*/ 11033761 w 11033761"/>
              <a:gd name="connsiteY1-266" fmla="*/ 0 h 6096000"/>
              <a:gd name="connsiteX2-267" fmla="*/ 11023601 w 11033761"/>
              <a:gd name="connsiteY2-268" fmla="*/ 1727200 h 6096000"/>
              <a:gd name="connsiteX3-269" fmla="*/ 2655044 w 11033761"/>
              <a:gd name="connsiteY3-270" fmla="*/ 2262881 h 6096000"/>
              <a:gd name="connsiteX4-271" fmla="*/ 0 w 11033761"/>
              <a:gd name="connsiteY4-272" fmla="*/ 6096000 h 6096000"/>
              <a:gd name="connsiteX5-273" fmla="*/ 0 w 11033761"/>
              <a:gd name="connsiteY5-274" fmla="*/ 0 h 6096000"/>
              <a:gd name="connsiteX0-275" fmla="*/ 0 w 11033761"/>
              <a:gd name="connsiteY0-276" fmla="*/ 0 h 6096000"/>
              <a:gd name="connsiteX1-277" fmla="*/ 11033761 w 11033761"/>
              <a:gd name="connsiteY1-278" fmla="*/ 0 h 6096000"/>
              <a:gd name="connsiteX2-279" fmla="*/ 11023601 w 11033761"/>
              <a:gd name="connsiteY2-280" fmla="*/ 1727200 h 6096000"/>
              <a:gd name="connsiteX3-281" fmla="*/ 2655044 w 11033761"/>
              <a:gd name="connsiteY3-282" fmla="*/ 2262881 h 6096000"/>
              <a:gd name="connsiteX4-283" fmla="*/ 0 w 11033761"/>
              <a:gd name="connsiteY4-284" fmla="*/ 6096000 h 6096000"/>
              <a:gd name="connsiteX5-285" fmla="*/ 0 w 11033761"/>
              <a:gd name="connsiteY5-286" fmla="*/ 0 h 609600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21" y="connsiteY5-22"/>
              </a:cxn>
            </a:cxnLst>
            <a:rect l="l" t="t" r="r" b="b"/>
            <a:pathLst>
              <a:path w="11033761" h="6096000">
                <a:moveTo>
                  <a:pt x="0" y="0"/>
                </a:moveTo>
                <a:lnTo>
                  <a:pt x="11033761" y="0"/>
                </a:lnTo>
                <a:cubicBezTo>
                  <a:pt x="11030374" y="575733"/>
                  <a:pt x="11026988" y="1151467"/>
                  <a:pt x="11023601" y="1727200"/>
                </a:cubicBezTo>
                <a:cubicBezTo>
                  <a:pt x="8671657" y="6620351"/>
                  <a:pt x="4708496" y="1041345"/>
                  <a:pt x="2655044" y="2262881"/>
                </a:cubicBezTo>
                <a:cubicBezTo>
                  <a:pt x="1607836" y="3058278"/>
                  <a:pt x="1046652" y="3586364"/>
                  <a:pt x="0" y="6096000"/>
                </a:cubicBezTo>
                <a:lnTo>
                  <a:pt x="0" y="0"/>
                </a:lnTo>
                <a:close/>
              </a:path>
            </a:pathLst>
          </a:custGeom>
          <a:gradFill flip="none" rotWithShape="1">
            <a:gsLst>
              <a:gs pos="35000">
                <a:schemeClr val="bg1">
                  <a:lumMod val="85000"/>
                </a:schemeClr>
              </a:gs>
              <a:gs pos="100000">
                <a:srgbClr val="F4F4F4">
                  <a:alpha val="66271"/>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 name="加号 5"/>
          <p:cNvSpPr/>
          <p:nvPr/>
        </p:nvSpPr>
        <p:spPr>
          <a:xfrm>
            <a:off x="1081820" y="4974569"/>
            <a:ext cx="258418" cy="258418"/>
          </a:xfrm>
          <a:prstGeom prst="mathPlus">
            <a:avLst>
              <a:gd name="adj1" fmla="val 8613"/>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 name="加号 6"/>
          <p:cNvSpPr/>
          <p:nvPr/>
        </p:nvSpPr>
        <p:spPr>
          <a:xfrm>
            <a:off x="10075007" y="4998583"/>
            <a:ext cx="258418" cy="258418"/>
          </a:xfrm>
          <a:prstGeom prst="mathPlus">
            <a:avLst>
              <a:gd name="adj1" fmla="val 8613"/>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nvGrpSpPr>
          <p:cNvPr id="8" name="组合 7"/>
          <p:cNvGrpSpPr/>
          <p:nvPr/>
        </p:nvGrpSpPr>
        <p:grpSpPr>
          <a:xfrm>
            <a:off x="415277" y="4591563"/>
            <a:ext cx="182391" cy="713336"/>
            <a:chOff x="9975400" y="1600014"/>
            <a:chExt cx="288238" cy="1127306"/>
          </a:xfrm>
        </p:grpSpPr>
        <p:cxnSp>
          <p:nvCxnSpPr>
            <p:cNvPr id="9" name="直线连接符 8"/>
            <p:cNvCxnSpPr/>
            <p:nvPr/>
          </p:nvCxnSpPr>
          <p:spPr>
            <a:xfrm>
              <a:off x="9975400" y="1600200"/>
              <a:ext cx="188844" cy="188844"/>
            </a:xfrm>
            <a:prstGeom prst="line">
              <a:avLst/>
            </a:prstGeom>
            <a:ln w="158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 name="直线连接符 9"/>
            <p:cNvCxnSpPr/>
            <p:nvPr/>
          </p:nvCxnSpPr>
          <p:spPr>
            <a:xfrm flipH="1">
              <a:off x="9985340" y="1789044"/>
              <a:ext cx="188844" cy="188844"/>
            </a:xfrm>
            <a:prstGeom prst="line">
              <a:avLst/>
            </a:prstGeom>
            <a:ln w="158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 name="直线连接符 10"/>
            <p:cNvCxnSpPr/>
            <p:nvPr/>
          </p:nvCxnSpPr>
          <p:spPr>
            <a:xfrm>
              <a:off x="9975400" y="1977888"/>
              <a:ext cx="188844" cy="188844"/>
            </a:xfrm>
            <a:prstGeom prst="line">
              <a:avLst/>
            </a:prstGeom>
            <a:ln w="158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直线连接符 11"/>
            <p:cNvCxnSpPr/>
            <p:nvPr/>
          </p:nvCxnSpPr>
          <p:spPr>
            <a:xfrm flipH="1">
              <a:off x="9985340" y="2166732"/>
              <a:ext cx="188844" cy="188844"/>
            </a:xfrm>
            <a:prstGeom prst="line">
              <a:avLst/>
            </a:prstGeom>
            <a:ln w="158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 name="直线连接符 12"/>
            <p:cNvCxnSpPr/>
            <p:nvPr/>
          </p:nvCxnSpPr>
          <p:spPr>
            <a:xfrm>
              <a:off x="9975400" y="2349632"/>
              <a:ext cx="188844" cy="188844"/>
            </a:xfrm>
            <a:prstGeom prst="line">
              <a:avLst/>
            </a:prstGeom>
            <a:ln w="158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 name="直线连接符 13"/>
            <p:cNvCxnSpPr/>
            <p:nvPr/>
          </p:nvCxnSpPr>
          <p:spPr>
            <a:xfrm flipH="1">
              <a:off x="9985340" y="2538476"/>
              <a:ext cx="188844" cy="188844"/>
            </a:xfrm>
            <a:prstGeom prst="line">
              <a:avLst/>
            </a:prstGeom>
            <a:ln w="158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 name="直线连接符 14"/>
            <p:cNvCxnSpPr/>
            <p:nvPr/>
          </p:nvCxnSpPr>
          <p:spPr>
            <a:xfrm>
              <a:off x="10064854" y="1600014"/>
              <a:ext cx="188844" cy="188844"/>
            </a:xfrm>
            <a:prstGeom prst="line">
              <a:avLst/>
            </a:prstGeom>
            <a:ln w="158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 name="直线连接符 15"/>
            <p:cNvCxnSpPr/>
            <p:nvPr/>
          </p:nvCxnSpPr>
          <p:spPr>
            <a:xfrm flipH="1">
              <a:off x="10074794" y="1788858"/>
              <a:ext cx="188844" cy="188844"/>
            </a:xfrm>
            <a:prstGeom prst="line">
              <a:avLst/>
            </a:prstGeom>
            <a:ln w="158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直线连接符 16"/>
            <p:cNvCxnSpPr/>
            <p:nvPr/>
          </p:nvCxnSpPr>
          <p:spPr>
            <a:xfrm>
              <a:off x="10064854" y="1977702"/>
              <a:ext cx="188844" cy="188844"/>
            </a:xfrm>
            <a:prstGeom prst="line">
              <a:avLst/>
            </a:prstGeom>
            <a:ln w="158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8" name="直线连接符 17"/>
            <p:cNvCxnSpPr/>
            <p:nvPr/>
          </p:nvCxnSpPr>
          <p:spPr>
            <a:xfrm flipH="1">
              <a:off x="10074794" y="2166546"/>
              <a:ext cx="188844" cy="188844"/>
            </a:xfrm>
            <a:prstGeom prst="line">
              <a:avLst/>
            </a:prstGeom>
            <a:ln w="158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9" name="直线连接符 18"/>
            <p:cNvCxnSpPr/>
            <p:nvPr/>
          </p:nvCxnSpPr>
          <p:spPr>
            <a:xfrm>
              <a:off x="10064854" y="2349446"/>
              <a:ext cx="188844" cy="188844"/>
            </a:xfrm>
            <a:prstGeom prst="line">
              <a:avLst/>
            </a:prstGeom>
            <a:ln w="158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 name="直线连接符 19"/>
            <p:cNvCxnSpPr/>
            <p:nvPr/>
          </p:nvCxnSpPr>
          <p:spPr>
            <a:xfrm flipH="1">
              <a:off x="10074794" y="2538290"/>
              <a:ext cx="188844" cy="188844"/>
            </a:xfrm>
            <a:prstGeom prst="line">
              <a:avLst/>
            </a:prstGeom>
            <a:ln w="158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21" name="同心圆 20"/>
          <p:cNvSpPr/>
          <p:nvPr/>
        </p:nvSpPr>
        <p:spPr>
          <a:xfrm>
            <a:off x="11634128" y="1313209"/>
            <a:ext cx="178906" cy="178906"/>
          </a:xfrm>
          <a:prstGeom prst="donut">
            <a:avLst>
              <a:gd name="adj" fmla="val 10213"/>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grpSp>
        <p:nvGrpSpPr>
          <p:cNvPr id="22" name="组合 21"/>
          <p:cNvGrpSpPr/>
          <p:nvPr/>
        </p:nvGrpSpPr>
        <p:grpSpPr>
          <a:xfrm>
            <a:off x="334330" y="288182"/>
            <a:ext cx="413468" cy="1264919"/>
            <a:chOff x="8998226" y="-487017"/>
            <a:chExt cx="413468" cy="1264919"/>
          </a:xfrm>
        </p:grpSpPr>
        <p:sp>
          <p:nvSpPr>
            <p:cNvPr id="23" name="椭圆 22"/>
            <p:cNvSpPr/>
            <p:nvPr/>
          </p:nvSpPr>
          <p:spPr>
            <a:xfrm>
              <a:off x="8998226" y="-487017"/>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4" name="椭圆 23"/>
            <p:cNvSpPr/>
            <p:nvPr/>
          </p:nvSpPr>
          <p:spPr>
            <a:xfrm>
              <a:off x="9120809" y="-487017"/>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5" name="椭圆 24"/>
            <p:cNvSpPr/>
            <p:nvPr/>
          </p:nvSpPr>
          <p:spPr>
            <a:xfrm>
              <a:off x="9243392" y="-487017"/>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6" name="椭圆 25"/>
            <p:cNvSpPr/>
            <p:nvPr/>
          </p:nvSpPr>
          <p:spPr>
            <a:xfrm>
              <a:off x="9365975" y="-487017"/>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7" name="椭圆 26"/>
            <p:cNvSpPr/>
            <p:nvPr/>
          </p:nvSpPr>
          <p:spPr>
            <a:xfrm>
              <a:off x="8998226" y="-334617"/>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8" name="椭圆 27"/>
            <p:cNvSpPr/>
            <p:nvPr/>
          </p:nvSpPr>
          <p:spPr>
            <a:xfrm>
              <a:off x="9120809" y="-334617"/>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9" name="椭圆 28"/>
            <p:cNvSpPr/>
            <p:nvPr/>
          </p:nvSpPr>
          <p:spPr>
            <a:xfrm>
              <a:off x="9243392" y="-334617"/>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0" name="椭圆 29"/>
            <p:cNvSpPr/>
            <p:nvPr/>
          </p:nvSpPr>
          <p:spPr>
            <a:xfrm>
              <a:off x="9365975" y="-334617"/>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1" name="椭圆 30"/>
            <p:cNvSpPr/>
            <p:nvPr/>
          </p:nvSpPr>
          <p:spPr>
            <a:xfrm>
              <a:off x="8998226" y="-182217"/>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2" name="椭圆 31"/>
            <p:cNvSpPr/>
            <p:nvPr/>
          </p:nvSpPr>
          <p:spPr>
            <a:xfrm>
              <a:off x="9120809" y="-182217"/>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3" name="椭圆 32"/>
            <p:cNvSpPr/>
            <p:nvPr/>
          </p:nvSpPr>
          <p:spPr>
            <a:xfrm>
              <a:off x="9243392" y="-182217"/>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4" name="椭圆 33"/>
            <p:cNvSpPr/>
            <p:nvPr/>
          </p:nvSpPr>
          <p:spPr>
            <a:xfrm>
              <a:off x="9365975" y="-182217"/>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5" name="椭圆 34"/>
            <p:cNvSpPr/>
            <p:nvPr/>
          </p:nvSpPr>
          <p:spPr>
            <a:xfrm>
              <a:off x="8998226" y="-29817"/>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6" name="椭圆 35"/>
            <p:cNvSpPr/>
            <p:nvPr/>
          </p:nvSpPr>
          <p:spPr>
            <a:xfrm>
              <a:off x="9120809" y="-29817"/>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7" name="椭圆 36"/>
            <p:cNvSpPr/>
            <p:nvPr/>
          </p:nvSpPr>
          <p:spPr>
            <a:xfrm>
              <a:off x="9243392" y="-29817"/>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8" name="椭圆 37"/>
            <p:cNvSpPr/>
            <p:nvPr/>
          </p:nvSpPr>
          <p:spPr>
            <a:xfrm>
              <a:off x="9365975" y="-29817"/>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9" name="椭圆 38"/>
            <p:cNvSpPr/>
            <p:nvPr/>
          </p:nvSpPr>
          <p:spPr>
            <a:xfrm>
              <a:off x="8998226" y="122583"/>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0" name="椭圆 39"/>
            <p:cNvSpPr/>
            <p:nvPr/>
          </p:nvSpPr>
          <p:spPr>
            <a:xfrm>
              <a:off x="9120809" y="122583"/>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1" name="椭圆 40"/>
            <p:cNvSpPr/>
            <p:nvPr/>
          </p:nvSpPr>
          <p:spPr>
            <a:xfrm>
              <a:off x="9243392" y="122583"/>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2" name="椭圆 41"/>
            <p:cNvSpPr/>
            <p:nvPr/>
          </p:nvSpPr>
          <p:spPr>
            <a:xfrm>
              <a:off x="9365975" y="122583"/>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3" name="椭圆 42"/>
            <p:cNvSpPr/>
            <p:nvPr/>
          </p:nvSpPr>
          <p:spPr>
            <a:xfrm>
              <a:off x="8998226" y="274983"/>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4" name="椭圆 43"/>
            <p:cNvSpPr/>
            <p:nvPr/>
          </p:nvSpPr>
          <p:spPr>
            <a:xfrm>
              <a:off x="9120809" y="274983"/>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5" name="椭圆 44"/>
            <p:cNvSpPr/>
            <p:nvPr/>
          </p:nvSpPr>
          <p:spPr>
            <a:xfrm>
              <a:off x="9243392" y="274983"/>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6" name="椭圆 45"/>
            <p:cNvSpPr/>
            <p:nvPr/>
          </p:nvSpPr>
          <p:spPr>
            <a:xfrm>
              <a:off x="9365975" y="274983"/>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7" name="椭圆 46"/>
            <p:cNvSpPr/>
            <p:nvPr/>
          </p:nvSpPr>
          <p:spPr>
            <a:xfrm>
              <a:off x="8998226" y="427383"/>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8" name="椭圆 47"/>
            <p:cNvSpPr/>
            <p:nvPr/>
          </p:nvSpPr>
          <p:spPr>
            <a:xfrm>
              <a:off x="9120809" y="427383"/>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9" name="椭圆 48"/>
            <p:cNvSpPr/>
            <p:nvPr/>
          </p:nvSpPr>
          <p:spPr>
            <a:xfrm>
              <a:off x="9243392" y="427383"/>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0" name="椭圆 49"/>
            <p:cNvSpPr/>
            <p:nvPr/>
          </p:nvSpPr>
          <p:spPr>
            <a:xfrm>
              <a:off x="9365975" y="427383"/>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1" name="椭圆 50"/>
            <p:cNvSpPr/>
            <p:nvPr/>
          </p:nvSpPr>
          <p:spPr>
            <a:xfrm>
              <a:off x="8998226" y="579783"/>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2" name="椭圆 51"/>
            <p:cNvSpPr/>
            <p:nvPr/>
          </p:nvSpPr>
          <p:spPr>
            <a:xfrm>
              <a:off x="9120809" y="579783"/>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3" name="椭圆 52"/>
            <p:cNvSpPr/>
            <p:nvPr/>
          </p:nvSpPr>
          <p:spPr>
            <a:xfrm>
              <a:off x="9243392" y="579783"/>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4" name="椭圆 53"/>
            <p:cNvSpPr/>
            <p:nvPr/>
          </p:nvSpPr>
          <p:spPr>
            <a:xfrm>
              <a:off x="9365975" y="579783"/>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5" name="椭圆 54"/>
            <p:cNvSpPr/>
            <p:nvPr/>
          </p:nvSpPr>
          <p:spPr>
            <a:xfrm>
              <a:off x="8998226" y="732183"/>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6" name="椭圆 55"/>
            <p:cNvSpPr/>
            <p:nvPr/>
          </p:nvSpPr>
          <p:spPr>
            <a:xfrm>
              <a:off x="9120809" y="732183"/>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7" name="椭圆 56"/>
            <p:cNvSpPr/>
            <p:nvPr/>
          </p:nvSpPr>
          <p:spPr>
            <a:xfrm>
              <a:off x="9243392" y="732183"/>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8" name="椭圆 57"/>
            <p:cNvSpPr/>
            <p:nvPr/>
          </p:nvSpPr>
          <p:spPr>
            <a:xfrm>
              <a:off x="9365975" y="732183"/>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spTree>
  </p:cSld>
  <p:clrMapOvr>
    <a:masterClrMapping/>
  </p:clrMapOvr>
  <mc:AlternateContent xmlns:mc="http://schemas.openxmlformats.org/markup-compatibility/2006">
    <mc:Choice xmlns:p14="http://schemas.microsoft.com/office/powerpoint/2010/main" Requires="p14">
      <p:transition spd="slow" p14:dur="2000" advTm="3000"/>
    </mc:Choice>
    <mc:Fallback>
      <p:transition spd="slow" advTm="3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par>
                                <p:cTn id="8" presetID="9"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dissolve">
                                      <p:cBhvr>
                                        <p:cTn id="10" dur="500"/>
                                        <p:tgtEl>
                                          <p:spTgt spid="3"/>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dissolve">
                                      <p:cBhvr>
                                        <p:cTn id="13"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角矩形 1"/>
          <p:cNvSpPr/>
          <p:nvPr/>
        </p:nvSpPr>
        <p:spPr>
          <a:xfrm>
            <a:off x="1097671" y="1696447"/>
            <a:ext cx="2548357" cy="535475"/>
          </a:xfrm>
          <a:prstGeom prst="roundRect">
            <a:avLst>
              <a:gd name="adj" fmla="val 20934"/>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 name="文本框 2"/>
          <p:cNvSpPr txBox="1"/>
          <p:nvPr/>
        </p:nvSpPr>
        <p:spPr>
          <a:xfrm>
            <a:off x="4976507" y="2939450"/>
            <a:ext cx="1922007" cy="497765"/>
          </a:xfrm>
          <a:prstGeom prst="rect">
            <a:avLst/>
          </a:prstGeom>
          <a:noFill/>
        </p:spPr>
        <p:txBody>
          <a:bodyPr wrap="square" rtlCol="0">
            <a:spAutoFit/>
          </a:bodyPr>
          <a:lstStyle/>
          <a:p>
            <a:pPr>
              <a:lnSpc>
                <a:spcPct val="130000"/>
              </a:lnSpc>
            </a:pPr>
            <a:r>
              <a:rPr kumimoji="1" lang="zh-CN" altLang="en-US" sz="1100" dirty="0">
                <a:solidFill>
                  <a:schemeClr val="bg1">
                    <a:lumMod val="50000"/>
                  </a:schemeClr>
                </a:solidFill>
                <a:latin typeface="+mn-ea"/>
                <a:cs typeface="+mn-ea"/>
                <a:sym typeface="+mn-lt"/>
              </a:rPr>
              <a:t>感谢使用我们的</a:t>
            </a:r>
            <a:r>
              <a:rPr kumimoji="1" lang="en-GB" altLang="zh-CN" sz="1100" dirty="0">
                <a:solidFill>
                  <a:schemeClr val="bg1">
                    <a:lumMod val="50000"/>
                  </a:schemeClr>
                </a:solidFill>
                <a:latin typeface="+mn-ea"/>
                <a:cs typeface="+mn-ea"/>
                <a:sym typeface="+mn-lt"/>
              </a:rPr>
              <a:t>PPT</a:t>
            </a:r>
            <a:r>
              <a:rPr kumimoji="1" lang="zh-CN" altLang="en-US" sz="1100" dirty="0">
                <a:solidFill>
                  <a:schemeClr val="bg1">
                    <a:lumMod val="50000"/>
                  </a:schemeClr>
                </a:solidFill>
                <a:latin typeface="+mn-ea"/>
                <a:cs typeface="+mn-ea"/>
                <a:sym typeface="+mn-lt"/>
              </a:rPr>
              <a:t>模板，请输入您需要的文字内容。</a:t>
            </a:r>
            <a:endParaRPr kumimoji="1" lang="en-GB" altLang="zh-CN" sz="1100" dirty="0">
              <a:solidFill>
                <a:schemeClr val="bg1">
                  <a:lumMod val="50000"/>
                </a:schemeClr>
              </a:solidFill>
              <a:latin typeface="+mn-ea"/>
              <a:cs typeface="+mn-ea"/>
              <a:sym typeface="+mn-lt"/>
            </a:endParaRPr>
          </a:p>
        </p:txBody>
      </p:sp>
      <p:sp>
        <p:nvSpPr>
          <p:cNvPr id="4" name="文本框 3"/>
          <p:cNvSpPr txBox="1"/>
          <p:nvPr/>
        </p:nvSpPr>
        <p:spPr>
          <a:xfrm>
            <a:off x="4988082" y="2435881"/>
            <a:ext cx="1420442" cy="461665"/>
          </a:xfrm>
          <a:prstGeom prst="rect">
            <a:avLst/>
          </a:prstGeom>
          <a:noFill/>
        </p:spPr>
        <p:txBody>
          <a:bodyPr wrap="square" rtlCol="0">
            <a:spAutoFit/>
          </a:bodyPr>
          <a:lstStyle/>
          <a:p>
            <a:pPr algn="dist"/>
            <a:r>
              <a:rPr kumimoji="1" lang="en-US" altLang="zh-CN" sz="2400" dirty="0">
                <a:solidFill>
                  <a:schemeClr val="tx1">
                    <a:lumMod val="75000"/>
                    <a:lumOff val="25000"/>
                  </a:schemeClr>
                </a:solidFill>
                <a:latin typeface="+mj-ea"/>
                <a:ea typeface="+mj-ea"/>
                <a:cs typeface="+mn-ea"/>
                <a:sym typeface="+mn-lt"/>
              </a:rPr>
              <a:t>39</a:t>
            </a:r>
            <a:r>
              <a:rPr kumimoji="1" lang="en-US" altLang="zh-CN" sz="1400" dirty="0">
                <a:solidFill>
                  <a:schemeClr val="tx1">
                    <a:lumMod val="75000"/>
                    <a:lumOff val="25000"/>
                  </a:schemeClr>
                </a:solidFill>
                <a:latin typeface="+mj-ea"/>
                <a:ea typeface="+mj-ea"/>
                <a:cs typeface="+mn-ea"/>
                <a:sym typeface="+mn-lt"/>
              </a:rPr>
              <a:t>%~</a:t>
            </a:r>
            <a:r>
              <a:rPr kumimoji="1" lang="en-US" altLang="zh-CN" sz="2400" dirty="0">
                <a:solidFill>
                  <a:schemeClr val="tx1">
                    <a:lumMod val="75000"/>
                    <a:lumOff val="25000"/>
                  </a:schemeClr>
                </a:solidFill>
                <a:latin typeface="+mj-ea"/>
                <a:ea typeface="+mj-ea"/>
                <a:cs typeface="+mn-ea"/>
                <a:sym typeface="+mn-lt"/>
              </a:rPr>
              <a:t>46</a:t>
            </a:r>
            <a:r>
              <a:rPr kumimoji="1" lang="en-US" altLang="zh-CN" sz="1400" dirty="0">
                <a:solidFill>
                  <a:schemeClr val="tx1">
                    <a:lumMod val="75000"/>
                    <a:lumOff val="25000"/>
                  </a:schemeClr>
                </a:solidFill>
                <a:latin typeface="+mj-ea"/>
                <a:ea typeface="+mj-ea"/>
                <a:cs typeface="+mn-ea"/>
                <a:sym typeface="+mn-lt"/>
              </a:rPr>
              <a:t>%</a:t>
            </a:r>
            <a:endParaRPr kumimoji="1" lang="zh-CN" altLang="en-US" sz="2400" dirty="0">
              <a:solidFill>
                <a:schemeClr val="tx1">
                  <a:lumMod val="75000"/>
                  <a:lumOff val="25000"/>
                </a:schemeClr>
              </a:solidFill>
              <a:latin typeface="+mj-ea"/>
              <a:ea typeface="+mj-ea"/>
              <a:cs typeface="+mn-ea"/>
              <a:sym typeface="+mn-lt"/>
            </a:endParaRPr>
          </a:p>
        </p:txBody>
      </p:sp>
      <p:sp>
        <p:nvSpPr>
          <p:cNvPr id="5" name="文本框 4"/>
          <p:cNvSpPr txBox="1"/>
          <p:nvPr/>
        </p:nvSpPr>
        <p:spPr>
          <a:xfrm>
            <a:off x="7223918" y="2959101"/>
            <a:ext cx="1922007" cy="497765"/>
          </a:xfrm>
          <a:prstGeom prst="rect">
            <a:avLst/>
          </a:prstGeom>
          <a:noFill/>
        </p:spPr>
        <p:txBody>
          <a:bodyPr wrap="square" rtlCol="0">
            <a:spAutoFit/>
          </a:bodyPr>
          <a:lstStyle/>
          <a:p>
            <a:pPr>
              <a:lnSpc>
                <a:spcPct val="130000"/>
              </a:lnSpc>
            </a:pPr>
            <a:r>
              <a:rPr kumimoji="1" lang="zh-CN" altLang="en-US" sz="1100" dirty="0">
                <a:solidFill>
                  <a:schemeClr val="bg1">
                    <a:lumMod val="50000"/>
                  </a:schemeClr>
                </a:solidFill>
                <a:latin typeface="+mn-ea"/>
                <a:cs typeface="+mn-ea"/>
                <a:sym typeface="+mn-lt"/>
              </a:rPr>
              <a:t>感谢使用我们的</a:t>
            </a:r>
            <a:r>
              <a:rPr kumimoji="1" lang="en-GB" altLang="zh-CN" sz="1100" dirty="0">
                <a:solidFill>
                  <a:schemeClr val="bg1">
                    <a:lumMod val="50000"/>
                  </a:schemeClr>
                </a:solidFill>
                <a:latin typeface="+mn-ea"/>
                <a:cs typeface="+mn-ea"/>
                <a:sym typeface="+mn-lt"/>
              </a:rPr>
              <a:t>PPT</a:t>
            </a:r>
            <a:r>
              <a:rPr kumimoji="1" lang="zh-CN" altLang="en-US" sz="1100" dirty="0">
                <a:solidFill>
                  <a:schemeClr val="bg1">
                    <a:lumMod val="50000"/>
                  </a:schemeClr>
                </a:solidFill>
                <a:latin typeface="+mn-ea"/>
                <a:cs typeface="+mn-ea"/>
                <a:sym typeface="+mn-lt"/>
              </a:rPr>
              <a:t>模板，请输入您需要的文字内容。</a:t>
            </a:r>
            <a:endParaRPr kumimoji="1" lang="en-GB" altLang="zh-CN" sz="1100" dirty="0">
              <a:solidFill>
                <a:schemeClr val="bg1">
                  <a:lumMod val="50000"/>
                </a:schemeClr>
              </a:solidFill>
              <a:latin typeface="+mn-ea"/>
              <a:cs typeface="+mn-ea"/>
              <a:sym typeface="+mn-lt"/>
            </a:endParaRPr>
          </a:p>
        </p:txBody>
      </p:sp>
      <p:sp>
        <p:nvSpPr>
          <p:cNvPr id="6" name="文本框 5"/>
          <p:cNvSpPr txBox="1"/>
          <p:nvPr/>
        </p:nvSpPr>
        <p:spPr>
          <a:xfrm>
            <a:off x="7235493" y="2435881"/>
            <a:ext cx="1420442" cy="461665"/>
          </a:xfrm>
          <a:prstGeom prst="rect">
            <a:avLst/>
          </a:prstGeom>
          <a:noFill/>
        </p:spPr>
        <p:txBody>
          <a:bodyPr wrap="square" rtlCol="0">
            <a:spAutoFit/>
          </a:bodyPr>
          <a:lstStyle/>
          <a:p>
            <a:pPr algn="dist"/>
            <a:r>
              <a:rPr kumimoji="1" lang="en-US" altLang="zh-CN" sz="2400" dirty="0">
                <a:solidFill>
                  <a:schemeClr val="tx1">
                    <a:lumMod val="75000"/>
                    <a:lumOff val="25000"/>
                  </a:schemeClr>
                </a:solidFill>
                <a:latin typeface="+mj-ea"/>
                <a:ea typeface="+mj-ea"/>
                <a:cs typeface="+mn-ea"/>
                <a:sym typeface="+mn-lt"/>
              </a:rPr>
              <a:t>39</a:t>
            </a:r>
            <a:r>
              <a:rPr kumimoji="1" lang="en-US" altLang="zh-CN" sz="1400" dirty="0">
                <a:solidFill>
                  <a:schemeClr val="tx1">
                    <a:lumMod val="75000"/>
                    <a:lumOff val="25000"/>
                  </a:schemeClr>
                </a:solidFill>
                <a:latin typeface="+mj-ea"/>
                <a:ea typeface="+mj-ea"/>
                <a:cs typeface="+mn-ea"/>
                <a:sym typeface="+mn-lt"/>
              </a:rPr>
              <a:t>%~</a:t>
            </a:r>
            <a:r>
              <a:rPr kumimoji="1" lang="en-US" altLang="zh-CN" sz="2400" dirty="0">
                <a:solidFill>
                  <a:schemeClr val="tx1">
                    <a:lumMod val="75000"/>
                    <a:lumOff val="25000"/>
                  </a:schemeClr>
                </a:solidFill>
                <a:latin typeface="+mj-ea"/>
                <a:ea typeface="+mj-ea"/>
                <a:cs typeface="+mn-ea"/>
                <a:sym typeface="+mn-lt"/>
              </a:rPr>
              <a:t>46</a:t>
            </a:r>
            <a:r>
              <a:rPr kumimoji="1" lang="en-US" altLang="zh-CN" sz="1400" dirty="0">
                <a:solidFill>
                  <a:schemeClr val="tx1">
                    <a:lumMod val="75000"/>
                    <a:lumOff val="25000"/>
                  </a:schemeClr>
                </a:solidFill>
                <a:latin typeface="+mj-ea"/>
                <a:ea typeface="+mj-ea"/>
                <a:cs typeface="+mn-ea"/>
                <a:sym typeface="+mn-lt"/>
              </a:rPr>
              <a:t>%</a:t>
            </a:r>
            <a:endParaRPr kumimoji="1" lang="zh-CN" altLang="en-US" sz="2400" dirty="0">
              <a:solidFill>
                <a:schemeClr val="tx1">
                  <a:lumMod val="75000"/>
                  <a:lumOff val="25000"/>
                </a:schemeClr>
              </a:solidFill>
              <a:latin typeface="+mj-ea"/>
              <a:ea typeface="+mj-ea"/>
              <a:cs typeface="+mn-ea"/>
              <a:sym typeface="+mn-lt"/>
            </a:endParaRPr>
          </a:p>
        </p:txBody>
      </p:sp>
      <p:sp>
        <p:nvSpPr>
          <p:cNvPr id="7" name="文本框 6"/>
          <p:cNvSpPr txBox="1"/>
          <p:nvPr/>
        </p:nvSpPr>
        <p:spPr>
          <a:xfrm>
            <a:off x="9459754" y="2959101"/>
            <a:ext cx="1922007" cy="497765"/>
          </a:xfrm>
          <a:prstGeom prst="rect">
            <a:avLst/>
          </a:prstGeom>
          <a:noFill/>
        </p:spPr>
        <p:txBody>
          <a:bodyPr wrap="square" rtlCol="0">
            <a:spAutoFit/>
          </a:bodyPr>
          <a:lstStyle/>
          <a:p>
            <a:pPr>
              <a:lnSpc>
                <a:spcPct val="130000"/>
              </a:lnSpc>
            </a:pPr>
            <a:r>
              <a:rPr kumimoji="1" lang="zh-CN" altLang="en-US" sz="1100" dirty="0">
                <a:solidFill>
                  <a:schemeClr val="bg1">
                    <a:lumMod val="50000"/>
                  </a:schemeClr>
                </a:solidFill>
                <a:latin typeface="+mn-ea"/>
                <a:cs typeface="+mn-ea"/>
                <a:sym typeface="+mn-lt"/>
              </a:rPr>
              <a:t>感谢使用我们的</a:t>
            </a:r>
            <a:r>
              <a:rPr kumimoji="1" lang="en-GB" altLang="zh-CN" sz="1100" dirty="0">
                <a:solidFill>
                  <a:schemeClr val="bg1">
                    <a:lumMod val="50000"/>
                  </a:schemeClr>
                </a:solidFill>
                <a:latin typeface="+mn-ea"/>
                <a:cs typeface="+mn-ea"/>
                <a:sym typeface="+mn-lt"/>
              </a:rPr>
              <a:t>PPT</a:t>
            </a:r>
            <a:r>
              <a:rPr kumimoji="1" lang="zh-CN" altLang="en-US" sz="1100" dirty="0">
                <a:solidFill>
                  <a:schemeClr val="bg1">
                    <a:lumMod val="50000"/>
                  </a:schemeClr>
                </a:solidFill>
                <a:latin typeface="+mn-ea"/>
                <a:cs typeface="+mn-ea"/>
                <a:sym typeface="+mn-lt"/>
              </a:rPr>
              <a:t>模板，请输入您需要的文字内容。</a:t>
            </a:r>
            <a:endParaRPr kumimoji="1" lang="en-GB" altLang="zh-CN" sz="1100" dirty="0">
              <a:solidFill>
                <a:schemeClr val="bg1">
                  <a:lumMod val="50000"/>
                </a:schemeClr>
              </a:solidFill>
              <a:latin typeface="+mn-ea"/>
              <a:cs typeface="+mn-ea"/>
              <a:sym typeface="+mn-lt"/>
            </a:endParaRPr>
          </a:p>
        </p:txBody>
      </p:sp>
      <p:sp>
        <p:nvSpPr>
          <p:cNvPr id="8" name="文本框 7"/>
          <p:cNvSpPr txBox="1"/>
          <p:nvPr/>
        </p:nvSpPr>
        <p:spPr>
          <a:xfrm>
            <a:off x="9471329" y="2435881"/>
            <a:ext cx="1420442" cy="461665"/>
          </a:xfrm>
          <a:prstGeom prst="rect">
            <a:avLst/>
          </a:prstGeom>
          <a:noFill/>
        </p:spPr>
        <p:txBody>
          <a:bodyPr wrap="square" rtlCol="0">
            <a:spAutoFit/>
          </a:bodyPr>
          <a:lstStyle/>
          <a:p>
            <a:pPr algn="dist"/>
            <a:r>
              <a:rPr kumimoji="1" lang="en-US" altLang="zh-CN" sz="2400" dirty="0">
                <a:solidFill>
                  <a:schemeClr val="tx1">
                    <a:lumMod val="75000"/>
                    <a:lumOff val="25000"/>
                  </a:schemeClr>
                </a:solidFill>
                <a:latin typeface="+mj-ea"/>
                <a:ea typeface="+mj-ea"/>
                <a:cs typeface="+mn-ea"/>
                <a:sym typeface="+mn-lt"/>
              </a:rPr>
              <a:t>39</a:t>
            </a:r>
            <a:r>
              <a:rPr kumimoji="1" lang="en-US" altLang="zh-CN" sz="1400" dirty="0">
                <a:solidFill>
                  <a:schemeClr val="tx1">
                    <a:lumMod val="75000"/>
                    <a:lumOff val="25000"/>
                  </a:schemeClr>
                </a:solidFill>
                <a:latin typeface="+mj-ea"/>
                <a:ea typeface="+mj-ea"/>
                <a:cs typeface="+mn-ea"/>
                <a:sym typeface="+mn-lt"/>
              </a:rPr>
              <a:t>%~</a:t>
            </a:r>
            <a:r>
              <a:rPr kumimoji="1" lang="en-US" altLang="zh-CN" sz="2400" dirty="0">
                <a:solidFill>
                  <a:schemeClr val="tx1">
                    <a:lumMod val="75000"/>
                    <a:lumOff val="25000"/>
                  </a:schemeClr>
                </a:solidFill>
                <a:latin typeface="+mj-ea"/>
                <a:ea typeface="+mj-ea"/>
                <a:cs typeface="+mn-ea"/>
                <a:sym typeface="+mn-lt"/>
              </a:rPr>
              <a:t>46</a:t>
            </a:r>
            <a:r>
              <a:rPr kumimoji="1" lang="en-US" altLang="zh-CN" sz="1400" dirty="0">
                <a:solidFill>
                  <a:schemeClr val="tx1">
                    <a:lumMod val="75000"/>
                    <a:lumOff val="25000"/>
                  </a:schemeClr>
                </a:solidFill>
                <a:latin typeface="+mj-ea"/>
                <a:ea typeface="+mj-ea"/>
                <a:cs typeface="+mn-ea"/>
                <a:sym typeface="+mn-lt"/>
              </a:rPr>
              <a:t>%</a:t>
            </a:r>
            <a:endParaRPr kumimoji="1" lang="zh-CN" altLang="en-US" sz="2400" dirty="0">
              <a:solidFill>
                <a:schemeClr val="tx1">
                  <a:lumMod val="75000"/>
                  <a:lumOff val="25000"/>
                </a:schemeClr>
              </a:solidFill>
              <a:latin typeface="+mj-ea"/>
              <a:ea typeface="+mj-ea"/>
              <a:cs typeface="+mn-ea"/>
              <a:sym typeface="+mn-lt"/>
            </a:endParaRPr>
          </a:p>
        </p:txBody>
      </p:sp>
      <p:sp>
        <p:nvSpPr>
          <p:cNvPr id="9" name="文本框 8"/>
          <p:cNvSpPr txBox="1"/>
          <p:nvPr/>
        </p:nvSpPr>
        <p:spPr>
          <a:xfrm>
            <a:off x="4976507" y="4803269"/>
            <a:ext cx="1922007" cy="497765"/>
          </a:xfrm>
          <a:prstGeom prst="rect">
            <a:avLst/>
          </a:prstGeom>
          <a:noFill/>
        </p:spPr>
        <p:txBody>
          <a:bodyPr wrap="square" rtlCol="0">
            <a:spAutoFit/>
          </a:bodyPr>
          <a:lstStyle/>
          <a:p>
            <a:pPr>
              <a:lnSpc>
                <a:spcPct val="130000"/>
              </a:lnSpc>
            </a:pPr>
            <a:r>
              <a:rPr kumimoji="1" lang="zh-CN" altLang="en-US" sz="1100" dirty="0">
                <a:solidFill>
                  <a:schemeClr val="bg1">
                    <a:lumMod val="50000"/>
                  </a:schemeClr>
                </a:solidFill>
                <a:latin typeface="+mn-ea"/>
                <a:cs typeface="+mn-ea"/>
                <a:sym typeface="+mn-lt"/>
              </a:rPr>
              <a:t>感谢使用我们的</a:t>
            </a:r>
            <a:r>
              <a:rPr kumimoji="1" lang="en-GB" altLang="zh-CN" sz="1100" dirty="0">
                <a:solidFill>
                  <a:schemeClr val="bg1">
                    <a:lumMod val="50000"/>
                  </a:schemeClr>
                </a:solidFill>
                <a:latin typeface="+mn-ea"/>
                <a:cs typeface="+mn-ea"/>
                <a:sym typeface="+mn-lt"/>
              </a:rPr>
              <a:t>PPT</a:t>
            </a:r>
            <a:r>
              <a:rPr kumimoji="1" lang="zh-CN" altLang="en-US" sz="1100" dirty="0">
                <a:solidFill>
                  <a:schemeClr val="bg1">
                    <a:lumMod val="50000"/>
                  </a:schemeClr>
                </a:solidFill>
                <a:latin typeface="+mn-ea"/>
                <a:cs typeface="+mn-ea"/>
                <a:sym typeface="+mn-lt"/>
              </a:rPr>
              <a:t>模板，请输入您需要的文字内容。</a:t>
            </a:r>
            <a:endParaRPr kumimoji="1" lang="en-GB" altLang="zh-CN" sz="1100" dirty="0">
              <a:solidFill>
                <a:schemeClr val="bg1">
                  <a:lumMod val="50000"/>
                </a:schemeClr>
              </a:solidFill>
              <a:latin typeface="+mn-ea"/>
              <a:cs typeface="+mn-ea"/>
              <a:sym typeface="+mn-lt"/>
            </a:endParaRPr>
          </a:p>
        </p:txBody>
      </p:sp>
      <p:sp>
        <p:nvSpPr>
          <p:cNvPr id="10" name="文本框 9"/>
          <p:cNvSpPr txBox="1"/>
          <p:nvPr/>
        </p:nvSpPr>
        <p:spPr>
          <a:xfrm>
            <a:off x="4988082" y="4299700"/>
            <a:ext cx="1420442" cy="461665"/>
          </a:xfrm>
          <a:prstGeom prst="rect">
            <a:avLst/>
          </a:prstGeom>
          <a:noFill/>
        </p:spPr>
        <p:txBody>
          <a:bodyPr wrap="square" rtlCol="0">
            <a:spAutoFit/>
          </a:bodyPr>
          <a:lstStyle/>
          <a:p>
            <a:pPr algn="dist"/>
            <a:r>
              <a:rPr kumimoji="1" lang="en-US" altLang="zh-CN" sz="2400" dirty="0">
                <a:solidFill>
                  <a:schemeClr val="tx1">
                    <a:lumMod val="75000"/>
                    <a:lumOff val="25000"/>
                  </a:schemeClr>
                </a:solidFill>
                <a:latin typeface="+mj-ea"/>
                <a:ea typeface="+mj-ea"/>
                <a:cs typeface="+mn-ea"/>
                <a:sym typeface="+mn-lt"/>
              </a:rPr>
              <a:t>39</a:t>
            </a:r>
            <a:r>
              <a:rPr kumimoji="1" lang="en-US" altLang="zh-CN" sz="1400" dirty="0">
                <a:solidFill>
                  <a:schemeClr val="tx1">
                    <a:lumMod val="75000"/>
                    <a:lumOff val="25000"/>
                  </a:schemeClr>
                </a:solidFill>
                <a:latin typeface="+mj-ea"/>
                <a:ea typeface="+mj-ea"/>
                <a:cs typeface="+mn-ea"/>
                <a:sym typeface="+mn-lt"/>
              </a:rPr>
              <a:t>%~</a:t>
            </a:r>
            <a:r>
              <a:rPr kumimoji="1" lang="en-US" altLang="zh-CN" sz="2400" dirty="0">
                <a:solidFill>
                  <a:schemeClr val="tx1">
                    <a:lumMod val="75000"/>
                    <a:lumOff val="25000"/>
                  </a:schemeClr>
                </a:solidFill>
                <a:latin typeface="+mj-ea"/>
                <a:ea typeface="+mj-ea"/>
                <a:cs typeface="+mn-ea"/>
                <a:sym typeface="+mn-lt"/>
              </a:rPr>
              <a:t>46</a:t>
            </a:r>
            <a:r>
              <a:rPr kumimoji="1" lang="en-US" altLang="zh-CN" sz="1400" dirty="0">
                <a:solidFill>
                  <a:schemeClr val="tx1">
                    <a:lumMod val="75000"/>
                    <a:lumOff val="25000"/>
                  </a:schemeClr>
                </a:solidFill>
                <a:latin typeface="+mj-ea"/>
                <a:ea typeface="+mj-ea"/>
                <a:cs typeface="+mn-ea"/>
                <a:sym typeface="+mn-lt"/>
              </a:rPr>
              <a:t>%</a:t>
            </a:r>
            <a:endParaRPr kumimoji="1" lang="zh-CN" altLang="en-US" sz="2400" dirty="0">
              <a:solidFill>
                <a:schemeClr val="tx1">
                  <a:lumMod val="75000"/>
                  <a:lumOff val="25000"/>
                </a:schemeClr>
              </a:solidFill>
              <a:latin typeface="+mj-ea"/>
              <a:ea typeface="+mj-ea"/>
              <a:cs typeface="+mn-ea"/>
              <a:sym typeface="+mn-lt"/>
            </a:endParaRPr>
          </a:p>
        </p:txBody>
      </p:sp>
      <p:sp>
        <p:nvSpPr>
          <p:cNvPr id="11" name="文本框 10"/>
          <p:cNvSpPr txBox="1"/>
          <p:nvPr/>
        </p:nvSpPr>
        <p:spPr>
          <a:xfrm>
            <a:off x="7223918" y="4803269"/>
            <a:ext cx="1922007" cy="497765"/>
          </a:xfrm>
          <a:prstGeom prst="rect">
            <a:avLst/>
          </a:prstGeom>
          <a:noFill/>
        </p:spPr>
        <p:txBody>
          <a:bodyPr wrap="square" rtlCol="0">
            <a:spAutoFit/>
          </a:bodyPr>
          <a:lstStyle/>
          <a:p>
            <a:pPr>
              <a:lnSpc>
                <a:spcPct val="130000"/>
              </a:lnSpc>
            </a:pPr>
            <a:r>
              <a:rPr kumimoji="1" lang="zh-CN" altLang="en-US" sz="1100" dirty="0">
                <a:solidFill>
                  <a:schemeClr val="bg1">
                    <a:lumMod val="50000"/>
                  </a:schemeClr>
                </a:solidFill>
                <a:latin typeface="+mn-ea"/>
                <a:cs typeface="+mn-ea"/>
                <a:sym typeface="+mn-lt"/>
              </a:rPr>
              <a:t>感谢使用我们的</a:t>
            </a:r>
            <a:r>
              <a:rPr kumimoji="1" lang="en-GB" altLang="zh-CN" sz="1100" dirty="0">
                <a:solidFill>
                  <a:schemeClr val="bg1">
                    <a:lumMod val="50000"/>
                  </a:schemeClr>
                </a:solidFill>
                <a:latin typeface="+mn-ea"/>
                <a:cs typeface="+mn-ea"/>
                <a:sym typeface="+mn-lt"/>
              </a:rPr>
              <a:t>PPT</a:t>
            </a:r>
            <a:r>
              <a:rPr kumimoji="1" lang="zh-CN" altLang="en-US" sz="1100" dirty="0">
                <a:solidFill>
                  <a:schemeClr val="bg1">
                    <a:lumMod val="50000"/>
                  </a:schemeClr>
                </a:solidFill>
                <a:latin typeface="+mn-ea"/>
                <a:cs typeface="+mn-ea"/>
                <a:sym typeface="+mn-lt"/>
              </a:rPr>
              <a:t>模板，请输入您需要的文字内容。</a:t>
            </a:r>
            <a:endParaRPr kumimoji="1" lang="en-GB" altLang="zh-CN" sz="1100" dirty="0">
              <a:solidFill>
                <a:schemeClr val="bg1">
                  <a:lumMod val="50000"/>
                </a:schemeClr>
              </a:solidFill>
              <a:latin typeface="+mn-ea"/>
              <a:cs typeface="+mn-ea"/>
              <a:sym typeface="+mn-lt"/>
            </a:endParaRPr>
          </a:p>
        </p:txBody>
      </p:sp>
      <p:sp>
        <p:nvSpPr>
          <p:cNvPr id="12" name="文本框 11"/>
          <p:cNvSpPr txBox="1"/>
          <p:nvPr/>
        </p:nvSpPr>
        <p:spPr>
          <a:xfrm>
            <a:off x="7235493" y="4299700"/>
            <a:ext cx="1420442" cy="461665"/>
          </a:xfrm>
          <a:prstGeom prst="rect">
            <a:avLst/>
          </a:prstGeom>
          <a:noFill/>
        </p:spPr>
        <p:txBody>
          <a:bodyPr wrap="square" rtlCol="0">
            <a:spAutoFit/>
          </a:bodyPr>
          <a:lstStyle/>
          <a:p>
            <a:pPr algn="dist"/>
            <a:r>
              <a:rPr kumimoji="1" lang="en-US" altLang="zh-CN" sz="2400" dirty="0">
                <a:solidFill>
                  <a:schemeClr val="tx1">
                    <a:lumMod val="75000"/>
                    <a:lumOff val="25000"/>
                  </a:schemeClr>
                </a:solidFill>
                <a:latin typeface="+mj-ea"/>
                <a:ea typeface="+mj-ea"/>
                <a:cs typeface="+mn-ea"/>
                <a:sym typeface="+mn-lt"/>
              </a:rPr>
              <a:t>39</a:t>
            </a:r>
            <a:r>
              <a:rPr kumimoji="1" lang="en-US" altLang="zh-CN" sz="1400" dirty="0">
                <a:solidFill>
                  <a:schemeClr val="tx1">
                    <a:lumMod val="75000"/>
                    <a:lumOff val="25000"/>
                  </a:schemeClr>
                </a:solidFill>
                <a:latin typeface="+mj-ea"/>
                <a:ea typeface="+mj-ea"/>
                <a:cs typeface="+mn-ea"/>
                <a:sym typeface="+mn-lt"/>
              </a:rPr>
              <a:t>%~</a:t>
            </a:r>
            <a:r>
              <a:rPr kumimoji="1" lang="en-US" altLang="zh-CN" sz="2400" dirty="0">
                <a:solidFill>
                  <a:schemeClr val="tx1">
                    <a:lumMod val="75000"/>
                    <a:lumOff val="25000"/>
                  </a:schemeClr>
                </a:solidFill>
                <a:latin typeface="+mj-ea"/>
                <a:ea typeface="+mj-ea"/>
                <a:cs typeface="+mn-ea"/>
                <a:sym typeface="+mn-lt"/>
              </a:rPr>
              <a:t>46</a:t>
            </a:r>
            <a:r>
              <a:rPr kumimoji="1" lang="en-US" altLang="zh-CN" sz="1400" dirty="0">
                <a:solidFill>
                  <a:schemeClr val="tx1">
                    <a:lumMod val="75000"/>
                    <a:lumOff val="25000"/>
                  </a:schemeClr>
                </a:solidFill>
                <a:latin typeface="+mj-ea"/>
                <a:ea typeface="+mj-ea"/>
                <a:cs typeface="+mn-ea"/>
                <a:sym typeface="+mn-lt"/>
              </a:rPr>
              <a:t>%</a:t>
            </a:r>
            <a:endParaRPr kumimoji="1" lang="zh-CN" altLang="en-US" sz="2400" dirty="0">
              <a:solidFill>
                <a:schemeClr val="tx1">
                  <a:lumMod val="75000"/>
                  <a:lumOff val="25000"/>
                </a:schemeClr>
              </a:solidFill>
              <a:latin typeface="+mj-ea"/>
              <a:ea typeface="+mj-ea"/>
              <a:cs typeface="+mn-ea"/>
              <a:sym typeface="+mn-lt"/>
            </a:endParaRPr>
          </a:p>
        </p:txBody>
      </p:sp>
      <p:sp>
        <p:nvSpPr>
          <p:cNvPr id="13" name="文本框 12"/>
          <p:cNvSpPr txBox="1"/>
          <p:nvPr/>
        </p:nvSpPr>
        <p:spPr>
          <a:xfrm>
            <a:off x="9459754" y="4822920"/>
            <a:ext cx="1922007" cy="497765"/>
          </a:xfrm>
          <a:prstGeom prst="rect">
            <a:avLst/>
          </a:prstGeom>
          <a:noFill/>
        </p:spPr>
        <p:txBody>
          <a:bodyPr wrap="square" rtlCol="0">
            <a:spAutoFit/>
          </a:bodyPr>
          <a:lstStyle/>
          <a:p>
            <a:pPr>
              <a:lnSpc>
                <a:spcPct val="130000"/>
              </a:lnSpc>
            </a:pPr>
            <a:r>
              <a:rPr kumimoji="1" lang="zh-CN" altLang="en-US" sz="1100" dirty="0">
                <a:solidFill>
                  <a:schemeClr val="bg1">
                    <a:lumMod val="50000"/>
                  </a:schemeClr>
                </a:solidFill>
                <a:latin typeface="+mn-ea"/>
                <a:cs typeface="+mn-ea"/>
                <a:sym typeface="+mn-lt"/>
              </a:rPr>
              <a:t>感谢使用我们的</a:t>
            </a:r>
            <a:r>
              <a:rPr kumimoji="1" lang="en-GB" altLang="zh-CN" sz="1100" dirty="0">
                <a:solidFill>
                  <a:schemeClr val="bg1">
                    <a:lumMod val="50000"/>
                  </a:schemeClr>
                </a:solidFill>
                <a:latin typeface="+mn-ea"/>
                <a:cs typeface="+mn-ea"/>
                <a:sym typeface="+mn-lt"/>
              </a:rPr>
              <a:t>PPT</a:t>
            </a:r>
            <a:r>
              <a:rPr kumimoji="1" lang="zh-CN" altLang="en-US" sz="1100" dirty="0">
                <a:solidFill>
                  <a:schemeClr val="bg1">
                    <a:lumMod val="50000"/>
                  </a:schemeClr>
                </a:solidFill>
                <a:latin typeface="+mn-ea"/>
                <a:cs typeface="+mn-ea"/>
                <a:sym typeface="+mn-lt"/>
              </a:rPr>
              <a:t>模板，请输入您需要的文字内容。</a:t>
            </a:r>
            <a:endParaRPr kumimoji="1" lang="en-GB" altLang="zh-CN" sz="1100" dirty="0">
              <a:solidFill>
                <a:schemeClr val="bg1">
                  <a:lumMod val="50000"/>
                </a:schemeClr>
              </a:solidFill>
              <a:latin typeface="+mn-ea"/>
              <a:cs typeface="+mn-ea"/>
              <a:sym typeface="+mn-lt"/>
            </a:endParaRPr>
          </a:p>
        </p:txBody>
      </p:sp>
      <p:sp>
        <p:nvSpPr>
          <p:cNvPr id="14" name="文本框 13"/>
          <p:cNvSpPr txBox="1"/>
          <p:nvPr/>
        </p:nvSpPr>
        <p:spPr>
          <a:xfrm>
            <a:off x="9471329" y="4299700"/>
            <a:ext cx="1420442" cy="461665"/>
          </a:xfrm>
          <a:prstGeom prst="rect">
            <a:avLst/>
          </a:prstGeom>
          <a:noFill/>
        </p:spPr>
        <p:txBody>
          <a:bodyPr wrap="square" rtlCol="0">
            <a:spAutoFit/>
          </a:bodyPr>
          <a:lstStyle/>
          <a:p>
            <a:pPr algn="dist"/>
            <a:r>
              <a:rPr kumimoji="1" lang="en-US" altLang="zh-CN" sz="2400" dirty="0">
                <a:solidFill>
                  <a:schemeClr val="tx1">
                    <a:lumMod val="75000"/>
                    <a:lumOff val="25000"/>
                  </a:schemeClr>
                </a:solidFill>
                <a:latin typeface="+mj-ea"/>
                <a:ea typeface="+mj-ea"/>
                <a:cs typeface="+mn-ea"/>
                <a:sym typeface="+mn-lt"/>
              </a:rPr>
              <a:t>39</a:t>
            </a:r>
            <a:r>
              <a:rPr kumimoji="1" lang="en-US" altLang="zh-CN" sz="1400" dirty="0">
                <a:solidFill>
                  <a:schemeClr val="tx1">
                    <a:lumMod val="75000"/>
                    <a:lumOff val="25000"/>
                  </a:schemeClr>
                </a:solidFill>
                <a:latin typeface="+mj-ea"/>
                <a:ea typeface="+mj-ea"/>
                <a:cs typeface="+mn-ea"/>
                <a:sym typeface="+mn-lt"/>
              </a:rPr>
              <a:t>%~</a:t>
            </a:r>
            <a:r>
              <a:rPr kumimoji="1" lang="en-US" altLang="zh-CN" sz="2400" dirty="0">
                <a:solidFill>
                  <a:schemeClr val="tx1">
                    <a:lumMod val="75000"/>
                    <a:lumOff val="25000"/>
                  </a:schemeClr>
                </a:solidFill>
                <a:latin typeface="+mj-ea"/>
                <a:ea typeface="+mj-ea"/>
                <a:cs typeface="+mn-ea"/>
                <a:sym typeface="+mn-lt"/>
              </a:rPr>
              <a:t>46</a:t>
            </a:r>
            <a:r>
              <a:rPr kumimoji="1" lang="en-US" altLang="zh-CN" sz="1400" dirty="0">
                <a:solidFill>
                  <a:schemeClr val="tx1">
                    <a:lumMod val="75000"/>
                    <a:lumOff val="25000"/>
                  </a:schemeClr>
                </a:solidFill>
                <a:latin typeface="+mj-ea"/>
                <a:ea typeface="+mj-ea"/>
                <a:cs typeface="+mn-ea"/>
                <a:sym typeface="+mn-lt"/>
              </a:rPr>
              <a:t>%</a:t>
            </a:r>
            <a:endParaRPr kumimoji="1" lang="zh-CN" altLang="en-US" sz="2400" dirty="0">
              <a:solidFill>
                <a:schemeClr val="tx1">
                  <a:lumMod val="75000"/>
                  <a:lumOff val="25000"/>
                </a:schemeClr>
              </a:solidFill>
              <a:latin typeface="+mj-ea"/>
              <a:ea typeface="+mj-ea"/>
              <a:cs typeface="+mn-ea"/>
              <a:sym typeface="+mn-lt"/>
            </a:endParaRPr>
          </a:p>
        </p:txBody>
      </p:sp>
      <p:sp>
        <p:nvSpPr>
          <p:cNvPr id="15" name="文本框 14"/>
          <p:cNvSpPr txBox="1"/>
          <p:nvPr/>
        </p:nvSpPr>
        <p:spPr>
          <a:xfrm>
            <a:off x="1259334" y="1745906"/>
            <a:ext cx="2198038" cy="400110"/>
          </a:xfrm>
          <a:prstGeom prst="rect">
            <a:avLst/>
          </a:prstGeom>
          <a:noFill/>
        </p:spPr>
        <p:txBody>
          <a:bodyPr wrap="none" rtlCol="0">
            <a:spAutoFit/>
          </a:bodyPr>
          <a:lstStyle/>
          <a:p>
            <a:r>
              <a:rPr kumimoji="1" lang="en-US" altLang="zh-CN" sz="2000" dirty="0">
                <a:solidFill>
                  <a:schemeClr val="bg1"/>
                </a:solidFill>
                <a:latin typeface="+mj-ea"/>
                <a:ea typeface="+mj-ea"/>
              </a:rPr>
              <a:t>BUSINESS</a:t>
            </a:r>
            <a:r>
              <a:rPr kumimoji="1" lang="zh-CN" altLang="en-US" sz="2000" dirty="0">
                <a:solidFill>
                  <a:schemeClr val="bg1"/>
                </a:solidFill>
                <a:latin typeface="+mj-ea"/>
                <a:ea typeface="+mj-ea"/>
              </a:rPr>
              <a:t> </a:t>
            </a:r>
            <a:r>
              <a:rPr kumimoji="1" lang="en-US" altLang="zh-CN" sz="2000" dirty="0">
                <a:solidFill>
                  <a:schemeClr val="bg1"/>
                </a:solidFill>
                <a:latin typeface="+mj-ea"/>
                <a:ea typeface="+mj-ea"/>
              </a:rPr>
              <a:t>DATA</a:t>
            </a:r>
            <a:endParaRPr kumimoji="1" lang="zh-CN" altLang="en-US" sz="2000" dirty="0">
              <a:solidFill>
                <a:schemeClr val="bg1"/>
              </a:solidFill>
              <a:latin typeface="+mj-ea"/>
              <a:ea typeface="+mj-ea"/>
            </a:endParaRPr>
          </a:p>
        </p:txBody>
      </p:sp>
      <p:sp>
        <p:nvSpPr>
          <p:cNvPr id="16" name="文本框 15"/>
          <p:cNvSpPr txBox="1"/>
          <p:nvPr/>
        </p:nvSpPr>
        <p:spPr>
          <a:xfrm>
            <a:off x="1023441" y="4901942"/>
            <a:ext cx="1811714" cy="369332"/>
          </a:xfrm>
          <a:prstGeom prst="rect">
            <a:avLst/>
          </a:prstGeom>
          <a:noFill/>
        </p:spPr>
        <p:txBody>
          <a:bodyPr wrap="none" rtlCol="0">
            <a:spAutoFit/>
          </a:bodyPr>
          <a:lstStyle/>
          <a:p>
            <a:r>
              <a:rPr kumimoji="1" lang="en-US" altLang="zh-CN" dirty="0">
                <a:solidFill>
                  <a:schemeClr val="bg1">
                    <a:lumMod val="75000"/>
                  </a:schemeClr>
                </a:solidFill>
                <a:latin typeface="+mn-ea"/>
              </a:rPr>
              <a:t>PPT</a:t>
            </a:r>
            <a:r>
              <a:rPr kumimoji="1" lang="zh-CN" altLang="en-US" dirty="0">
                <a:solidFill>
                  <a:schemeClr val="bg1">
                    <a:lumMod val="75000"/>
                  </a:schemeClr>
                </a:solidFill>
                <a:latin typeface="+mn-ea"/>
              </a:rPr>
              <a:t> </a:t>
            </a:r>
            <a:r>
              <a:rPr kumimoji="1" lang="en-US" altLang="zh-CN" dirty="0">
                <a:solidFill>
                  <a:schemeClr val="bg1">
                    <a:lumMod val="75000"/>
                  </a:schemeClr>
                </a:solidFill>
                <a:latin typeface="+mn-ea"/>
              </a:rPr>
              <a:t>TEMPLATE</a:t>
            </a:r>
            <a:endParaRPr kumimoji="1" lang="zh-CN" altLang="en-US" dirty="0">
              <a:solidFill>
                <a:schemeClr val="bg1">
                  <a:lumMod val="75000"/>
                </a:schemeClr>
              </a:solidFill>
              <a:latin typeface="+mn-ea"/>
            </a:endParaRPr>
          </a:p>
        </p:txBody>
      </p:sp>
      <p:sp>
        <p:nvSpPr>
          <p:cNvPr id="17" name="文本框 16"/>
          <p:cNvSpPr txBox="1"/>
          <p:nvPr/>
        </p:nvSpPr>
        <p:spPr>
          <a:xfrm>
            <a:off x="1011866" y="2526679"/>
            <a:ext cx="3490688" cy="2080506"/>
          </a:xfrm>
          <a:prstGeom prst="rect">
            <a:avLst/>
          </a:prstGeom>
          <a:noFill/>
        </p:spPr>
        <p:txBody>
          <a:bodyPr wrap="square" rtlCol="0">
            <a:spAutoFit/>
          </a:bodyPr>
          <a:lstStyle/>
          <a:p>
            <a:pPr>
              <a:lnSpc>
                <a:spcPct val="150000"/>
              </a:lnSpc>
            </a:pPr>
            <a:r>
              <a:rPr kumimoji="1" lang="zh-CN" altLang="en-US" sz="1100" dirty="0">
                <a:solidFill>
                  <a:schemeClr val="tx1">
                    <a:lumMod val="50000"/>
                    <a:lumOff val="50000"/>
                  </a:schemeClr>
                </a:solidFill>
                <a:latin typeface="+mn-ea"/>
                <a:cs typeface="+mn-ea"/>
                <a:sym typeface="+mn-lt"/>
              </a:rPr>
              <a:t>感谢您使用我们的</a:t>
            </a:r>
            <a:r>
              <a:rPr kumimoji="1" lang="en-US" altLang="zh-CN" sz="1100" dirty="0">
                <a:solidFill>
                  <a:schemeClr val="tx1">
                    <a:lumMod val="50000"/>
                    <a:lumOff val="50000"/>
                  </a:schemeClr>
                </a:solidFill>
                <a:latin typeface="+mn-ea"/>
                <a:cs typeface="+mn-ea"/>
                <a:sym typeface="+mn-lt"/>
              </a:rPr>
              <a:t>PPT</a:t>
            </a:r>
            <a:r>
              <a:rPr kumimoji="1" lang="zh-CN" altLang="en-US" sz="1100" dirty="0">
                <a:solidFill>
                  <a:schemeClr val="tx1">
                    <a:lumMod val="50000"/>
                    <a:lumOff val="50000"/>
                  </a:schemeClr>
                </a:solidFill>
                <a:latin typeface="+mn-ea"/>
                <a:cs typeface="+mn-ea"/>
                <a:sym typeface="+mn-lt"/>
              </a:rPr>
              <a:t>模板，请在此输入您需要的文字内容，感谢您使用我们的</a:t>
            </a:r>
            <a:r>
              <a:rPr kumimoji="1" lang="en-US" altLang="zh-CN" sz="1100" dirty="0">
                <a:solidFill>
                  <a:schemeClr val="tx1">
                    <a:lumMod val="50000"/>
                    <a:lumOff val="50000"/>
                  </a:schemeClr>
                </a:solidFill>
                <a:latin typeface="+mn-ea"/>
                <a:cs typeface="+mn-ea"/>
                <a:sym typeface="+mn-lt"/>
              </a:rPr>
              <a:t>PPT</a:t>
            </a:r>
            <a:r>
              <a:rPr kumimoji="1" lang="zh-CN" altLang="en-US" sz="1100" dirty="0">
                <a:solidFill>
                  <a:schemeClr val="tx1">
                    <a:lumMod val="50000"/>
                    <a:lumOff val="50000"/>
                  </a:schemeClr>
                </a:solidFill>
                <a:latin typeface="+mn-ea"/>
                <a:cs typeface="+mn-ea"/>
                <a:sym typeface="+mn-lt"/>
              </a:rPr>
              <a:t>模板。感谢您使用我们的</a:t>
            </a:r>
            <a:r>
              <a:rPr kumimoji="1" lang="en-US" altLang="zh-CN" sz="1100" dirty="0">
                <a:solidFill>
                  <a:schemeClr val="tx1">
                    <a:lumMod val="50000"/>
                    <a:lumOff val="50000"/>
                  </a:schemeClr>
                </a:solidFill>
                <a:latin typeface="+mn-ea"/>
                <a:cs typeface="+mn-ea"/>
                <a:sym typeface="+mn-lt"/>
              </a:rPr>
              <a:t>PPT</a:t>
            </a:r>
            <a:r>
              <a:rPr kumimoji="1" lang="zh-CN" altLang="en-US" sz="1100" dirty="0">
                <a:solidFill>
                  <a:schemeClr val="tx1">
                    <a:lumMod val="50000"/>
                    <a:lumOff val="50000"/>
                  </a:schemeClr>
                </a:solidFill>
                <a:latin typeface="+mn-ea"/>
                <a:cs typeface="+mn-ea"/>
                <a:sym typeface="+mn-lt"/>
              </a:rPr>
              <a:t>模板，请在此输入您需要的文字内容，感谢您使用我们的</a:t>
            </a:r>
            <a:r>
              <a:rPr kumimoji="1" lang="en-US" altLang="zh-CN" sz="1100" dirty="0">
                <a:solidFill>
                  <a:schemeClr val="tx1">
                    <a:lumMod val="50000"/>
                    <a:lumOff val="50000"/>
                  </a:schemeClr>
                </a:solidFill>
                <a:latin typeface="+mn-ea"/>
                <a:cs typeface="+mn-ea"/>
                <a:sym typeface="+mn-lt"/>
              </a:rPr>
              <a:t>PPT</a:t>
            </a:r>
            <a:r>
              <a:rPr kumimoji="1" lang="zh-CN" altLang="en-US" sz="1100" dirty="0">
                <a:solidFill>
                  <a:schemeClr val="tx1">
                    <a:lumMod val="50000"/>
                    <a:lumOff val="50000"/>
                  </a:schemeClr>
                </a:solidFill>
                <a:latin typeface="+mn-ea"/>
                <a:cs typeface="+mn-ea"/>
                <a:sym typeface="+mn-lt"/>
              </a:rPr>
              <a:t>模板。感谢您使用我们的</a:t>
            </a:r>
            <a:r>
              <a:rPr kumimoji="1" lang="en-US" altLang="zh-CN" sz="1100" dirty="0">
                <a:solidFill>
                  <a:schemeClr val="tx1">
                    <a:lumMod val="50000"/>
                    <a:lumOff val="50000"/>
                  </a:schemeClr>
                </a:solidFill>
                <a:latin typeface="+mn-ea"/>
                <a:cs typeface="+mn-ea"/>
                <a:sym typeface="+mn-lt"/>
              </a:rPr>
              <a:t>PPT</a:t>
            </a:r>
            <a:r>
              <a:rPr kumimoji="1" lang="zh-CN" altLang="en-US" sz="1100" dirty="0">
                <a:solidFill>
                  <a:schemeClr val="tx1">
                    <a:lumMod val="50000"/>
                    <a:lumOff val="50000"/>
                  </a:schemeClr>
                </a:solidFill>
                <a:latin typeface="+mn-ea"/>
                <a:cs typeface="+mn-ea"/>
                <a:sym typeface="+mn-lt"/>
              </a:rPr>
              <a:t>模板，请在此输入您需要的文字内容。</a:t>
            </a:r>
            <a:endParaRPr kumimoji="1" lang="en-US" altLang="zh-CN" sz="1100" dirty="0">
              <a:solidFill>
                <a:schemeClr val="tx1">
                  <a:lumMod val="50000"/>
                  <a:lumOff val="50000"/>
                </a:schemeClr>
              </a:solidFill>
              <a:latin typeface="+mn-ea"/>
              <a:cs typeface="+mn-ea"/>
              <a:sym typeface="+mn-lt"/>
            </a:endParaRPr>
          </a:p>
          <a:p>
            <a:pPr>
              <a:lnSpc>
                <a:spcPct val="150000"/>
              </a:lnSpc>
            </a:pPr>
            <a:endParaRPr kumimoji="1" lang="en-US" altLang="zh-CN" sz="1100" dirty="0">
              <a:solidFill>
                <a:schemeClr val="tx1">
                  <a:lumMod val="50000"/>
                  <a:lumOff val="50000"/>
                </a:schemeClr>
              </a:solidFill>
              <a:latin typeface="+mn-ea"/>
              <a:cs typeface="+mn-ea"/>
              <a:sym typeface="+mn-lt"/>
            </a:endParaRPr>
          </a:p>
          <a:p>
            <a:pPr>
              <a:lnSpc>
                <a:spcPct val="150000"/>
              </a:lnSpc>
            </a:pPr>
            <a:r>
              <a:rPr kumimoji="1" lang="zh-CN" altLang="en-US" sz="1100" dirty="0">
                <a:solidFill>
                  <a:schemeClr val="tx1">
                    <a:lumMod val="75000"/>
                    <a:lumOff val="25000"/>
                  </a:schemeClr>
                </a:solidFill>
                <a:latin typeface="+mn-ea"/>
                <a:cs typeface="+mn-ea"/>
                <a:sym typeface="+mn-lt"/>
              </a:rPr>
              <a:t>感谢您使用我们的</a:t>
            </a:r>
            <a:r>
              <a:rPr kumimoji="1" lang="en-US" altLang="zh-CN" sz="1100" dirty="0">
                <a:solidFill>
                  <a:schemeClr val="tx1">
                    <a:lumMod val="75000"/>
                    <a:lumOff val="25000"/>
                  </a:schemeClr>
                </a:solidFill>
                <a:latin typeface="+mn-ea"/>
                <a:cs typeface="+mn-ea"/>
                <a:sym typeface="+mn-lt"/>
              </a:rPr>
              <a:t>PPT</a:t>
            </a:r>
            <a:r>
              <a:rPr kumimoji="1" lang="zh-CN" altLang="en-US" sz="1100" dirty="0">
                <a:solidFill>
                  <a:schemeClr val="tx1">
                    <a:lumMod val="75000"/>
                    <a:lumOff val="25000"/>
                  </a:schemeClr>
                </a:solidFill>
                <a:latin typeface="+mn-ea"/>
                <a:cs typeface="+mn-ea"/>
                <a:sym typeface="+mn-lt"/>
              </a:rPr>
              <a:t>模板。请在此输入您需要的文字内容，感谢您使用我们的</a:t>
            </a:r>
            <a:r>
              <a:rPr kumimoji="1" lang="en-US" altLang="zh-CN" sz="1100" dirty="0">
                <a:solidFill>
                  <a:schemeClr val="tx1">
                    <a:lumMod val="75000"/>
                    <a:lumOff val="25000"/>
                  </a:schemeClr>
                </a:solidFill>
                <a:latin typeface="+mn-ea"/>
                <a:cs typeface="+mn-ea"/>
                <a:sym typeface="+mn-lt"/>
              </a:rPr>
              <a:t>PPT</a:t>
            </a:r>
            <a:r>
              <a:rPr kumimoji="1" lang="zh-CN" altLang="en-US" sz="1100" dirty="0">
                <a:solidFill>
                  <a:schemeClr val="tx1">
                    <a:lumMod val="75000"/>
                    <a:lumOff val="25000"/>
                  </a:schemeClr>
                </a:solidFill>
                <a:latin typeface="+mn-ea"/>
                <a:cs typeface="+mn-ea"/>
                <a:sym typeface="+mn-lt"/>
              </a:rPr>
              <a:t>模板。</a:t>
            </a:r>
            <a:endParaRPr kumimoji="1" lang="zh-CN" altLang="en-US" sz="1100" dirty="0">
              <a:solidFill>
                <a:schemeClr val="tx1">
                  <a:lumMod val="75000"/>
                  <a:lumOff val="25000"/>
                </a:schemeClr>
              </a:solidFill>
              <a:latin typeface="+mn-ea"/>
              <a:cs typeface="+mn-ea"/>
              <a:sym typeface="+mn-lt"/>
            </a:endParaRPr>
          </a:p>
        </p:txBody>
      </p:sp>
      <p:sp>
        <p:nvSpPr>
          <p:cNvPr id="18" name="文本框 17"/>
          <p:cNvSpPr txBox="1"/>
          <p:nvPr/>
        </p:nvSpPr>
        <p:spPr>
          <a:xfrm>
            <a:off x="4988081" y="2042241"/>
            <a:ext cx="2012089" cy="276999"/>
          </a:xfrm>
          <a:prstGeom prst="rect">
            <a:avLst/>
          </a:prstGeom>
          <a:noFill/>
        </p:spPr>
        <p:txBody>
          <a:bodyPr wrap="none" rtlCol="0">
            <a:spAutoFit/>
          </a:bodyPr>
          <a:lstStyle/>
          <a:p>
            <a:r>
              <a:rPr kumimoji="1" lang="zh-CN" altLang="en-US" sz="1200" dirty="0">
                <a:solidFill>
                  <a:schemeClr val="tx1">
                    <a:lumMod val="75000"/>
                    <a:lumOff val="25000"/>
                  </a:schemeClr>
                </a:solidFill>
                <a:latin typeface="+mj-ea"/>
                <a:ea typeface="+mj-ea"/>
                <a:cs typeface="+mn-ea"/>
                <a:sym typeface="+mn-lt"/>
              </a:rPr>
              <a:t>感谢您使用我们的</a:t>
            </a:r>
            <a:r>
              <a:rPr kumimoji="1" lang="en-US" altLang="zh-CN" sz="1200" dirty="0">
                <a:solidFill>
                  <a:schemeClr val="tx1">
                    <a:lumMod val="75000"/>
                    <a:lumOff val="25000"/>
                  </a:schemeClr>
                </a:solidFill>
                <a:latin typeface="+mj-ea"/>
                <a:ea typeface="+mj-ea"/>
                <a:cs typeface="+mn-ea"/>
                <a:sym typeface="+mn-lt"/>
              </a:rPr>
              <a:t>PPT</a:t>
            </a:r>
            <a:r>
              <a:rPr kumimoji="1" lang="zh-CN" altLang="en-US" sz="1200" dirty="0">
                <a:solidFill>
                  <a:schemeClr val="tx1">
                    <a:lumMod val="75000"/>
                    <a:lumOff val="25000"/>
                  </a:schemeClr>
                </a:solidFill>
                <a:latin typeface="+mj-ea"/>
                <a:ea typeface="+mj-ea"/>
                <a:cs typeface="+mn-ea"/>
                <a:sym typeface="+mn-lt"/>
              </a:rPr>
              <a:t>模板</a:t>
            </a:r>
            <a:endParaRPr kumimoji="1" lang="zh-CN" altLang="en-US" sz="1200" dirty="0">
              <a:solidFill>
                <a:schemeClr val="tx1">
                  <a:lumMod val="75000"/>
                  <a:lumOff val="25000"/>
                </a:schemeClr>
              </a:solidFill>
              <a:latin typeface="+mj-ea"/>
              <a:ea typeface="+mj-ea"/>
            </a:endParaRPr>
          </a:p>
        </p:txBody>
      </p:sp>
      <p:sp>
        <p:nvSpPr>
          <p:cNvPr id="19" name="文本框 18"/>
          <p:cNvSpPr txBox="1"/>
          <p:nvPr/>
        </p:nvSpPr>
        <p:spPr>
          <a:xfrm>
            <a:off x="4988081" y="4011147"/>
            <a:ext cx="2012089" cy="276999"/>
          </a:xfrm>
          <a:prstGeom prst="rect">
            <a:avLst/>
          </a:prstGeom>
          <a:noFill/>
        </p:spPr>
        <p:txBody>
          <a:bodyPr wrap="none" rtlCol="0">
            <a:spAutoFit/>
          </a:bodyPr>
          <a:lstStyle/>
          <a:p>
            <a:r>
              <a:rPr kumimoji="1" lang="zh-CN" altLang="en-US" sz="1200" dirty="0">
                <a:solidFill>
                  <a:schemeClr val="tx1">
                    <a:lumMod val="75000"/>
                    <a:lumOff val="25000"/>
                  </a:schemeClr>
                </a:solidFill>
                <a:latin typeface="+mj-ea"/>
                <a:ea typeface="+mj-ea"/>
                <a:cs typeface="+mn-ea"/>
                <a:sym typeface="+mn-lt"/>
              </a:rPr>
              <a:t>感谢您使用我们的</a:t>
            </a:r>
            <a:r>
              <a:rPr kumimoji="1" lang="en-US" altLang="zh-CN" sz="1200" dirty="0">
                <a:solidFill>
                  <a:schemeClr val="tx1">
                    <a:lumMod val="75000"/>
                    <a:lumOff val="25000"/>
                  </a:schemeClr>
                </a:solidFill>
                <a:latin typeface="+mj-ea"/>
                <a:ea typeface="+mj-ea"/>
                <a:cs typeface="+mn-ea"/>
                <a:sym typeface="+mn-lt"/>
              </a:rPr>
              <a:t>PPT</a:t>
            </a:r>
            <a:r>
              <a:rPr kumimoji="1" lang="zh-CN" altLang="en-US" sz="1200" dirty="0">
                <a:solidFill>
                  <a:schemeClr val="tx1">
                    <a:lumMod val="75000"/>
                    <a:lumOff val="25000"/>
                  </a:schemeClr>
                </a:solidFill>
                <a:latin typeface="+mj-ea"/>
                <a:ea typeface="+mj-ea"/>
                <a:cs typeface="+mn-ea"/>
                <a:sym typeface="+mn-lt"/>
              </a:rPr>
              <a:t>模板</a:t>
            </a:r>
            <a:endParaRPr kumimoji="1" lang="zh-CN" altLang="en-US" sz="1200" dirty="0">
              <a:solidFill>
                <a:schemeClr val="tx1">
                  <a:lumMod val="75000"/>
                  <a:lumOff val="25000"/>
                </a:schemeClr>
              </a:solidFill>
              <a:latin typeface="+mj-ea"/>
              <a:ea typeface="+mj-ea"/>
            </a:endParaRPr>
          </a:p>
        </p:txBody>
      </p:sp>
    </p:spTree>
  </p:cSld>
  <p:clrMapOvr>
    <a:masterClrMapping/>
  </p:clrMapOvr>
  <mc:AlternateContent xmlns:mc="http://schemas.openxmlformats.org/markup-compatibility/2006">
    <mc:Choice xmlns:p14="http://schemas.microsoft.com/office/powerpoint/2010/main" Requires="p14">
      <p:transition spd="slow" p14:dur="2000" advTm="3000"/>
    </mc:Choice>
    <mc:Fallback>
      <p:transition spd="slow" advTm="3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heckerboard(across)">
                                      <p:cBhvr>
                                        <p:cTn id="7" dur="500"/>
                                        <p:tgtEl>
                                          <p:spTgt spid="2"/>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checkerboard(across)">
                                      <p:cBhvr>
                                        <p:cTn id="10" dur="500"/>
                                        <p:tgtEl>
                                          <p:spTgt spid="3"/>
                                        </p:tgtEl>
                                      </p:cBhvr>
                                    </p:animEffect>
                                  </p:childTnLst>
                                </p:cTn>
                              </p:par>
                              <p:par>
                                <p:cTn id="11" presetID="5" presetClass="entr" presetSubtype="1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checkerboard(across)">
                                      <p:cBhvr>
                                        <p:cTn id="13" dur="500"/>
                                        <p:tgtEl>
                                          <p:spTgt spid="4"/>
                                        </p:tgtEl>
                                      </p:cBhvr>
                                    </p:animEffect>
                                  </p:childTnLst>
                                </p:cTn>
                              </p:par>
                              <p:par>
                                <p:cTn id="14" presetID="5" presetClass="entr" presetSubtype="10" fill="hold" grpId="0" nodeType="with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checkerboard(across)">
                                      <p:cBhvr>
                                        <p:cTn id="16" dur="500"/>
                                        <p:tgtEl>
                                          <p:spTgt spid="5"/>
                                        </p:tgtEl>
                                      </p:cBhvr>
                                    </p:animEffect>
                                  </p:childTnLst>
                                </p:cTn>
                              </p:par>
                              <p:par>
                                <p:cTn id="17" presetID="5" presetClass="entr" presetSubtype="10" fill="hold" grpId="0" nodeType="with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checkerboard(across)">
                                      <p:cBhvr>
                                        <p:cTn id="19" dur="500"/>
                                        <p:tgtEl>
                                          <p:spTgt spid="6"/>
                                        </p:tgtEl>
                                      </p:cBhvr>
                                    </p:animEffect>
                                  </p:childTnLst>
                                </p:cTn>
                              </p:par>
                              <p:par>
                                <p:cTn id="20" presetID="5" presetClass="entr" presetSubtype="10" fill="hold" grpId="0"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checkerboard(across)">
                                      <p:cBhvr>
                                        <p:cTn id="22" dur="500"/>
                                        <p:tgtEl>
                                          <p:spTgt spid="7"/>
                                        </p:tgtEl>
                                      </p:cBhvr>
                                    </p:animEffect>
                                  </p:childTnLst>
                                </p:cTn>
                              </p:par>
                              <p:par>
                                <p:cTn id="23" presetID="5" presetClass="entr" presetSubtype="10"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checkerboard(across)">
                                      <p:cBhvr>
                                        <p:cTn id="25" dur="500"/>
                                        <p:tgtEl>
                                          <p:spTgt spid="8"/>
                                        </p:tgtEl>
                                      </p:cBhvr>
                                    </p:animEffect>
                                  </p:childTnLst>
                                </p:cTn>
                              </p:par>
                              <p:par>
                                <p:cTn id="26" presetID="5" presetClass="entr" presetSubtype="10" fill="hold" grpId="0" nodeType="with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checkerboard(across)">
                                      <p:cBhvr>
                                        <p:cTn id="28" dur="500"/>
                                        <p:tgtEl>
                                          <p:spTgt spid="9"/>
                                        </p:tgtEl>
                                      </p:cBhvr>
                                    </p:animEffect>
                                  </p:childTnLst>
                                </p:cTn>
                              </p:par>
                              <p:par>
                                <p:cTn id="29" presetID="5" presetClass="entr" presetSubtype="10" fill="hold" grpId="0" nodeType="with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checkerboard(across)">
                                      <p:cBhvr>
                                        <p:cTn id="31" dur="500"/>
                                        <p:tgtEl>
                                          <p:spTgt spid="10"/>
                                        </p:tgtEl>
                                      </p:cBhvr>
                                    </p:animEffect>
                                  </p:childTnLst>
                                </p:cTn>
                              </p:par>
                              <p:par>
                                <p:cTn id="32" presetID="5" presetClass="entr" presetSubtype="10" fill="hold" grpId="0" nodeType="with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checkerboard(across)">
                                      <p:cBhvr>
                                        <p:cTn id="34" dur="500"/>
                                        <p:tgtEl>
                                          <p:spTgt spid="11"/>
                                        </p:tgtEl>
                                      </p:cBhvr>
                                    </p:animEffect>
                                  </p:childTnLst>
                                </p:cTn>
                              </p:par>
                              <p:par>
                                <p:cTn id="35" presetID="5" presetClass="entr" presetSubtype="10" fill="hold" grpId="0" nodeType="with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checkerboard(across)">
                                      <p:cBhvr>
                                        <p:cTn id="37" dur="500"/>
                                        <p:tgtEl>
                                          <p:spTgt spid="12"/>
                                        </p:tgtEl>
                                      </p:cBhvr>
                                    </p:animEffect>
                                  </p:childTnLst>
                                </p:cTn>
                              </p:par>
                              <p:par>
                                <p:cTn id="38" presetID="5" presetClass="entr" presetSubtype="10" fill="hold" grpId="0" nodeType="withEffect">
                                  <p:stCondLst>
                                    <p:cond delay="0"/>
                                  </p:stCondLst>
                                  <p:childTnLst>
                                    <p:set>
                                      <p:cBhvr>
                                        <p:cTn id="39" dur="1" fill="hold">
                                          <p:stCondLst>
                                            <p:cond delay="0"/>
                                          </p:stCondLst>
                                        </p:cTn>
                                        <p:tgtEl>
                                          <p:spTgt spid="13"/>
                                        </p:tgtEl>
                                        <p:attrNameLst>
                                          <p:attrName>style.visibility</p:attrName>
                                        </p:attrNameLst>
                                      </p:cBhvr>
                                      <p:to>
                                        <p:strVal val="visible"/>
                                      </p:to>
                                    </p:set>
                                    <p:animEffect transition="in" filter="checkerboard(across)">
                                      <p:cBhvr>
                                        <p:cTn id="40" dur="500"/>
                                        <p:tgtEl>
                                          <p:spTgt spid="13"/>
                                        </p:tgtEl>
                                      </p:cBhvr>
                                    </p:animEffect>
                                  </p:childTnLst>
                                </p:cTn>
                              </p:par>
                              <p:par>
                                <p:cTn id="41" presetID="5" presetClass="entr" presetSubtype="10" fill="hold" grpId="0" nodeType="withEffect">
                                  <p:stCondLst>
                                    <p:cond delay="0"/>
                                  </p:stCondLst>
                                  <p:childTnLst>
                                    <p:set>
                                      <p:cBhvr>
                                        <p:cTn id="42" dur="1" fill="hold">
                                          <p:stCondLst>
                                            <p:cond delay="0"/>
                                          </p:stCondLst>
                                        </p:cTn>
                                        <p:tgtEl>
                                          <p:spTgt spid="14"/>
                                        </p:tgtEl>
                                        <p:attrNameLst>
                                          <p:attrName>style.visibility</p:attrName>
                                        </p:attrNameLst>
                                      </p:cBhvr>
                                      <p:to>
                                        <p:strVal val="visible"/>
                                      </p:to>
                                    </p:set>
                                    <p:animEffect transition="in" filter="checkerboard(across)">
                                      <p:cBhvr>
                                        <p:cTn id="43" dur="500"/>
                                        <p:tgtEl>
                                          <p:spTgt spid="14"/>
                                        </p:tgtEl>
                                      </p:cBhvr>
                                    </p:animEffect>
                                  </p:childTnLst>
                                </p:cTn>
                              </p:par>
                              <p:par>
                                <p:cTn id="44" presetID="5" presetClass="entr" presetSubtype="10" fill="hold" grpId="0" nodeType="withEffect">
                                  <p:stCondLst>
                                    <p:cond delay="0"/>
                                  </p:stCondLst>
                                  <p:childTnLst>
                                    <p:set>
                                      <p:cBhvr>
                                        <p:cTn id="45" dur="1" fill="hold">
                                          <p:stCondLst>
                                            <p:cond delay="0"/>
                                          </p:stCondLst>
                                        </p:cTn>
                                        <p:tgtEl>
                                          <p:spTgt spid="15"/>
                                        </p:tgtEl>
                                        <p:attrNameLst>
                                          <p:attrName>style.visibility</p:attrName>
                                        </p:attrNameLst>
                                      </p:cBhvr>
                                      <p:to>
                                        <p:strVal val="visible"/>
                                      </p:to>
                                    </p:set>
                                    <p:animEffect transition="in" filter="checkerboard(across)">
                                      <p:cBhvr>
                                        <p:cTn id="46" dur="500"/>
                                        <p:tgtEl>
                                          <p:spTgt spid="15"/>
                                        </p:tgtEl>
                                      </p:cBhvr>
                                    </p:animEffect>
                                  </p:childTnLst>
                                </p:cTn>
                              </p:par>
                              <p:par>
                                <p:cTn id="47" presetID="5" presetClass="entr" presetSubtype="10" fill="hold" grpId="0" nodeType="withEffect">
                                  <p:stCondLst>
                                    <p:cond delay="0"/>
                                  </p:stCondLst>
                                  <p:childTnLst>
                                    <p:set>
                                      <p:cBhvr>
                                        <p:cTn id="48" dur="1" fill="hold">
                                          <p:stCondLst>
                                            <p:cond delay="0"/>
                                          </p:stCondLst>
                                        </p:cTn>
                                        <p:tgtEl>
                                          <p:spTgt spid="16"/>
                                        </p:tgtEl>
                                        <p:attrNameLst>
                                          <p:attrName>style.visibility</p:attrName>
                                        </p:attrNameLst>
                                      </p:cBhvr>
                                      <p:to>
                                        <p:strVal val="visible"/>
                                      </p:to>
                                    </p:set>
                                    <p:animEffect transition="in" filter="checkerboard(across)">
                                      <p:cBhvr>
                                        <p:cTn id="49" dur="500"/>
                                        <p:tgtEl>
                                          <p:spTgt spid="16"/>
                                        </p:tgtEl>
                                      </p:cBhvr>
                                    </p:animEffect>
                                  </p:childTnLst>
                                </p:cTn>
                              </p:par>
                              <p:par>
                                <p:cTn id="50" presetID="5" presetClass="entr" presetSubtype="10" fill="hold" grpId="0" nodeType="with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checkerboard(across)">
                                      <p:cBhvr>
                                        <p:cTn id="52" dur="500"/>
                                        <p:tgtEl>
                                          <p:spTgt spid="17"/>
                                        </p:tgtEl>
                                      </p:cBhvr>
                                    </p:animEffect>
                                  </p:childTnLst>
                                </p:cTn>
                              </p:par>
                              <p:par>
                                <p:cTn id="53" presetID="5" presetClass="entr" presetSubtype="10" fill="hold" grpId="0" nodeType="withEffect">
                                  <p:stCondLst>
                                    <p:cond delay="0"/>
                                  </p:stCondLst>
                                  <p:childTnLst>
                                    <p:set>
                                      <p:cBhvr>
                                        <p:cTn id="54" dur="1" fill="hold">
                                          <p:stCondLst>
                                            <p:cond delay="0"/>
                                          </p:stCondLst>
                                        </p:cTn>
                                        <p:tgtEl>
                                          <p:spTgt spid="18"/>
                                        </p:tgtEl>
                                        <p:attrNameLst>
                                          <p:attrName>style.visibility</p:attrName>
                                        </p:attrNameLst>
                                      </p:cBhvr>
                                      <p:to>
                                        <p:strVal val="visible"/>
                                      </p:to>
                                    </p:set>
                                    <p:animEffect transition="in" filter="checkerboard(across)">
                                      <p:cBhvr>
                                        <p:cTn id="55" dur="500"/>
                                        <p:tgtEl>
                                          <p:spTgt spid="18"/>
                                        </p:tgtEl>
                                      </p:cBhvr>
                                    </p:animEffect>
                                  </p:childTnLst>
                                </p:cTn>
                              </p:par>
                              <p:par>
                                <p:cTn id="56" presetID="5" presetClass="entr" presetSubtype="10" fill="hold" grpId="0" nodeType="withEffect">
                                  <p:stCondLst>
                                    <p:cond delay="0"/>
                                  </p:stCondLst>
                                  <p:childTnLst>
                                    <p:set>
                                      <p:cBhvr>
                                        <p:cTn id="57" dur="1" fill="hold">
                                          <p:stCondLst>
                                            <p:cond delay="0"/>
                                          </p:stCondLst>
                                        </p:cTn>
                                        <p:tgtEl>
                                          <p:spTgt spid="19"/>
                                        </p:tgtEl>
                                        <p:attrNameLst>
                                          <p:attrName>style.visibility</p:attrName>
                                        </p:attrNameLst>
                                      </p:cBhvr>
                                      <p:to>
                                        <p:strVal val="visible"/>
                                      </p:to>
                                    </p:set>
                                    <p:animEffect transition="in" filter="checkerboard(across)">
                                      <p:cBhvr>
                                        <p:cTn id="58"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p:bldP spid="4" grpId="0"/>
      <p:bldP spid="5" grpId="0"/>
      <p:bldP spid="6" grpId="0"/>
      <p:bldP spid="7" grpId="0"/>
      <p:bldP spid="8" grpId="0"/>
      <p:bldP spid="9" grpId="0"/>
      <p:bldP spid="10" grpId="0"/>
      <p:bldP spid="11" grpId="0"/>
      <p:bldP spid="12" grpId="0"/>
      <p:bldP spid="13" grpId="0"/>
      <p:bldP spid="14" grpId="0"/>
      <p:bldP spid="15" grpId="0"/>
      <p:bldP spid="16" grpId="0"/>
      <p:bldP spid="17" grpId="0"/>
      <p:bldP spid="18" grpId="0"/>
      <p:bldP spid="19"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椭圆 1"/>
          <p:cNvSpPr/>
          <p:nvPr/>
        </p:nvSpPr>
        <p:spPr>
          <a:xfrm>
            <a:off x="6160784" y="2374902"/>
            <a:ext cx="2407596" cy="2407596"/>
          </a:xfrm>
          <a:prstGeom prst="ellipse">
            <a:avLst/>
          </a:prstGeom>
          <a:blipFill>
            <a:blip r:embed="rId1" cstate="screen"/>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 name="椭圆 2"/>
          <p:cNvSpPr/>
          <p:nvPr/>
        </p:nvSpPr>
        <p:spPr>
          <a:xfrm>
            <a:off x="2944236" y="1700452"/>
            <a:ext cx="1348901" cy="1348901"/>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 name="椭圆 3"/>
          <p:cNvSpPr/>
          <p:nvPr/>
        </p:nvSpPr>
        <p:spPr>
          <a:xfrm>
            <a:off x="2944236" y="4032926"/>
            <a:ext cx="1348901" cy="1348901"/>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弧 4"/>
          <p:cNvSpPr/>
          <p:nvPr/>
        </p:nvSpPr>
        <p:spPr>
          <a:xfrm>
            <a:off x="2330854" y="2194940"/>
            <a:ext cx="2692399" cy="2692399"/>
          </a:xfrm>
          <a:prstGeom prst="arc">
            <a:avLst>
              <a:gd name="adj1" fmla="val 17984693"/>
              <a:gd name="adj2" fmla="val 3615593"/>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a:p>
        </p:txBody>
      </p:sp>
      <p:cxnSp>
        <p:nvCxnSpPr>
          <p:cNvPr id="6" name="直线箭头连接符 5"/>
          <p:cNvCxnSpPr/>
          <p:nvPr/>
        </p:nvCxnSpPr>
        <p:spPr>
          <a:xfrm>
            <a:off x="5023253" y="3541139"/>
            <a:ext cx="1056535" cy="0"/>
          </a:xfrm>
          <a:prstGeom prst="straightConnector1">
            <a:avLst/>
          </a:prstGeom>
          <a:ln w="1270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7" name="Freeform 106"/>
          <p:cNvSpPr>
            <a:spLocks noChangeArrowheads="1"/>
          </p:cNvSpPr>
          <p:nvPr/>
        </p:nvSpPr>
        <p:spPr bwMode="auto">
          <a:xfrm>
            <a:off x="3424118" y="4502881"/>
            <a:ext cx="437763" cy="437763"/>
          </a:xfrm>
          <a:custGeom>
            <a:avLst/>
            <a:gdLst>
              <a:gd name="T0" fmla="*/ 123 w 1051"/>
              <a:gd name="T1" fmla="*/ 117 h 1049"/>
              <a:gd name="T2" fmla="*/ 927 w 1051"/>
              <a:gd name="T3" fmla="*/ 117 h 1049"/>
              <a:gd name="T4" fmla="*/ 872 w 1051"/>
              <a:gd name="T5" fmla="*/ 57 h 1049"/>
              <a:gd name="T6" fmla="*/ 173 w 1051"/>
              <a:gd name="T7" fmla="*/ 57 h 1049"/>
              <a:gd name="T8" fmla="*/ 123 w 1051"/>
              <a:gd name="T9" fmla="*/ 117 h 1049"/>
              <a:gd name="T10" fmla="*/ 525 w 1051"/>
              <a:gd name="T11" fmla="*/ 843 h 1049"/>
              <a:gd name="T12" fmla="*/ 845 w 1051"/>
              <a:gd name="T13" fmla="*/ 525 h 1049"/>
              <a:gd name="T14" fmla="*/ 643 w 1051"/>
              <a:gd name="T15" fmla="*/ 525 h 1049"/>
              <a:gd name="T16" fmla="*/ 643 w 1051"/>
              <a:gd name="T17" fmla="*/ 407 h 1049"/>
              <a:gd name="T18" fmla="*/ 408 w 1051"/>
              <a:gd name="T19" fmla="*/ 407 h 1049"/>
              <a:gd name="T20" fmla="*/ 408 w 1051"/>
              <a:gd name="T21" fmla="*/ 525 h 1049"/>
              <a:gd name="T22" fmla="*/ 205 w 1051"/>
              <a:gd name="T23" fmla="*/ 525 h 1049"/>
              <a:gd name="T24" fmla="*/ 525 w 1051"/>
              <a:gd name="T25" fmla="*/ 843 h 1049"/>
              <a:gd name="T26" fmla="*/ 1023 w 1051"/>
              <a:gd name="T27" fmla="*/ 131 h 1049"/>
              <a:gd name="T28" fmla="*/ 1050 w 1051"/>
              <a:gd name="T29" fmla="*/ 205 h 1049"/>
              <a:gd name="T30" fmla="*/ 1050 w 1051"/>
              <a:gd name="T31" fmla="*/ 931 h 1049"/>
              <a:gd name="T32" fmla="*/ 932 w 1051"/>
              <a:gd name="T33" fmla="*/ 1048 h 1049"/>
              <a:gd name="T34" fmla="*/ 118 w 1051"/>
              <a:gd name="T35" fmla="*/ 1048 h 1049"/>
              <a:gd name="T36" fmla="*/ 0 w 1051"/>
              <a:gd name="T37" fmla="*/ 931 h 1049"/>
              <a:gd name="T38" fmla="*/ 0 w 1051"/>
              <a:gd name="T39" fmla="*/ 205 h 1049"/>
              <a:gd name="T40" fmla="*/ 28 w 1051"/>
              <a:gd name="T41" fmla="*/ 131 h 1049"/>
              <a:gd name="T42" fmla="*/ 107 w 1051"/>
              <a:gd name="T43" fmla="*/ 33 h 1049"/>
              <a:gd name="T44" fmla="*/ 175 w 1051"/>
              <a:gd name="T45" fmla="*/ 0 h 1049"/>
              <a:gd name="T46" fmla="*/ 875 w 1051"/>
              <a:gd name="T47" fmla="*/ 0 h 1049"/>
              <a:gd name="T48" fmla="*/ 943 w 1051"/>
              <a:gd name="T49" fmla="*/ 33 h 1049"/>
              <a:gd name="T50" fmla="*/ 1023 w 1051"/>
              <a:gd name="T51" fmla="*/ 131 h 10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051" h="1049">
                <a:moveTo>
                  <a:pt x="123" y="117"/>
                </a:moveTo>
                <a:lnTo>
                  <a:pt x="927" y="117"/>
                </a:lnTo>
                <a:lnTo>
                  <a:pt x="872" y="57"/>
                </a:lnTo>
                <a:lnTo>
                  <a:pt x="173" y="57"/>
                </a:lnTo>
                <a:lnTo>
                  <a:pt x="123" y="117"/>
                </a:lnTo>
                <a:close/>
                <a:moveTo>
                  <a:pt x="525" y="843"/>
                </a:moveTo>
                <a:lnTo>
                  <a:pt x="845" y="525"/>
                </a:lnTo>
                <a:lnTo>
                  <a:pt x="643" y="525"/>
                </a:lnTo>
                <a:lnTo>
                  <a:pt x="643" y="407"/>
                </a:lnTo>
                <a:lnTo>
                  <a:pt x="408" y="407"/>
                </a:lnTo>
                <a:lnTo>
                  <a:pt x="408" y="525"/>
                </a:lnTo>
                <a:lnTo>
                  <a:pt x="205" y="525"/>
                </a:lnTo>
                <a:lnTo>
                  <a:pt x="525" y="843"/>
                </a:lnTo>
                <a:close/>
                <a:moveTo>
                  <a:pt x="1023" y="131"/>
                </a:moveTo>
                <a:cubicBezTo>
                  <a:pt x="1039" y="150"/>
                  <a:pt x="1050" y="178"/>
                  <a:pt x="1050" y="205"/>
                </a:cubicBezTo>
                <a:lnTo>
                  <a:pt x="1050" y="931"/>
                </a:lnTo>
                <a:cubicBezTo>
                  <a:pt x="1050" y="994"/>
                  <a:pt x="995" y="1048"/>
                  <a:pt x="932" y="1048"/>
                </a:cubicBezTo>
                <a:lnTo>
                  <a:pt x="118" y="1048"/>
                </a:lnTo>
                <a:cubicBezTo>
                  <a:pt x="55" y="1048"/>
                  <a:pt x="0" y="994"/>
                  <a:pt x="0" y="931"/>
                </a:cubicBezTo>
                <a:lnTo>
                  <a:pt x="0" y="205"/>
                </a:lnTo>
                <a:cubicBezTo>
                  <a:pt x="0" y="178"/>
                  <a:pt x="11" y="150"/>
                  <a:pt x="28" y="131"/>
                </a:cubicBezTo>
                <a:lnTo>
                  <a:pt x="107" y="33"/>
                </a:lnTo>
                <a:cubicBezTo>
                  <a:pt x="123" y="14"/>
                  <a:pt x="148" y="0"/>
                  <a:pt x="175" y="0"/>
                </a:cubicBezTo>
                <a:lnTo>
                  <a:pt x="875" y="0"/>
                </a:lnTo>
                <a:cubicBezTo>
                  <a:pt x="902" y="0"/>
                  <a:pt x="927" y="14"/>
                  <a:pt x="943" y="33"/>
                </a:cubicBezTo>
                <a:lnTo>
                  <a:pt x="1023" y="131"/>
                </a:lnTo>
                <a:close/>
              </a:path>
            </a:pathLst>
          </a:custGeom>
          <a:solidFill>
            <a:schemeClr val="bg1"/>
          </a:solidFill>
          <a:ln>
            <a:noFill/>
          </a:ln>
          <a:effectLst/>
        </p:spPr>
        <p:txBody>
          <a:bodyPr wrap="none" anchor="ctr"/>
          <a:lstStyle>
            <a:defPPr>
              <a:defRPr lang="en-GB"/>
            </a:defPPr>
            <a:lvl1pPr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286000" algn="l" defTabSz="457200" rtl="0" eaLnBrk="1" latinLnBrk="0" hangingPunct="1">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743200" algn="l" defTabSz="457200" rtl="0" eaLnBrk="1" latinLnBrk="0" hangingPunct="1">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200400" algn="l" defTabSz="457200" rtl="0" eaLnBrk="1" latinLnBrk="0" hangingPunct="1">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657600" algn="l" defTabSz="457200" rtl="0" eaLnBrk="1" latinLnBrk="0" hangingPunct="1">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pPr marL="0" marR="0" lvl="0" indent="0" algn="l" defTabSz="457200" rtl="0" eaLnBrk="1" fontAlgn="base" latinLnBrk="0" hangingPunct="0">
              <a:lnSpc>
                <a:spcPct val="93000"/>
              </a:lnSpc>
              <a:spcBef>
                <a:spcPct val="0"/>
              </a:spcBef>
              <a:spcAft>
                <a:spcPct val="0"/>
              </a:spcAft>
              <a:buClr>
                <a:srgbClr val="000000"/>
              </a:buClr>
              <a:buSzPct val="100000"/>
              <a:buFont typeface="Times New Roman" panose="02020603050405020304" charset="0"/>
              <a:buNone/>
              <a:defRPr/>
            </a:pPr>
            <a:endParaRPr kumimoji="0" lang="en-US" sz="1800" b="0" i="0" u="none" strike="noStrike" kern="1200" cap="none" spc="0" normalizeH="0" baseline="0" noProof="0">
              <a:ln>
                <a:noFill/>
              </a:ln>
              <a:solidFill>
                <a:srgbClr val="AFA397"/>
              </a:solidFill>
              <a:effectLst/>
              <a:uLnTx/>
              <a:uFillTx/>
              <a:latin typeface="Arial" panose="020B0604020202020204" pitchFamily="34" charset="0"/>
              <a:ea typeface="宋体" panose="02010600030101010101" pitchFamily="2" charset="-122"/>
            </a:endParaRPr>
          </a:p>
        </p:txBody>
      </p:sp>
      <p:sp>
        <p:nvSpPr>
          <p:cNvPr id="8" name="Freeform 108"/>
          <p:cNvSpPr>
            <a:spLocks noChangeArrowheads="1"/>
          </p:cNvSpPr>
          <p:nvPr/>
        </p:nvSpPr>
        <p:spPr bwMode="auto">
          <a:xfrm>
            <a:off x="3385418" y="2131907"/>
            <a:ext cx="505445" cy="505445"/>
          </a:xfrm>
          <a:custGeom>
            <a:avLst/>
            <a:gdLst>
              <a:gd name="T0" fmla="*/ 639 w 1165"/>
              <a:gd name="T1" fmla="*/ 756 h 1164"/>
              <a:gd name="T2" fmla="*/ 639 w 1165"/>
              <a:gd name="T3" fmla="*/ 638 h 1164"/>
              <a:gd name="T4" fmla="*/ 524 w 1165"/>
              <a:gd name="T5" fmla="*/ 638 h 1164"/>
              <a:gd name="T6" fmla="*/ 524 w 1165"/>
              <a:gd name="T7" fmla="*/ 756 h 1164"/>
              <a:gd name="T8" fmla="*/ 639 w 1165"/>
              <a:gd name="T9" fmla="*/ 756 h 1164"/>
              <a:gd name="T10" fmla="*/ 639 w 1165"/>
              <a:gd name="T11" fmla="*/ 524 h 1164"/>
              <a:gd name="T12" fmla="*/ 639 w 1165"/>
              <a:gd name="T13" fmla="*/ 174 h 1164"/>
              <a:gd name="T14" fmla="*/ 524 w 1165"/>
              <a:gd name="T15" fmla="*/ 174 h 1164"/>
              <a:gd name="T16" fmla="*/ 524 w 1165"/>
              <a:gd name="T17" fmla="*/ 524 h 1164"/>
              <a:gd name="T18" fmla="*/ 639 w 1165"/>
              <a:gd name="T19" fmla="*/ 524 h 1164"/>
              <a:gd name="T20" fmla="*/ 1164 w 1165"/>
              <a:gd name="T21" fmla="*/ 114 h 1164"/>
              <a:gd name="T22" fmla="*/ 1164 w 1165"/>
              <a:gd name="T23" fmla="*/ 813 h 1164"/>
              <a:gd name="T24" fmla="*/ 1049 w 1165"/>
              <a:gd name="T25" fmla="*/ 930 h 1164"/>
              <a:gd name="T26" fmla="*/ 232 w 1165"/>
              <a:gd name="T27" fmla="*/ 930 h 1164"/>
              <a:gd name="T28" fmla="*/ 0 w 1165"/>
              <a:gd name="T29" fmla="*/ 1163 h 1164"/>
              <a:gd name="T30" fmla="*/ 0 w 1165"/>
              <a:gd name="T31" fmla="*/ 114 h 1164"/>
              <a:gd name="T32" fmla="*/ 114 w 1165"/>
              <a:gd name="T33" fmla="*/ 0 h 1164"/>
              <a:gd name="T34" fmla="*/ 1049 w 1165"/>
              <a:gd name="T35" fmla="*/ 0 h 1164"/>
              <a:gd name="T36" fmla="*/ 1049 w 1165"/>
              <a:gd name="T37" fmla="*/ 0 h 1164"/>
              <a:gd name="T38" fmla="*/ 1164 w 1165"/>
              <a:gd name="T39" fmla="*/ 114 h 1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65" h="1164">
                <a:moveTo>
                  <a:pt x="639" y="756"/>
                </a:moveTo>
                <a:lnTo>
                  <a:pt x="639" y="638"/>
                </a:lnTo>
                <a:lnTo>
                  <a:pt x="524" y="638"/>
                </a:lnTo>
                <a:lnTo>
                  <a:pt x="524" y="756"/>
                </a:lnTo>
                <a:lnTo>
                  <a:pt x="639" y="756"/>
                </a:lnTo>
                <a:close/>
                <a:moveTo>
                  <a:pt x="639" y="524"/>
                </a:moveTo>
                <a:lnTo>
                  <a:pt x="639" y="174"/>
                </a:lnTo>
                <a:lnTo>
                  <a:pt x="524" y="174"/>
                </a:lnTo>
                <a:lnTo>
                  <a:pt x="524" y="524"/>
                </a:lnTo>
                <a:lnTo>
                  <a:pt x="639" y="524"/>
                </a:lnTo>
                <a:close/>
                <a:moveTo>
                  <a:pt x="1164" y="114"/>
                </a:moveTo>
                <a:lnTo>
                  <a:pt x="1164" y="813"/>
                </a:lnTo>
                <a:cubicBezTo>
                  <a:pt x="1164" y="876"/>
                  <a:pt x="1112" y="930"/>
                  <a:pt x="1049" y="930"/>
                </a:cubicBezTo>
                <a:lnTo>
                  <a:pt x="232" y="930"/>
                </a:lnTo>
                <a:lnTo>
                  <a:pt x="0" y="1163"/>
                </a:lnTo>
                <a:lnTo>
                  <a:pt x="0" y="114"/>
                </a:lnTo>
                <a:cubicBezTo>
                  <a:pt x="0" y="52"/>
                  <a:pt x="52" y="0"/>
                  <a:pt x="114" y="0"/>
                </a:cubicBezTo>
                <a:lnTo>
                  <a:pt x="1049" y="0"/>
                </a:lnTo>
                <a:lnTo>
                  <a:pt x="1049" y="0"/>
                </a:lnTo>
                <a:cubicBezTo>
                  <a:pt x="1112" y="0"/>
                  <a:pt x="1164" y="52"/>
                  <a:pt x="1164" y="114"/>
                </a:cubicBezTo>
                <a:close/>
              </a:path>
            </a:pathLst>
          </a:custGeom>
          <a:solidFill>
            <a:schemeClr val="bg1"/>
          </a:solidFill>
          <a:ln>
            <a:noFill/>
          </a:ln>
          <a:effectLst/>
        </p:spPr>
        <p:txBody>
          <a:bodyPr wrap="none" anchor="ctr"/>
          <a:lstStyle>
            <a:defPPr>
              <a:defRPr lang="en-GB"/>
            </a:defPPr>
            <a:lvl1pPr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1143000" indent="-228600"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600200" indent="-228600"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2057400" indent="-228600" algn="l" defTabSz="457200" rtl="0" fontAlgn="base" hangingPunct="0">
              <a:lnSpc>
                <a:spcPct val="93000"/>
              </a:lnSpc>
              <a:spcBef>
                <a:spcPct val="0"/>
              </a:spcBef>
              <a:spcAft>
                <a:spcPct val="0"/>
              </a:spcAft>
              <a:buClr>
                <a:srgbClr val="000000"/>
              </a:buClr>
              <a:buSzPct val="100000"/>
              <a:buFont typeface="Times New Roman" panose="02020603050405020304" charset="0"/>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286000" algn="l" defTabSz="457200" rtl="0" eaLnBrk="1" latinLnBrk="0" hangingPunct="1">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6pPr>
            <a:lvl7pPr marL="2743200" algn="l" defTabSz="457200" rtl="0" eaLnBrk="1" latinLnBrk="0" hangingPunct="1">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7pPr>
            <a:lvl8pPr marL="3200400" algn="l" defTabSz="457200" rtl="0" eaLnBrk="1" latinLnBrk="0" hangingPunct="1">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8pPr>
            <a:lvl9pPr marL="3657600" algn="l" defTabSz="457200" rtl="0" eaLnBrk="1" latinLnBrk="0" hangingPunct="1">
              <a:defRPr kern="1200">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pPr marL="0" marR="0" lvl="0" indent="0" algn="l" defTabSz="457200" rtl="0" eaLnBrk="1" fontAlgn="base" latinLnBrk="0" hangingPunct="0">
              <a:lnSpc>
                <a:spcPct val="93000"/>
              </a:lnSpc>
              <a:spcBef>
                <a:spcPct val="0"/>
              </a:spcBef>
              <a:spcAft>
                <a:spcPct val="0"/>
              </a:spcAft>
              <a:buClr>
                <a:srgbClr val="000000"/>
              </a:buClr>
              <a:buSzPct val="100000"/>
              <a:buFont typeface="Times New Roman" panose="02020603050405020304" charset="0"/>
              <a:buNone/>
              <a:defRPr/>
            </a:pPr>
            <a:endParaRPr kumimoji="0" lang="en-US" sz="1800" b="0" i="0" u="none" strike="noStrike" kern="1200" cap="none" spc="0" normalizeH="0" baseline="0" noProof="0">
              <a:ln>
                <a:noFill/>
              </a:ln>
              <a:solidFill>
                <a:srgbClr val="AFA397"/>
              </a:solidFill>
              <a:effectLst/>
              <a:uLnTx/>
              <a:uFillTx/>
              <a:latin typeface="Arial" panose="020B0604020202020204" pitchFamily="34" charset="0"/>
              <a:ea typeface="宋体" panose="02010600030101010101" pitchFamily="2" charset="-122"/>
            </a:endParaRPr>
          </a:p>
        </p:txBody>
      </p:sp>
      <p:sp>
        <p:nvSpPr>
          <p:cNvPr id="9" name="文本框 8"/>
          <p:cNvSpPr txBox="1"/>
          <p:nvPr/>
        </p:nvSpPr>
        <p:spPr>
          <a:xfrm>
            <a:off x="8716725" y="3258227"/>
            <a:ext cx="2726020" cy="774699"/>
          </a:xfrm>
          <a:prstGeom prst="rect">
            <a:avLst/>
          </a:prstGeom>
          <a:noFill/>
        </p:spPr>
        <p:txBody>
          <a:bodyPr wrap="square" rtlCol="0">
            <a:spAutoFit/>
          </a:bodyPr>
          <a:lstStyle/>
          <a:p>
            <a:pPr>
              <a:lnSpc>
                <a:spcPct val="130000"/>
              </a:lnSpc>
            </a:pPr>
            <a:r>
              <a:rPr kumimoji="1" lang="zh-CN" altLang="en-US" sz="1200" dirty="0">
                <a:solidFill>
                  <a:schemeClr val="bg1">
                    <a:lumMod val="50000"/>
                  </a:schemeClr>
                </a:solidFill>
                <a:latin typeface="+mn-ea"/>
                <a:cs typeface="+mn-ea"/>
                <a:sym typeface="+mn-lt"/>
              </a:rPr>
              <a:t>感谢您使用我们的</a:t>
            </a:r>
            <a:r>
              <a:rPr kumimoji="1" lang="en-US" altLang="zh-CN" sz="1200" dirty="0">
                <a:solidFill>
                  <a:schemeClr val="bg1">
                    <a:lumMod val="50000"/>
                  </a:schemeClr>
                </a:solidFill>
                <a:latin typeface="+mn-ea"/>
                <a:cs typeface="+mn-ea"/>
                <a:sym typeface="+mn-lt"/>
              </a:rPr>
              <a:t>PPT</a:t>
            </a:r>
            <a:r>
              <a:rPr kumimoji="1" lang="zh-CN" altLang="en-US" sz="1200" dirty="0">
                <a:solidFill>
                  <a:schemeClr val="bg1">
                    <a:lumMod val="50000"/>
                  </a:schemeClr>
                </a:solidFill>
                <a:latin typeface="+mn-ea"/>
                <a:cs typeface="+mn-ea"/>
                <a:sym typeface="+mn-lt"/>
              </a:rPr>
              <a:t>模板，请在此输入您需要的文字内容，感谢您使用我们的</a:t>
            </a:r>
            <a:r>
              <a:rPr kumimoji="1" lang="en-US" altLang="zh-CN" sz="1200" dirty="0">
                <a:solidFill>
                  <a:schemeClr val="bg1">
                    <a:lumMod val="50000"/>
                  </a:schemeClr>
                </a:solidFill>
                <a:latin typeface="+mn-ea"/>
                <a:cs typeface="+mn-ea"/>
                <a:sym typeface="+mn-lt"/>
              </a:rPr>
              <a:t>PPT</a:t>
            </a:r>
            <a:r>
              <a:rPr kumimoji="1" lang="zh-CN" altLang="en-US" sz="1200" dirty="0">
                <a:solidFill>
                  <a:schemeClr val="bg1">
                    <a:lumMod val="50000"/>
                  </a:schemeClr>
                </a:solidFill>
                <a:latin typeface="+mn-ea"/>
                <a:cs typeface="+mn-ea"/>
                <a:sym typeface="+mn-lt"/>
              </a:rPr>
              <a:t>模板。</a:t>
            </a:r>
            <a:endParaRPr kumimoji="1" lang="zh-CN" altLang="en-US" sz="1200" dirty="0">
              <a:solidFill>
                <a:schemeClr val="bg1">
                  <a:lumMod val="50000"/>
                </a:schemeClr>
              </a:solidFill>
              <a:latin typeface="+mn-ea"/>
              <a:cs typeface="+mn-ea"/>
              <a:sym typeface="+mn-lt"/>
            </a:endParaRPr>
          </a:p>
        </p:txBody>
      </p:sp>
      <p:sp>
        <p:nvSpPr>
          <p:cNvPr id="10" name="文本框 9"/>
          <p:cNvSpPr txBox="1"/>
          <p:nvPr/>
        </p:nvSpPr>
        <p:spPr>
          <a:xfrm>
            <a:off x="8716724" y="2962352"/>
            <a:ext cx="2079978" cy="307777"/>
          </a:xfrm>
          <a:prstGeom prst="rect">
            <a:avLst/>
          </a:prstGeom>
          <a:noFill/>
        </p:spPr>
        <p:txBody>
          <a:bodyPr wrap="square" rtlCol="0">
            <a:spAutoFit/>
          </a:bodyPr>
          <a:lstStyle/>
          <a:p>
            <a:pPr algn="dist"/>
            <a:r>
              <a:rPr kumimoji="1" lang="zh-CN" altLang="en-US" sz="1400" dirty="0">
                <a:solidFill>
                  <a:schemeClr val="tx1">
                    <a:lumMod val="75000"/>
                    <a:lumOff val="25000"/>
                  </a:schemeClr>
                </a:solidFill>
                <a:latin typeface="+mj-ea"/>
                <a:ea typeface="+mj-ea"/>
                <a:cs typeface="+mn-ea"/>
                <a:sym typeface="+mn-lt"/>
              </a:rPr>
              <a:t>请在此处输入标题文字</a:t>
            </a:r>
            <a:endParaRPr kumimoji="1" lang="zh-CN" altLang="en-US" sz="1400" dirty="0">
              <a:solidFill>
                <a:schemeClr val="tx1">
                  <a:lumMod val="75000"/>
                  <a:lumOff val="25000"/>
                </a:schemeClr>
              </a:solidFill>
              <a:latin typeface="+mj-ea"/>
              <a:ea typeface="+mj-ea"/>
              <a:cs typeface="+mn-ea"/>
              <a:sym typeface="+mn-lt"/>
            </a:endParaRPr>
          </a:p>
        </p:txBody>
      </p:sp>
      <p:sp>
        <p:nvSpPr>
          <p:cNvPr id="11" name="TextBox 107"/>
          <p:cNvSpPr txBox="1"/>
          <p:nvPr/>
        </p:nvSpPr>
        <p:spPr>
          <a:xfrm>
            <a:off x="859035" y="1947595"/>
            <a:ext cx="1951710" cy="10147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1" tIns="45716" rIns="91431" bIns="45716">
            <a:spAutoFit/>
          </a:bodyPr>
          <a:lstStyle>
            <a:defPPr>
              <a:defRPr lang="zh-CN"/>
            </a:defPPr>
            <a:lvl1pPr algn="ctr">
              <a:lnSpc>
                <a:spcPct val="130000"/>
              </a:lnSpc>
              <a:spcBef>
                <a:spcPct val="0"/>
              </a:spcBef>
              <a:buFont typeface="Arial" panose="020B0604020202020204" pitchFamily="34" charset="0"/>
              <a:buNone/>
              <a:defRPr sz="1400">
                <a:solidFill>
                  <a:schemeClr val="tx1">
                    <a:lumMod val="65000"/>
                    <a:lumOff val="35000"/>
                  </a:schemeClr>
                </a:solidFill>
                <a:latin typeface="微软雅黑" panose="020B0503020204020204" pitchFamily="34" charset="-122"/>
                <a:ea typeface="微软雅黑" panose="020B0503020204020204" pitchFamily="34" charset="-122"/>
              </a:defRPr>
            </a:lvl1pPr>
            <a:lvl2pPr marL="742950" indent="-285750">
              <a:spcBef>
                <a:spcPct val="20000"/>
              </a:spcBef>
              <a:buFont typeface="Arial" panose="020B0604020202020204" pitchFamily="34" charset="0"/>
              <a:buChar char="–"/>
              <a:defRPr sz="2800">
                <a:latin typeface="微软雅黑" panose="020B0503020204020204" pitchFamily="34" charset="-122"/>
                <a:ea typeface="微软雅黑" panose="020B0503020204020204" pitchFamily="34" charset="-122"/>
              </a:defRPr>
            </a:lvl2pPr>
            <a:lvl3pPr marL="1143000" indent="-228600">
              <a:spcBef>
                <a:spcPct val="20000"/>
              </a:spcBef>
              <a:buFont typeface="Arial" panose="020B0604020202020204" pitchFamily="34" charset="0"/>
              <a:buChar char="•"/>
              <a:defRPr sz="2400">
                <a:latin typeface="微软雅黑" panose="020B0503020204020204" pitchFamily="34" charset="-122"/>
                <a:ea typeface="微软雅黑" panose="020B0503020204020204" pitchFamily="34" charset="-122"/>
              </a:defRPr>
            </a:lvl3pPr>
            <a:lvl4pPr marL="1600200" indent="-228600">
              <a:spcBef>
                <a:spcPct val="20000"/>
              </a:spcBef>
              <a:buFont typeface="Arial" panose="020B0604020202020204" pitchFamily="34" charset="0"/>
              <a:buChar char="–"/>
              <a:defRPr sz="2000">
                <a:latin typeface="微软雅黑" panose="020B0503020204020204" pitchFamily="34" charset="-122"/>
                <a:ea typeface="微软雅黑" panose="020B0503020204020204" pitchFamily="34" charset="-122"/>
              </a:defRPr>
            </a:lvl4pPr>
            <a:lvl5pPr marL="2057400" indent="-228600">
              <a:spcBef>
                <a:spcPct val="20000"/>
              </a:spcBef>
              <a:buFont typeface="Arial" panose="020B0604020202020204" pitchFamily="34" charset="0"/>
              <a:buChar char="»"/>
              <a:defRPr sz="2000">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2000">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2000">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2000">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2000">
                <a:latin typeface="微软雅黑" panose="020B0503020204020204" pitchFamily="34" charset="-122"/>
                <a:ea typeface="微软雅黑" panose="020B0503020204020204" pitchFamily="34" charset="-122"/>
              </a:defRPr>
            </a:lvl9pPr>
          </a:lstStyle>
          <a:p>
            <a:pPr algn="r"/>
            <a:r>
              <a:rPr lang="zh-CN" altLang="en-US" sz="1200" dirty="0">
                <a:solidFill>
                  <a:schemeClr val="bg1">
                    <a:lumMod val="50000"/>
                  </a:schemeClr>
                </a:solidFill>
                <a:latin typeface="Source Han Sans CN Regular" panose="020B0500000000000000" pitchFamily="34" charset="-128"/>
                <a:ea typeface="Source Han Sans CN Regular" panose="020B0500000000000000" pitchFamily="34" charset="-128"/>
                <a:sym typeface="微软雅黑" panose="020B0503020204020204" pitchFamily="34" charset="-122"/>
              </a:rPr>
              <a:t>在此录入上述图表的综合描图表的综合描述说明在此录入上述图表的综合描述说明</a:t>
            </a:r>
            <a:endParaRPr lang="zh-CN" altLang="en-US" sz="1200" dirty="0">
              <a:solidFill>
                <a:schemeClr val="bg1">
                  <a:lumMod val="50000"/>
                </a:schemeClr>
              </a:solidFill>
              <a:latin typeface="Source Han Sans CN Regular" panose="020B0500000000000000" pitchFamily="34" charset="-128"/>
              <a:ea typeface="Source Han Sans CN Regular" panose="020B0500000000000000" pitchFamily="34" charset="-128"/>
              <a:sym typeface="微软雅黑" panose="020B0503020204020204" pitchFamily="34" charset="-122"/>
            </a:endParaRPr>
          </a:p>
        </p:txBody>
      </p:sp>
      <p:sp>
        <p:nvSpPr>
          <p:cNvPr id="12" name="TextBox 107"/>
          <p:cNvSpPr txBox="1"/>
          <p:nvPr/>
        </p:nvSpPr>
        <p:spPr>
          <a:xfrm>
            <a:off x="867693" y="4275119"/>
            <a:ext cx="1951710" cy="10147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1" tIns="45716" rIns="91431" bIns="45716">
            <a:spAutoFit/>
          </a:bodyPr>
          <a:lstStyle>
            <a:defPPr>
              <a:defRPr lang="zh-CN"/>
            </a:defPPr>
            <a:lvl1pPr algn="ctr">
              <a:lnSpc>
                <a:spcPct val="130000"/>
              </a:lnSpc>
              <a:spcBef>
                <a:spcPct val="0"/>
              </a:spcBef>
              <a:buFont typeface="Arial" panose="020B0604020202020204" pitchFamily="34" charset="0"/>
              <a:buNone/>
              <a:defRPr sz="1400">
                <a:solidFill>
                  <a:schemeClr val="tx1">
                    <a:lumMod val="65000"/>
                    <a:lumOff val="35000"/>
                  </a:schemeClr>
                </a:solidFill>
                <a:latin typeface="微软雅黑" panose="020B0503020204020204" pitchFamily="34" charset="-122"/>
                <a:ea typeface="微软雅黑" panose="020B0503020204020204" pitchFamily="34" charset="-122"/>
              </a:defRPr>
            </a:lvl1pPr>
            <a:lvl2pPr marL="742950" indent="-285750">
              <a:spcBef>
                <a:spcPct val="20000"/>
              </a:spcBef>
              <a:buFont typeface="Arial" panose="020B0604020202020204" pitchFamily="34" charset="0"/>
              <a:buChar char="–"/>
              <a:defRPr sz="2800">
                <a:latin typeface="微软雅黑" panose="020B0503020204020204" pitchFamily="34" charset="-122"/>
                <a:ea typeface="微软雅黑" panose="020B0503020204020204" pitchFamily="34" charset="-122"/>
              </a:defRPr>
            </a:lvl2pPr>
            <a:lvl3pPr marL="1143000" indent="-228600">
              <a:spcBef>
                <a:spcPct val="20000"/>
              </a:spcBef>
              <a:buFont typeface="Arial" panose="020B0604020202020204" pitchFamily="34" charset="0"/>
              <a:buChar char="•"/>
              <a:defRPr sz="2400">
                <a:latin typeface="微软雅黑" panose="020B0503020204020204" pitchFamily="34" charset="-122"/>
                <a:ea typeface="微软雅黑" panose="020B0503020204020204" pitchFamily="34" charset="-122"/>
              </a:defRPr>
            </a:lvl3pPr>
            <a:lvl4pPr marL="1600200" indent="-228600">
              <a:spcBef>
                <a:spcPct val="20000"/>
              </a:spcBef>
              <a:buFont typeface="Arial" panose="020B0604020202020204" pitchFamily="34" charset="0"/>
              <a:buChar char="–"/>
              <a:defRPr sz="2000">
                <a:latin typeface="微软雅黑" panose="020B0503020204020204" pitchFamily="34" charset="-122"/>
                <a:ea typeface="微软雅黑" panose="020B0503020204020204" pitchFamily="34" charset="-122"/>
              </a:defRPr>
            </a:lvl4pPr>
            <a:lvl5pPr marL="2057400" indent="-228600">
              <a:spcBef>
                <a:spcPct val="20000"/>
              </a:spcBef>
              <a:buFont typeface="Arial" panose="020B0604020202020204" pitchFamily="34" charset="0"/>
              <a:buChar char="»"/>
              <a:defRPr sz="2000">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2000">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2000">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2000">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2000">
                <a:latin typeface="微软雅黑" panose="020B0503020204020204" pitchFamily="34" charset="-122"/>
                <a:ea typeface="微软雅黑" panose="020B0503020204020204" pitchFamily="34" charset="-122"/>
              </a:defRPr>
            </a:lvl9pPr>
          </a:lstStyle>
          <a:p>
            <a:pPr algn="r"/>
            <a:r>
              <a:rPr lang="zh-CN" altLang="en-US" sz="1200" dirty="0">
                <a:solidFill>
                  <a:schemeClr val="bg1">
                    <a:lumMod val="50000"/>
                  </a:schemeClr>
                </a:solidFill>
                <a:latin typeface="Source Han Sans CN Regular" panose="020B0500000000000000" pitchFamily="34" charset="-128"/>
                <a:ea typeface="Source Han Sans CN Regular" panose="020B0500000000000000" pitchFamily="34" charset="-128"/>
                <a:sym typeface="微软雅黑" panose="020B0503020204020204" pitchFamily="34" charset="-122"/>
              </a:rPr>
              <a:t>在此录入上述图表的综合描图表的综合描述说明在此录入上述图表的综合描述说明</a:t>
            </a:r>
            <a:endParaRPr lang="zh-CN" altLang="en-US" sz="1200" dirty="0">
              <a:solidFill>
                <a:schemeClr val="bg1">
                  <a:lumMod val="50000"/>
                </a:schemeClr>
              </a:solidFill>
              <a:latin typeface="Source Han Sans CN Regular" panose="020B0500000000000000" pitchFamily="34" charset="-128"/>
              <a:ea typeface="Source Han Sans CN Regular" panose="020B0500000000000000" pitchFamily="34" charset="-128"/>
              <a:sym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3000"/>
    </mc:Choice>
    <mc:Fallback>
      <p:transition spd="slow" advTm="3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par>
                                <p:cTn id="8" presetID="9"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dissolve">
                                      <p:cBhvr>
                                        <p:cTn id="10" dur="500"/>
                                        <p:tgtEl>
                                          <p:spTgt spid="3"/>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dissolve">
                                      <p:cBhvr>
                                        <p:cTn id="13" dur="500"/>
                                        <p:tgtEl>
                                          <p:spTgt spid="4"/>
                                        </p:tgtEl>
                                      </p:cBhvr>
                                    </p:animEffect>
                                  </p:childTnLst>
                                </p:cTn>
                              </p:par>
                              <p:par>
                                <p:cTn id="14" presetID="9" presetClass="entr" presetSubtype="0" fill="hold" grpId="0" nodeType="with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dissolve">
                                      <p:cBhvr>
                                        <p:cTn id="16" dur="500"/>
                                        <p:tgtEl>
                                          <p:spTgt spid="5"/>
                                        </p:tgtEl>
                                      </p:cBhvr>
                                    </p:animEffect>
                                  </p:childTnLst>
                                </p:cTn>
                              </p:par>
                              <p:par>
                                <p:cTn id="17" presetID="9" presetClass="entr" presetSubtype="0" fill="hold" nodeType="with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dissolve">
                                      <p:cBhvr>
                                        <p:cTn id="19" dur="500"/>
                                        <p:tgtEl>
                                          <p:spTgt spid="6"/>
                                        </p:tgtEl>
                                      </p:cBhvr>
                                    </p:animEffect>
                                  </p:childTnLst>
                                </p:cTn>
                              </p:par>
                              <p:par>
                                <p:cTn id="20" presetID="9" presetClass="entr" presetSubtype="0" fill="hold" grpId="0"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dissolve">
                                      <p:cBhvr>
                                        <p:cTn id="22" dur="500"/>
                                        <p:tgtEl>
                                          <p:spTgt spid="7"/>
                                        </p:tgtEl>
                                      </p:cBhvr>
                                    </p:animEffect>
                                  </p:childTnLst>
                                </p:cTn>
                              </p:par>
                              <p:par>
                                <p:cTn id="23" presetID="9" presetClass="entr" presetSubtype="0"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dissolve">
                                      <p:cBhvr>
                                        <p:cTn id="25" dur="500"/>
                                        <p:tgtEl>
                                          <p:spTgt spid="8"/>
                                        </p:tgtEl>
                                      </p:cBhvr>
                                    </p:animEffect>
                                  </p:childTnLst>
                                </p:cTn>
                              </p:par>
                              <p:par>
                                <p:cTn id="26" presetID="9" presetClass="entr" presetSubtype="0" fill="hold" grpId="0" nodeType="with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dissolve">
                                      <p:cBhvr>
                                        <p:cTn id="28" dur="500"/>
                                        <p:tgtEl>
                                          <p:spTgt spid="9"/>
                                        </p:tgtEl>
                                      </p:cBhvr>
                                    </p:animEffect>
                                  </p:childTnLst>
                                </p:cTn>
                              </p:par>
                              <p:par>
                                <p:cTn id="29" presetID="9" presetClass="entr" presetSubtype="0" fill="hold" grpId="0" nodeType="with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dissolve">
                                      <p:cBhvr>
                                        <p:cTn id="31" dur="500"/>
                                        <p:tgtEl>
                                          <p:spTgt spid="10"/>
                                        </p:tgtEl>
                                      </p:cBhvr>
                                    </p:animEffect>
                                  </p:childTnLst>
                                </p:cTn>
                              </p:par>
                              <p:par>
                                <p:cTn id="32" presetID="9" presetClass="entr" presetSubtype="0" fill="hold" grpId="0" nodeType="with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dissolve">
                                      <p:cBhvr>
                                        <p:cTn id="34" dur="500"/>
                                        <p:tgtEl>
                                          <p:spTgt spid="11"/>
                                        </p:tgtEl>
                                      </p:cBhvr>
                                    </p:animEffect>
                                  </p:childTnLst>
                                </p:cTn>
                              </p:par>
                              <p:par>
                                <p:cTn id="35" presetID="9" presetClass="entr" presetSubtype="0" fill="hold" grpId="0" nodeType="with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dissolve">
                                      <p:cBhvr>
                                        <p:cTn id="3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7" grpId="0" animBg="1"/>
      <p:bldP spid="8" grpId="0" animBg="1"/>
      <p:bldP spid="9" grpId="0"/>
      <p:bldP spid="10" grpId="0"/>
      <p:bldP spid="11" grpId="0"/>
      <p:bldP spid="1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线连接符 1"/>
          <p:cNvCxnSpPr/>
          <p:nvPr/>
        </p:nvCxnSpPr>
        <p:spPr>
          <a:xfrm>
            <a:off x="2681909" y="3369364"/>
            <a:ext cx="7841974"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3" name="直线连接符 2"/>
          <p:cNvCxnSpPr/>
          <p:nvPr/>
        </p:nvCxnSpPr>
        <p:spPr>
          <a:xfrm>
            <a:off x="2681909" y="3670851"/>
            <a:ext cx="7841974"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4" name="直线连接符 3"/>
          <p:cNvCxnSpPr/>
          <p:nvPr/>
        </p:nvCxnSpPr>
        <p:spPr>
          <a:xfrm>
            <a:off x="2681909" y="3969026"/>
            <a:ext cx="7841974"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5" name="直线连接符 4"/>
          <p:cNvCxnSpPr/>
          <p:nvPr/>
        </p:nvCxnSpPr>
        <p:spPr>
          <a:xfrm>
            <a:off x="2681909" y="4300330"/>
            <a:ext cx="7841974"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 name="直线连接符 5"/>
          <p:cNvCxnSpPr/>
          <p:nvPr/>
        </p:nvCxnSpPr>
        <p:spPr>
          <a:xfrm>
            <a:off x="2681909" y="4598504"/>
            <a:ext cx="7841974"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7" name="直线连接符 6"/>
          <p:cNvCxnSpPr/>
          <p:nvPr/>
        </p:nvCxnSpPr>
        <p:spPr>
          <a:xfrm>
            <a:off x="2681909" y="4899991"/>
            <a:ext cx="7841974"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 name="直线连接符 7"/>
          <p:cNvCxnSpPr/>
          <p:nvPr/>
        </p:nvCxnSpPr>
        <p:spPr>
          <a:xfrm>
            <a:off x="2681909" y="5194851"/>
            <a:ext cx="7841974"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 name="直线连接符 8"/>
          <p:cNvCxnSpPr/>
          <p:nvPr/>
        </p:nvCxnSpPr>
        <p:spPr>
          <a:xfrm>
            <a:off x="2681909" y="5496338"/>
            <a:ext cx="7841974"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0" name="文本框 9"/>
          <p:cNvSpPr txBox="1"/>
          <p:nvPr/>
        </p:nvSpPr>
        <p:spPr>
          <a:xfrm>
            <a:off x="1649896" y="3266144"/>
            <a:ext cx="699230" cy="307777"/>
          </a:xfrm>
          <a:prstGeom prst="rect">
            <a:avLst/>
          </a:prstGeom>
          <a:noFill/>
        </p:spPr>
        <p:txBody>
          <a:bodyPr wrap="none" rtlCol="0">
            <a:spAutoFit/>
          </a:bodyPr>
          <a:lstStyle/>
          <a:p>
            <a:r>
              <a:rPr kumimoji="1" lang="en-US" altLang="zh-CN" sz="1400" dirty="0">
                <a:solidFill>
                  <a:schemeClr val="tx1">
                    <a:lumMod val="75000"/>
                    <a:lumOff val="25000"/>
                  </a:schemeClr>
                </a:solidFill>
                <a:latin typeface="+mn-ea"/>
              </a:rPr>
              <a:t>Title 4</a:t>
            </a:r>
            <a:endParaRPr kumimoji="1" lang="zh-CN" altLang="en-US" sz="1400" dirty="0">
              <a:solidFill>
                <a:schemeClr val="tx1">
                  <a:lumMod val="75000"/>
                  <a:lumOff val="25000"/>
                </a:schemeClr>
              </a:solidFill>
              <a:latin typeface="+mn-ea"/>
            </a:endParaRPr>
          </a:p>
        </p:txBody>
      </p:sp>
      <p:sp>
        <p:nvSpPr>
          <p:cNvPr id="11" name="文本框 10"/>
          <p:cNvSpPr txBox="1"/>
          <p:nvPr/>
        </p:nvSpPr>
        <p:spPr>
          <a:xfrm>
            <a:off x="1649896" y="3821504"/>
            <a:ext cx="699230" cy="307777"/>
          </a:xfrm>
          <a:prstGeom prst="rect">
            <a:avLst/>
          </a:prstGeom>
          <a:noFill/>
        </p:spPr>
        <p:txBody>
          <a:bodyPr wrap="none" rtlCol="0">
            <a:spAutoFit/>
          </a:bodyPr>
          <a:lstStyle/>
          <a:p>
            <a:r>
              <a:rPr kumimoji="1" lang="en-US" altLang="zh-CN" sz="1400" dirty="0">
                <a:solidFill>
                  <a:schemeClr val="tx1">
                    <a:lumMod val="75000"/>
                    <a:lumOff val="25000"/>
                  </a:schemeClr>
                </a:solidFill>
                <a:latin typeface="+mn-ea"/>
              </a:rPr>
              <a:t>Title 3</a:t>
            </a:r>
            <a:endParaRPr kumimoji="1" lang="zh-CN" altLang="en-US" sz="1400" dirty="0">
              <a:solidFill>
                <a:schemeClr val="tx1">
                  <a:lumMod val="75000"/>
                  <a:lumOff val="25000"/>
                </a:schemeClr>
              </a:solidFill>
              <a:latin typeface="+mn-ea"/>
            </a:endParaRPr>
          </a:p>
        </p:txBody>
      </p:sp>
      <p:sp>
        <p:nvSpPr>
          <p:cNvPr id="12" name="文本框 11"/>
          <p:cNvSpPr txBox="1"/>
          <p:nvPr/>
        </p:nvSpPr>
        <p:spPr>
          <a:xfrm>
            <a:off x="1649896" y="4431233"/>
            <a:ext cx="699230" cy="307777"/>
          </a:xfrm>
          <a:prstGeom prst="rect">
            <a:avLst/>
          </a:prstGeom>
          <a:noFill/>
        </p:spPr>
        <p:txBody>
          <a:bodyPr wrap="none" rtlCol="0">
            <a:spAutoFit/>
          </a:bodyPr>
          <a:lstStyle/>
          <a:p>
            <a:r>
              <a:rPr kumimoji="1" lang="en-US" altLang="zh-CN" sz="1400" dirty="0">
                <a:solidFill>
                  <a:schemeClr val="tx1">
                    <a:lumMod val="75000"/>
                    <a:lumOff val="25000"/>
                  </a:schemeClr>
                </a:solidFill>
                <a:latin typeface="+mn-ea"/>
              </a:rPr>
              <a:t>Title 2</a:t>
            </a:r>
            <a:endParaRPr kumimoji="1" lang="zh-CN" altLang="en-US" sz="1400" dirty="0">
              <a:solidFill>
                <a:schemeClr val="tx1">
                  <a:lumMod val="75000"/>
                  <a:lumOff val="25000"/>
                </a:schemeClr>
              </a:solidFill>
              <a:latin typeface="+mn-ea"/>
            </a:endParaRPr>
          </a:p>
        </p:txBody>
      </p:sp>
      <p:sp>
        <p:nvSpPr>
          <p:cNvPr id="13" name="文本框 12"/>
          <p:cNvSpPr txBox="1"/>
          <p:nvPr/>
        </p:nvSpPr>
        <p:spPr>
          <a:xfrm>
            <a:off x="1649896" y="5040962"/>
            <a:ext cx="699230" cy="307777"/>
          </a:xfrm>
          <a:prstGeom prst="rect">
            <a:avLst/>
          </a:prstGeom>
          <a:noFill/>
        </p:spPr>
        <p:txBody>
          <a:bodyPr wrap="none" rtlCol="0">
            <a:spAutoFit/>
          </a:bodyPr>
          <a:lstStyle/>
          <a:p>
            <a:r>
              <a:rPr kumimoji="1" lang="en-US" altLang="zh-CN" sz="1400" dirty="0">
                <a:solidFill>
                  <a:schemeClr val="tx1">
                    <a:lumMod val="75000"/>
                    <a:lumOff val="25000"/>
                  </a:schemeClr>
                </a:solidFill>
                <a:latin typeface="+mn-ea"/>
              </a:rPr>
              <a:t>Title 1</a:t>
            </a:r>
            <a:endParaRPr kumimoji="1" lang="zh-CN" altLang="en-US" sz="1400" dirty="0">
              <a:solidFill>
                <a:schemeClr val="tx1">
                  <a:lumMod val="75000"/>
                  <a:lumOff val="25000"/>
                </a:schemeClr>
              </a:solidFill>
              <a:latin typeface="+mn-ea"/>
            </a:endParaRPr>
          </a:p>
        </p:txBody>
      </p:sp>
      <p:cxnSp>
        <p:nvCxnSpPr>
          <p:cNvPr id="14" name="直线连接符 13"/>
          <p:cNvCxnSpPr/>
          <p:nvPr/>
        </p:nvCxnSpPr>
        <p:spPr>
          <a:xfrm>
            <a:off x="4337602" y="3375731"/>
            <a:ext cx="0" cy="2120607"/>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5" name="直线连接符 14"/>
          <p:cNvCxnSpPr/>
          <p:nvPr/>
        </p:nvCxnSpPr>
        <p:spPr>
          <a:xfrm>
            <a:off x="5327374" y="3369364"/>
            <a:ext cx="0" cy="2120607"/>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6" name="直线连接符 15"/>
          <p:cNvCxnSpPr/>
          <p:nvPr/>
        </p:nvCxnSpPr>
        <p:spPr>
          <a:xfrm>
            <a:off x="7326796" y="3375731"/>
            <a:ext cx="0" cy="2120607"/>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 name="直线连接符 16"/>
          <p:cNvCxnSpPr/>
          <p:nvPr/>
        </p:nvCxnSpPr>
        <p:spPr>
          <a:xfrm>
            <a:off x="8130210" y="3378785"/>
            <a:ext cx="0" cy="2120607"/>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8" name="直线连接符 17"/>
          <p:cNvCxnSpPr/>
          <p:nvPr/>
        </p:nvCxnSpPr>
        <p:spPr>
          <a:xfrm>
            <a:off x="8468140" y="3369363"/>
            <a:ext cx="0" cy="2120607"/>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9" name="矩形 18"/>
          <p:cNvSpPr/>
          <p:nvPr/>
        </p:nvSpPr>
        <p:spPr>
          <a:xfrm>
            <a:off x="4353340" y="3375731"/>
            <a:ext cx="4114800" cy="208722"/>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0" name="矩形 19"/>
          <p:cNvSpPr/>
          <p:nvPr/>
        </p:nvSpPr>
        <p:spPr>
          <a:xfrm>
            <a:off x="2681909" y="4015410"/>
            <a:ext cx="2645465" cy="215089"/>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1" name="矩形 20"/>
          <p:cNvSpPr/>
          <p:nvPr/>
        </p:nvSpPr>
        <p:spPr>
          <a:xfrm>
            <a:off x="7326796" y="4598377"/>
            <a:ext cx="3197087" cy="192284"/>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2" name="矩形 21"/>
          <p:cNvSpPr/>
          <p:nvPr/>
        </p:nvSpPr>
        <p:spPr>
          <a:xfrm>
            <a:off x="8130210" y="5194850"/>
            <a:ext cx="2393673" cy="202837"/>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3" name="文本框 22"/>
          <p:cNvSpPr txBox="1"/>
          <p:nvPr/>
        </p:nvSpPr>
        <p:spPr>
          <a:xfrm>
            <a:off x="5615609" y="3339546"/>
            <a:ext cx="1252331" cy="276999"/>
          </a:xfrm>
          <a:prstGeom prst="rect">
            <a:avLst/>
          </a:prstGeom>
          <a:noFill/>
        </p:spPr>
        <p:txBody>
          <a:bodyPr wrap="square" rtlCol="0">
            <a:spAutoFit/>
          </a:bodyPr>
          <a:lstStyle/>
          <a:p>
            <a:pPr algn="dist"/>
            <a:r>
              <a:rPr kumimoji="1" lang="en-US" altLang="zh-CN" sz="1200" dirty="0">
                <a:solidFill>
                  <a:schemeClr val="bg1"/>
                </a:solidFill>
                <a:latin typeface="+mn-ea"/>
              </a:rPr>
              <a:t>12%~15%</a:t>
            </a:r>
            <a:endParaRPr kumimoji="1" lang="zh-CN" altLang="en-US" sz="1200" dirty="0">
              <a:solidFill>
                <a:schemeClr val="bg1"/>
              </a:solidFill>
              <a:latin typeface="+mn-ea"/>
            </a:endParaRPr>
          </a:p>
        </p:txBody>
      </p:sp>
      <p:sp>
        <p:nvSpPr>
          <p:cNvPr id="24" name="文本框 23"/>
          <p:cNvSpPr txBox="1"/>
          <p:nvPr/>
        </p:nvSpPr>
        <p:spPr>
          <a:xfrm>
            <a:off x="3280465" y="3980911"/>
            <a:ext cx="1252331" cy="276999"/>
          </a:xfrm>
          <a:prstGeom prst="rect">
            <a:avLst/>
          </a:prstGeom>
          <a:noFill/>
        </p:spPr>
        <p:txBody>
          <a:bodyPr wrap="square" rtlCol="0">
            <a:spAutoFit/>
          </a:bodyPr>
          <a:lstStyle/>
          <a:p>
            <a:pPr algn="dist"/>
            <a:r>
              <a:rPr kumimoji="1" lang="en-US" altLang="zh-CN" sz="1200" dirty="0">
                <a:solidFill>
                  <a:schemeClr val="bg1"/>
                </a:solidFill>
                <a:latin typeface="+mn-ea"/>
              </a:rPr>
              <a:t>16%~25%</a:t>
            </a:r>
            <a:endParaRPr kumimoji="1" lang="zh-CN" altLang="en-US" sz="1200" dirty="0">
              <a:solidFill>
                <a:schemeClr val="bg1"/>
              </a:solidFill>
              <a:latin typeface="+mn-ea"/>
            </a:endParaRPr>
          </a:p>
        </p:txBody>
      </p:sp>
      <p:sp>
        <p:nvSpPr>
          <p:cNvPr id="25" name="文本框 24"/>
          <p:cNvSpPr txBox="1"/>
          <p:nvPr/>
        </p:nvSpPr>
        <p:spPr>
          <a:xfrm>
            <a:off x="8392491" y="4555304"/>
            <a:ext cx="1252331" cy="276999"/>
          </a:xfrm>
          <a:prstGeom prst="rect">
            <a:avLst/>
          </a:prstGeom>
          <a:noFill/>
        </p:spPr>
        <p:txBody>
          <a:bodyPr wrap="square" rtlCol="0">
            <a:spAutoFit/>
          </a:bodyPr>
          <a:lstStyle/>
          <a:p>
            <a:pPr algn="dist"/>
            <a:r>
              <a:rPr kumimoji="1" lang="en-US" altLang="zh-CN" sz="1200" dirty="0">
                <a:solidFill>
                  <a:schemeClr val="bg1"/>
                </a:solidFill>
                <a:latin typeface="+mn-ea"/>
              </a:rPr>
              <a:t>62%~75%</a:t>
            </a:r>
            <a:endParaRPr kumimoji="1" lang="zh-CN" altLang="en-US" sz="1200" dirty="0">
              <a:solidFill>
                <a:schemeClr val="bg1"/>
              </a:solidFill>
              <a:latin typeface="+mn-ea"/>
            </a:endParaRPr>
          </a:p>
        </p:txBody>
      </p:sp>
      <p:sp>
        <p:nvSpPr>
          <p:cNvPr id="26" name="文本框 25"/>
          <p:cNvSpPr txBox="1"/>
          <p:nvPr/>
        </p:nvSpPr>
        <p:spPr>
          <a:xfrm>
            <a:off x="8700880" y="5153605"/>
            <a:ext cx="1252331" cy="276999"/>
          </a:xfrm>
          <a:prstGeom prst="rect">
            <a:avLst/>
          </a:prstGeom>
          <a:noFill/>
        </p:spPr>
        <p:txBody>
          <a:bodyPr wrap="square" rtlCol="0">
            <a:spAutoFit/>
          </a:bodyPr>
          <a:lstStyle/>
          <a:p>
            <a:pPr algn="dist"/>
            <a:r>
              <a:rPr kumimoji="1" lang="en-US" altLang="zh-CN" sz="1200" dirty="0">
                <a:solidFill>
                  <a:schemeClr val="bg1"/>
                </a:solidFill>
                <a:latin typeface="+mn-ea"/>
              </a:rPr>
              <a:t>72%~85%</a:t>
            </a:r>
            <a:endParaRPr kumimoji="1" lang="zh-CN" altLang="en-US" sz="1200" dirty="0">
              <a:solidFill>
                <a:schemeClr val="bg1"/>
              </a:solidFill>
              <a:latin typeface="+mn-ea"/>
            </a:endParaRPr>
          </a:p>
        </p:txBody>
      </p:sp>
      <p:sp>
        <p:nvSpPr>
          <p:cNvPr id="27" name="文本框 26"/>
          <p:cNvSpPr txBox="1"/>
          <p:nvPr/>
        </p:nvSpPr>
        <p:spPr>
          <a:xfrm>
            <a:off x="2600390" y="3001922"/>
            <a:ext cx="7923493" cy="246221"/>
          </a:xfrm>
          <a:prstGeom prst="rect">
            <a:avLst/>
          </a:prstGeom>
          <a:noFill/>
        </p:spPr>
        <p:txBody>
          <a:bodyPr wrap="square" rtlCol="0">
            <a:spAutoFit/>
          </a:bodyPr>
          <a:lstStyle/>
          <a:p>
            <a:pPr algn="dist"/>
            <a:r>
              <a:rPr kumimoji="1" lang="en-US" altLang="zh-CN" sz="1000" dirty="0">
                <a:solidFill>
                  <a:schemeClr val="tx1">
                    <a:lumMod val="50000"/>
                    <a:lumOff val="50000"/>
                  </a:schemeClr>
                </a:solidFill>
                <a:latin typeface="+mn-ea"/>
              </a:rPr>
              <a:t>012345678</a:t>
            </a:r>
            <a:endParaRPr kumimoji="1" lang="zh-CN" altLang="en-US" sz="1000" dirty="0">
              <a:solidFill>
                <a:schemeClr val="tx1">
                  <a:lumMod val="50000"/>
                  <a:lumOff val="50000"/>
                </a:schemeClr>
              </a:solidFill>
              <a:latin typeface="+mn-ea"/>
            </a:endParaRPr>
          </a:p>
        </p:txBody>
      </p:sp>
      <p:sp>
        <p:nvSpPr>
          <p:cNvPr id="28" name="文本框 27"/>
          <p:cNvSpPr txBox="1"/>
          <p:nvPr/>
        </p:nvSpPr>
        <p:spPr>
          <a:xfrm>
            <a:off x="1649896" y="1779103"/>
            <a:ext cx="3005951" cy="523220"/>
          </a:xfrm>
          <a:prstGeom prst="rect">
            <a:avLst/>
          </a:prstGeom>
          <a:noFill/>
        </p:spPr>
        <p:txBody>
          <a:bodyPr wrap="none" rtlCol="0">
            <a:spAutoFit/>
          </a:bodyPr>
          <a:lstStyle/>
          <a:p>
            <a:r>
              <a:rPr kumimoji="1" lang="en-US" altLang="zh-CN" sz="2800" dirty="0">
                <a:solidFill>
                  <a:schemeClr val="tx1">
                    <a:lumMod val="75000"/>
                    <a:lumOff val="25000"/>
                  </a:schemeClr>
                </a:solidFill>
                <a:latin typeface="+mj-ea"/>
                <a:ea typeface="+mj-ea"/>
              </a:rPr>
              <a:t>BUSINESS</a:t>
            </a:r>
            <a:r>
              <a:rPr kumimoji="1" lang="zh-CN" altLang="en-US" sz="2800" dirty="0">
                <a:solidFill>
                  <a:schemeClr val="tx1">
                    <a:lumMod val="75000"/>
                    <a:lumOff val="25000"/>
                  </a:schemeClr>
                </a:solidFill>
                <a:latin typeface="+mj-ea"/>
                <a:ea typeface="+mj-ea"/>
              </a:rPr>
              <a:t> </a:t>
            </a:r>
            <a:r>
              <a:rPr kumimoji="1" lang="en-US" altLang="zh-CN" sz="2800" dirty="0">
                <a:solidFill>
                  <a:schemeClr val="tx1">
                    <a:lumMod val="75000"/>
                    <a:lumOff val="25000"/>
                  </a:schemeClr>
                </a:solidFill>
                <a:latin typeface="+mj-ea"/>
                <a:ea typeface="+mj-ea"/>
              </a:rPr>
              <a:t>DATA</a:t>
            </a:r>
            <a:endParaRPr kumimoji="1" lang="zh-CN" altLang="en-US" sz="2800" dirty="0">
              <a:solidFill>
                <a:schemeClr val="tx1">
                  <a:lumMod val="75000"/>
                  <a:lumOff val="25000"/>
                </a:schemeClr>
              </a:solidFill>
              <a:latin typeface="+mj-ea"/>
              <a:ea typeface="+mj-ea"/>
            </a:endParaRPr>
          </a:p>
        </p:txBody>
      </p:sp>
      <p:sp>
        <p:nvSpPr>
          <p:cNvPr id="29" name="文本框 28"/>
          <p:cNvSpPr txBox="1"/>
          <p:nvPr/>
        </p:nvSpPr>
        <p:spPr>
          <a:xfrm>
            <a:off x="1663148" y="1505729"/>
            <a:ext cx="1811714" cy="369332"/>
          </a:xfrm>
          <a:prstGeom prst="rect">
            <a:avLst/>
          </a:prstGeom>
          <a:noFill/>
        </p:spPr>
        <p:txBody>
          <a:bodyPr wrap="none" rtlCol="0">
            <a:spAutoFit/>
          </a:bodyPr>
          <a:lstStyle/>
          <a:p>
            <a:r>
              <a:rPr kumimoji="1" lang="en-US" altLang="zh-CN" dirty="0">
                <a:solidFill>
                  <a:schemeClr val="bg1">
                    <a:lumMod val="75000"/>
                  </a:schemeClr>
                </a:solidFill>
                <a:latin typeface="+mn-ea"/>
              </a:rPr>
              <a:t>PPT</a:t>
            </a:r>
            <a:r>
              <a:rPr kumimoji="1" lang="zh-CN" altLang="en-US" dirty="0">
                <a:solidFill>
                  <a:schemeClr val="bg1">
                    <a:lumMod val="75000"/>
                  </a:schemeClr>
                </a:solidFill>
                <a:latin typeface="+mn-ea"/>
              </a:rPr>
              <a:t> </a:t>
            </a:r>
            <a:r>
              <a:rPr kumimoji="1" lang="en-US" altLang="zh-CN" dirty="0">
                <a:solidFill>
                  <a:schemeClr val="bg1">
                    <a:lumMod val="75000"/>
                  </a:schemeClr>
                </a:solidFill>
                <a:latin typeface="+mn-ea"/>
              </a:rPr>
              <a:t>TEMPLATE</a:t>
            </a:r>
            <a:endParaRPr kumimoji="1" lang="zh-CN" altLang="en-US" dirty="0">
              <a:solidFill>
                <a:schemeClr val="bg1">
                  <a:lumMod val="75000"/>
                </a:schemeClr>
              </a:solidFill>
              <a:latin typeface="+mn-ea"/>
            </a:endParaRPr>
          </a:p>
        </p:txBody>
      </p:sp>
      <p:sp>
        <p:nvSpPr>
          <p:cNvPr id="30" name="文本框 29"/>
          <p:cNvSpPr txBox="1"/>
          <p:nvPr/>
        </p:nvSpPr>
        <p:spPr>
          <a:xfrm>
            <a:off x="5668688" y="1491395"/>
            <a:ext cx="4923044" cy="810928"/>
          </a:xfrm>
          <a:prstGeom prst="rect">
            <a:avLst/>
          </a:prstGeom>
          <a:noFill/>
        </p:spPr>
        <p:txBody>
          <a:bodyPr wrap="square" rtlCol="0">
            <a:spAutoFit/>
          </a:bodyPr>
          <a:lstStyle/>
          <a:p>
            <a:pPr>
              <a:lnSpc>
                <a:spcPct val="150000"/>
              </a:lnSpc>
            </a:pPr>
            <a:r>
              <a:rPr kumimoji="1" lang="zh-CN" altLang="en-US" sz="1100" dirty="0">
                <a:solidFill>
                  <a:schemeClr val="tx1">
                    <a:lumMod val="50000"/>
                    <a:lumOff val="50000"/>
                  </a:schemeClr>
                </a:solidFill>
                <a:latin typeface="+mn-ea"/>
                <a:cs typeface="+mn-ea"/>
                <a:sym typeface="+mn-lt"/>
              </a:rPr>
              <a:t>感谢您使用我们的</a:t>
            </a:r>
            <a:r>
              <a:rPr kumimoji="1" lang="en-US" altLang="zh-CN" sz="1100" dirty="0">
                <a:solidFill>
                  <a:schemeClr val="tx1">
                    <a:lumMod val="50000"/>
                    <a:lumOff val="50000"/>
                  </a:schemeClr>
                </a:solidFill>
                <a:latin typeface="+mn-ea"/>
                <a:cs typeface="+mn-ea"/>
                <a:sym typeface="+mn-lt"/>
              </a:rPr>
              <a:t>PPT</a:t>
            </a:r>
            <a:r>
              <a:rPr kumimoji="1" lang="zh-CN" altLang="en-US" sz="1100" dirty="0">
                <a:solidFill>
                  <a:schemeClr val="tx1">
                    <a:lumMod val="50000"/>
                    <a:lumOff val="50000"/>
                  </a:schemeClr>
                </a:solidFill>
                <a:latin typeface="+mn-ea"/>
                <a:cs typeface="+mn-ea"/>
                <a:sym typeface="+mn-lt"/>
              </a:rPr>
              <a:t>模板，请在此输入您需要的文字内容，感谢您使用我们的</a:t>
            </a:r>
            <a:r>
              <a:rPr kumimoji="1" lang="en-US" altLang="zh-CN" sz="1100" dirty="0">
                <a:solidFill>
                  <a:schemeClr val="tx1">
                    <a:lumMod val="50000"/>
                    <a:lumOff val="50000"/>
                  </a:schemeClr>
                </a:solidFill>
                <a:latin typeface="+mn-ea"/>
                <a:cs typeface="+mn-ea"/>
                <a:sym typeface="+mn-lt"/>
              </a:rPr>
              <a:t>PPT</a:t>
            </a:r>
            <a:r>
              <a:rPr kumimoji="1" lang="zh-CN" altLang="en-US" sz="1100" dirty="0">
                <a:solidFill>
                  <a:schemeClr val="tx1">
                    <a:lumMod val="50000"/>
                    <a:lumOff val="50000"/>
                  </a:schemeClr>
                </a:solidFill>
                <a:latin typeface="+mn-ea"/>
                <a:cs typeface="+mn-ea"/>
                <a:sym typeface="+mn-lt"/>
              </a:rPr>
              <a:t>模板。感谢您使用我们的</a:t>
            </a:r>
            <a:r>
              <a:rPr kumimoji="1" lang="en-US" altLang="zh-CN" sz="1100" dirty="0">
                <a:solidFill>
                  <a:schemeClr val="tx1">
                    <a:lumMod val="50000"/>
                    <a:lumOff val="50000"/>
                  </a:schemeClr>
                </a:solidFill>
                <a:latin typeface="+mn-ea"/>
                <a:cs typeface="+mn-ea"/>
                <a:sym typeface="+mn-lt"/>
              </a:rPr>
              <a:t>PPT</a:t>
            </a:r>
            <a:r>
              <a:rPr kumimoji="1" lang="zh-CN" altLang="en-US" sz="1100" dirty="0">
                <a:solidFill>
                  <a:schemeClr val="tx1">
                    <a:lumMod val="50000"/>
                    <a:lumOff val="50000"/>
                  </a:schemeClr>
                </a:solidFill>
                <a:latin typeface="+mn-ea"/>
                <a:cs typeface="+mn-ea"/>
                <a:sym typeface="+mn-lt"/>
              </a:rPr>
              <a:t>模板，请在此输入您需要的文字内容，感谢您使用我们的</a:t>
            </a:r>
            <a:r>
              <a:rPr kumimoji="1" lang="en-US" altLang="zh-CN" sz="1100" dirty="0">
                <a:solidFill>
                  <a:schemeClr val="tx1">
                    <a:lumMod val="50000"/>
                    <a:lumOff val="50000"/>
                  </a:schemeClr>
                </a:solidFill>
                <a:latin typeface="+mn-ea"/>
                <a:cs typeface="+mn-ea"/>
                <a:sym typeface="+mn-lt"/>
              </a:rPr>
              <a:t>PPT</a:t>
            </a:r>
            <a:r>
              <a:rPr kumimoji="1" lang="zh-CN" altLang="en-US" sz="1100" dirty="0">
                <a:solidFill>
                  <a:schemeClr val="tx1">
                    <a:lumMod val="50000"/>
                    <a:lumOff val="50000"/>
                  </a:schemeClr>
                </a:solidFill>
                <a:latin typeface="+mn-ea"/>
                <a:cs typeface="+mn-ea"/>
                <a:sym typeface="+mn-lt"/>
              </a:rPr>
              <a:t>模板。</a:t>
            </a:r>
            <a:endParaRPr kumimoji="1" lang="zh-CN" altLang="en-US" sz="1100" dirty="0">
              <a:solidFill>
                <a:schemeClr val="tx1">
                  <a:lumMod val="75000"/>
                  <a:lumOff val="25000"/>
                </a:schemeClr>
              </a:solidFill>
              <a:latin typeface="+mn-ea"/>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advTm="3000"/>
    </mc:Choice>
    <mc:Fallback>
      <p:transition spd="slow" advTm="3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par>
                                <p:cTn id="8" presetID="9" presetClass="entr" presetSubtype="0"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dissolve">
                                      <p:cBhvr>
                                        <p:cTn id="10" dur="500"/>
                                        <p:tgtEl>
                                          <p:spTgt spid="3"/>
                                        </p:tgtEl>
                                      </p:cBhvr>
                                    </p:animEffect>
                                  </p:childTnLst>
                                </p:cTn>
                              </p:par>
                              <p:par>
                                <p:cTn id="11" presetID="9" presetClass="entr" presetSubtype="0" fill="hold"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dissolve">
                                      <p:cBhvr>
                                        <p:cTn id="13" dur="500"/>
                                        <p:tgtEl>
                                          <p:spTgt spid="4"/>
                                        </p:tgtEl>
                                      </p:cBhvr>
                                    </p:animEffect>
                                  </p:childTnLst>
                                </p:cTn>
                              </p:par>
                              <p:par>
                                <p:cTn id="14" presetID="9" presetClass="entr" presetSubtype="0" fill="hold" nodeType="with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dissolve">
                                      <p:cBhvr>
                                        <p:cTn id="16" dur="500"/>
                                        <p:tgtEl>
                                          <p:spTgt spid="5"/>
                                        </p:tgtEl>
                                      </p:cBhvr>
                                    </p:animEffect>
                                  </p:childTnLst>
                                </p:cTn>
                              </p:par>
                              <p:par>
                                <p:cTn id="17" presetID="9" presetClass="entr" presetSubtype="0" fill="hold" nodeType="with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dissolve">
                                      <p:cBhvr>
                                        <p:cTn id="19" dur="500"/>
                                        <p:tgtEl>
                                          <p:spTgt spid="6"/>
                                        </p:tgtEl>
                                      </p:cBhvr>
                                    </p:animEffect>
                                  </p:childTnLst>
                                </p:cTn>
                              </p:par>
                              <p:par>
                                <p:cTn id="20" presetID="9" presetClass="entr" presetSubtype="0" fill="hold"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dissolve">
                                      <p:cBhvr>
                                        <p:cTn id="22" dur="500"/>
                                        <p:tgtEl>
                                          <p:spTgt spid="7"/>
                                        </p:tgtEl>
                                      </p:cBhvr>
                                    </p:animEffect>
                                  </p:childTnLst>
                                </p:cTn>
                              </p:par>
                              <p:par>
                                <p:cTn id="23" presetID="9" presetClass="entr" presetSubtype="0" fill="hold" nodeType="with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dissolve">
                                      <p:cBhvr>
                                        <p:cTn id="25" dur="500"/>
                                        <p:tgtEl>
                                          <p:spTgt spid="8"/>
                                        </p:tgtEl>
                                      </p:cBhvr>
                                    </p:animEffect>
                                  </p:childTnLst>
                                </p:cTn>
                              </p:par>
                              <p:par>
                                <p:cTn id="26" presetID="9" presetClass="entr" presetSubtype="0" fill="hold" nodeType="with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dissolve">
                                      <p:cBhvr>
                                        <p:cTn id="28" dur="500"/>
                                        <p:tgtEl>
                                          <p:spTgt spid="9"/>
                                        </p:tgtEl>
                                      </p:cBhvr>
                                    </p:animEffect>
                                  </p:childTnLst>
                                </p:cTn>
                              </p:par>
                              <p:par>
                                <p:cTn id="29" presetID="9" presetClass="entr" presetSubtype="0" fill="hold" grpId="0" nodeType="with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dissolve">
                                      <p:cBhvr>
                                        <p:cTn id="31" dur="500"/>
                                        <p:tgtEl>
                                          <p:spTgt spid="10"/>
                                        </p:tgtEl>
                                      </p:cBhvr>
                                    </p:animEffect>
                                  </p:childTnLst>
                                </p:cTn>
                              </p:par>
                              <p:par>
                                <p:cTn id="32" presetID="9" presetClass="entr" presetSubtype="0" fill="hold" grpId="0" nodeType="with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dissolve">
                                      <p:cBhvr>
                                        <p:cTn id="34" dur="500"/>
                                        <p:tgtEl>
                                          <p:spTgt spid="11"/>
                                        </p:tgtEl>
                                      </p:cBhvr>
                                    </p:animEffect>
                                  </p:childTnLst>
                                </p:cTn>
                              </p:par>
                              <p:par>
                                <p:cTn id="35" presetID="9" presetClass="entr" presetSubtype="0" fill="hold" grpId="0" nodeType="with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dissolve">
                                      <p:cBhvr>
                                        <p:cTn id="37" dur="500"/>
                                        <p:tgtEl>
                                          <p:spTgt spid="12"/>
                                        </p:tgtEl>
                                      </p:cBhvr>
                                    </p:animEffect>
                                  </p:childTnLst>
                                </p:cTn>
                              </p:par>
                              <p:par>
                                <p:cTn id="38" presetID="9" presetClass="entr" presetSubtype="0" fill="hold" grpId="0" nodeType="withEffect">
                                  <p:stCondLst>
                                    <p:cond delay="0"/>
                                  </p:stCondLst>
                                  <p:childTnLst>
                                    <p:set>
                                      <p:cBhvr>
                                        <p:cTn id="39" dur="1" fill="hold">
                                          <p:stCondLst>
                                            <p:cond delay="0"/>
                                          </p:stCondLst>
                                        </p:cTn>
                                        <p:tgtEl>
                                          <p:spTgt spid="13"/>
                                        </p:tgtEl>
                                        <p:attrNameLst>
                                          <p:attrName>style.visibility</p:attrName>
                                        </p:attrNameLst>
                                      </p:cBhvr>
                                      <p:to>
                                        <p:strVal val="visible"/>
                                      </p:to>
                                    </p:set>
                                    <p:animEffect transition="in" filter="dissolve">
                                      <p:cBhvr>
                                        <p:cTn id="40" dur="500"/>
                                        <p:tgtEl>
                                          <p:spTgt spid="13"/>
                                        </p:tgtEl>
                                      </p:cBhvr>
                                    </p:animEffect>
                                  </p:childTnLst>
                                </p:cTn>
                              </p:par>
                              <p:par>
                                <p:cTn id="41" presetID="9" presetClass="entr" presetSubtype="0" fill="hold" nodeType="withEffect">
                                  <p:stCondLst>
                                    <p:cond delay="0"/>
                                  </p:stCondLst>
                                  <p:childTnLst>
                                    <p:set>
                                      <p:cBhvr>
                                        <p:cTn id="42" dur="1" fill="hold">
                                          <p:stCondLst>
                                            <p:cond delay="0"/>
                                          </p:stCondLst>
                                        </p:cTn>
                                        <p:tgtEl>
                                          <p:spTgt spid="14"/>
                                        </p:tgtEl>
                                        <p:attrNameLst>
                                          <p:attrName>style.visibility</p:attrName>
                                        </p:attrNameLst>
                                      </p:cBhvr>
                                      <p:to>
                                        <p:strVal val="visible"/>
                                      </p:to>
                                    </p:set>
                                    <p:animEffect transition="in" filter="dissolve">
                                      <p:cBhvr>
                                        <p:cTn id="43" dur="500"/>
                                        <p:tgtEl>
                                          <p:spTgt spid="14"/>
                                        </p:tgtEl>
                                      </p:cBhvr>
                                    </p:animEffect>
                                  </p:childTnLst>
                                </p:cTn>
                              </p:par>
                              <p:par>
                                <p:cTn id="44" presetID="9" presetClass="entr" presetSubtype="0" fill="hold" nodeType="withEffect">
                                  <p:stCondLst>
                                    <p:cond delay="0"/>
                                  </p:stCondLst>
                                  <p:childTnLst>
                                    <p:set>
                                      <p:cBhvr>
                                        <p:cTn id="45" dur="1" fill="hold">
                                          <p:stCondLst>
                                            <p:cond delay="0"/>
                                          </p:stCondLst>
                                        </p:cTn>
                                        <p:tgtEl>
                                          <p:spTgt spid="15"/>
                                        </p:tgtEl>
                                        <p:attrNameLst>
                                          <p:attrName>style.visibility</p:attrName>
                                        </p:attrNameLst>
                                      </p:cBhvr>
                                      <p:to>
                                        <p:strVal val="visible"/>
                                      </p:to>
                                    </p:set>
                                    <p:animEffect transition="in" filter="dissolve">
                                      <p:cBhvr>
                                        <p:cTn id="46" dur="500"/>
                                        <p:tgtEl>
                                          <p:spTgt spid="15"/>
                                        </p:tgtEl>
                                      </p:cBhvr>
                                    </p:animEffect>
                                  </p:childTnLst>
                                </p:cTn>
                              </p:par>
                              <p:par>
                                <p:cTn id="47" presetID="9" presetClass="entr" presetSubtype="0" fill="hold" nodeType="withEffect">
                                  <p:stCondLst>
                                    <p:cond delay="0"/>
                                  </p:stCondLst>
                                  <p:childTnLst>
                                    <p:set>
                                      <p:cBhvr>
                                        <p:cTn id="48" dur="1" fill="hold">
                                          <p:stCondLst>
                                            <p:cond delay="0"/>
                                          </p:stCondLst>
                                        </p:cTn>
                                        <p:tgtEl>
                                          <p:spTgt spid="16"/>
                                        </p:tgtEl>
                                        <p:attrNameLst>
                                          <p:attrName>style.visibility</p:attrName>
                                        </p:attrNameLst>
                                      </p:cBhvr>
                                      <p:to>
                                        <p:strVal val="visible"/>
                                      </p:to>
                                    </p:set>
                                    <p:animEffect transition="in" filter="dissolve">
                                      <p:cBhvr>
                                        <p:cTn id="49" dur="500"/>
                                        <p:tgtEl>
                                          <p:spTgt spid="16"/>
                                        </p:tgtEl>
                                      </p:cBhvr>
                                    </p:animEffect>
                                  </p:childTnLst>
                                </p:cTn>
                              </p:par>
                              <p:par>
                                <p:cTn id="50" presetID="9" presetClass="entr" presetSubtype="0" fill="hold" nodeType="with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dissolve">
                                      <p:cBhvr>
                                        <p:cTn id="52" dur="500"/>
                                        <p:tgtEl>
                                          <p:spTgt spid="17"/>
                                        </p:tgtEl>
                                      </p:cBhvr>
                                    </p:animEffect>
                                  </p:childTnLst>
                                </p:cTn>
                              </p:par>
                              <p:par>
                                <p:cTn id="53" presetID="9" presetClass="entr" presetSubtype="0" fill="hold" nodeType="withEffect">
                                  <p:stCondLst>
                                    <p:cond delay="0"/>
                                  </p:stCondLst>
                                  <p:childTnLst>
                                    <p:set>
                                      <p:cBhvr>
                                        <p:cTn id="54" dur="1" fill="hold">
                                          <p:stCondLst>
                                            <p:cond delay="0"/>
                                          </p:stCondLst>
                                        </p:cTn>
                                        <p:tgtEl>
                                          <p:spTgt spid="18"/>
                                        </p:tgtEl>
                                        <p:attrNameLst>
                                          <p:attrName>style.visibility</p:attrName>
                                        </p:attrNameLst>
                                      </p:cBhvr>
                                      <p:to>
                                        <p:strVal val="visible"/>
                                      </p:to>
                                    </p:set>
                                    <p:animEffect transition="in" filter="dissolve">
                                      <p:cBhvr>
                                        <p:cTn id="55" dur="500"/>
                                        <p:tgtEl>
                                          <p:spTgt spid="18"/>
                                        </p:tgtEl>
                                      </p:cBhvr>
                                    </p:animEffect>
                                  </p:childTnLst>
                                </p:cTn>
                              </p:par>
                              <p:par>
                                <p:cTn id="56" presetID="9" presetClass="entr" presetSubtype="0" fill="hold" grpId="0" nodeType="withEffect">
                                  <p:stCondLst>
                                    <p:cond delay="0"/>
                                  </p:stCondLst>
                                  <p:childTnLst>
                                    <p:set>
                                      <p:cBhvr>
                                        <p:cTn id="57" dur="1" fill="hold">
                                          <p:stCondLst>
                                            <p:cond delay="0"/>
                                          </p:stCondLst>
                                        </p:cTn>
                                        <p:tgtEl>
                                          <p:spTgt spid="19"/>
                                        </p:tgtEl>
                                        <p:attrNameLst>
                                          <p:attrName>style.visibility</p:attrName>
                                        </p:attrNameLst>
                                      </p:cBhvr>
                                      <p:to>
                                        <p:strVal val="visible"/>
                                      </p:to>
                                    </p:set>
                                    <p:animEffect transition="in" filter="dissolve">
                                      <p:cBhvr>
                                        <p:cTn id="58" dur="500"/>
                                        <p:tgtEl>
                                          <p:spTgt spid="19"/>
                                        </p:tgtEl>
                                      </p:cBhvr>
                                    </p:animEffect>
                                  </p:childTnLst>
                                </p:cTn>
                              </p:par>
                              <p:par>
                                <p:cTn id="59" presetID="9" presetClass="entr" presetSubtype="0" fill="hold" grpId="0" nodeType="withEffect">
                                  <p:stCondLst>
                                    <p:cond delay="0"/>
                                  </p:stCondLst>
                                  <p:childTnLst>
                                    <p:set>
                                      <p:cBhvr>
                                        <p:cTn id="60" dur="1" fill="hold">
                                          <p:stCondLst>
                                            <p:cond delay="0"/>
                                          </p:stCondLst>
                                        </p:cTn>
                                        <p:tgtEl>
                                          <p:spTgt spid="20"/>
                                        </p:tgtEl>
                                        <p:attrNameLst>
                                          <p:attrName>style.visibility</p:attrName>
                                        </p:attrNameLst>
                                      </p:cBhvr>
                                      <p:to>
                                        <p:strVal val="visible"/>
                                      </p:to>
                                    </p:set>
                                    <p:animEffect transition="in" filter="dissolve">
                                      <p:cBhvr>
                                        <p:cTn id="61" dur="500"/>
                                        <p:tgtEl>
                                          <p:spTgt spid="20"/>
                                        </p:tgtEl>
                                      </p:cBhvr>
                                    </p:animEffect>
                                  </p:childTnLst>
                                </p:cTn>
                              </p:par>
                              <p:par>
                                <p:cTn id="62" presetID="9" presetClass="entr" presetSubtype="0" fill="hold" grpId="0" nodeType="withEffect">
                                  <p:stCondLst>
                                    <p:cond delay="0"/>
                                  </p:stCondLst>
                                  <p:childTnLst>
                                    <p:set>
                                      <p:cBhvr>
                                        <p:cTn id="63" dur="1" fill="hold">
                                          <p:stCondLst>
                                            <p:cond delay="0"/>
                                          </p:stCondLst>
                                        </p:cTn>
                                        <p:tgtEl>
                                          <p:spTgt spid="21"/>
                                        </p:tgtEl>
                                        <p:attrNameLst>
                                          <p:attrName>style.visibility</p:attrName>
                                        </p:attrNameLst>
                                      </p:cBhvr>
                                      <p:to>
                                        <p:strVal val="visible"/>
                                      </p:to>
                                    </p:set>
                                    <p:animEffect transition="in" filter="dissolve">
                                      <p:cBhvr>
                                        <p:cTn id="64" dur="500"/>
                                        <p:tgtEl>
                                          <p:spTgt spid="21"/>
                                        </p:tgtEl>
                                      </p:cBhvr>
                                    </p:animEffect>
                                  </p:childTnLst>
                                </p:cTn>
                              </p:par>
                              <p:par>
                                <p:cTn id="65" presetID="9" presetClass="entr" presetSubtype="0" fill="hold" grpId="0" nodeType="withEffect">
                                  <p:stCondLst>
                                    <p:cond delay="0"/>
                                  </p:stCondLst>
                                  <p:childTnLst>
                                    <p:set>
                                      <p:cBhvr>
                                        <p:cTn id="66" dur="1" fill="hold">
                                          <p:stCondLst>
                                            <p:cond delay="0"/>
                                          </p:stCondLst>
                                        </p:cTn>
                                        <p:tgtEl>
                                          <p:spTgt spid="22"/>
                                        </p:tgtEl>
                                        <p:attrNameLst>
                                          <p:attrName>style.visibility</p:attrName>
                                        </p:attrNameLst>
                                      </p:cBhvr>
                                      <p:to>
                                        <p:strVal val="visible"/>
                                      </p:to>
                                    </p:set>
                                    <p:animEffect transition="in" filter="dissolve">
                                      <p:cBhvr>
                                        <p:cTn id="67" dur="500"/>
                                        <p:tgtEl>
                                          <p:spTgt spid="22"/>
                                        </p:tgtEl>
                                      </p:cBhvr>
                                    </p:animEffect>
                                  </p:childTnLst>
                                </p:cTn>
                              </p:par>
                              <p:par>
                                <p:cTn id="68" presetID="9" presetClass="entr" presetSubtype="0" fill="hold" grpId="0" nodeType="withEffect">
                                  <p:stCondLst>
                                    <p:cond delay="0"/>
                                  </p:stCondLst>
                                  <p:childTnLst>
                                    <p:set>
                                      <p:cBhvr>
                                        <p:cTn id="69" dur="1" fill="hold">
                                          <p:stCondLst>
                                            <p:cond delay="0"/>
                                          </p:stCondLst>
                                        </p:cTn>
                                        <p:tgtEl>
                                          <p:spTgt spid="23"/>
                                        </p:tgtEl>
                                        <p:attrNameLst>
                                          <p:attrName>style.visibility</p:attrName>
                                        </p:attrNameLst>
                                      </p:cBhvr>
                                      <p:to>
                                        <p:strVal val="visible"/>
                                      </p:to>
                                    </p:set>
                                    <p:animEffect transition="in" filter="dissolve">
                                      <p:cBhvr>
                                        <p:cTn id="70" dur="500"/>
                                        <p:tgtEl>
                                          <p:spTgt spid="23"/>
                                        </p:tgtEl>
                                      </p:cBhvr>
                                    </p:animEffect>
                                  </p:childTnLst>
                                </p:cTn>
                              </p:par>
                              <p:par>
                                <p:cTn id="71" presetID="9" presetClass="entr" presetSubtype="0" fill="hold" grpId="0" nodeType="withEffect">
                                  <p:stCondLst>
                                    <p:cond delay="0"/>
                                  </p:stCondLst>
                                  <p:childTnLst>
                                    <p:set>
                                      <p:cBhvr>
                                        <p:cTn id="72" dur="1" fill="hold">
                                          <p:stCondLst>
                                            <p:cond delay="0"/>
                                          </p:stCondLst>
                                        </p:cTn>
                                        <p:tgtEl>
                                          <p:spTgt spid="24"/>
                                        </p:tgtEl>
                                        <p:attrNameLst>
                                          <p:attrName>style.visibility</p:attrName>
                                        </p:attrNameLst>
                                      </p:cBhvr>
                                      <p:to>
                                        <p:strVal val="visible"/>
                                      </p:to>
                                    </p:set>
                                    <p:animEffect transition="in" filter="dissolve">
                                      <p:cBhvr>
                                        <p:cTn id="73" dur="500"/>
                                        <p:tgtEl>
                                          <p:spTgt spid="24"/>
                                        </p:tgtEl>
                                      </p:cBhvr>
                                    </p:animEffect>
                                  </p:childTnLst>
                                </p:cTn>
                              </p:par>
                              <p:par>
                                <p:cTn id="74" presetID="9" presetClass="entr" presetSubtype="0" fill="hold" grpId="0" nodeType="withEffect">
                                  <p:stCondLst>
                                    <p:cond delay="0"/>
                                  </p:stCondLst>
                                  <p:childTnLst>
                                    <p:set>
                                      <p:cBhvr>
                                        <p:cTn id="75" dur="1" fill="hold">
                                          <p:stCondLst>
                                            <p:cond delay="0"/>
                                          </p:stCondLst>
                                        </p:cTn>
                                        <p:tgtEl>
                                          <p:spTgt spid="25"/>
                                        </p:tgtEl>
                                        <p:attrNameLst>
                                          <p:attrName>style.visibility</p:attrName>
                                        </p:attrNameLst>
                                      </p:cBhvr>
                                      <p:to>
                                        <p:strVal val="visible"/>
                                      </p:to>
                                    </p:set>
                                    <p:animEffect transition="in" filter="dissolve">
                                      <p:cBhvr>
                                        <p:cTn id="76" dur="500"/>
                                        <p:tgtEl>
                                          <p:spTgt spid="25"/>
                                        </p:tgtEl>
                                      </p:cBhvr>
                                    </p:animEffect>
                                  </p:childTnLst>
                                </p:cTn>
                              </p:par>
                              <p:par>
                                <p:cTn id="77" presetID="9" presetClass="entr" presetSubtype="0" fill="hold" grpId="0" nodeType="withEffect">
                                  <p:stCondLst>
                                    <p:cond delay="0"/>
                                  </p:stCondLst>
                                  <p:childTnLst>
                                    <p:set>
                                      <p:cBhvr>
                                        <p:cTn id="78" dur="1" fill="hold">
                                          <p:stCondLst>
                                            <p:cond delay="0"/>
                                          </p:stCondLst>
                                        </p:cTn>
                                        <p:tgtEl>
                                          <p:spTgt spid="26"/>
                                        </p:tgtEl>
                                        <p:attrNameLst>
                                          <p:attrName>style.visibility</p:attrName>
                                        </p:attrNameLst>
                                      </p:cBhvr>
                                      <p:to>
                                        <p:strVal val="visible"/>
                                      </p:to>
                                    </p:set>
                                    <p:animEffect transition="in" filter="dissolve">
                                      <p:cBhvr>
                                        <p:cTn id="79" dur="500"/>
                                        <p:tgtEl>
                                          <p:spTgt spid="26"/>
                                        </p:tgtEl>
                                      </p:cBhvr>
                                    </p:animEffect>
                                  </p:childTnLst>
                                </p:cTn>
                              </p:par>
                              <p:par>
                                <p:cTn id="80" presetID="9" presetClass="entr" presetSubtype="0" fill="hold" grpId="0" nodeType="withEffect">
                                  <p:stCondLst>
                                    <p:cond delay="0"/>
                                  </p:stCondLst>
                                  <p:childTnLst>
                                    <p:set>
                                      <p:cBhvr>
                                        <p:cTn id="81" dur="1" fill="hold">
                                          <p:stCondLst>
                                            <p:cond delay="0"/>
                                          </p:stCondLst>
                                        </p:cTn>
                                        <p:tgtEl>
                                          <p:spTgt spid="27"/>
                                        </p:tgtEl>
                                        <p:attrNameLst>
                                          <p:attrName>style.visibility</p:attrName>
                                        </p:attrNameLst>
                                      </p:cBhvr>
                                      <p:to>
                                        <p:strVal val="visible"/>
                                      </p:to>
                                    </p:set>
                                    <p:animEffect transition="in" filter="dissolve">
                                      <p:cBhvr>
                                        <p:cTn id="82" dur="500"/>
                                        <p:tgtEl>
                                          <p:spTgt spid="27"/>
                                        </p:tgtEl>
                                      </p:cBhvr>
                                    </p:animEffect>
                                  </p:childTnLst>
                                </p:cTn>
                              </p:par>
                              <p:par>
                                <p:cTn id="83" presetID="9" presetClass="entr" presetSubtype="0" fill="hold" grpId="0" nodeType="withEffect">
                                  <p:stCondLst>
                                    <p:cond delay="0"/>
                                  </p:stCondLst>
                                  <p:childTnLst>
                                    <p:set>
                                      <p:cBhvr>
                                        <p:cTn id="84" dur="1" fill="hold">
                                          <p:stCondLst>
                                            <p:cond delay="0"/>
                                          </p:stCondLst>
                                        </p:cTn>
                                        <p:tgtEl>
                                          <p:spTgt spid="28"/>
                                        </p:tgtEl>
                                        <p:attrNameLst>
                                          <p:attrName>style.visibility</p:attrName>
                                        </p:attrNameLst>
                                      </p:cBhvr>
                                      <p:to>
                                        <p:strVal val="visible"/>
                                      </p:to>
                                    </p:set>
                                    <p:animEffect transition="in" filter="dissolve">
                                      <p:cBhvr>
                                        <p:cTn id="85" dur="500"/>
                                        <p:tgtEl>
                                          <p:spTgt spid="28"/>
                                        </p:tgtEl>
                                      </p:cBhvr>
                                    </p:animEffect>
                                  </p:childTnLst>
                                </p:cTn>
                              </p:par>
                              <p:par>
                                <p:cTn id="86" presetID="9" presetClass="entr" presetSubtype="0" fill="hold" grpId="0" nodeType="withEffect">
                                  <p:stCondLst>
                                    <p:cond delay="0"/>
                                  </p:stCondLst>
                                  <p:childTnLst>
                                    <p:set>
                                      <p:cBhvr>
                                        <p:cTn id="87" dur="1" fill="hold">
                                          <p:stCondLst>
                                            <p:cond delay="0"/>
                                          </p:stCondLst>
                                        </p:cTn>
                                        <p:tgtEl>
                                          <p:spTgt spid="29"/>
                                        </p:tgtEl>
                                        <p:attrNameLst>
                                          <p:attrName>style.visibility</p:attrName>
                                        </p:attrNameLst>
                                      </p:cBhvr>
                                      <p:to>
                                        <p:strVal val="visible"/>
                                      </p:to>
                                    </p:set>
                                    <p:animEffect transition="in" filter="dissolve">
                                      <p:cBhvr>
                                        <p:cTn id="88" dur="500"/>
                                        <p:tgtEl>
                                          <p:spTgt spid="29"/>
                                        </p:tgtEl>
                                      </p:cBhvr>
                                    </p:animEffect>
                                  </p:childTnLst>
                                </p:cTn>
                              </p:par>
                              <p:par>
                                <p:cTn id="89" presetID="9" presetClass="entr" presetSubtype="0" fill="hold" grpId="0" nodeType="withEffect">
                                  <p:stCondLst>
                                    <p:cond delay="0"/>
                                  </p:stCondLst>
                                  <p:childTnLst>
                                    <p:set>
                                      <p:cBhvr>
                                        <p:cTn id="90" dur="1" fill="hold">
                                          <p:stCondLst>
                                            <p:cond delay="0"/>
                                          </p:stCondLst>
                                        </p:cTn>
                                        <p:tgtEl>
                                          <p:spTgt spid="30"/>
                                        </p:tgtEl>
                                        <p:attrNameLst>
                                          <p:attrName>style.visibility</p:attrName>
                                        </p:attrNameLst>
                                      </p:cBhvr>
                                      <p:to>
                                        <p:strVal val="visible"/>
                                      </p:to>
                                    </p:set>
                                    <p:animEffect transition="in" filter="dissolve">
                                      <p:cBhvr>
                                        <p:cTn id="91"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2" grpId="0"/>
      <p:bldP spid="13" grpId="0"/>
      <p:bldP spid="19" grpId="0" animBg="1"/>
      <p:bldP spid="20" grpId="0" animBg="1"/>
      <p:bldP spid="21" grpId="0" animBg="1"/>
      <p:bldP spid="22" grpId="0" animBg="1"/>
      <p:bldP spid="23" grpId="0"/>
      <p:bldP spid="24" grpId="0"/>
      <p:bldP spid="25" grpId="0"/>
      <p:bldP spid="26" grpId="0"/>
      <p:bldP spid="27" grpId="0"/>
      <p:bldP spid="28" grpId="0"/>
      <p:bldP spid="29" grpId="0"/>
      <p:bldP spid="30"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813995" y="2622048"/>
            <a:ext cx="7060100" cy="1200329"/>
          </a:xfrm>
          <a:prstGeom prst="rect">
            <a:avLst/>
          </a:prstGeom>
          <a:noFill/>
        </p:spPr>
        <p:txBody>
          <a:bodyPr wrap="square" rtlCol="0">
            <a:spAutoFit/>
          </a:bodyPr>
          <a:lstStyle/>
          <a:p>
            <a:pPr algn="dist"/>
            <a:r>
              <a:rPr kumimoji="1" lang="zh-CN" altLang="en-US" sz="7200" dirty="0">
                <a:solidFill>
                  <a:schemeClr val="tx1">
                    <a:lumMod val="75000"/>
                    <a:lumOff val="25000"/>
                  </a:schemeClr>
                </a:solidFill>
                <a:latin typeface="思源黑体 CN Light" panose="020B0300000000000000" pitchFamily="34" charset="-122"/>
                <a:ea typeface="思源黑体 CN Light" panose="020B0300000000000000" pitchFamily="34" charset="-122"/>
              </a:rPr>
              <a:t>请输入标题文字</a:t>
            </a:r>
            <a:endParaRPr kumimoji="1" lang="zh-CN" altLang="en-US" sz="7200" dirty="0">
              <a:solidFill>
                <a:schemeClr val="tx1">
                  <a:lumMod val="75000"/>
                  <a:lumOff val="25000"/>
                </a:schemeClr>
              </a:solidFill>
              <a:latin typeface="思源黑体 CN Light" panose="020B0300000000000000" pitchFamily="34" charset="-122"/>
              <a:ea typeface="思源黑体 CN Light" panose="020B0300000000000000" pitchFamily="34" charset="-122"/>
            </a:endParaRPr>
          </a:p>
        </p:txBody>
      </p:sp>
      <p:sp>
        <p:nvSpPr>
          <p:cNvPr id="3" name="文本框 2"/>
          <p:cNvSpPr txBox="1"/>
          <p:nvPr/>
        </p:nvSpPr>
        <p:spPr>
          <a:xfrm>
            <a:off x="5590473" y="2044893"/>
            <a:ext cx="1507144" cy="523220"/>
          </a:xfrm>
          <a:prstGeom prst="rect">
            <a:avLst/>
          </a:prstGeom>
          <a:noFill/>
        </p:spPr>
        <p:txBody>
          <a:bodyPr wrap="none" rtlCol="0">
            <a:spAutoFit/>
          </a:bodyPr>
          <a:lstStyle/>
          <a:p>
            <a:r>
              <a:rPr kumimoji="1" lang="en-US" altLang="zh-CN" sz="2800" dirty="0">
                <a:solidFill>
                  <a:schemeClr val="tx1">
                    <a:lumMod val="75000"/>
                    <a:lumOff val="25000"/>
                  </a:schemeClr>
                </a:solidFill>
                <a:latin typeface="思源黑体 CN Light" panose="020B0300000000000000" pitchFamily="34" charset="-122"/>
                <a:ea typeface="思源黑体 CN Light" panose="020B0300000000000000" pitchFamily="34" charset="-122"/>
              </a:rPr>
              <a:t>PART</a:t>
            </a:r>
            <a:r>
              <a:rPr kumimoji="1" lang="zh-CN" altLang="en-US" sz="2800" dirty="0">
                <a:solidFill>
                  <a:schemeClr val="tx1">
                    <a:lumMod val="75000"/>
                    <a:lumOff val="25000"/>
                  </a:schemeClr>
                </a:solidFill>
                <a:latin typeface="思源黑体 CN Light" panose="020B0300000000000000" pitchFamily="34" charset="-122"/>
                <a:ea typeface="思源黑体 CN Light" panose="020B0300000000000000" pitchFamily="34" charset="-122"/>
              </a:rPr>
              <a:t> </a:t>
            </a:r>
            <a:r>
              <a:rPr kumimoji="1" lang="en-US" altLang="zh-CN" sz="2800" dirty="0">
                <a:solidFill>
                  <a:schemeClr val="tx1">
                    <a:lumMod val="75000"/>
                    <a:lumOff val="25000"/>
                  </a:schemeClr>
                </a:solidFill>
                <a:latin typeface="思源黑体 CN Light" panose="020B0300000000000000" pitchFamily="34" charset="-122"/>
                <a:ea typeface="思源黑体 CN Light" panose="020B0300000000000000" pitchFamily="34" charset="-122"/>
              </a:rPr>
              <a:t>03</a:t>
            </a:r>
            <a:endParaRPr kumimoji="1" lang="zh-CN" altLang="en-US" sz="2800" dirty="0">
              <a:solidFill>
                <a:schemeClr val="tx1">
                  <a:lumMod val="75000"/>
                  <a:lumOff val="25000"/>
                </a:schemeClr>
              </a:solidFill>
              <a:latin typeface="思源黑体 CN Light" panose="020B0300000000000000" pitchFamily="34" charset="-122"/>
              <a:ea typeface="思源黑体 CN Light" panose="020B0300000000000000" pitchFamily="34" charset="-122"/>
            </a:endParaRPr>
          </a:p>
        </p:txBody>
      </p:sp>
      <p:sp>
        <p:nvSpPr>
          <p:cNvPr id="4" name="文本框 3"/>
          <p:cNvSpPr txBox="1"/>
          <p:nvPr/>
        </p:nvSpPr>
        <p:spPr>
          <a:xfrm>
            <a:off x="2900056" y="3822377"/>
            <a:ext cx="6887978" cy="514756"/>
          </a:xfrm>
          <a:prstGeom prst="rect">
            <a:avLst/>
          </a:prstGeom>
          <a:noFill/>
        </p:spPr>
        <p:txBody>
          <a:bodyPr wrap="square" rtlCol="0">
            <a:spAutoFit/>
          </a:bodyPr>
          <a:lstStyle/>
          <a:p>
            <a:pPr algn="ctr">
              <a:lnSpc>
                <a:spcPct val="150000"/>
              </a:lnSpc>
            </a:pPr>
            <a:r>
              <a:rPr lang="en-GB" altLang="zh-CN" sz="1000" dirty="0">
                <a:solidFill>
                  <a:schemeClr val="bg1">
                    <a:lumMod val="50000"/>
                  </a:schemeClr>
                </a:solidFill>
                <a:latin typeface="+mn-ea"/>
              </a:rPr>
              <a:t>your content is entered here, or by copying your text, select paste in this box and choose to retain only text. your content is typed here, or by copying your text, select paste in this box.</a:t>
            </a:r>
            <a:endParaRPr lang="en-GB" altLang="zh-CN" sz="1000" dirty="0">
              <a:solidFill>
                <a:schemeClr val="bg1">
                  <a:lumMod val="50000"/>
                </a:schemeClr>
              </a:solidFill>
              <a:latin typeface="+mn-ea"/>
            </a:endParaRPr>
          </a:p>
        </p:txBody>
      </p:sp>
      <p:sp>
        <p:nvSpPr>
          <p:cNvPr id="5" name="矩形 5"/>
          <p:cNvSpPr/>
          <p:nvPr/>
        </p:nvSpPr>
        <p:spPr>
          <a:xfrm flipH="1" flipV="1">
            <a:off x="-2" y="4036978"/>
            <a:ext cx="12192001" cy="2821021"/>
          </a:xfrm>
          <a:custGeom>
            <a:avLst/>
            <a:gdLst>
              <a:gd name="connsiteX0" fmla="*/ 0 w 11033761"/>
              <a:gd name="connsiteY0" fmla="*/ 0 h 6096000"/>
              <a:gd name="connsiteX1" fmla="*/ 11033761 w 11033761"/>
              <a:gd name="connsiteY1" fmla="*/ 0 h 6096000"/>
              <a:gd name="connsiteX2" fmla="*/ 11033761 w 11033761"/>
              <a:gd name="connsiteY2" fmla="*/ 6096000 h 6096000"/>
              <a:gd name="connsiteX3" fmla="*/ 0 w 11033761"/>
              <a:gd name="connsiteY3" fmla="*/ 6096000 h 6096000"/>
              <a:gd name="connsiteX4" fmla="*/ 0 w 11033761"/>
              <a:gd name="connsiteY4" fmla="*/ 0 h 6096000"/>
              <a:gd name="connsiteX0-1" fmla="*/ 0 w 11033761"/>
              <a:gd name="connsiteY0-2" fmla="*/ 0 h 6096000"/>
              <a:gd name="connsiteX1-3" fmla="*/ 11033761 w 11033761"/>
              <a:gd name="connsiteY1-4" fmla="*/ 0 h 6096000"/>
              <a:gd name="connsiteX2-5" fmla="*/ 11023601 w 11033761"/>
              <a:gd name="connsiteY2-6" fmla="*/ 1727200 h 6096000"/>
              <a:gd name="connsiteX3-7" fmla="*/ 11033761 w 11033761"/>
              <a:gd name="connsiteY3-8" fmla="*/ 6096000 h 6096000"/>
              <a:gd name="connsiteX4-9" fmla="*/ 0 w 11033761"/>
              <a:gd name="connsiteY4-10" fmla="*/ 6096000 h 6096000"/>
              <a:gd name="connsiteX5" fmla="*/ 0 w 11033761"/>
              <a:gd name="connsiteY5" fmla="*/ 0 h 6096000"/>
              <a:gd name="connsiteX0-11" fmla="*/ 0 w 11033761"/>
              <a:gd name="connsiteY0-12" fmla="*/ 0 h 6096000"/>
              <a:gd name="connsiteX1-13" fmla="*/ 11033761 w 11033761"/>
              <a:gd name="connsiteY1-14" fmla="*/ 0 h 6096000"/>
              <a:gd name="connsiteX2-15" fmla="*/ 11023601 w 11033761"/>
              <a:gd name="connsiteY2-16" fmla="*/ 1727200 h 6096000"/>
              <a:gd name="connsiteX3-17" fmla="*/ 5648961 w 11033761"/>
              <a:gd name="connsiteY3-18" fmla="*/ 2540000 h 6096000"/>
              <a:gd name="connsiteX4-19" fmla="*/ 0 w 11033761"/>
              <a:gd name="connsiteY4-20" fmla="*/ 6096000 h 6096000"/>
              <a:gd name="connsiteX5-21" fmla="*/ 0 w 11033761"/>
              <a:gd name="connsiteY5-22" fmla="*/ 0 h 6096000"/>
              <a:gd name="connsiteX0-23" fmla="*/ 0 w 11033761"/>
              <a:gd name="connsiteY0-24" fmla="*/ 0 h 6096000"/>
              <a:gd name="connsiteX1-25" fmla="*/ 11033761 w 11033761"/>
              <a:gd name="connsiteY1-26" fmla="*/ 0 h 6096000"/>
              <a:gd name="connsiteX2-27" fmla="*/ 11023601 w 11033761"/>
              <a:gd name="connsiteY2-28" fmla="*/ 1727200 h 6096000"/>
              <a:gd name="connsiteX3-29" fmla="*/ 5648961 w 11033761"/>
              <a:gd name="connsiteY3-30" fmla="*/ 2540000 h 6096000"/>
              <a:gd name="connsiteX4-31" fmla="*/ 0 w 11033761"/>
              <a:gd name="connsiteY4-32" fmla="*/ 6096000 h 6096000"/>
              <a:gd name="connsiteX5-33" fmla="*/ 0 w 11033761"/>
              <a:gd name="connsiteY5-34" fmla="*/ 0 h 6096000"/>
              <a:gd name="connsiteX0-35" fmla="*/ 0 w 11033761"/>
              <a:gd name="connsiteY0-36" fmla="*/ 0 h 6096000"/>
              <a:gd name="connsiteX1-37" fmla="*/ 11033761 w 11033761"/>
              <a:gd name="connsiteY1-38" fmla="*/ 0 h 6096000"/>
              <a:gd name="connsiteX2-39" fmla="*/ 11023601 w 11033761"/>
              <a:gd name="connsiteY2-40" fmla="*/ 1727200 h 6096000"/>
              <a:gd name="connsiteX3-41" fmla="*/ 5648961 w 11033761"/>
              <a:gd name="connsiteY3-42" fmla="*/ 2540000 h 6096000"/>
              <a:gd name="connsiteX4-43" fmla="*/ 0 w 11033761"/>
              <a:gd name="connsiteY4-44" fmla="*/ 6096000 h 6096000"/>
              <a:gd name="connsiteX5-45" fmla="*/ 0 w 11033761"/>
              <a:gd name="connsiteY5-46" fmla="*/ 0 h 6096000"/>
              <a:gd name="connsiteX0-47" fmla="*/ 0 w 11033761"/>
              <a:gd name="connsiteY0-48" fmla="*/ 0 h 6096000"/>
              <a:gd name="connsiteX1-49" fmla="*/ 11033761 w 11033761"/>
              <a:gd name="connsiteY1-50" fmla="*/ 0 h 6096000"/>
              <a:gd name="connsiteX2-51" fmla="*/ 11023601 w 11033761"/>
              <a:gd name="connsiteY2-52" fmla="*/ 1727200 h 6096000"/>
              <a:gd name="connsiteX3-53" fmla="*/ 5648961 w 11033761"/>
              <a:gd name="connsiteY3-54" fmla="*/ 2540000 h 6096000"/>
              <a:gd name="connsiteX4-55" fmla="*/ 0 w 11033761"/>
              <a:gd name="connsiteY4-56" fmla="*/ 6096000 h 6096000"/>
              <a:gd name="connsiteX5-57" fmla="*/ 0 w 11033761"/>
              <a:gd name="connsiteY5-58" fmla="*/ 0 h 6096000"/>
              <a:gd name="connsiteX0-59" fmla="*/ 0 w 11033761"/>
              <a:gd name="connsiteY0-60" fmla="*/ 0 h 6096000"/>
              <a:gd name="connsiteX1-61" fmla="*/ 11033761 w 11033761"/>
              <a:gd name="connsiteY1-62" fmla="*/ 0 h 6096000"/>
              <a:gd name="connsiteX2-63" fmla="*/ 11023601 w 11033761"/>
              <a:gd name="connsiteY2-64" fmla="*/ 1727200 h 6096000"/>
              <a:gd name="connsiteX3-65" fmla="*/ 5648961 w 11033761"/>
              <a:gd name="connsiteY3-66" fmla="*/ 2540000 h 6096000"/>
              <a:gd name="connsiteX4-67" fmla="*/ 0 w 11033761"/>
              <a:gd name="connsiteY4-68" fmla="*/ 6096000 h 6096000"/>
              <a:gd name="connsiteX5-69" fmla="*/ 0 w 11033761"/>
              <a:gd name="connsiteY5-70" fmla="*/ 0 h 6096000"/>
              <a:gd name="connsiteX0-71" fmla="*/ 0 w 11033761"/>
              <a:gd name="connsiteY0-72" fmla="*/ 0 h 6096000"/>
              <a:gd name="connsiteX1-73" fmla="*/ 11033761 w 11033761"/>
              <a:gd name="connsiteY1-74" fmla="*/ 0 h 6096000"/>
              <a:gd name="connsiteX2-75" fmla="*/ 11023601 w 11033761"/>
              <a:gd name="connsiteY2-76" fmla="*/ 1727200 h 6096000"/>
              <a:gd name="connsiteX3-77" fmla="*/ 5648961 w 11033761"/>
              <a:gd name="connsiteY3-78" fmla="*/ 2540000 h 6096000"/>
              <a:gd name="connsiteX4-79" fmla="*/ 0 w 11033761"/>
              <a:gd name="connsiteY4-80" fmla="*/ 6096000 h 6096000"/>
              <a:gd name="connsiteX5-81" fmla="*/ 0 w 11033761"/>
              <a:gd name="connsiteY5-82" fmla="*/ 0 h 6096000"/>
              <a:gd name="connsiteX0-83" fmla="*/ 0 w 11033761"/>
              <a:gd name="connsiteY0-84" fmla="*/ 0 h 6096000"/>
              <a:gd name="connsiteX1-85" fmla="*/ 11033761 w 11033761"/>
              <a:gd name="connsiteY1-86" fmla="*/ 0 h 6096000"/>
              <a:gd name="connsiteX2-87" fmla="*/ 11023601 w 11033761"/>
              <a:gd name="connsiteY2-88" fmla="*/ 1727200 h 6096000"/>
              <a:gd name="connsiteX3-89" fmla="*/ 5648961 w 11033761"/>
              <a:gd name="connsiteY3-90" fmla="*/ 2540000 h 6096000"/>
              <a:gd name="connsiteX4-91" fmla="*/ 0 w 11033761"/>
              <a:gd name="connsiteY4-92" fmla="*/ 6096000 h 6096000"/>
              <a:gd name="connsiteX5-93" fmla="*/ 0 w 11033761"/>
              <a:gd name="connsiteY5-94" fmla="*/ 0 h 6096000"/>
              <a:gd name="connsiteX0-95" fmla="*/ 0 w 11033761"/>
              <a:gd name="connsiteY0-96" fmla="*/ 0 h 6096000"/>
              <a:gd name="connsiteX1-97" fmla="*/ 11033761 w 11033761"/>
              <a:gd name="connsiteY1-98" fmla="*/ 0 h 6096000"/>
              <a:gd name="connsiteX2-99" fmla="*/ 11023601 w 11033761"/>
              <a:gd name="connsiteY2-100" fmla="*/ 1727200 h 6096000"/>
              <a:gd name="connsiteX3-101" fmla="*/ 5445761 w 11033761"/>
              <a:gd name="connsiteY3-102" fmla="*/ 2956560 h 6096000"/>
              <a:gd name="connsiteX4-103" fmla="*/ 0 w 11033761"/>
              <a:gd name="connsiteY4-104" fmla="*/ 6096000 h 6096000"/>
              <a:gd name="connsiteX5-105" fmla="*/ 0 w 11033761"/>
              <a:gd name="connsiteY5-106" fmla="*/ 0 h 6096000"/>
              <a:gd name="connsiteX0-107" fmla="*/ 0 w 11033761"/>
              <a:gd name="connsiteY0-108" fmla="*/ 0 h 6096000"/>
              <a:gd name="connsiteX1-109" fmla="*/ 11033761 w 11033761"/>
              <a:gd name="connsiteY1-110" fmla="*/ 0 h 6096000"/>
              <a:gd name="connsiteX2-111" fmla="*/ 11023601 w 11033761"/>
              <a:gd name="connsiteY2-112" fmla="*/ 1727200 h 6096000"/>
              <a:gd name="connsiteX3-113" fmla="*/ 5445761 w 11033761"/>
              <a:gd name="connsiteY3-114" fmla="*/ 2956560 h 6096000"/>
              <a:gd name="connsiteX4-115" fmla="*/ 0 w 11033761"/>
              <a:gd name="connsiteY4-116" fmla="*/ 6096000 h 6096000"/>
              <a:gd name="connsiteX5-117" fmla="*/ 0 w 11033761"/>
              <a:gd name="connsiteY5-118" fmla="*/ 0 h 6096000"/>
              <a:gd name="connsiteX0-119" fmla="*/ 0 w 11033761"/>
              <a:gd name="connsiteY0-120" fmla="*/ 0 h 6096000"/>
              <a:gd name="connsiteX1-121" fmla="*/ 11033761 w 11033761"/>
              <a:gd name="connsiteY1-122" fmla="*/ 0 h 6096000"/>
              <a:gd name="connsiteX2-123" fmla="*/ 11023601 w 11033761"/>
              <a:gd name="connsiteY2-124" fmla="*/ 1727200 h 6096000"/>
              <a:gd name="connsiteX3-125" fmla="*/ 5445761 w 11033761"/>
              <a:gd name="connsiteY3-126" fmla="*/ 2956560 h 6096000"/>
              <a:gd name="connsiteX4-127" fmla="*/ 0 w 11033761"/>
              <a:gd name="connsiteY4-128" fmla="*/ 6096000 h 6096000"/>
              <a:gd name="connsiteX5-129" fmla="*/ 0 w 11033761"/>
              <a:gd name="connsiteY5-130" fmla="*/ 0 h 6096000"/>
              <a:gd name="connsiteX0-131" fmla="*/ 0 w 11033761"/>
              <a:gd name="connsiteY0-132" fmla="*/ 0 h 6096000"/>
              <a:gd name="connsiteX1-133" fmla="*/ 11033761 w 11033761"/>
              <a:gd name="connsiteY1-134" fmla="*/ 0 h 6096000"/>
              <a:gd name="connsiteX2-135" fmla="*/ 11023601 w 11033761"/>
              <a:gd name="connsiteY2-136" fmla="*/ 1727200 h 6096000"/>
              <a:gd name="connsiteX3-137" fmla="*/ 3139236 w 11033761"/>
              <a:gd name="connsiteY3-138" fmla="*/ 3292892 h 6096000"/>
              <a:gd name="connsiteX4-139" fmla="*/ 0 w 11033761"/>
              <a:gd name="connsiteY4-140" fmla="*/ 6096000 h 6096000"/>
              <a:gd name="connsiteX5-141" fmla="*/ 0 w 11033761"/>
              <a:gd name="connsiteY5-142" fmla="*/ 0 h 6096000"/>
              <a:gd name="connsiteX0-143" fmla="*/ 0 w 11033761"/>
              <a:gd name="connsiteY0-144" fmla="*/ 0 h 6096000"/>
              <a:gd name="connsiteX1-145" fmla="*/ 11033761 w 11033761"/>
              <a:gd name="connsiteY1-146" fmla="*/ 0 h 6096000"/>
              <a:gd name="connsiteX2-147" fmla="*/ 11023601 w 11033761"/>
              <a:gd name="connsiteY2-148" fmla="*/ 1727200 h 6096000"/>
              <a:gd name="connsiteX3-149" fmla="*/ 3139236 w 11033761"/>
              <a:gd name="connsiteY3-150" fmla="*/ 3292892 h 6096000"/>
              <a:gd name="connsiteX4-151" fmla="*/ 0 w 11033761"/>
              <a:gd name="connsiteY4-152" fmla="*/ 6096000 h 6096000"/>
              <a:gd name="connsiteX5-153" fmla="*/ 0 w 11033761"/>
              <a:gd name="connsiteY5-154" fmla="*/ 0 h 6096000"/>
              <a:gd name="connsiteX0-155" fmla="*/ 0 w 11033761"/>
              <a:gd name="connsiteY0-156" fmla="*/ 0 h 6096000"/>
              <a:gd name="connsiteX1-157" fmla="*/ 11033761 w 11033761"/>
              <a:gd name="connsiteY1-158" fmla="*/ 0 h 6096000"/>
              <a:gd name="connsiteX2-159" fmla="*/ 11023601 w 11033761"/>
              <a:gd name="connsiteY2-160" fmla="*/ 1727200 h 6096000"/>
              <a:gd name="connsiteX3-161" fmla="*/ 2857523 w 11033761"/>
              <a:gd name="connsiteY3-162" fmla="*/ 2725333 h 6096000"/>
              <a:gd name="connsiteX4-163" fmla="*/ 0 w 11033761"/>
              <a:gd name="connsiteY4-164" fmla="*/ 6096000 h 6096000"/>
              <a:gd name="connsiteX5-165" fmla="*/ 0 w 11033761"/>
              <a:gd name="connsiteY5-166" fmla="*/ 0 h 6096000"/>
              <a:gd name="connsiteX0-167" fmla="*/ 0 w 11033761"/>
              <a:gd name="connsiteY0-168" fmla="*/ 0 h 6096000"/>
              <a:gd name="connsiteX1-169" fmla="*/ 11033761 w 11033761"/>
              <a:gd name="connsiteY1-170" fmla="*/ 0 h 6096000"/>
              <a:gd name="connsiteX2-171" fmla="*/ 11023601 w 11033761"/>
              <a:gd name="connsiteY2-172" fmla="*/ 1727200 h 6096000"/>
              <a:gd name="connsiteX3-173" fmla="*/ 2778291 w 11033761"/>
              <a:gd name="connsiteY3-174" fmla="*/ 3734326 h 6096000"/>
              <a:gd name="connsiteX4-175" fmla="*/ 0 w 11033761"/>
              <a:gd name="connsiteY4-176" fmla="*/ 6096000 h 6096000"/>
              <a:gd name="connsiteX5-177" fmla="*/ 0 w 11033761"/>
              <a:gd name="connsiteY5-178" fmla="*/ 0 h 6096000"/>
              <a:gd name="connsiteX0-179" fmla="*/ 0 w 11033761"/>
              <a:gd name="connsiteY0-180" fmla="*/ 0 h 6096000"/>
              <a:gd name="connsiteX1-181" fmla="*/ 11033761 w 11033761"/>
              <a:gd name="connsiteY1-182" fmla="*/ 0 h 6096000"/>
              <a:gd name="connsiteX2-183" fmla="*/ 11023601 w 11033761"/>
              <a:gd name="connsiteY2-184" fmla="*/ 1727200 h 6096000"/>
              <a:gd name="connsiteX3-185" fmla="*/ 2778291 w 11033761"/>
              <a:gd name="connsiteY3-186" fmla="*/ 3734326 h 6096000"/>
              <a:gd name="connsiteX4-187" fmla="*/ 0 w 11033761"/>
              <a:gd name="connsiteY4-188" fmla="*/ 6096000 h 6096000"/>
              <a:gd name="connsiteX5-189" fmla="*/ 0 w 11033761"/>
              <a:gd name="connsiteY5-190" fmla="*/ 0 h 6096000"/>
              <a:gd name="connsiteX0-191" fmla="*/ 0 w 11033761"/>
              <a:gd name="connsiteY0-192" fmla="*/ 0 h 6096000"/>
              <a:gd name="connsiteX1-193" fmla="*/ 11033761 w 11033761"/>
              <a:gd name="connsiteY1-194" fmla="*/ 0 h 6096000"/>
              <a:gd name="connsiteX2-195" fmla="*/ 11023601 w 11033761"/>
              <a:gd name="connsiteY2-196" fmla="*/ 1727200 h 6096000"/>
              <a:gd name="connsiteX3-197" fmla="*/ 3051201 w 11033761"/>
              <a:gd name="connsiteY3-198" fmla="*/ 2178797 h 6096000"/>
              <a:gd name="connsiteX4-199" fmla="*/ 0 w 11033761"/>
              <a:gd name="connsiteY4-200" fmla="*/ 6096000 h 6096000"/>
              <a:gd name="connsiteX5-201" fmla="*/ 0 w 11033761"/>
              <a:gd name="connsiteY5-202" fmla="*/ 0 h 6096000"/>
              <a:gd name="connsiteX0-203" fmla="*/ 0 w 11033761"/>
              <a:gd name="connsiteY0-204" fmla="*/ 0 h 6096000"/>
              <a:gd name="connsiteX1-205" fmla="*/ 11033761 w 11033761"/>
              <a:gd name="connsiteY1-206" fmla="*/ 0 h 6096000"/>
              <a:gd name="connsiteX2-207" fmla="*/ 11023601 w 11033761"/>
              <a:gd name="connsiteY2-208" fmla="*/ 1727200 h 6096000"/>
              <a:gd name="connsiteX3-209" fmla="*/ 3051201 w 11033761"/>
              <a:gd name="connsiteY3-210" fmla="*/ 2178797 h 6096000"/>
              <a:gd name="connsiteX4-211" fmla="*/ 0 w 11033761"/>
              <a:gd name="connsiteY4-212" fmla="*/ 6096000 h 6096000"/>
              <a:gd name="connsiteX5-213" fmla="*/ 0 w 11033761"/>
              <a:gd name="connsiteY5-214" fmla="*/ 0 h 6096000"/>
              <a:gd name="connsiteX0-215" fmla="*/ 0 w 11033761"/>
              <a:gd name="connsiteY0-216" fmla="*/ 0 h 6096000"/>
              <a:gd name="connsiteX1-217" fmla="*/ 11033761 w 11033761"/>
              <a:gd name="connsiteY1-218" fmla="*/ 0 h 6096000"/>
              <a:gd name="connsiteX2-219" fmla="*/ 11023601 w 11033761"/>
              <a:gd name="connsiteY2-220" fmla="*/ 1727200 h 6096000"/>
              <a:gd name="connsiteX3-221" fmla="*/ 2672650 w 11033761"/>
              <a:gd name="connsiteY3-222" fmla="*/ 2452067 h 6096000"/>
              <a:gd name="connsiteX4-223" fmla="*/ 0 w 11033761"/>
              <a:gd name="connsiteY4-224" fmla="*/ 6096000 h 6096000"/>
              <a:gd name="connsiteX5-225" fmla="*/ 0 w 11033761"/>
              <a:gd name="connsiteY5-226" fmla="*/ 0 h 6096000"/>
              <a:gd name="connsiteX0-227" fmla="*/ 0 w 11033761"/>
              <a:gd name="connsiteY0-228" fmla="*/ 0 h 6096000"/>
              <a:gd name="connsiteX1-229" fmla="*/ 11033761 w 11033761"/>
              <a:gd name="connsiteY1-230" fmla="*/ 0 h 6096000"/>
              <a:gd name="connsiteX2-231" fmla="*/ 11023601 w 11033761"/>
              <a:gd name="connsiteY2-232" fmla="*/ 1727200 h 6096000"/>
              <a:gd name="connsiteX3-233" fmla="*/ 2672650 w 11033761"/>
              <a:gd name="connsiteY3-234" fmla="*/ 2452067 h 6096000"/>
              <a:gd name="connsiteX4-235" fmla="*/ 0 w 11033761"/>
              <a:gd name="connsiteY4-236" fmla="*/ 6096000 h 6096000"/>
              <a:gd name="connsiteX5-237" fmla="*/ 0 w 11033761"/>
              <a:gd name="connsiteY5-238" fmla="*/ 0 h 6096000"/>
              <a:gd name="connsiteX0-239" fmla="*/ 0 w 11033761"/>
              <a:gd name="connsiteY0-240" fmla="*/ 0 h 6096000"/>
              <a:gd name="connsiteX1-241" fmla="*/ 11033761 w 11033761"/>
              <a:gd name="connsiteY1-242" fmla="*/ 0 h 6096000"/>
              <a:gd name="connsiteX2-243" fmla="*/ 11023601 w 11033761"/>
              <a:gd name="connsiteY2-244" fmla="*/ 1727200 h 6096000"/>
              <a:gd name="connsiteX3-245" fmla="*/ 2672650 w 11033761"/>
              <a:gd name="connsiteY3-246" fmla="*/ 2452067 h 6096000"/>
              <a:gd name="connsiteX4-247" fmla="*/ 0 w 11033761"/>
              <a:gd name="connsiteY4-248" fmla="*/ 6096000 h 6096000"/>
              <a:gd name="connsiteX5-249" fmla="*/ 0 w 11033761"/>
              <a:gd name="connsiteY5-250" fmla="*/ 0 h 6096000"/>
              <a:gd name="connsiteX0-251" fmla="*/ 0 w 11033761"/>
              <a:gd name="connsiteY0-252" fmla="*/ 0 h 6096000"/>
              <a:gd name="connsiteX1-253" fmla="*/ 11033761 w 11033761"/>
              <a:gd name="connsiteY1-254" fmla="*/ 0 h 6096000"/>
              <a:gd name="connsiteX2-255" fmla="*/ 11023601 w 11033761"/>
              <a:gd name="connsiteY2-256" fmla="*/ 1727200 h 6096000"/>
              <a:gd name="connsiteX3-257" fmla="*/ 2655044 w 11033761"/>
              <a:gd name="connsiteY3-258" fmla="*/ 2262881 h 6096000"/>
              <a:gd name="connsiteX4-259" fmla="*/ 0 w 11033761"/>
              <a:gd name="connsiteY4-260" fmla="*/ 6096000 h 6096000"/>
              <a:gd name="connsiteX5-261" fmla="*/ 0 w 11033761"/>
              <a:gd name="connsiteY5-262" fmla="*/ 0 h 6096000"/>
              <a:gd name="connsiteX0-263" fmla="*/ 0 w 11033761"/>
              <a:gd name="connsiteY0-264" fmla="*/ 0 h 6096000"/>
              <a:gd name="connsiteX1-265" fmla="*/ 11033761 w 11033761"/>
              <a:gd name="connsiteY1-266" fmla="*/ 0 h 6096000"/>
              <a:gd name="connsiteX2-267" fmla="*/ 11023601 w 11033761"/>
              <a:gd name="connsiteY2-268" fmla="*/ 1727200 h 6096000"/>
              <a:gd name="connsiteX3-269" fmla="*/ 2655044 w 11033761"/>
              <a:gd name="connsiteY3-270" fmla="*/ 2262881 h 6096000"/>
              <a:gd name="connsiteX4-271" fmla="*/ 0 w 11033761"/>
              <a:gd name="connsiteY4-272" fmla="*/ 6096000 h 6096000"/>
              <a:gd name="connsiteX5-273" fmla="*/ 0 w 11033761"/>
              <a:gd name="connsiteY5-274" fmla="*/ 0 h 6096000"/>
              <a:gd name="connsiteX0-275" fmla="*/ 0 w 11033761"/>
              <a:gd name="connsiteY0-276" fmla="*/ 0 h 6096000"/>
              <a:gd name="connsiteX1-277" fmla="*/ 11033761 w 11033761"/>
              <a:gd name="connsiteY1-278" fmla="*/ 0 h 6096000"/>
              <a:gd name="connsiteX2-279" fmla="*/ 11023601 w 11033761"/>
              <a:gd name="connsiteY2-280" fmla="*/ 1727200 h 6096000"/>
              <a:gd name="connsiteX3-281" fmla="*/ 2655044 w 11033761"/>
              <a:gd name="connsiteY3-282" fmla="*/ 2262881 h 6096000"/>
              <a:gd name="connsiteX4-283" fmla="*/ 0 w 11033761"/>
              <a:gd name="connsiteY4-284" fmla="*/ 6096000 h 6096000"/>
              <a:gd name="connsiteX5-285" fmla="*/ 0 w 11033761"/>
              <a:gd name="connsiteY5-286" fmla="*/ 0 h 609600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21" y="connsiteY5-22"/>
              </a:cxn>
            </a:cxnLst>
            <a:rect l="l" t="t" r="r" b="b"/>
            <a:pathLst>
              <a:path w="11033761" h="6096000">
                <a:moveTo>
                  <a:pt x="0" y="0"/>
                </a:moveTo>
                <a:lnTo>
                  <a:pt x="11033761" y="0"/>
                </a:lnTo>
                <a:cubicBezTo>
                  <a:pt x="11030374" y="575733"/>
                  <a:pt x="11026988" y="1151467"/>
                  <a:pt x="11023601" y="1727200"/>
                </a:cubicBezTo>
                <a:cubicBezTo>
                  <a:pt x="8671657" y="6620351"/>
                  <a:pt x="4708496" y="1041345"/>
                  <a:pt x="2655044" y="2262881"/>
                </a:cubicBezTo>
                <a:cubicBezTo>
                  <a:pt x="1607836" y="3058278"/>
                  <a:pt x="1046652" y="3586364"/>
                  <a:pt x="0" y="6096000"/>
                </a:cubicBezTo>
                <a:lnTo>
                  <a:pt x="0" y="0"/>
                </a:lnTo>
                <a:close/>
              </a:path>
            </a:pathLst>
          </a:custGeom>
          <a:gradFill flip="none" rotWithShape="1">
            <a:gsLst>
              <a:gs pos="35000">
                <a:schemeClr val="bg1">
                  <a:lumMod val="85000"/>
                </a:schemeClr>
              </a:gs>
              <a:gs pos="100000">
                <a:srgbClr val="F4F4F4">
                  <a:alpha val="66271"/>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 name="加号 5"/>
          <p:cNvSpPr/>
          <p:nvPr/>
        </p:nvSpPr>
        <p:spPr>
          <a:xfrm>
            <a:off x="1081820" y="4974569"/>
            <a:ext cx="258418" cy="258418"/>
          </a:xfrm>
          <a:prstGeom prst="mathPlus">
            <a:avLst>
              <a:gd name="adj1" fmla="val 8613"/>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 name="加号 6"/>
          <p:cNvSpPr/>
          <p:nvPr/>
        </p:nvSpPr>
        <p:spPr>
          <a:xfrm>
            <a:off x="10075007" y="4998583"/>
            <a:ext cx="258418" cy="258418"/>
          </a:xfrm>
          <a:prstGeom prst="mathPlus">
            <a:avLst>
              <a:gd name="adj1" fmla="val 8613"/>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nvGrpSpPr>
          <p:cNvPr id="8" name="组合 7"/>
          <p:cNvGrpSpPr/>
          <p:nvPr/>
        </p:nvGrpSpPr>
        <p:grpSpPr>
          <a:xfrm>
            <a:off x="415277" y="4591563"/>
            <a:ext cx="182391" cy="713336"/>
            <a:chOff x="9975400" y="1600014"/>
            <a:chExt cx="288238" cy="1127306"/>
          </a:xfrm>
        </p:grpSpPr>
        <p:cxnSp>
          <p:nvCxnSpPr>
            <p:cNvPr id="9" name="直线连接符 8"/>
            <p:cNvCxnSpPr/>
            <p:nvPr/>
          </p:nvCxnSpPr>
          <p:spPr>
            <a:xfrm>
              <a:off x="9975400" y="1600200"/>
              <a:ext cx="188844" cy="188844"/>
            </a:xfrm>
            <a:prstGeom prst="line">
              <a:avLst/>
            </a:prstGeom>
            <a:ln w="158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 name="直线连接符 9"/>
            <p:cNvCxnSpPr/>
            <p:nvPr/>
          </p:nvCxnSpPr>
          <p:spPr>
            <a:xfrm flipH="1">
              <a:off x="9985340" y="1789044"/>
              <a:ext cx="188844" cy="188844"/>
            </a:xfrm>
            <a:prstGeom prst="line">
              <a:avLst/>
            </a:prstGeom>
            <a:ln w="158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 name="直线连接符 10"/>
            <p:cNvCxnSpPr/>
            <p:nvPr/>
          </p:nvCxnSpPr>
          <p:spPr>
            <a:xfrm>
              <a:off x="9975400" y="1977888"/>
              <a:ext cx="188844" cy="188844"/>
            </a:xfrm>
            <a:prstGeom prst="line">
              <a:avLst/>
            </a:prstGeom>
            <a:ln w="158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直线连接符 11"/>
            <p:cNvCxnSpPr/>
            <p:nvPr/>
          </p:nvCxnSpPr>
          <p:spPr>
            <a:xfrm flipH="1">
              <a:off x="9985340" y="2166732"/>
              <a:ext cx="188844" cy="188844"/>
            </a:xfrm>
            <a:prstGeom prst="line">
              <a:avLst/>
            </a:prstGeom>
            <a:ln w="158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 name="直线连接符 12"/>
            <p:cNvCxnSpPr/>
            <p:nvPr/>
          </p:nvCxnSpPr>
          <p:spPr>
            <a:xfrm>
              <a:off x="9975400" y="2349632"/>
              <a:ext cx="188844" cy="188844"/>
            </a:xfrm>
            <a:prstGeom prst="line">
              <a:avLst/>
            </a:prstGeom>
            <a:ln w="158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 name="直线连接符 13"/>
            <p:cNvCxnSpPr/>
            <p:nvPr/>
          </p:nvCxnSpPr>
          <p:spPr>
            <a:xfrm flipH="1">
              <a:off x="9985340" y="2538476"/>
              <a:ext cx="188844" cy="188844"/>
            </a:xfrm>
            <a:prstGeom prst="line">
              <a:avLst/>
            </a:prstGeom>
            <a:ln w="158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 name="直线连接符 14"/>
            <p:cNvCxnSpPr/>
            <p:nvPr/>
          </p:nvCxnSpPr>
          <p:spPr>
            <a:xfrm>
              <a:off x="10064854" y="1600014"/>
              <a:ext cx="188844" cy="188844"/>
            </a:xfrm>
            <a:prstGeom prst="line">
              <a:avLst/>
            </a:prstGeom>
            <a:ln w="158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 name="直线连接符 15"/>
            <p:cNvCxnSpPr/>
            <p:nvPr/>
          </p:nvCxnSpPr>
          <p:spPr>
            <a:xfrm flipH="1">
              <a:off x="10074794" y="1788858"/>
              <a:ext cx="188844" cy="188844"/>
            </a:xfrm>
            <a:prstGeom prst="line">
              <a:avLst/>
            </a:prstGeom>
            <a:ln w="158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直线连接符 16"/>
            <p:cNvCxnSpPr/>
            <p:nvPr/>
          </p:nvCxnSpPr>
          <p:spPr>
            <a:xfrm>
              <a:off x="10064854" y="1977702"/>
              <a:ext cx="188844" cy="188844"/>
            </a:xfrm>
            <a:prstGeom prst="line">
              <a:avLst/>
            </a:prstGeom>
            <a:ln w="158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8" name="直线连接符 17"/>
            <p:cNvCxnSpPr/>
            <p:nvPr/>
          </p:nvCxnSpPr>
          <p:spPr>
            <a:xfrm flipH="1">
              <a:off x="10074794" y="2166546"/>
              <a:ext cx="188844" cy="188844"/>
            </a:xfrm>
            <a:prstGeom prst="line">
              <a:avLst/>
            </a:prstGeom>
            <a:ln w="158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9" name="直线连接符 18"/>
            <p:cNvCxnSpPr/>
            <p:nvPr/>
          </p:nvCxnSpPr>
          <p:spPr>
            <a:xfrm>
              <a:off x="10064854" y="2349446"/>
              <a:ext cx="188844" cy="188844"/>
            </a:xfrm>
            <a:prstGeom prst="line">
              <a:avLst/>
            </a:prstGeom>
            <a:ln w="158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 name="直线连接符 19"/>
            <p:cNvCxnSpPr/>
            <p:nvPr/>
          </p:nvCxnSpPr>
          <p:spPr>
            <a:xfrm flipH="1">
              <a:off x="10074794" y="2538290"/>
              <a:ext cx="188844" cy="188844"/>
            </a:xfrm>
            <a:prstGeom prst="line">
              <a:avLst/>
            </a:prstGeom>
            <a:ln w="158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21" name="同心圆 20"/>
          <p:cNvSpPr/>
          <p:nvPr/>
        </p:nvSpPr>
        <p:spPr>
          <a:xfrm>
            <a:off x="11634128" y="1313209"/>
            <a:ext cx="178906" cy="178906"/>
          </a:xfrm>
          <a:prstGeom prst="donut">
            <a:avLst>
              <a:gd name="adj" fmla="val 10213"/>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grpSp>
        <p:nvGrpSpPr>
          <p:cNvPr id="22" name="组合 21"/>
          <p:cNvGrpSpPr/>
          <p:nvPr/>
        </p:nvGrpSpPr>
        <p:grpSpPr>
          <a:xfrm>
            <a:off x="334330" y="288182"/>
            <a:ext cx="413468" cy="1264919"/>
            <a:chOff x="8998226" y="-487017"/>
            <a:chExt cx="413468" cy="1264919"/>
          </a:xfrm>
        </p:grpSpPr>
        <p:sp>
          <p:nvSpPr>
            <p:cNvPr id="23" name="椭圆 22"/>
            <p:cNvSpPr/>
            <p:nvPr/>
          </p:nvSpPr>
          <p:spPr>
            <a:xfrm>
              <a:off x="8998226" y="-487017"/>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4" name="椭圆 23"/>
            <p:cNvSpPr/>
            <p:nvPr/>
          </p:nvSpPr>
          <p:spPr>
            <a:xfrm>
              <a:off x="9120809" y="-487017"/>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5" name="椭圆 24"/>
            <p:cNvSpPr/>
            <p:nvPr/>
          </p:nvSpPr>
          <p:spPr>
            <a:xfrm>
              <a:off x="9243392" y="-487017"/>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6" name="椭圆 25"/>
            <p:cNvSpPr/>
            <p:nvPr/>
          </p:nvSpPr>
          <p:spPr>
            <a:xfrm>
              <a:off x="9365975" y="-487017"/>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7" name="椭圆 26"/>
            <p:cNvSpPr/>
            <p:nvPr/>
          </p:nvSpPr>
          <p:spPr>
            <a:xfrm>
              <a:off x="8998226" y="-334617"/>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8" name="椭圆 27"/>
            <p:cNvSpPr/>
            <p:nvPr/>
          </p:nvSpPr>
          <p:spPr>
            <a:xfrm>
              <a:off x="9120809" y="-334617"/>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9" name="椭圆 28"/>
            <p:cNvSpPr/>
            <p:nvPr/>
          </p:nvSpPr>
          <p:spPr>
            <a:xfrm>
              <a:off x="9243392" y="-334617"/>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0" name="椭圆 29"/>
            <p:cNvSpPr/>
            <p:nvPr/>
          </p:nvSpPr>
          <p:spPr>
            <a:xfrm>
              <a:off x="9365975" y="-334617"/>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1" name="椭圆 30"/>
            <p:cNvSpPr/>
            <p:nvPr/>
          </p:nvSpPr>
          <p:spPr>
            <a:xfrm>
              <a:off x="8998226" y="-182217"/>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2" name="椭圆 31"/>
            <p:cNvSpPr/>
            <p:nvPr/>
          </p:nvSpPr>
          <p:spPr>
            <a:xfrm>
              <a:off x="9120809" y="-182217"/>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3" name="椭圆 32"/>
            <p:cNvSpPr/>
            <p:nvPr/>
          </p:nvSpPr>
          <p:spPr>
            <a:xfrm>
              <a:off x="9243392" y="-182217"/>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4" name="椭圆 33"/>
            <p:cNvSpPr/>
            <p:nvPr/>
          </p:nvSpPr>
          <p:spPr>
            <a:xfrm>
              <a:off x="9365975" y="-182217"/>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5" name="椭圆 34"/>
            <p:cNvSpPr/>
            <p:nvPr/>
          </p:nvSpPr>
          <p:spPr>
            <a:xfrm>
              <a:off x="8998226" y="-29817"/>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6" name="椭圆 35"/>
            <p:cNvSpPr/>
            <p:nvPr/>
          </p:nvSpPr>
          <p:spPr>
            <a:xfrm>
              <a:off x="9120809" y="-29817"/>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7" name="椭圆 36"/>
            <p:cNvSpPr/>
            <p:nvPr/>
          </p:nvSpPr>
          <p:spPr>
            <a:xfrm>
              <a:off x="9243392" y="-29817"/>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8" name="椭圆 37"/>
            <p:cNvSpPr/>
            <p:nvPr/>
          </p:nvSpPr>
          <p:spPr>
            <a:xfrm>
              <a:off x="9365975" y="-29817"/>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9" name="椭圆 38"/>
            <p:cNvSpPr/>
            <p:nvPr/>
          </p:nvSpPr>
          <p:spPr>
            <a:xfrm>
              <a:off x="8998226" y="122583"/>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0" name="椭圆 39"/>
            <p:cNvSpPr/>
            <p:nvPr/>
          </p:nvSpPr>
          <p:spPr>
            <a:xfrm>
              <a:off x="9120809" y="122583"/>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1" name="椭圆 40"/>
            <p:cNvSpPr/>
            <p:nvPr/>
          </p:nvSpPr>
          <p:spPr>
            <a:xfrm>
              <a:off x="9243392" y="122583"/>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2" name="椭圆 41"/>
            <p:cNvSpPr/>
            <p:nvPr/>
          </p:nvSpPr>
          <p:spPr>
            <a:xfrm>
              <a:off x="9365975" y="122583"/>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3" name="椭圆 42"/>
            <p:cNvSpPr/>
            <p:nvPr/>
          </p:nvSpPr>
          <p:spPr>
            <a:xfrm>
              <a:off x="8998226" y="274983"/>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4" name="椭圆 43"/>
            <p:cNvSpPr/>
            <p:nvPr/>
          </p:nvSpPr>
          <p:spPr>
            <a:xfrm>
              <a:off x="9120809" y="274983"/>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5" name="椭圆 44"/>
            <p:cNvSpPr/>
            <p:nvPr/>
          </p:nvSpPr>
          <p:spPr>
            <a:xfrm>
              <a:off x="9243392" y="274983"/>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6" name="椭圆 45"/>
            <p:cNvSpPr/>
            <p:nvPr/>
          </p:nvSpPr>
          <p:spPr>
            <a:xfrm>
              <a:off x="9365975" y="274983"/>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7" name="椭圆 46"/>
            <p:cNvSpPr/>
            <p:nvPr/>
          </p:nvSpPr>
          <p:spPr>
            <a:xfrm>
              <a:off x="8998226" y="427383"/>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8" name="椭圆 47"/>
            <p:cNvSpPr/>
            <p:nvPr/>
          </p:nvSpPr>
          <p:spPr>
            <a:xfrm>
              <a:off x="9120809" y="427383"/>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9" name="椭圆 48"/>
            <p:cNvSpPr/>
            <p:nvPr/>
          </p:nvSpPr>
          <p:spPr>
            <a:xfrm>
              <a:off x="9243392" y="427383"/>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0" name="椭圆 49"/>
            <p:cNvSpPr/>
            <p:nvPr/>
          </p:nvSpPr>
          <p:spPr>
            <a:xfrm>
              <a:off x="9365975" y="427383"/>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1" name="椭圆 50"/>
            <p:cNvSpPr/>
            <p:nvPr/>
          </p:nvSpPr>
          <p:spPr>
            <a:xfrm>
              <a:off x="8998226" y="579783"/>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2" name="椭圆 51"/>
            <p:cNvSpPr/>
            <p:nvPr/>
          </p:nvSpPr>
          <p:spPr>
            <a:xfrm>
              <a:off x="9120809" y="579783"/>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3" name="椭圆 52"/>
            <p:cNvSpPr/>
            <p:nvPr/>
          </p:nvSpPr>
          <p:spPr>
            <a:xfrm>
              <a:off x="9243392" y="579783"/>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4" name="椭圆 53"/>
            <p:cNvSpPr/>
            <p:nvPr/>
          </p:nvSpPr>
          <p:spPr>
            <a:xfrm>
              <a:off x="9365975" y="579783"/>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5" name="椭圆 54"/>
            <p:cNvSpPr/>
            <p:nvPr/>
          </p:nvSpPr>
          <p:spPr>
            <a:xfrm>
              <a:off x="8998226" y="732183"/>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6" name="椭圆 55"/>
            <p:cNvSpPr/>
            <p:nvPr/>
          </p:nvSpPr>
          <p:spPr>
            <a:xfrm>
              <a:off x="9120809" y="732183"/>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7" name="椭圆 56"/>
            <p:cNvSpPr/>
            <p:nvPr/>
          </p:nvSpPr>
          <p:spPr>
            <a:xfrm>
              <a:off x="9243392" y="732183"/>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8" name="椭圆 57"/>
            <p:cNvSpPr/>
            <p:nvPr/>
          </p:nvSpPr>
          <p:spPr>
            <a:xfrm>
              <a:off x="9365975" y="732183"/>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spTree>
  </p:cSld>
  <p:clrMapOvr>
    <a:masterClrMapping/>
  </p:clrMapOvr>
  <mc:AlternateContent xmlns:mc="http://schemas.openxmlformats.org/markup-compatibility/2006">
    <mc:Choice xmlns:p14="http://schemas.microsoft.com/office/powerpoint/2010/main" Requires="p14">
      <p:transition spd="slow" p14:dur="2000" advTm="3000"/>
    </mc:Choice>
    <mc:Fallback>
      <p:transition spd="slow" advTm="3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par>
                                <p:cTn id="8" presetID="9"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dissolve">
                                      <p:cBhvr>
                                        <p:cTn id="10" dur="500"/>
                                        <p:tgtEl>
                                          <p:spTgt spid="3"/>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dissolve">
                                      <p:cBhvr>
                                        <p:cTn id="13"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620281" y="1936572"/>
            <a:ext cx="1800493" cy="369332"/>
          </a:xfrm>
          <a:prstGeom prst="rect">
            <a:avLst/>
          </a:prstGeom>
          <a:noFill/>
        </p:spPr>
        <p:txBody>
          <a:bodyPr wrap="none" rtlCol="0">
            <a:spAutoFit/>
          </a:bodyPr>
          <a:lstStyle/>
          <a:p>
            <a:r>
              <a:rPr lang="zh-CN" altLang="en-US" dirty="0">
                <a:solidFill>
                  <a:schemeClr val="tx1">
                    <a:lumMod val="75000"/>
                    <a:lumOff val="25000"/>
                  </a:schemeClr>
                </a:solidFill>
                <a:latin typeface="+mj-ea"/>
                <a:ea typeface="+mj-ea"/>
              </a:rPr>
              <a:t>请输入标题文字</a:t>
            </a:r>
            <a:endParaRPr lang="zh-CN" altLang="en-US" dirty="0">
              <a:solidFill>
                <a:schemeClr val="tx1">
                  <a:lumMod val="75000"/>
                  <a:lumOff val="25000"/>
                </a:schemeClr>
              </a:solidFill>
              <a:latin typeface="+mj-ea"/>
              <a:ea typeface="+mj-ea"/>
            </a:endParaRPr>
          </a:p>
        </p:txBody>
      </p:sp>
      <p:sp>
        <p:nvSpPr>
          <p:cNvPr id="3" name="文本框 2"/>
          <p:cNvSpPr txBox="1"/>
          <p:nvPr/>
        </p:nvSpPr>
        <p:spPr>
          <a:xfrm>
            <a:off x="1631039" y="2282780"/>
            <a:ext cx="3529346" cy="557012"/>
          </a:xfrm>
          <a:prstGeom prst="rect">
            <a:avLst/>
          </a:prstGeom>
          <a:noFill/>
        </p:spPr>
        <p:txBody>
          <a:bodyPr wrap="square" rtlCol="0">
            <a:spAutoFit/>
          </a:bodyPr>
          <a:lstStyle/>
          <a:p>
            <a:pPr marL="171450" indent="-171450">
              <a:lnSpc>
                <a:spcPct val="150000"/>
              </a:lnSpc>
              <a:buFont typeface="Arial" panose="020B0604020202020204" pitchFamily="34" charset="0"/>
              <a:buChar char="•"/>
            </a:pPr>
            <a:r>
              <a:rPr kumimoji="1" lang="zh-CN" altLang="en-US" sz="1100" dirty="0">
                <a:solidFill>
                  <a:schemeClr val="tx1">
                    <a:lumMod val="50000"/>
                    <a:lumOff val="50000"/>
                  </a:schemeClr>
                </a:solidFill>
                <a:latin typeface="Source Han Sans CN Regular" panose="020B0500000000000000" pitchFamily="34" charset="-128"/>
                <a:ea typeface="Source Han Sans CN Regular" panose="020B0500000000000000" pitchFamily="34" charset="-128"/>
                <a:cs typeface="+mn-ea"/>
                <a:sym typeface="+mn-lt"/>
              </a:rPr>
              <a:t>感谢您使用我们的</a:t>
            </a:r>
            <a:r>
              <a:rPr kumimoji="1" lang="en-US" altLang="zh-CN" sz="1100" dirty="0">
                <a:solidFill>
                  <a:schemeClr val="tx1">
                    <a:lumMod val="50000"/>
                    <a:lumOff val="50000"/>
                  </a:schemeClr>
                </a:solidFill>
                <a:latin typeface="Source Han Sans CN Regular" panose="020B0500000000000000" pitchFamily="34" charset="-128"/>
                <a:ea typeface="Source Han Sans CN Regular" panose="020B0500000000000000" pitchFamily="34" charset="-128"/>
                <a:cs typeface="+mn-ea"/>
                <a:sym typeface="+mn-lt"/>
              </a:rPr>
              <a:t>PPT</a:t>
            </a:r>
            <a:r>
              <a:rPr kumimoji="1" lang="zh-CN" altLang="en-US" sz="1100" dirty="0">
                <a:solidFill>
                  <a:schemeClr val="tx1">
                    <a:lumMod val="50000"/>
                    <a:lumOff val="50000"/>
                  </a:schemeClr>
                </a:solidFill>
                <a:latin typeface="Source Han Sans CN Regular" panose="020B0500000000000000" pitchFamily="34" charset="-128"/>
                <a:ea typeface="Source Han Sans CN Regular" panose="020B0500000000000000" pitchFamily="34" charset="-128"/>
                <a:cs typeface="+mn-ea"/>
                <a:sym typeface="+mn-lt"/>
              </a:rPr>
              <a:t>模板，请在此输入您需要的文字内容，感谢您使用我们的</a:t>
            </a:r>
            <a:r>
              <a:rPr kumimoji="1" lang="en-US" altLang="zh-CN" sz="1100" dirty="0">
                <a:solidFill>
                  <a:schemeClr val="tx1">
                    <a:lumMod val="50000"/>
                    <a:lumOff val="50000"/>
                  </a:schemeClr>
                </a:solidFill>
                <a:latin typeface="Source Han Sans CN Regular" panose="020B0500000000000000" pitchFamily="34" charset="-128"/>
                <a:ea typeface="Source Han Sans CN Regular" panose="020B0500000000000000" pitchFamily="34" charset="-128"/>
                <a:cs typeface="+mn-ea"/>
                <a:sym typeface="+mn-lt"/>
              </a:rPr>
              <a:t>PPT</a:t>
            </a:r>
            <a:r>
              <a:rPr kumimoji="1" lang="zh-CN" altLang="en-US" sz="1100" dirty="0">
                <a:solidFill>
                  <a:schemeClr val="tx1">
                    <a:lumMod val="50000"/>
                    <a:lumOff val="50000"/>
                  </a:schemeClr>
                </a:solidFill>
                <a:latin typeface="Source Han Sans CN Regular" panose="020B0500000000000000" pitchFamily="34" charset="-128"/>
                <a:ea typeface="Source Han Sans CN Regular" panose="020B0500000000000000" pitchFamily="34" charset="-128"/>
                <a:cs typeface="+mn-ea"/>
                <a:sym typeface="+mn-lt"/>
              </a:rPr>
              <a:t>模板。</a:t>
            </a:r>
            <a:endParaRPr kumimoji="1" lang="zh-CN" altLang="en-US" sz="1100" dirty="0">
              <a:solidFill>
                <a:schemeClr val="tx1">
                  <a:lumMod val="50000"/>
                  <a:lumOff val="50000"/>
                </a:schemeClr>
              </a:solidFill>
              <a:latin typeface="Source Han Sans CN Regular" panose="020B0500000000000000" pitchFamily="34" charset="-128"/>
              <a:ea typeface="Source Han Sans CN Regular" panose="020B0500000000000000" pitchFamily="34" charset="-128"/>
              <a:cs typeface="+mn-ea"/>
              <a:sym typeface="+mn-lt"/>
            </a:endParaRPr>
          </a:p>
        </p:txBody>
      </p:sp>
      <p:sp>
        <p:nvSpPr>
          <p:cNvPr id="4" name="圆角矩形 3"/>
          <p:cNvSpPr/>
          <p:nvPr/>
        </p:nvSpPr>
        <p:spPr>
          <a:xfrm>
            <a:off x="6187534" y="1620852"/>
            <a:ext cx="4816839" cy="1693888"/>
          </a:xfrm>
          <a:prstGeom prst="roundRect">
            <a:avLst/>
          </a:prstGeom>
          <a:no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圆角矩形 4"/>
          <p:cNvSpPr/>
          <p:nvPr/>
        </p:nvSpPr>
        <p:spPr>
          <a:xfrm>
            <a:off x="6202474" y="3587176"/>
            <a:ext cx="4816839" cy="1693888"/>
          </a:xfrm>
          <a:prstGeom prst="roundRect">
            <a:avLst/>
          </a:prstGeom>
          <a:no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 name="圆角矩形 5"/>
          <p:cNvSpPr/>
          <p:nvPr/>
        </p:nvSpPr>
        <p:spPr>
          <a:xfrm>
            <a:off x="1072443" y="1622903"/>
            <a:ext cx="4816839" cy="1693888"/>
          </a:xfrm>
          <a:prstGeom prst="roundRect">
            <a:avLst/>
          </a:prstGeom>
          <a:no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 name="圆角矩形 6"/>
          <p:cNvSpPr/>
          <p:nvPr/>
        </p:nvSpPr>
        <p:spPr>
          <a:xfrm>
            <a:off x="1087383" y="3589227"/>
            <a:ext cx="4816839" cy="1693888"/>
          </a:xfrm>
          <a:prstGeom prst="roundRect">
            <a:avLst/>
          </a:prstGeom>
          <a:no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圆角矩形 7"/>
          <p:cNvSpPr/>
          <p:nvPr/>
        </p:nvSpPr>
        <p:spPr>
          <a:xfrm>
            <a:off x="4862707" y="2866494"/>
            <a:ext cx="2280322" cy="1165852"/>
          </a:xfrm>
          <a:prstGeom prst="roundRect">
            <a:avLst>
              <a:gd name="adj" fmla="val 15790"/>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9" name="文本框 8"/>
          <p:cNvSpPr txBox="1"/>
          <p:nvPr/>
        </p:nvSpPr>
        <p:spPr>
          <a:xfrm>
            <a:off x="5120986" y="3035460"/>
            <a:ext cx="1773242" cy="830997"/>
          </a:xfrm>
          <a:prstGeom prst="rect">
            <a:avLst/>
          </a:prstGeom>
          <a:noFill/>
        </p:spPr>
        <p:txBody>
          <a:bodyPr wrap="none" rtlCol="0">
            <a:spAutoFit/>
          </a:bodyPr>
          <a:lstStyle/>
          <a:p>
            <a:pPr algn="ctr"/>
            <a:r>
              <a:rPr lang="en-US" altLang="zh-CN" sz="2400" dirty="0">
                <a:solidFill>
                  <a:schemeClr val="bg1"/>
                </a:solidFill>
                <a:latin typeface="+mj-ea"/>
                <a:ea typeface="+mj-ea"/>
              </a:rPr>
              <a:t>588KUPPT</a:t>
            </a:r>
            <a:endParaRPr lang="en-US" altLang="zh-CN" sz="2400" dirty="0">
              <a:solidFill>
                <a:schemeClr val="bg1"/>
              </a:solidFill>
              <a:latin typeface="+mj-ea"/>
              <a:ea typeface="+mj-ea"/>
            </a:endParaRPr>
          </a:p>
          <a:p>
            <a:pPr algn="ctr"/>
            <a:r>
              <a:rPr lang="zh-CN" altLang="en-US" sz="2400" dirty="0">
                <a:solidFill>
                  <a:schemeClr val="bg1"/>
                </a:solidFill>
                <a:latin typeface="+mj-ea"/>
                <a:ea typeface="+mj-ea"/>
              </a:rPr>
              <a:t>请输入标题</a:t>
            </a:r>
            <a:endParaRPr lang="zh-CN" altLang="en-US" sz="2400" dirty="0">
              <a:solidFill>
                <a:schemeClr val="bg1"/>
              </a:solidFill>
              <a:latin typeface="+mj-ea"/>
              <a:ea typeface="+mj-ea"/>
            </a:endParaRPr>
          </a:p>
        </p:txBody>
      </p:sp>
      <p:sp>
        <p:nvSpPr>
          <p:cNvPr id="10" name="文本框 9"/>
          <p:cNvSpPr txBox="1"/>
          <p:nvPr/>
        </p:nvSpPr>
        <p:spPr>
          <a:xfrm>
            <a:off x="1609523" y="4145770"/>
            <a:ext cx="1800493" cy="369332"/>
          </a:xfrm>
          <a:prstGeom prst="rect">
            <a:avLst/>
          </a:prstGeom>
          <a:noFill/>
        </p:spPr>
        <p:txBody>
          <a:bodyPr wrap="none" rtlCol="0">
            <a:spAutoFit/>
          </a:bodyPr>
          <a:lstStyle/>
          <a:p>
            <a:r>
              <a:rPr lang="zh-CN" altLang="en-US" dirty="0">
                <a:solidFill>
                  <a:schemeClr val="tx1">
                    <a:lumMod val="75000"/>
                    <a:lumOff val="25000"/>
                  </a:schemeClr>
                </a:solidFill>
                <a:latin typeface="+mj-ea"/>
                <a:ea typeface="+mj-ea"/>
              </a:rPr>
              <a:t>请输入标题文字</a:t>
            </a:r>
            <a:endParaRPr lang="zh-CN" altLang="en-US" dirty="0">
              <a:solidFill>
                <a:schemeClr val="tx1">
                  <a:lumMod val="75000"/>
                  <a:lumOff val="25000"/>
                </a:schemeClr>
              </a:solidFill>
              <a:latin typeface="+mj-ea"/>
              <a:ea typeface="+mj-ea"/>
            </a:endParaRPr>
          </a:p>
        </p:txBody>
      </p:sp>
      <p:sp>
        <p:nvSpPr>
          <p:cNvPr id="11" name="文本框 10"/>
          <p:cNvSpPr txBox="1"/>
          <p:nvPr/>
        </p:nvSpPr>
        <p:spPr>
          <a:xfrm>
            <a:off x="1620281" y="4491978"/>
            <a:ext cx="3529346" cy="599267"/>
          </a:xfrm>
          <a:prstGeom prst="rect">
            <a:avLst/>
          </a:prstGeom>
          <a:noFill/>
        </p:spPr>
        <p:txBody>
          <a:bodyPr wrap="square" rtlCol="0">
            <a:spAutoFit/>
          </a:bodyPr>
          <a:lstStyle/>
          <a:p>
            <a:pPr marL="171450" indent="-171450">
              <a:lnSpc>
                <a:spcPct val="150000"/>
              </a:lnSpc>
              <a:buFont typeface="Arial" panose="020B0604020202020204" pitchFamily="34" charset="0"/>
              <a:buChar char="•"/>
            </a:pPr>
            <a:r>
              <a:rPr kumimoji="1" lang="zh-CN" altLang="en-US" sz="1200" dirty="0">
                <a:solidFill>
                  <a:schemeClr val="tx1">
                    <a:lumMod val="50000"/>
                    <a:lumOff val="50000"/>
                  </a:schemeClr>
                </a:solidFill>
                <a:latin typeface="Source Han Sans CN Regular" panose="020B0500000000000000" pitchFamily="34" charset="-128"/>
                <a:ea typeface="Source Han Sans CN Regular" panose="020B0500000000000000" pitchFamily="34" charset="-128"/>
                <a:cs typeface="+mn-ea"/>
                <a:sym typeface="+mn-lt"/>
              </a:rPr>
              <a:t>感谢您使用我们的</a:t>
            </a:r>
            <a:r>
              <a:rPr kumimoji="1" lang="en-US" altLang="zh-CN" sz="1200" dirty="0">
                <a:solidFill>
                  <a:schemeClr val="tx1">
                    <a:lumMod val="50000"/>
                    <a:lumOff val="50000"/>
                  </a:schemeClr>
                </a:solidFill>
                <a:latin typeface="Source Han Sans CN Regular" panose="020B0500000000000000" pitchFamily="34" charset="-128"/>
                <a:ea typeface="Source Han Sans CN Regular" panose="020B0500000000000000" pitchFamily="34" charset="-128"/>
                <a:cs typeface="+mn-ea"/>
                <a:sym typeface="+mn-lt"/>
              </a:rPr>
              <a:t>PPT</a:t>
            </a:r>
            <a:r>
              <a:rPr kumimoji="1" lang="zh-CN" altLang="en-US" sz="1200" dirty="0">
                <a:solidFill>
                  <a:schemeClr val="tx1">
                    <a:lumMod val="50000"/>
                    <a:lumOff val="50000"/>
                  </a:schemeClr>
                </a:solidFill>
                <a:latin typeface="Source Han Sans CN Regular" panose="020B0500000000000000" pitchFamily="34" charset="-128"/>
                <a:ea typeface="Source Han Sans CN Regular" panose="020B0500000000000000" pitchFamily="34" charset="-128"/>
                <a:cs typeface="+mn-ea"/>
                <a:sym typeface="+mn-lt"/>
              </a:rPr>
              <a:t>模板，请在此输入您需要的文字内容，感谢您使用我们的</a:t>
            </a:r>
            <a:r>
              <a:rPr kumimoji="1" lang="en-US" altLang="zh-CN" sz="1200" dirty="0">
                <a:solidFill>
                  <a:schemeClr val="tx1">
                    <a:lumMod val="50000"/>
                    <a:lumOff val="50000"/>
                  </a:schemeClr>
                </a:solidFill>
                <a:latin typeface="Source Han Sans CN Regular" panose="020B0500000000000000" pitchFamily="34" charset="-128"/>
                <a:ea typeface="Source Han Sans CN Regular" panose="020B0500000000000000" pitchFamily="34" charset="-128"/>
                <a:cs typeface="+mn-ea"/>
                <a:sym typeface="+mn-lt"/>
              </a:rPr>
              <a:t>PPT</a:t>
            </a:r>
            <a:r>
              <a:rPr kumimoji="1" lang="zh-CN" altLang="en-US" sz="1200" dirty="0">
                <a:solidFill>
                  <a:schemeClr val="tx1">
                    <a:lumMod val="50000"/>
                    <a:lumOff val="50000"/>
                  </a:schemeClr>
                </a:solidFill>
                <a:latin typeface="Source Han Sans CN Regular" panose="020B0500000000000000" pitchFamily="34" charset="-128"/>
                <a:ea typeface="Source Han Sans CN Regular" panose="020B0500000000000000" pitchFamily="34" charset="-128"/>
                <a:cs typeface="+mn-ea"/>
                <a:sym typeface="+mn-lt"/>
              </a:rPr>
              <a:t>模板。</a:t>
            </a:r>
            <a:endParaRPr kumimoji="1" lang="zh-CN" altLang="en-US" sz="1200" dirty="0">
              <a:solidFill>
                <a:schemeClr val="tx1">
                  <a:lumMod val="50000"/>
                  <a:lumOff val="50000"/>
                </a:schemeClr>
              </a:solidFill>
              <a:latin typeface="Source Han Sans CN Regular" panose="020B0500000000000000" pitchFamily="34" charset="-128"/>
              <a:ea typeface="Source Han Sans CN Regular" panose="020B0500000000000000" pitchFamily="34" charset="-128"/>
              <a:cs typeface="+mn-ea"/>
              <a:sym typeface="+mn-lt"/>
            </a:endParaRPr>
          </a:p>
        </p:txBody>
      </p:sp>
      <p:sp>
        <p:nvSpPr>
          <p:cNvPr id="12" name="文本框 11"/>
          <p:cNvSpPr txBox="1"/>
          <p:nvPr/>
        </p:nvSpPr>
        <p:spPr>
          <a:xfrm>
            <a:off x="7373220" y="1925698"/>
            <a:ext cx="1800493" cy="369332"/>
          </a:xfrm>
          <a:prstGeom prst="rect">
            <a:avLst/>
          </a:prstGeom>
          <a:noFill/>
        </p:spPr>
        <p:txBody>
          <a:bodyPr wrap="none" rtlCol="0">
            <a:spAutoFit/>
          </a:bodyPr>
          <a:lstStyle/>
          <a:p>
            <a:r>
              <a:rPr lang="zh-CN" altLang="en-US" dirty="0">
                <a:solidFill>
                  <a:schemeClr val="tx1">
                    <a:lumMod val="75000"/>
                    <a:lumOff val="25000"/>
                  </a:schemeClr>
                </a:solidFill>
                <a:latin typeface="+mj-ea"/>
                <a:ea typeface="+mj-ea"/>
              </a:rPr>
              <a:t>请输入标题文字</a:t>
            </a:r>
            <a:endParaRPr lang="zh-CN" altLang="en-US" dirty="0">
              <a:solidFill>
                <a:schemeClr val="tx1">
                  <a:lumMod val="75000"/>
                  <a:lumOff val="25000"/>
                </a:schemeClr>
              </a:solidFill>
              <a:latin typeface="+mj-ea"/>
              <a:ea typeface="+mj-ea"/>
            </a:endParaRPr>
          </a:p>
        </p:txBody>
      </p:sp>
      <p:sp>
        <p:nvSpPr>
          <p:cNvPr id="13" name="文本框 12"/>
          <p:cNvSpPr txBox="1"/>
          <p:nvPr/>
        </p:nvSpPr>
        <p:spPr>
          <a:xfrm>
            <a:off x="7383978" y="2271906"/>
            <a:ext cx="3529346" cy="599267"/>
          </a:xfrm>
          <a:prstGeom prst="rect">
            <a:avLst/>
          </a:prstGeom>
          <a:noFill/>
        </p:spPr>
        <p:txBody>
          <a:bodyPr wrap="square" rtlCol="0">
            <a:spAutoFit/>
          </a:bodyPr>
          <a:lstStyle/>
          <a:p>
            <a:pPr marL="171450" indent="-171450">
              <a:lnSpc>
                <a:spcPct val="150000"/>
              </a:lnSpc>
              <a:buFont typeface="Arial" panose="020B0604020202020204" pitchFamily="34" charset="0"/>
              <a:buChar char="•"/>
            </a:pPr>
            <a:r>
              <a:rPr kumimoji="1" lang="zh-CN" altLang="en-US" sz="1200" dirty="0">
                <a:solidFill>
                  <a:schemeClr val="tx1">
                    <a:lumMod val="50000"/>
                    <a:lumOff val="50000"/>
                  </a:schemeClr>
                </a:solidFill>
                <a:latin typeface="Source Han Sans CN Regular" panose="020B0500000000000000" pitchFamily="34" charset="-128"/>
                <a:ea typeface="Source Han Sans CN Regular" panose="020B0500000000000000" pitchFamily="34" charset="-128"/>
                <a:cs typeface="+mn-ea"/>
                <a:sym typeface="+mn-lt"/>
              </a:rPr>
              <a:t>感谢您使用我们的</a:t>
            </a:r>
            <a:r>
              <a:rPr kumimoji="1" lang="en-US" altLang="zh-CN" sz="1200" dirty="0">
                <a:solidFill>
                  <a:schemeClr val="tx1">
                    <a:lumMod val="50000"/>
                    <a:lumOff val="50000"/>
                  </a:schemeClr>
                </a:solidFill>
                <a:latin typeface="Source Han Sans CN Regular" panose="020B0500000000000000" pitchFamily="34" charset="-128"/>
                <a:ea typeface="Source Han Sans CN Regular" panose="020B0500000000000000" pitchFamily="34" charset="-128"/>
                <a:cs typeface="+mn-ea"/>
                <a:sym typeface="+mn-lt"/>
              </a:rPr>
              <a:t>PPT</a:t>
            </a:r>
            <a:r>
              <a:rPr kumimoji="1" lang="zh-CN" altLang="en-US" sz="1200" dirty="0">
                <a:solidFill>
                  <a:schemeClr val="tx1">
                    <a:lumMod val="50000"/>
                    <a:lumOff val="50000"/>
                  </a:schemeClr>
                </a:solidFill>
                <a:latin typeface="Source Han Sans CN Regular" panose="020B0500000000000000" pitchFamily="34" charset="-128"/>
                <a:ea typeface="Source Han Sans CN Regular" panose="020B0500000000000000" pitchFamily="34" charset="-128"/>
                <a:cs typeface="+mn-ea"/>
                <a:sym typeface="+mn-lt"/>
              </a:rPr>
              <a:t>模板，请在此输入您需要的文字内容，感谢您使用我们的</a:t>
            </a:r>
            <a:r>
              <a:rPr kumimoji="1" lang="en-US" altLang="zh-CN" sz="1200" dirty="0">
                <a:solidFill>
                  <a:schemeClr val="tx1">
                    <a:lumMod val="50000"/>
                    <a:lumOff val="50000"/>
                  </a:schemeClr>
                </a:solidFill>
                <a:latin typeface="Source Han Sans CN Regular" panose="020B0500000000000000" pitchFamily="34" charset="-128"/>
                <a:ea typeface="Source Han Sans CN Regular" panose="020B0500000000000000" pitchFamily="34" charset="-128"/>
                <a:cs typeface="+mn-ea"/>
                <a:sym typeface="+mn-lt"/>
              </a:rPr>
              <a:t>PPT</a:t>
            </a:r>
            <a:r>
              <a:rPr kumimoji="1" lang="zh-CN" altLang="en-US" sz="1200" dirty="0">
                <a:solidFill>
                  <a:schemeClr val="tx1">
                    <a:lumMod val="50000"/>
                    <a:lumOff val="50000"/>
                  </a:schemeClr>
                </a:solidFill>
                <a:latin typeface="Source Han Sans CN Regular" panose="020B0500000000000000" pitchFamily="34" charset="-128"/>
                <a:ea typeface="Source Han Sans CN Regular" panose="020B0500000000000000" pitchFamily="34" charset="-128"/>
                <a:cs typeface="+mn-ea"/>
                <a:sym typeface="+mn-lt"/>
              </a:rPr>
              <a:t>模板。</a:t>
            </a:r>
            <a:endParaRPr kumimoji="1" lang="zh-CN" altLang="en-US" sz="1200" dirty="0">
              <a:solidFill>
                <a:schemeClr val="tx1">
                  <a:lumMod val="50000"/>
                  <a:lumOff val="50000"/>
                </a:schemeClr>
              </a:solidFill>
              <a:latin typeface="Source Han Sans CN Regular" panose="020B0500000000000000" pitchFamily="34" charset="-128"/>
              <a:ea typeface="Source Han Sans CN Regular" panose="020B0500000000000000" pitchFamily="34" charset="-128"/>
              <a:cs typeface="+mn-ea"/>
              <a:sym typeface="+mn-lt"/>
            </a:endParaRPr>
          </a:p>
        </p:txBody>
      </p:sp>
      <p:sp>
        <p:nvSpPr>
          <p:cNvPr id="14" name="文本框 13"/>
          <p:cNvSpPr txBox="1"/>
          <p:nvPr/>
        </p:nvSpPr>
        <p:spPr>
          <a:xfrm>
            <a:off x="7362462" y="4134896"/>
            <a:ext cx="1800493" cy="369332"/>
          </a:xfrm>
          <a:prstGeom prst="rect">
            <a:avLst/>
          </a:prstGeom>
          <a:noFill/>
        </p:spPr>
        <p:txBody>
          <a:bodyPr wrap="none" rtlCol="0">
            <a:spAutoFit/>
          </a:bodyPr>
          <a:lstStyle/>
          <a:p>
            <a:r>
              <a:rPr lang="zh-CN" altLang="en-US" dirty="0">
                <a:solidFill>
                  <a:schemeClr val="tx1">
                    <a:lumMod val="75000"/>
                    <a:lumOff val="25000"/>
                  </a:schemeClr>
                </a:solidFill>
                <a:latin typeface="+mj-ea"/>
                <a:ea typeface="+mj-ea"/>
              </a:rPr>
              <a:t>请输入标题文字</a:t>
            </a:r>
            <a:endParaRPr lang="zh-CN" altLang="en-US" dirty="0">
              <a:solidFill>
                <a:schemeClr val="tx1">
                  <a:lumMod val="75000"/>
                  <a:lumOff val="25000"/>
                </a:schemeClr>
              </a:solidFill>
              <a:latin typeface="+mj-ea"/>
              <a:ea typeface="+mj-ea"/>
            </a:endParaRPr>
          </a:p>
        </p:txBody>
      </p:sp>
      <p:sp>
        <p:nvSpPr>
          <p:cNvPr id="15" name="文本框 14"/>
          <p:cNvSpPr txBox="1"/>
          <p:nvPr/>
        </p:nvSpPr>
        <p:spPr>
          <a:xfrm>
            <a:off x="7373220" y="4481104"/>
            <a:ext cx="3529346" cy="599267"/>
          </a:xfrm>
          <a:prstGeom prst="rect">
            <a:avLst/>
          </a:prstGeom>
          <a:noFill/>
        </p:spPr>
        <p:txBody>
          <a:bodyPr wrap="square" rtlCol="0">
            <a:spAutoFit/>
          </a:bodyPr>
          <a:lstStyle/>
          <a:p>
            <a:pPr marL="171450" indent="-171450">
              <a:lnSpc>
                <a:spcPct val="150000"/>
              </a:lnSpc>
              <a:buFont typeface="Arial" panose="020B0604020202020204" pitchFamily="34" charset="0"/>
              <a:buChar char="•"/>
            </a:pPr>
            <a:r>
              <a:rPr kumimoji="1" lang="zh-CN" altLang="en-US" sz="1200" dirty="0">
                <a:solidFill>
                  <a:schemeClr val="tx1">
                    <a:lumMod val="50000"/>
                    <a:lumOff val="50000"/>
                  </a:schemeClr>
                </a:solidFill>
                <a:latin typeface="Source Han Sans CN Regular" panose="020B0500000000000000" pitchFamily="34" charset="-128"/>
                <a:ea typeface="Source Han Sans CN Regular" panose="020B0500000000000000" pitchFamily="34" charset="-128"/>
                <a:cs typeface="+mn-ea"/>
                <a:sym typeface="+mn-lt"/>
              </a:rPr>
              <a:t>感谢您使用我们的</a:t>
            </a:r>
            <a:r>
              <a:rPr kumimoji="1" lang="en-US" altLang="zh-CN" sz="1200" dirty="0">
                <a:solidFill>
                  <a:schemeClr val="tx1">
                    <a:lumMod val="50000"/>
                    <a:lumOff val="50000"/>
                  </a:schemeClr>
                </a:solidFill>
                <a:latin typeface="Source Han Sans CN Regular" panose="020B0500000000000000" pitchFamily="34" charset="-128"/>
                <a:ea typeface="Source Han Sans CN Regular" panose="020B0500000000000000" pitchFamily="34" charset="-128"/>
                <a:cs typeface="+mn-ea"/>
                <a:sym typeface="+mn-lt"/>
              </a:rPr>
              <a:t>PPT</a:t>
            </a:r>
            <a:r>
              <a:rPr kumimoji="1" lang="zh-CN" altLang="en-US" sz="1200" dirty="0">
                <a:solidFill>
                  <a:schemeClr val="tx1">
                    <a:lumMod val="50000"/>
                    <a:lumOff val="50000"/>
                  </a:schemeClr>
                </a:solidFill>
                <a:latin typeface="Source Han Sans CN Regular" panose="020B0500000000000000" pitchFamily="34" charset="-128"/>
                <a:ea typeface="Source Han Sans CN Regular" panose="020B0500000000000000" pitchFamily="34" charset="-128"/>
                <a:cs typeface="+mn-ea"/>
                <a:sym typeface="+mn-lt"/>
              </a:rPr>
              <a:t>模板，请在此输入您需要的文字内容，感谢您使用我们的</a:t>
            </a:r>
            <a:r>
              <a:rPr kumimoji="1" lang="en-US" altLang="zh-CN" sz="1200" dirty="0">
                <a:solidFill>
                  <a:schemeClr val="tx1">
                    <a:lumMod val="50000"/>
                    <a:lumOff val="50000"/>
                  </a:schemeClr>
                </a:solidFill>
                <a:latin typeface="Source Han Sans CN Regular" panose="020B0500000000000000" pitchFamily="34" charset="-128"/>
                <a:ea typeface="Source Han Sans CN Regular" panose="020B0500000000000000" pitchFamily="34" charset="-128"/>
                <a:cs typeface="+mn-ea"/>
                <a:sym typeface="+mn-lt"/>
              </a:rPr>
              <a:t>PPT</a:t>
            </a:r>
            <a:r>
              <a:rPr kumimoji="1" lang="zh-CN" altLang="en-US" sz="1200" dirty="0">
                <a:solidFill>
                  <a:schemeClr val="tx1">
                    <a:lumMod val="50000"/>
                    <a:lumOff val="50000"/>
                  </a:schemeClr>
                </a:solidFill>
                <a:latin typeface="Source Han Sans CN Regular" panose="020B0500000000000000" pitchFamily="34" charset="-128"/>
                <a:ea typeface="Source Han Sans CN Regular" panose="020B0500000000000000" pitchFamily="34" charset="-128"/>
                <a:cs typeface="+mn-ea"/>
                <a:sym typeface="+mn-lt"/>
              </a:rPr>
              <a:t>模板。</a:t>
            </a:r>
            <a:endParaRPr kumimoji="1" lang="zh-CN" altLang="en-US" sz="1200" dirty="0">
              <a:solidFill>
                <a:schemeClr val="tx1">
                  <a:lumMod val="50000"/>
                  <a:lumOff val="50000"/>
                </a:schemeClr>
              </a:solidFill>
              <a:latin typeface="Source Han Sans CN Regular" panose="020B0500000000000000" pitchFamily="34" charset="-128"/>
              <a:ea typeface="Source Han Sans CN Regular" panose="020B0500000000000000" pitchFamily="34" charset="-128"/>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advTm="3000"/>
    </mc:Choice>
    <mc:Fallback>
      <p:transition spd="slow" advTm="3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heckerboard(across)">
                                      <p:cBhvr>
                                        <p:cTn id="7" dur="500"/>
                                        <p:tgtEl>
                                          <p:spTgt spid="2"/>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checkerboard(across)">
                                      <p:cBhvr>
                                        <p:cTn id="10" dur="500"/>
                                        <p:tgtEl>
                                          <p:spTgt spid="3"/>
                                        </p:tgtEl>
                                      </p:cBhvr>
                                    </p:animEffect>
                                  </p:childTnLst>
                                </p:cTn>
                              </p:par>
                              <p:par>
                                <p:cTn id="11" presetID="5" presetClass="entr" presetSubtype="1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checkerboard(across)">
                                      <p:cBhvr>
                                        <p:cTn id="13" dur="500"/>
                                        <p:tgtEl>
                                          <p:spTgt spid="4"/>
                                        </p:tgtEl>
                                      </p:cBhvr>
                                    </p:animEffect>
                                  </p:childTnLst>
                                </p:cTn>
                              </p:par>
                              <p:par>
                                <p:cTn id="14" presetID="5" presetClass="entr" presetSubtype="10" fill="hold" grpId="0" nodeType="with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checkerboard(across)">
                                      <p:cBhvr>
                                        <p:cTn id="16" dur="500"/>
                                        <p:tgtEl>
                                          <p:spTgt spid="5"/>
                                        </p:tgtEl>
                                      </p:cBhvr>
                                    </p:animEffect>
                                  </p:childTnLst>
                                </p:cTn>
                              </p:par>
                              <p:par>
                                <p:cTn id="17" presetID="5" presetClass="entr" presetSubtype="10" fill="hold" grpId="0" nodeType="with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checkerboard(across)">
                                      <p:cBhvr>
                                        <p:cTn id="19" dur="500"/>
                                        <p:tgtEl>
                                          <p:spTgt spid="6"/>
                                        </p:tgtEl>
                                      </p:cBhvr>
                                    </p:animEffect>
                                  </p:childTnLst>
                                </p:cTn>
                              </p:par>
                              <p:par>
                                <p:cTn id="20" presetID="5" presetClass="entr" presetSubtype="10" fill="hold" grpId="0"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checkerboard(across)">
                                      <p:cBhvr>
                                        <p:cTn id="22" dur="500"/>
                                        <p:tgtEl>
                                          <p:spTgt spid="7"/>
                                        </p:tgtEl>
                                      </p:cBhvr>
                                    </p:animEffect>
                                  </p:childTnLst>
                                </p:cTn>
                              </p:par>
                              <p:par>
                                <p:cTn id="23" presetID="5" presetClass="entr" presetSubtype="10"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checkerboard(across)">
                                      <p:cBhvr>
                                        <p:cTn id="25" dur="500"/>
                                        <p:tgtEl>
                                          <p:spTgt spid="8"/>
                                        </p:tgtEl>
                                      </p:cBhvr>
                                    </p:animEffect>
                                  </p:childTnLst>
                                </p:cTn>
                              </p:par>
                              <p:par>
                                <p:cTn id="26" presetID="5" presetClass="entr" presetSubtype="10" fill="hold" grpId="0" nodeType="with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checkerboard(across)">
                                      <p:cBhvr>
                                        <p:cTn id="28" dur="500"/>
                                        <p:tgtEl>
                                          <p:spTgt spid="9"/>
                                        </p:tgtEl>
                                      </p:cBhvr>
                                    </p:animEffect>
                                  </p:childTnLst>
                                </p:cTn>
                              </p:par>
                              <p:par>
                                <p:cTn id="29" presetID="5" presetClass="entr" presetSubtype="10" fill="hold" grpId="0" nodeType="with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checkerboard(across)">
                                      <p:cBhvr>
                                        <p:cTn id="31" dur="500"/>
                                        <p:tgtEl>
                                          <p:spTgt spid="10"/>
                                        </p:tgtEl>
                                      </p:cBhvr>
                                    </p:animEffect>
                                  </p:childTnLst>
                                </p:cTn>
                              </p:par>
                              <p:par>
                                <p:cTn id="32" presetID="5" presetClass="entr" presetSubtype="10" fill="hold" grpId="0" nodeType="with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checkerboard(across)">
                                      <p:cBhvr>
                                        <p:cTn id="34" dur="500"/>
                                        <p:tgtEl>
                                          <p:spTgt spid="11"/>
                                        </p:tgtEl>
                                      </p:cBhvr>
                                    </p:animEffect>
                                  </p:childTnLst>
                                </p:cTn>
                              </p:par>
                              <p:par>
                                <p:cTn id="35" presetID="5" presetClass="entr" presetSubtype="10" fill="hold" grpId="0" nodeType="with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checkerboard(across)">
                                      <p:cBhvr>
                                        <p:cTn id="37" dur="500"/>
                                        <p:tgtEl>
                                          <p:spTgt spid="12"/>
                                        </p:tgtEl>
                                      </p:cBhvr>
                                    </p:animEffect>
                                  </p:childTnLst>
                                </p:cTn>
                              </p:par>
                              <p:par>
                                <p:cTn id="38" presetID="5" presetClass="entr" presetSubtype="10" fill="hold" grpId="0" nodeType="withEffect">
                                  <p:stCondLst>
                                    <p:cond delay="0"/>
                                  </p:stCondLst>
                                  <p:childTnLst>
                                    <p:set>
                                      <p:cBhvr>
                                        <p:cTn id="39" dur="1" fill="hold">
                                          <p:stCondLst>
                                            <p:cond delay="0"/>
                                          </p:stCondLst>
                                        </p:cTn>
                                        <p:tgtEl>
                                          <p:spTgt spid="13"/>
                                        </p:tgtEl>
                                        <p:attrNameLst>
                                          <p:attrName>style.visibility</p:attrName>
                                        </p:attrNameLst>
                                      </p:cBhvr>
                                      <p:to>
                                        <p:strVal val="visible"/>
                                      </p:to>
                                    </p:set>
                                    <p:animEffect transition="in" filter="checkerboard(across)">
                                      <p:cBhvr>
                                        <p:cTn id="40" dur="500"/>
                                        <p:tgtEl>
                                          <p:spTgt spid="13"/>
                                        </p:tgtEl>
                                      </p:cBhvr>
                                    </p:animEffect>
                                  </p:childTnLst>
                                </p:cTn>
                              </p:par>
                              <p:par>
                                <p:cTn id="41" presetID="5" presetClass="entr" presetSubtype="10" fill="hold" grpId="0" nodeType="withEffect">
                                  <p:stCondLst>
                                    <p:cond delay="0"/>
                                  </p:stCondLst>
                                  <p:childTnLst>
                                    <p:set>
                                      <p:cBhvr>
                                        <p:cTn id="42" dur="1" fill="hold">
                                          <p:stCondLst>
                                            <p:cond delay="0"/>
                                          </p:stCondLst>
                                        </p:cTn>
                                        <p:tgtEl>
                                          <p:spTgt spid="14"/>
                                        </p:tgtEl>
                                        <p:attrNameLst>
                                          <p:attrName>style.visibility</p:attrName>
                                        </p:attrNameLst>
                                      </p:cBhvr>
                                      <p:to>
                                        <p:strVal val="visible"/>
                                      </p:to>
                                    </p:set>
                                    <p:animEffect transition="in" filter="checkerboard(across)">
                                      <p:cBhvr>
                                        <p:cTn id="43" dur="500"/>
                                        <p:tgtEl>
                                          <p:spTgt spid="14"/>
                                        </p:tgtEl>
                                      </p:cBhvr>
                                    </p:animEffect>
                                  </p:childTnLst>
                                </p:cTn>
                              </p:par>
                              <p:par>
                                <p:cTn id="44" presetID="5" presetClass="entr" presetSubtype="10" fill="hold" grpId="0" nodeType="withEffect">
                                  <p:stCondLst>
                                    <p:cond delay="0"/>
                                  </p:stCondLst>
                                  <p:childTnLst>
                                    <p:set>
                                      <p:cBhvr>
                                        <p:cTn id="45" dur="1" fill="hold">
                                          <p:stCondLst>
                                            <p:cond delay="0"/>
                                          </p:stCondLst>
                                        </p:cTn>
                                        <p:tgtEl>
                                          <p:spTgt spid="15"/>
                                        </p:tgtEl>
                                        <p:attrNameLst>
                                          <p:attrName>style.visibility</p:attrName>
                                        </p:attrNameLst>
                                      </p:cBhvr>
                                      <p:to>
                                        <p:strVal val="visible"/>
                                      </p:to>
                                    </p:set>
                                    <p:animEffect transition="in" filter="checkerboard(across)">
                                      <p:cBhvr>
                                        <p:cTn id="46"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animBg="1"/>
      <p:bldP spid="5" grpId="0" animBg="1"/>
      <p:bldP spid="6" grpId="0" animBg="1"/>
      <p:bldP spid="7" grpId="0" animBg="1"/>
      <p:bldP spid="8" grpId="0" animBg="1"/>
      <p:bldP spid="9" grpId="0"/>
      <p:bldP spid="10" grpId="0"/>
      <p:bldP spid="11" grpId="0"/>
      <p:bldP spid="12" grpId="0"/>
      <p:bldP spid="13" grpId="0"/>
      <p:bldP spid="14" grpId="0"/>
      <p:bldP spid="1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角矩形 1"/>
          <p:cNvSpPr/>
          <p:nvPr/>
        </p:nvSpPr>
        <p:spPr>
          <a:xfrm>
            <a:off x="1133061" y="1600200"/>
            <a:ext cx="2126974" cy="2832652"/>
          </a:xfrm>
          <a:prstGeom prst="roundRect">
            <a:avLst>
              <a:gd name="adj" fmla="val 11994"/>
            </a:avLst>
          </a:prstGeom>
          <a:blipFill>
            <a:blip r:embed="rId1" cstate="screen"/>
            <a:stretch>
              <a:fillRect/>
            </a:stretch>
          </a:blip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 name="圆角矩形 2"/>
          <p:cNvSpPr/>
          <p:nvPr/>
        </p:nvSpPr>
        <p:spPr>
          <a:xfrm>
            <a:off x="1464365" y="4194312"/>
            <a:ext cx="1464366" cy="477079"/>
          </a:xfrm>
          <a:prstGeom prst="roundRect">
            <a:avLst>
              <a:gd name="adj" fmla="val 20615"/>
            </a:avLst>
          </a:prstGeom>
          <a:solidFill>
            <a:schemeClr val="tx1">
              <a:lumMod val="75000"/>
              <a:lumOff val="25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 name="文本框 3"/>
          <p:cNvSpPr txBox="1"/>
          <p:nvPr/>
        </p:nvSpPr>
        <p:spPr>
          <a:xfrm>
            <a:off x="1620108" y="4278962"/>
            <a:ext cx="1152880" cy="307777"/>
          </a:xfrm>
          <a:prstGeom prst="rect">
            <a:avLst/>
          </a:prstGeom>
          <a:noFill/>
        </p:spPr>
        <p:txBody>
          <a:bodyPr wrap="none" rtlCol="0">
            <a:spAutoFit/>
          </a:bodyPr>
          <a:lstStyle/>
          <a:p>
            <a:r>
              <a:rPr kumimoji="1" lang="en-US" altLang="zh-CN" sz="1400" dirty="0">
                <a:solidFill>
                  <a:schemeClr val="bg1"/>
                </a:solidFill>
                <a:latin typeface="+mn-ea"/>
              </a:rPr>
              <a:t>TITLE</a:t>
            </a:r>
            <a:r>
              <a:rPr kumimoji="1" lang="zh-CN" altLang="en-US" sz="1400" dirty="0">
                <a:solidFill>
                  <a:schemeClr val="bg1"/>
                </a:solidFill>
                <a:latin typeface="+mn-ea"/>
              </a:rPr>
              <a:t> </a:t>
            </a:r>
            <a:r>
              <a:rPr kumimoji="1" lang="en-US" altLang="zh-CN" sz="1400" dirty="0">
                <a:solidFill>
                  <a:schemeClr val="bg1"/>
                </a:solidFill>
                <a:latin typeface="+mn-ea"/>
              </a:rPr>
              <a:t>HERE</a:t>
            </a:r>
            <a:endParaRPr kumimoji="1" lang="zh-CN" altLang="en-US" sz="1400" dirty="0">
              <a:solidFill>
                <a:schemeClr val="bg1"/>
              </a:solidFill>
              <a:latin typeface="+mn-ea"/>
            </a:endParaRPr>
          </a:p>
        </p:txBody>
      </p:sp>
      <p:sp>
        <p:nvSpPr>
          <p:cNvPr id="5" name="圆角矩形 4"/>
          <p:cNvSpPr/>
          <p:nvPr/>
        </p:nvSpPr>
        <p:spPr>
          <a:xfrm>
            <a:off x="3740427" y="1600200"/>
            <a:ext cx="2126974" cy="2832652"/>
          </a:xfrm>
          <a:prstGeom prst="roundRect">
            <a:avLst>
              <a:gd name="adj" fmla="val 11994"/>
            </a:avLst>
          </a:prstGeom>
          <a:blipFill>
            <a:blip r:embed="rId2" cstate="screen"/>
            <a:stretch>
              <a:fillRect/>
            </a:stretch>
          </a:blip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 name="圆角矩形 5"/>
          <p:cNvSpPr/>
          <p:nvPr/>
        </p:nvSpPr>
        <p:spPr>
          <a:xfrm>
            <a:off x="4071731" y="4194312"/>
            <a:ext cx="1464366" cy="477079"/>
          </a:xfrm>
          <a:prstGeom prst="roundRect">
            <a:avLst>
              <a:gd name="adj" fmla="val 20615"/>
            </a:avLst>
          </a:prstGeom>
          <a:solidFill>
            <a:schemeClr val="tx1">
              <a:lumMod val="75000"/>
              <a:lumOff val="25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 name="文本框 6"/>
          <p:cNvSpPr txBox="1"/>
          <p:nvPr/>
        </p:nvSpPr>
        <p:spPr>
          <a:xfrm>
            <a:off x="4227474" y="4278962"/>
            <a:ext cx="1152880" cy="307777"/>
          </a:xfrm>
          <a:prstGeom prst="rect">
            <a:avLst/>
          </a:prstGeom>
          <a:noFill/>
        </p:spPr>
        <p:txBody>
          <a:bodyPr wrap="none" rtlCol="0">
            <a:spAutoFit/>
          </a:bodyPr>
          <a:lstStyle/>
          <a:p>
            <a:r>
              <a:rPr kumimoji="1" lang="en-US" altLang="zh-CN" sz="1400" dirty="0">
                <a:solidFill>
                  <a:schemeClr val="bg1"/>
                </a:solidFill>
                <a:latin typeface="+mn-ea"/>
              </a:rPr>
              <a:t>TITLE</a:t>
            </a:r>
            <a:r>
              <a:rPr kumimoji="1" lang="zh-CN" altLang="en-US" sz="1400" dirty="0">
                <a:solidFill>
                  <a:schemeClr val="bg1"/>
                </a:solidFill>
                <a:latin typeface="+mn-ea"/>
              </a:rPr>
              <a:t> </a:t>
            </a:r>
            <a:r>
              <a:rPr kumimoji="1" lang="en-US" altLang="zh-CN" sz="1400" dirty="0">
                <a:solidFill>
                  <a:schemeClr val="bg1"/>
                </a:solidFill>
                <a:latin typeface="+mn-ea"/>
              </a:rPr>
              <a:t>HERE</a:t>
            </a:r>
            <a:endParaRPr kumimoji="1" lang="zh-CN" altLang="en-US" sz="1400" dirty="0">
              <a:solidFill>
                <a:schemeClr val="bg1"/>
              </a:solidFill>
              <a:latin typeface="+mn-ea"/>
            </a:endParaRPr>
          </a:p>
        </p:txBody>
      </p:sp>
      <p:sp>
        <p:nvSpPr>
          <p:cNvPr id="8" name="圆角矩形 7"/>
          <p:cNvSpPr/>
          <p:nvPr/>
        </p:nvSpPr>
        <p:spPr>
          <a:xfrm>
            <a:off x="6344479" y="1600200"/>
            <a:ext cx="2126974" cy="2832652"/>
          </a:xfrm>
          <a:prstGeom prst="roundRect">
            <a:avLst>
              <a:gd name="adj" fmla="val 11994"/>
            </a:avLst>
          </a:prstGeom>
          <a:blipFill>
            <a:blip r:embed="rId3" cstate="screen"/>
            <a:stretch>
              <a:fillRect/>
            </a:stretch>
          </a:blip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9" name="圆角矩形 8"/>
          <p:cNvSpPr/>
          <p:nvPr/>
        </p:nvSpPr>
        <p:spPr>
          <a:xfrm>
            <a:off x="6675783" y="4194312"/>
            <a:ext cx="1464366" cy="477079"/>
          </a:xfrm>
          <a:prstGeom prst="roundRect">
            <a:avLst>
              <a:gd name="adj" fmla="val 20615"/>
            </a:avLst>
          </a:prstGeom>
          <a:solidFill>
            <a:schemeClr val="tx1">
              <a:lumMod val="75000"/>
              <a:lumOff val="25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 name="文本框 9"/>
          <p:cNvSpPr txBox="1"/>
          <p:nvPr/>
        </p:nvSpPr>
        <p:spPr>
          <a:xfrm>
            <a:off x="6831526" y="4278962"/>
            <a:ext cx="1152880" cy="307777"/>
          </a:xfrm>
          <a:prstGeom prst="rect">
            <a:avLst/>
          </a:prstGeom>
          <a:noFill/>
        </p:spPr>
        <p:txBody>
          <a:bodyPr wrap="none" rtlCol="0">
            <a:spAutoFit/>
          </a:bodyPr>
          <a:lstStyle/>
          <a:p>
            <a:r>
              <a:rPr kumimoji="1" lang="en-US" altLang="zh-CN" sz="1400" dirty="0">
                <a:solidFill>
                  <a:schemeClr val="bg1"/>
                </a:solidFill>
                <a:latin typeface="+mn-ea"/>
              </a:rPr>
              <a:t>TITLE</a:t>
            </a:r>
            <a:r>
              <a:rPr kumimoji="1" lang="zh-CN" altLang="en-US" sz="1400" dirty="0">
                <a:solidFill>
                  <a:schemeClr val="bg1"/>
                </a:solidFill>
                <a:latin typeface="+mn-ea"/>
              </a:rPr>
              <a:t> </a:t>
            </a:r>
            <a:r>
              <a:rPr kumimoji="1" lang="en-US" altLang="zh-CN" sz="1400" dirty="0">
                <a:solidFill>
                  <a:schemeClr val="bg1"/>
                </a:solidFill>
                <a:latin typeface="+mn-ea"/>
              </a:rPr>
              <a:t>HERE</a:t>
            </a:r>
            <a:endParaRPr kumimoji="1" lang="zh-CN" altLang="en-US" sz="1400" dirty="0">
              <a:solidFill>
                <a:schemeClr val="bg1"/>
              </a:solidFill>
              <a:latin typeface="+mn-ea"/>
            </a:endParaRPr>
          </a:p>
        </p:txBody>
      </p:sp>
      <p:sp>
        <p:nvSpPr>
          <p:cNvPr id="11" name="圆角矩形 10"/>
          <p:cNvSpPr/>
          <p:nvPr/>
        </p:nvSpPr>
        <p:spPr>
          <a:xfrm>
            <a:off x="8951845" y="1600200"/>
            <a:ext cx="2126974" cy="2832652"/>
          </a:xfrm>
          <a:prstGeom prst="roundRect">
            <a:avLst>
              <a:gd name="adj" fmla="val 11994"/>
            </a:avLst>
          </a:prstGeom>
          <a:blipFill>
            <a:blip r:embed="rId4" cstate="screen"/>
            <a:stretch>
              <a:fillRect/>
            </a:stretch>
          </a:blip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2" name="圆角矩形 11"/>
          <p:cNvSpPr/>
          <p:nvPr/>
        </p:nvSpPr>
        <p:spPr>
          <a:xfrm>
            <a:off x="9283149" y="4194312"/>
            <a:ext cx="1464366" cy="477079"/>
          </a:xfrm>
          <a:prstGeom prst="roundRect">
            <a:avLst>
              <a:gd name="adj" fmla="val 20615"/>
            </a:avLst>
          </a:prstGeom>
          <a:solidFill>
            <a:schemeClr val="tx1">
              <a:lumMod val="75000"/>
              <a:lumOff val="25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 name="文本框 12"/>
          <p:cNvSpPr txBox="1"/>
          <p:nvPr/>
        </p:nvSpPr>
        <p:spPr>
          <a:xfrm>
            <a:off x="9438892" y="4278962"/>
            <a:ext cx="1152880" cy="307777"/>
          </a:xfrm>
          <a:prstGeom prst="rect">
            <a:avLst/>
          </a:prstGeom>
          <a:noFill/>
        </p:spPr>
        <p:txBody>
          <a:bodyPr wrap="none" rtlCol="0">
            <a:spAutoFit/>
          </a:bodyPr>
          <a:lstStyle/>
          <a:p>
            <a:r>
              <a:rPr kumimoji="1" lang="en-US" altLang="zh-CN" sz="1400" dirty="0">
                <a:solidFill>
                  <a:schemeClr val="bg1"/>
                </a:solidFill>
                <a:latin typeface="+mn-ea"/>
              </a:rPr>
              <a:t>TITLE</a:t>
            </a:r>
            <a:r>
              <a:rPr kumimoji="1" lang="zh-CN" altLang="en-US" sz="1400" dirty="0">
                <a:solidFill>
                  <a:schemeClr val="bg1"/>
                </a:solidFill>
                <a:latin typeface="+mn-ea"/>
              </a:rPr>
              <a:t> </a:t>
            </a:r>
            <a:r>
              <a:rPr kumimoji="1" lang="en-US" altLang="zh-CN" sz="1400" dirty="0">
                <a:solidFill>
                  <a:schemeClr val="bg1"/>
                </a:solidFill>
                <a:latin typeface="+mn-ea"/>
              </a:rPr>
              <a:t>HERE</a:t>
            </a:r>
            <a:endParaRPr kumimoji="1" lang="zh-CN" altLang="en-US" sz="1400" dirty="0">
              <a:solidFill>
                <a:schemeClr val="bg1"/>
              </a:solidFill>
              <a:latin typeface="+mn-ea"/>
            </a:endParaRPr>
          </a:p>
        </p:txBody>
      </p:sp>
      <p:sp>
        <p:nvSpPr>
          <p:cNvPr id="19" name="文本框 18"/>
          <p:cNvSpPr txBox="1"/>
          <p:nvPr/>
        </p:nvSpPr>
        <p:spPr>
          <a:xfrm>
            <a:off x="1247631" y="4854969"/>
            <a:ext cx="1897833" cy="514756"/>
          </a:xfrm>
          <a:prstGeom prst="rect">
            <a:avLst/>
          </a:prstGeom>
          <a:noFill/>
        </p:spPr>
        <p:txBody>
          <a:bodyPr wrap="square" rtlCol="0">
            <a:spAutoFit/>
          </a:bodyPr>
          <a:lstStyle/>
          <a:p>
            <a:pPr algn="ctr">
              <a:lnSpc>
                <a:spcPct val="150000"/>
              </a:lnSpc>
            </a:pPr>
            <a:r>
              <a:rPr kumimoji="1" lang="zh-CN" altLang="en-US" sz="1000" dirty="0">
                <a:solidFill>
                  <a:schemeClr val="tx1">
                    <a:lumMod val="50000"/>
                    <a:lumOff val="50000"/>
                  </a:schemeClr>
                </a:solidFill>
                <a:latin typeface="+mn-ea"/>
                <a:cs typeface="+mn-ea"/>
                <a:sym typeface="+mn-lt"/>
              </a:rPr>
              <a:t>感谢您使用我们的</a:t>
            </a:r>
            <a:r>
              <a:rPr kumimoji="1" lang="en-US" altLang="zh-CN" sz="1000" dirty="0">
                <a:solidFill>
                  <a:schemeClr val="tx1">
                    <a:lumMod val="50000"/>
                    <a:lumOff val="50000"/>
                  </a:schemeClr>
                </a:solidFill>
                <a:latin typeface="+mn-ea"/>
                <a:cs typeface="+mn-ea"/>
                <a:sym typeface="+mn-lt"/>
              </a:rPr>
              <a:t>PPT</a:t>
            </a:r>
            <a:r>
              <a:rPr kumimoji="1" lang="zh-CN" altLang="en-US" sz="1000" dirty="0">
                <a:solidFill>
                  <a:schemeClr val="tx1">
                    <a:lumMod val="50000"/>
                    <a:lumOff val="50000"/>
                  </a:schemeClr>
                </a:solidFill>
                <a:latin typeface="+mn-ea"/>
                <a:cs typeface="+mn-ea"/>
                <a:sym typeface="+mn-lt"/>
              </a:rPr>
              <a:t>模板请在此输入您需要的文字内容</a:t>
            </a:r>
            <a:endParaRPr kumimoji="1" lang="zh-CN" altLang="en-US" sz="1000" dirty="0">
              <a:solidFill>
                <a:schemeClr val="tx1">
                  <a:lumMod val="75000"/>
                  <a:lumOff val="25000"/>
                </a:schemeClr>
              </a:solidFill>
              <a:latin typeface="+mn-ea"/>
              <a:cs typeface="+mn-ea"/>
              <a:sym typeface="+mn-lt"/>
            </a:endParaRPr>
          </a:p>
        </p:txBody>
      </p:sp>
      <p:sp>
        <p:nvSpPr>
          <p:cNvPr id="25" name="文本框 24"/>
          <p:cNvSpPr txBox="1"/>
          <p:nvPr/>
        </p:nvSpPr>
        <p:spPr>
          <a:xfrm>
            <a:off x="3887555" y="4854969"/>
            <a:ext cx="1897833" cy="514756"/>
          </a:xfrm>
          <a:prstGeom prst="rect">
            <a:avLst/>
          </a:prstGeom>
          <a:noFill/>
        </p:spPr>
        <p:txBody>
          <a:bodyPr wrap="square" rtlCol="0">
            <a:spAutoFit/>
          </a:bodyPr>
          <a:lstStyle/>
          <a:p>
            <a:pPr algn="ctr">
              <a:lnSpc>
                <a:spcPct val="150000"/>
              </a:lnSpc>
            </a:pPr>
            <a:r>
              <a:rPr kumimoji="1" lang="zh-CN" altLang="en-US" sz="1000" dirty="0">
                <a:solidFill>
                  <a:schemeClr val="tx1">
                    <a:lumMod val="50000"/>
                    <a:lumOff val="50000"/>
                  </a:schemeClr>
                </a:solidFill>
                <a:latin typeface="+mn-ea"/>
                <a:cs typeface="+mn-ea"/>
                <a:sym typeface="+mn-lt"/>
              </a:rPr>
              <a:t>感谢您使用我们的</a:t>
            </a:r>
            <a:r>
              <a:rPr kumimoji="1" lang="en-US" altLang="zh-CN" sz="1000" dirty="0">
                <a:solidFill>
                  <a:schemeClr val="tx1">
                    <a:lumMod val="50000"/>
                    <a:lumOff val="50000"/>
                  </a:schemeClr>
                </a:solidFill>
                <a:latin typeface="+mn-ea"/>
                <a:cs typeface="+mn-ea"/>
                <a:sym typeface="+mn-lt"/>
              </a:rPr>
              <a:t>PPT</a:t>
            </a:r>
            <a:r>
              <a:rPr kumimoji="1" lang="zh-CN" altLang="en-US" sz="1000" dirty="0">
                <a:solidFill>
                  <a:schemeClr val="tx1">
                    <a:lumMod val="50000"/>
                    <a:lumOff val="50000"/>
                  </a:schemeClr>
                </a:solidFill>
                <a:latin typeface="+mn-ea"/>
                <a:cs typeface="+mn-ea"/>
                <a:sym typeface="+mn-lt"/>
              </a:rPr>
              <a:t>模板请在此输入您需要的文字内容</a:t>
            </a:r>
            <a:endParaRPr kumimoji="1" lang="zh-CN" altLang="en-US" sz="1000" dirty="0">
              <a:solidFill>
                <a:schemeClr val="tx1">
                  <a:lumMod val="75000"/>
                  <a:lumOff val="25000"/>
                </a:schemeClr>
              </a:solidFill>
              <a:latin typeface="+mn-ea"/>
              <a:cs typeface="+mn-ea"/>
              <a:sym typeface="+mn-lt"/>
            </a:endParaRPr>
          </a:p>
        </p:txBody>
      </p:sp>
      <p:sp>
        <p:nvSpPr>
          <p:cNvPr id="31" name="文本框 30"/>
          <p:cNvSpPr txBox="1"/>
          <p:nvPr/>
        </p:nvSpPr>
        <p:spPr>
          <a:xfrm>
            <a:off x="6469536" y="4854969"/>
            <a:ext cx="1897833" cy="514756"/>
          </a:xfrm>
          <a:prstGeom prst="rect">
            <a:avLst/>
          </a:prstGeom>
          <a:noFill/>
        </p:spPr>
        <p:txBody>
          <a:bodyPr wrap="square" rtlCol="0">
            <a:spAutoFit/>
          </a:bodyPr>
          <a:lstStyle/>
          <a:p>
            <a:pPr algn="ctr">
              <a:lnSpc>
                <a:spcPct val="150000"/>
              </a:lnSpc>
            </a:pPr>
            <a:r>
              <a:rPr kumimoji="1" lang="zh-CN" altLang="en-US" sz="1000" dirty="0">
                <a:solidFill>
                  <a:schemeClr val="tx1">
                    <a:lumMod val="50000"/>
                    <a:lumOff val="50000"/>
                  </a:schemeClr>
                </a:solidFill>
                <a:latin typeface="+mn-ea"/>
                <a:cs typeface="+mn-ea"/>
                <a:sym typeface="+mn-lt"/>
              </a:rPr>
              <a:t>感谢您使用我们的</a:t>
            </a:r>
            <a:r>
              <a:rPr kumimoji="1" lang="en-US" altLang="zh-CN" sz="1000" dirty="0">
                <a:solidFill>
                  <a:schemeClr val="tx1">
                    <a:lumMod val="50000"/>
                    <a:lumOff val="50000"/>
                  </a:schemeClr>
                </a:solidFill>
                <a:latin typeface="+mn-ea"/>
                <a:cs typeface="+mn-ea"/>
                <a:sym typeface="+mn-lt"/>
              </a:rPr>
              <a:t>PPT</a:t>
            </a:r>
            <a:r>
              <a:rPr kumimoji="1" lang="zh-CN" altLang="en-US" sz="1000" dirty="0">
                <a:solidFill>
                  <a:schemeClr val="tx1">
                    <a:lumMod val="50000"/>
                    <a:lumOff val="50000"/>
                  </a:schemeClr>
                </a:solidFill>
                <a:latin typeface="+mn-ea"/>
                <a:cs typeface="+mn-ea"/>
                <a:sym typeface="+mn-lt"/>
              </a:rPr>
              <a:t>模板请在此输入您需要的文字内容</a:t>
            </a:r>
            <a:endParaRPr kumimoji="1" lang="zh-CN" altLang="en-US" sz="1000" dirty="0">
              <a:solidFill>
                <a:schemeClr val="tx1">
                  <a:lumMod val="75000"/>
                  <a:lumOff val="25000"/>
                </a:schemeClr>
              </a:solidFill>
              <a:latin typeface="+mn-ea"/>
              <a:cs typeface="+mn-ea"/>
              <a:sym typeface="+mn-lt"/>
            </a:endParaRPr>
          </a:p>
        </p:txBody>
      </p:sp>
      <p:sp>
        <p:nvSpPr>
          <p:cNvPr id="37" name="文本框 36"/>
          <p:cNvSpPr txBox="1"/>
          <p:nvPr/>
        </p:nvSpPr>
        <p:spPr>
          <a:xfrm>
            <a:off x="9106172" y="4854969"/>
            <a:ext cx="1897833" cy="514756"/>
          </a:xfrm>
          <a:prstGeom prst="rect">
            <a:avLst/>
          </a:prstGeom>
          <a:noFill/>
        </p:spPr>
        <p:txBody>
          <a:bodyPr wrap="square" rtlCol="0">
            <a:spAutoFit/>
          </a:bodyPr>
          <a:lstStyle/>
          <a:p>
            <a:pPr algn="ctr">
              <a:lnSpc>
                <a:spcPct val="150000"/>
              </a:lnSpc>
            </a:pPr>
            <a:r>
              <a:rPr kumimoji="1" lang="zh-CN" altLang="en-US" sz="1000" dirty="0">
                <a:solidFill>
                  <a:schemeClr val="tx1">
                    <a:lumMod val="50000"/>
                    <a:lumOff val="50000"/>
                  </a:schemeClr>
                </a:solidFill>
                <a:latin typeface="+mn-ea"/>
                <a:cs typeface="+mn-ea"/>
                <a:sym typeface="+mn-lt"/>
              </a:rPr>
              <a:t>感谢您使用我们的</a:t>
            </a:r>
            <a:r>
              <a:rPr kumimoji="1" lang="en-US" altLang="zh-CN" sz="1000" dirty="0">
                <a:solidFill>
                  <a:schemeClr val="tx1">
                    <a:lumMod val="50000"/>
                    <a:lumOff val="50000"/>
                  </a:schemeClr>
                </a:solidFill>
                <a:latin typeface="+mn-ea"/>
                <a:cs typeface="+mn-ea"/>
                <a:sym typeface="+mn-lt"/>
              </a:rPr>
              <a:t>PPT</a:t>
            </a:r>
            <a:r>
              <a:rPr kumimoji="1" lang="zh-CN" altLang="en-US" sz="1000" dirty="0">
                <a:solidFill>
                  <a:schemeClr val="tx1">
                    <a:lumMod val="50000"/>
                    <a:lumOff val="50000"/>
                  </a:schemeClr>
                </a:solidFill>
                <a:latin typeface="+mn-ea"/>
                <a:cs typeface="+mn-ea"/>
                <a:sym typeface="+mn-lt"/>
              </a:rPr>
              <a:t>模板请在此输入您需要的文字内容</a:t>
            </a:r>
            <a:endParaRPr kumimoji="1" lang="zh-CN" altLang="en-US" sz="1000" dirty="0">
              <a:solidFill>
                <a:schemeClr val="tx1">
                  <a:lumMod val="75000"/>
                  <a:lumOff val="25000"/>
                </a:schemeClr>
              </a:solidFill>
              <a:latin typeface="+mn-ea"/>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advTm="3000"/>
    </mc:Choice>
    <mc:Fallback>
      <p:transition spd="slow" advTm="3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heckerboard(across)">
                                      <p:cBhvr>
                                        <p:cTn id="7" dur="500"/>
                                        <p:tgtEl>
                                          <p:spTgt spid="2"/>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checkerboard(across)">
                                      <p:cBhvr>
                                        <p:cTn id="10" dur="500"/>
                                        <p:tgtEl>
                                          <p:spTgt spid="3"/>
                                        </p:tgtEl>
                                      </p:cBhvr>
                                    </p:animEffect>
                                  </p:childTnLst>
                                </p:cTn>
                              </p:par>
                              <p:par>
                                <p:cTn id="11" presetID="5" presetClass="entr" presetSubtype="1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checkerboard(across)">
                                      <p:cBhvr>
                                        <p:cTn id="13" dur="500"/>
                                        <p:tgtEl>
                                          <p:spTgt spid="4"/>
                                        </p:tgtEl>
                                      </p:cBhvr>
                                    </p:animEffect>
                                  </p:childTnLst>
                                </p:cTn>
                              </p:par>
                              <p:par>
                                <p:cTn id="14" presetID="5" presetClass="entr" presetSubtype="10" fill="hold" grpId="0" nodeType="with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checkerboard(across)">
                                      <p:cBhvr>
                                        <p:cTn id="16" dur="500"/>
                                        <p:tgtEl>
                                          <p:spTgt spid="5"/>
                                        </p:tgtEl>
                                      </p:cBhvr>
                                    </p:animEffect>
                                  </p:childTnLst>
                                </p:cTn>
                              </p:par>
                              <p:par>
                                <p:cTn id="17" presetID="5" presetClass="entr" presetSubtype="10" fill="hold" grpId="0" nodeType="with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checkerboard(across)">
                                      <p:cBhvr>
                                        <p:cTn id="19" dur="500"/>
                                        <p:tgtEl>
                                          <p:spTgt spid="6"/>
                                        </p:tgtEl>
                                      </p:cBhvr>
                                    </p:animEffect>
                                  </p:childTnLst>
                                </p:cTn>
                              </p:par>
                              <p:par>
                                <p:cTn id="20" presetID="5" presetClass="entr" presetSubtype="10" fill="hold" grpId="0"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checkerboard(across)">
                                      <p:cBhvr>
                                        <p:cTn id="22" dur="500"/>
                                        <p:tgtEl>
                                          <p:spTgt spid="7"/>
                                        </p:tgtEl>
                                      </p:cBhvr>
                                    </p:animEffect>
                                  </p:childTnLst>
                                </p:cTn>
                              </p:par>
                              <p:par>
                                <p:cTn id="23" presetID="5" presetClass="entr" presetSubtype="10"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checkerboard(across)">
                                      <p:cBhvr>
                                        <p:cTn id="25" dur="500"/>
                                        <p:tgtEl>
                                          <p:spTgt spid="8"/>
                                        </p:tgtEl>
                                      </p:cBhvr>
                                    </p:animEffect>
                                  </p:childTnLst>
                                </p:cTn>
                              </p:par>
                              <p:par>
                                <p:cTn id="26" presetID="5" presetClass="entr" presetSubtype="10" fill="hold" grpId="0" nodeType="with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checkerboard(across)">
                                      <p:cBhvr>
                                        <p:cTn id="28" dur="500"/>
                                        <p:tgtEl>
                                          <p:spTgt spid="9"/>
                                        </p:tgtEl>
                                      </p:cBhvr>
                                    </p:animEffect>
                                  </p:childTnLst>
                                </p:cTn>
                              </p:par>
                              <p:par>
                                <p:cTn id="29" presetID="5" presetClass="entr" presetSubtype="10" fill="hold" grpId="0" nodeType="with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checkerboard(across)">
                                      <p:cBhvr>
                                        <p:cTn id="31" dur="500"/>
                                        <p:tgtEl>
                                          <p:spTgt spid="10"/>
                                        </p:tgtEl>
                                      </p:cBhvr>
                                    </p:animEffect>
                                  </p:childTnLst>
                                </p:cTn>
                              </p:par>
                              <p:par>
                                <p:cTn id="32" presetID="5" presetClass="entr" presetSubtype="10" fill="hold" grpId="0" nodeType="with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checkerboard(across)">
                                      <p:cBhvr>
                                        <p:cTn id="34" dur="500"/>
                                        <p:tgtEl>
                                          <p:spTgt spid="11"/>
                                        </p:tgtEl>
                                      </p:cBhvr>
                                    </p:animEffect>
                                  </p:childTnLst>
                                </p:cTn>
                              </p:par>
                              <p:par>
                                <p:cTn id="35" presetID="5" presetClass="entr" presetSubtype="10" fill="hold" grpId="0" nodeType="with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checkerboard(across)">
                                      <p:cBhvr>
                                        <p:cTn id="37" dur="500"/>
                                        <p:tgtEl>
                                          <p:spTgt spid="12"/>
                                        </p:tgtEl>
                                      </p:cBhvr>
                                    </p:animEffect>
                                  </p:childTnLst>
                                </p:cTn>
                              </p:par>
                              <p:par>
                                <p:cTn id="38" presetID="5" presetClass="entr" presetSubtype="10" fill="hold" grpId="0" nodeType="withEffect">
                                  <p:stCondLst>
                                    <p:cond delay="0"/>
                                  </p:stCondLst>
                                  <p:childTnLst>
                                    <p:set>
                                      <p:cBhvr>
                                        <p:cTn id="39" dur="1" fill="hold">
                                          <p:stCondLst>
                                            <p:cond delay="0"/>
                                          </p:stCondLst>
                                        </p:cTn>
                                        <p:tgtEl>
                                          <p:spTgt spid="13"/>
                                        </p:tgtEl>
                                        <p:attrNameLst>
                                          <p:attrName>style.visibility</p:attrName>
                                        </p:attrNameLst>
                                      </p:cBhvr>
                                      <p:to>
                                        <p:strVal val="visible"/>
                                      </p:to>
                                    </p:set>
                                    <p:animEffect transition="in" filter="checkerboard(across)">
                                      <p:cBhvr>
                                        <p:cTn id="40" dur="500"/>
                                        <p:tgtEl>
                                          <p:spTgt spid="13"/>
                                        </p:tgtEl>
                                      </p:cBhvr>
                                    </p:animEffect>
                                  </p:childTnLst>
                                </p:cTn>
                              </p:par>
                              <p:par>
                                <p:cTn id="41" presetID="5" presetClass="entr" presetSubtype="10" fill="hold" grpId="0" nodeType="withEffect">
                                  <p:stCondLst>
                                    <p:cond delay="0"/>
                                  </p:stCondLst>
                                  <p:childTnLst>
                                    <p:set>
                                      <p:cBhvr>
                                        <p:cTn id="42" dur="1" fill="hold">
                                          <p:stCondLst>
                                            <p:cond delay="0"/>
                                          </p:stCondLst>
                                        </p:cTn>
                                        <p:tgtEl>
                                          <p:spTgt spid="19"/>
                                        </p:tgtEl>
                                        <p:attrNameLst>
                                          <p:attrName>style.visibility</p:attrName>
                                        </p:attrNameLst>
                                      </p:cBhvr>
                                      <p:to>
                                        <p:strVal val="visible"/>
                                      </p:to>
                                    </p:set>
                                    <p:animEffect transition="in" filter="checkerboard(across)">
                                      <p:cBhvr>
                                        <p:cTn id="43" dur="500"/>
                                        <p:tgtEl>
                                          <p:spTgt spid="19"/>
                                        </p:tgtEl>
                                      </p:cBhvr>
                                    </p:animEffect>
                                  </p:childTnLst>
                                </p:cTn>
                              </p:par>
                              <p:par>
                                <p:cTn id="44" presetID="5" presetClass="entr" presetSubtype="10" fill="hold" grpId="0" nodeType="withEffect">
                                  <p:stCondLst>
                                    <p:cond delay="0"/>
                                  </p:stCondLst>
                                  <p:childTnLst>
                                    <p:set>
                                      <p:cBhvr>
                                        <p:cTn id="45" dur="1" fill="hold">
                                          <p:stCondLst>
                                            <p:cond delay="0"/>
                                          </p:stCondLst>
                                        </p:cTn>
                                        <p:tgtEl>
                                          <p:spTgt spid="25"/>
                                        </p:tgtEl>
                                        <p:attrNameLst>
                                          <p:attrName>style.visibility</p:attrName>
                                        </p:attrNameLst>
                                      </p:cBhvr>
                                      <p:to>
                                        <p:strVal val="visible"/>
                                      </p:to>
                                    </p:set>
                                    <p:animEffect transition="in" filter="checkerboard(across)">
                                      <p:cBhvr>
                                        <p:cTn id="46" dur="500"/>
                                        <p:tgtEl>
                                          <p:spTgt spid="25"/>
                                        </p:tgtEl>
                                      </p:cBhvr>
                                    </p:animEffect>
                                  </p:childTnLst>
                                </p:cTn>
                              </p:par>
                              <p:par>
                                <p:cTn id="47" presetID="5" presetClass="entr" presetSubtype="10" fill="hold" grpId="0" nodeType="withEffect">
                                  <p:stCondLst>
                                    <p:cond delay="0"/>
                                  </p:stCondLst>
                                  <p:childTnLst>
                                    <p:set>
                                      <p:cBhvr>
                                        <p:cTn id="48" dur="1" fill="hold">
                                          <p:stCondLst>
                                            <p:cond delay="0"/>
                                          </p:stCondLst>
                                        </p:cTn>
                                        <p:tgtEl>
                                          <p:spTgt spid="31"/>
                                        </p:tgtEl>
                                        <p:attrNameLst>
                                          <p:attrName>style.visibility</p:attrName>
                                        </p:attrNameLst>
                                      </p:cBhvr>
                                      <p:to>
                                        <p:strVal val="visible"/>
                                      </p:to>
                                    </p:set>
                                    <p:animEffect transition="in" filter="checkerboard(across)">
                                      <p:cBhvr>
                                        <p:cTn id="49" dur="500"/>
                                        <p:tgtEl>
                                          <p:spTgt spid="31"/>
                                        </p:tgtEl>
                                      </p:cBhvr>
                                    </p:animEffect>
                                  </p:childTnLst>
                                </p:cTn>
                              </p:par>
                              <p:par>
                                <p:cTn id="50" presetID="5" presetClass="entr" presetSubtype="10" fill="hold" grpId="0" nodeType="withEffect">
                                  <p:stCondLst>
                                    <p:cond delay="0"/>
                                  </p:stCondLst>
                                  <p:childTnLst>
                                    <p:set>
                                      <p:cBhvr>
                                        <p:cTn id="51" dur="1" fill="hold">
                                          <p:stCondLst>
                                            <p:cond delay="0"/>
                                          </p:stCondLst>
                                        </p:cTn>
                                        <p:tgtEl>
                                          <p:spTgt spid="37"/>
                                        </p:tgtEl>
                                        <p:attrNameLst>
                                          <p:attrName>style.visibility</p:attrName>
                                        </p:attrNameLst>
                                      </p:cBhvr>
                                      <p:to>
                                        <p:strVal val="visible"/>
                                      </p:to>
                                    </p:set>
                                    <p:animEffect transition="in" filter="checkerboard(across)">
                                      <p:cBhvr>
                                        <p:cTn id="52"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p:bldP spid="5" grpId="0" animBg="1"/>
      <p:bldP spid="6" grpId="0" animBg="1"/>
      <p:bldP spid="7" grpId="0"/>
      <p:bldP spid="8" grpId="0" animBg="1"/>
      <p:bldP spid="9" grpId="0" animBg="1"/>
      <p:bldP spid="10" grpId="0"/>
      <p:bldP spid="11" grpId="0" animBg="1"/>
      <p:bldP spid="12" grpId="0" animBg="1"/>
      <p:bldP spid="13" grpId="0"/>
      <p:bldP spid="19" grpId="0"/>
      <p:bldP spid="25" grpId="0"/>
      <p:bldP spid="31" grpId="0"/>
      <p:bldP spid="37"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000;p29"/>
          <p:cNvSpPr/>
          <p:nvPr/>
        </p:nvSpPr>
        <p:spPr>
          <a:xfrm rot="16200000">
            <a:off x="2759125" y="951355"/>
            <a:ext cx="795915" cy="2464609"/>
          </a:xfrm>
          <a:prstGeom prst="round2SameRect">
            <a:avLst>
              <a:gd name="adj1" fmla="val 50000"/>
              <a:gd name="adj2" fmla="val 0"/>
            </a:avLst>
          </a:prstGeom>
          <a:solidFill>
            <a:schemeClr val="tx1">
              <a:lumMod val="75000"/>
              <a:lumOff val="25000"/>
            </a:schemeClr>
          </a:solidFill>
          <a:ln w="9525" cap="flat" cmpd="sng">
            <a:noFill/>
            <a:prstDash val="solid"/>
            <a:round/>
            <a:headEnd type="none" w="sm" len="sm"/>
            <a:tailEnd type="none" w="sm" len="sm"/>
          </a:ln>
        </p:spPr>
        <p:txBody>
          <a:bodyPr spcFirstLastPara="1" wrap="square" lIns="121900" tIns="121900" rIns="121900" bIns="121900" anchor="ctr" anchorCtr="0">
            <a:noAutofit/>
          </a:bodyPr>
          <a:lstStyle/>
          <a:p>
            <a:pPr marL="0" marR="0" lvl="0" indent="0" defTabSz="1219200" eaLnBrk="1" fontAlgn="auto" latinLnBrk="0" hangingPunct="1">
              <a:lnSpc>
                <a:spcPct val="100000"/>
              </a:lnSpc>
              <a:spcBef>
                <a:spcPts val="0"/>
              </a:spcBef>
              <a:spcAft>
                <a:spcPts val="0"/>
              </a:spcAft>
              <a:buClr>
                <a:srgbClr val="000000"/>
              </a:buClr>
              <a:buSzTx/>
              <a:buFontTx/>
              <a:buNone/>
              <a:defRPr/>
            </a:pPr>
            <a:endParaRPr kumimoji="0" sz="2400" b="1" u="none" strike="noStrike" kern="0" cap="none" spc="0" normalizeH="0" baseline="0" noProof="0" dirty="0">
              <a:ln>
                <a:noFill/>
              </a:ln>
              <a:solidFill>
                <a:srgbClr val="000000"/>
              </a:solidFill>
              <a:effectLst/>
              <a:uLnTx/>
              <a:uFillTx/>
              <a:latin typeface="Source Han Sans CN Bold" panose="020B0500000000000000" pitchFamily="34" charset="-128"/>
              <a:ea typeface="Source Han Sans CN Bold" panose="020B0500000000000000" pitchFamily="34" charset="-128"/>
              <a:cs typeface="字魂105号-简雅黑" panose="00000500000000000000" pitchFamily="2" charset="-122"/>
              <a:sym typeface="Arial" panose="020B0604020202020204"/>
            </a:endParaRPr>
          </a:p>
        </p:txBody>
      </p:sp>
      <p:sp>
        <p:nvSpPr>
          <p:cNvPr id="3" name="Google Shape;1003;p29"/>
          <p:cNvSpPr/>
          <p:nvPr/>
        </p:nvSpPr>
        <p:spPr>
          <a:xfrm>
            <a:off x="2000479" y="1850840"/>
            <a:ext cx="655257" cy="655257"/>
          </a:xfrm>
          <a:prstGeom prst="ellipse">
            <a:avLst/>
          </a:prstGeom>
          <a:solidFill>
            <a:schemeClr val="bg1"/>
          </a:solidFill>
          <a:ln w="9525" cap="flat" cmpd="sng">
            <a:solidFill>
              <a:srgbClr val="FFFFFF"/>
            </a:solidFill>
            <a:prstDash val="solid"/>
            <a:round/>
            <a:headEnd type="none" w="sm" len="sm"/>
            <a:tailEnd type="none" w="sm" len="sm"/>
          </a:ln>
        </p:spPr>
        <p:txBody>
          <a:bodyPr spcFirstLastPara="1" wrap="square" lIns="0" tIns="0" rIns="0" bIns="0" anchor="ctr" anchorCtr="0">
            <a:noAutofit/>
          </a:bodyPr>
          <a:lstStyle/>
          <a:p>
            <a:pPr marL="0" marR="0" lvl="0" indent="0" algn="ctr" defTabSz="1219200" eaLnBrk="1" fontAlgn="auto" latinLnBrk="0" hangingPunct="1">
              <a:lnSpc>
                <a:spcPct val="100000"/>
              </a:lnSpc>
              <a:spcBef>
                <a:spcPts val="0"/>
              </a:spcBef>
              <a:spcAft>
                <a:spcPts val="0"/>
              </a:spcAft>
              <a:buClr>
                <a:srgbClr val="000000"/>
              </a:buClr>
              <a:buSzTx/>
              <a:buFontTx/>
              <a:buNone/>
              <a:defRPr/>
            </a:pPr>
            <a:r>
              <a:rPr kumimoji="0" lang="en-GB" sz="1400" b="1" u="none" strike="noStrike" kern="0" cap="none" spc="0" normalizeH="0" baseline="0" noProof="0" dirty="0">
                <a:ln>
                  <a:noFill/>
                </a:ln>
                <a:solidFill>
                  <a:schemeClr val="tx1">
                    <a:lumMod val="75000"/>
                    <a:lumOff val="25000"/>
                  </a:schemeClr>
                </a:solidFill>
                <a:effectLst/>
                <a:uLnTx/>
                <a:uFillTx/>
                <a:latin typeface="+mn-ea"/>
                <a:cs typeface="字魂105号-简雅黑" panose="00000500000000000000" pitchFamily="2" charset="-122"/>
                <a:sym typeface="Fira Sans"/>
              </a:rPr>
              <a:t>1</a:t>
            </a:r>
            <a:endParaRPr kumimoji="0" sz="1400" b="1" u="none" strike="noStrike" kern="0" cap="none" spc="0" normalizeH="0" baseline="0" noProof="0" dirty="0">
              <a:ln>
                <a:noFill/>
              </a:ln>
              <a:solidFill>
                <a:schemeClr val="tx1">
                  <a:lumMod val="75000"/>
                  <a:lumOff val="25000"/>
                </a:schemeClr>
              </a:solidFill>
              <a:effectLst/>
              <a:uLnTx/>
              <a:uFillTx/>
              <a:latin typeface="+mn-ea"/>
              <a:cs typeface="字魂105号-简雅黑" panose="00000500000000000000" pitchFamily="2" charset="-122"/>
              <a:sym typeface="Fira Sans"/>
            </a:endParaRPr>
          </a:p>
        </p:txBody>
      </p:sp>
      <p:sp>
        <p:nvSpPr>
          <p:cNvPr id="4" name="文本框 3"/>
          <p:cNvSpPr txBox="1"/>
          <p:nvPr/>
        </p:nvSpPr>
        <p:spPr>
          <a:xfrm>
            <a:off x="2738375" y="2031852"/>
            <a:ext cx="1459001" cy="338554"/>
          </a:xfrm>
          <a:prstGeom prst="rect">
            <a:avLst/>
          </a:prstGeom>
          <a:noFill/>
        </p:spPr>
        <p:txBody>
          <a:bodyPr wrap="square" rtlCol="0">
            <a:spAutoFit/>
          </a:bodyPr>
          <a:lstStyle/>
          <a:p>
            <a:pPr algn="dist"/>
            <a:r>
              <a:rPr lang="en-US" altLang="zh-CN" sz="1600" dirty="0">
                <a:solidFill>
                  <a:schemeClr val="bg1"/>
                </a:solidFill>
                <a:latin typeface="Source Han Sans CN Regular" panose="020B0500000000000000" pitchFamily="34" charset="-128"/>
                <a:ea typeface="Source Han Sans CN Regular" panose="020B0500000000000000" pitchFamily="34" charset="-128"/>
              </a:rPr>
              <a:t>TITLE HERE</a:t>
            </a:r>
            <a:endParaRPr lang="zh-CN" altLang="en-US" sz="1600" dirty="0">
              <a:solidFill>
                <a:schemeClr val="bg1"/>
              </a:solidFill>
              <a:latin typeface="Source Han Sans CN Regular" panose="020B0500000000000000" pitchFamily="34" charset="-128"/>
              <a:ea typeface="Source Han Sans CN Regular" panose="020B0500000000000000" pitchFamily="34" charset="-128"/>
            </a:endParaRPr>
          </a:p>
        </p:txBody>
      </p:sp>
      <p:sp>
        <p:nvSpPr>
          <p:cNvPr id="5" name="Text Box 118"/>
          <p:cNvSpPr txBox="1"/>
          <p:nvPr/>
        </p:nvSpPr>
        <p:spPr>
          <a:xfrm>
            <a:off x="4787924" y="1880459"/>
            <a:ext cx="5047839" cy="599267"/>
          </a:xfrm>
          <a:prstGeom prst="rect">
            <a:avLst/>
          </a:prstGeom>
          <a:noFill/>
          <a:ln w="9525">
            <a:noFill/>
          </a:ln>
        </p:spPr>
        <p:txBody>
          <a:bodyPr wrap="square">
            <a:spAutoFit/>
          </a:bodyPr>
          <a:lstStyle/>
          <a:p>
            <a:pPr>
              <a:lnSpc>
                <a:spcPct val="150000"/>
              </a:lnSpc>
            </a:pPr>
            <a:r>
              <a:rPr kumimoji="1" lang="zh-CN" altLang="en-US" sz="1200" dirty="0">
                <a:solidFill>
                  <a:schemeClr val="tx1">
                    <a:lumMod val="50000"/>
                    <a:lumOff val="50000"/>
                  </a:schemeClr>
                </a:solidFill>
                <a:latin typeface="+mn-ea"/>
                <a:cs typeface="+mn-ea"/>
                <a:sym typeface="+mn-lt"/>
              </a:rPr>
              <a:t>感谢您使用我们的</a:t>
            </a:r>
            <a:r>
              <a:rPr kumimoji="1" lang="en-US" altLang="zh-CN" sz="1200" dirty="0">
                <a:solidFill>
                  <a:schemeClr val="tx1">
                    <a:lumMod val="50000"/>
                    <a:lumOff val="50000"/>
                  </a:schemeClr>
                </a:solidFill>
                <a:latin typeface="+mn-ea"/>
                <a:cs typeface="+mn-ea"/>
                <a:sym typeface="+mn-lt"/>
              </a:rPr>
              <a:t>PPT</a:t>
            </a:r>
            <a:r>
              <a:rPr kumimoji="1" lang="zh-CN" altLang="en-US" sz="1200" dirty="0">
                <a:solidFill>
                  <a:schemeClr val="tx1">
                    <a:lumMod val="50000"/>
                    <a:lumOff val="50000"/>
                  </a:schemeClr>
                </a:solidFill>
                <a:latin typeface="+mn-ea"/>
                <a:cs typeface="+mn-ea"/>
                <a:sym typeface="+mn-lt"/>
              </a:rPr>
              <a:t>模板，请在此输入您需要的文字内容，感谢您使用我们的</a:t>
            </a:r>
            <a:r>
              <a:rPr kumimoji="1" lang="en-US" altLang="zh-CN" sz="1200" dirty="0">
                <a:solidFill>
                  <a:schemeClr val="tx1">
                    <a:lumMod val="50000"/>
                    <a:lumOff val="50000"/>
                  </a:schemeClr>
                </a:solidFill>
                <a:latin typeface="+mn-ea"/>
                <a:cs typeface="+mn-ea"/>
                <a:sym typeface="+mn-lt"/>
              </a:rPr>
              <a:t>PPT</a:t>
            </a:r>
            <a:r>
              <a:rPr kumimoji="1" lang="zh-CN" altLang="en-US" sz="1200" dirty="0">
                <a:solidFill>
                  <a:schemeClr val="tx1">
                    <a:lumMod val="50000"/>
                    <a:lumOff val="50000"/>
                  </a:schemeClr>
                </a:solidFill>
                <a:latin typeface="+mn-ea"/>
                <a:cs typeface="+mn-ea"/>
                <a:sym typeface="+mn-lt"/>
              </a:rPr>
              <a:t>模板。感谢您使用我们的</a:t>
            </a:r>
            <a:r>
              <a:rPr kumimoji="1" lang="en-US" altLang="zh-CN" sz="1200" dirty="0">
                <a:solidFill>
                  <a:schemeClr val="tx1">
                    <a:lumMod val="50000"/>
                    <a:lumOff val="50000"/>
                  </a:schemeClr>
                </a:solidFill>
                <a:latin typeface="+mn-ea"/>
                <a:cs typeface="+mn-ea"/>
                <a:sym typeface="+mn-lt"/>
              </a:rPr>
              <a:t>PPT</a:t>
            </a:r>
            <a:r>
              <a:rPr kumimoji="1" lang="zh-CN" altLang="en-US" sz="1200" dirty="0">
                <a:solidFill>
                  <a:schemeClr val="tx1">
                    <a:lumMod val="50000"/>
                    <a:lumOff val="50000"/>
                  </a:schemeClr>
                </a:solidFill>
                <a:latin typeface="+mn-ea"/>
                <a:cs typeface="+mn-ea"/>
                <a:sym typeface="+mn-lt"/>
              </a:rPr>
              <a:t>模板。</a:t>
            </a:r>
            <a:endParaRPr kumimoji="1" lang="en-US" altLang="zh-CN" sz="1200" dirty="0">
              <a:solidFill>
                <a:schemeClr val="tx1">
                  <a:lumMod val="50000"/>
                  <a:lumOff val="50000"/>
                </a:schemeClr>
              </a:solidFill>
              <a:latin typeface="+mn-ea"/>
              <a:cs typeface="+mn-ea"/>
              <a:sym typeface="+mn-lt"/>
            </a:endParaRPr>
          </a:p>
        </p:txBody>
      </p:sp>
      <p:cxnSp>
        <p:nvCxnSpPr>
          <p:cNvPr id="6" name="直接连接符 7"/>
          <p:cNvCxnSpPr/>
          <p:nvPr/>
        </p:nvCxnSpPr>
        <p:spPr>
          <a:xfrm>
            <a:off x="2140890" y="2935982"/>
            <a:ext cx="7591807"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7" name="矩形 6"/>
          <p:cNvSpPr/>
          <p:nvPr/>
        </p:nvSpPr>
        <p:spPr>
          <a:xfrm>
            <a:off x="4787924" y="3431072"/>
            <a:ext cx="5143255" cy="599267"/>
          </a:xfrm>
          <a:prstGeom prst="rect">
            <a:avLst/>
          </a:prstGeom>
        </p:spPr>
        <p:txBody>
          <a:bodyPr wrap="square">
            <a:spAutoFit/>
          </a:bodyPr>
          <a:lstStyle/>
          <a:p>
            <a:pPr>
              <a:lnSpc>
                <a:spcPct val="150000"/>
              </a:lnSpc>
            </a:pPr>
            <a:r>
              <a:rPr kumimoji="1" lang="zh-CN" altLang="en-US" sz="1200" dirty="0">
                <a:solidFill>
                  <a:schemeClr val="tx1">
                    <a:lumMod val="50000"/>
                    <a:lumOff val="50000"/>
                  </a:schemeClr>
                </a:solidFill>
                <a:latin typeface="+mn-ea"/>
                <a:cs typeface="+mn-ea"/>
                <a:sym typeface="+mn-lt"/>
              </a:rPr>
              <a:t>感谢您使用我们的</a:t>
            </a:r>
            <a:r>
              <a:rPr kumimoji="1" lang="en-US" altLang="zh-CN" sz="1200" dirty="0">
                <a:solidFill>
                  <a:schemeClr val="tx1">
                    <a:lumMod val="50000"/>
                    <a:lumOff val="50000"/>
                  </a:schemeClr>
                </a:solidFill>
                <a:latin typeface="+mn-ea"/>
                <a:cs typeface="+mn-ea"/>
                <a:sym typeface="+mn-lt"/>
              </a:rPr>
              <a:t>PPT</a:t>
            </a:r>
            <a:r>
              <a:rPr kumimoji="1" lang="zh-CN" altLang="en-US" sz="1200" dirty="0">
                <a:solidFill>
                  <a:schemeClr val="tx1">
                    <a:lumMod val="50000"/>
                    <a:lumOff val="50000"/>
                  </a:schemeClr>
                </a:solidFill>
                <a:latin typeface="+mn-ea"/>
                <a:cs typeface="+mn-ea"/>
                <a:sym typeface="+mn-lt"/>
              </a:rPr>
              <a:t>模板，请在此输入您需要的文字内容，感谢您使用我们的</a:t>
            </a:r>
            <a:r>
              <a:rPr kumimoji="1" lang="en-US" altLang="zh-CN" sz="1200" dirty="0">
                <a:solidFill>
                  <a:schemeClr val="tx1">
                    <a:lumMod val="50000"/>
                    <a:lumOff val="50000"/>
                  </a:schemeClr>
                </a:solidFill>
                <a:latin typeface="+mn-ea"/>
                <a:cs typeface="+mn-ea"/>
                <a:sym typeface="+mn-lt"/>
              </a:rPr>
              <a:t>PPT</a:t>
            </a:r>
            <a:r>
              <a:rPr kumimoji="1" lang="zh-CN" altLang="en-US" sz="1200" dirty="0">
                <a:solidFill>
                  <a:schemeClr val="tx1">
                    <a:lumMod val="50000"/>
                    <a:lumOff val="50000"/>
                  </a:schemeClr>
                </a:solidFill>
                <a:latin typeface="+mn-ea"/>
                <a:cs typeface="+mn-ea"/>
                <a:sym typeface="+mn-lt"/>
              </a:rPr>
              <a:t>模板。感谢您使用我们的</a:t>
            </a:r>
            <a:r>
              <a:rPr kumimoji="1" lang="en-US" altLang="zh-CN" sz="1200" dirty="0">
                <a:solidFill>
                  <a:schemeClr val="tx1">
                    <a:lumMod val="50000"/>
                    <a:lumOff val="50000"/>
                  </a:schemeClr>
                </a:solidFill>
                <a:latin typeface="+mn-ea"/>
                <a:cs typeface="+mn-ea"/>
                <a:sym typeface="+mn-lt"/>
              </a:rPr>
              <a:t>PPT</a:t>
            </a:r>
            <a:r>
              <a:rPr kumimoji="1" lang="zh-CN" altLang="en-US" sz="1200" dirty="0">
                <a:solidFill>
                  <a:schemeClr val="tx1">
                    <a:lumMod val="50000"/>
                    <a:lumOff val="50000"/>
                  </a:schemeClr>
                </a:solidFill>
                <a:latin typeface="+mn-ea"/>
                <a:cs typeface="+mn-ea"/>
                <a:sym typeface="+mn-lt"/>
              </a:rPr>
              <a:t>模板。</a:t>
            </a:r>
            <a:endParaRPr kumimoji="1" lang="en-US" altLang="zh-CN" sz="1200" dirty="0">
              <a:solidFill>
                <a:schemeClr val="tx1">
                  <a:lumMod val="50000"/>
                  <a:lumOff val="50000"/>
                </a:schemeClr>
              </a:solidFill>
              <a:latin typeface="+mn-ea"/>
              <a:cs typeface="+mn-ea"/>
              <a:sym typeface="+mn-lt"/>
            </a:endParaRPr>
          </a:p>
        </p:txBody>
      </p:sp>
      <p:sp>
        <p:nvSpPr>
          <p:cNvPr id="8" name="Google Shape;1000;p29"/>
          <p:cNvSpPr/>
          <p:nvPr/>
        </p:nvSpPr>
        <p:spPr>
          <a:xfrm rot="16200000">
            <a:off x="2759125" y="2515100"/>
            <a:ext cx="795915" cy="2464610"/>
          </a:xfrm>
          <a:prstGeom prst="round2SameRect">
            <a:avLst>
              <a:gd name="adj1" fmla="val 50000"/>
              <a:gd name="adj2" fmla="val 0"/>
            </a:avLst>
          </a:prstGeom>
          <a:solidFill>
            <a:schemeClr val="tx1">
              <a:lumMod val="75000"/>
              <a:lumOff val="25000"/>
            </a:schemeClr>
          </a:solidFill>
          <a:ln w="9525" cap="flat" cmpd="sng">
            <a:noFill/>
            <a:prstDash val="solid"/>
            <a:round/>
            <a:headEnd type="none" w="sm" len="sm"/>
            <a:tailEnd type="none" w="sm" len="sm"/>
          </a:ln>
        </p:spPr>
        <p:txBody>
          <a:bodyPr spcFirstLastPara="1" wrap="square" lIns="121900" tIns="121900" rIns="121900" bIns="121900" anchor="ctr" anchorCtr="0">
            <a:noAutofit/>
          </a:bodyPr>
          <a:lstStyle/>
          <a:p>
            <a:pPr marL="0" marR="0" lvl="0" indent="0" defTabSz="1219200" eaLnBrk="1" fontAlgn="auto" latinLnBrk="0" hangingPunct="1">
              <a:lnSpc>
                <a:spcPct val="100000"/>
              </a:lnSpc>
              <a:spcBef>
                <a:spcPts val="0"/>
              </a:spcBef>
              <a:spcAft>
                <a:spcPts val="0"/>
              </a:spcAft>
              <a:buClr>
                <a:srgbClr val="000000"/>
              </a:buClr>
              <a:buSzTx/>
              <a:buFontTx/>
              <a:buNone/>
              <a:defRPr/>
            </a:pPr>
            <a:endParaRPr kumimoji="0" sz="2400" b="1" u="none" strike="noStrike" kern="0" cap="none" spc="0" normalizeH="0" baseline="0" noProof="0" dirty="0">
              <a:ln>
                <a:noFill/>
              </a:ln>
              <a:solidFill>
                <a:srgbClr val="000000"/>
              </a:solidFill>
              <a:effectLst/>
              <a:uLnTx/>
              <a:uFillTx/>
              <a:latin typeface="Source Han Sans CN Bold" panose="020B0500000000000000" pitchFamily="34" charset="-128"/>
              <a:ea typeface="Source Han Sans CN Bold" panose="020B0500000000000000" pitchFamily="34" charset="-128"/>
              <a:cs typeface="字魂105号-简雅黑" panose="00000500000000000000" pitchFamily="2" charset="-122"/>
              <a:sym typeface="Arial" panose="020B0604020202020204"/>
            </a:endParaRPr>
          </a:p>
        </p:txBody>
      </p:sp>
      <p:sp>
        <p:nvSpPr>
          <p:cNvPr id="9" name="Google Shape;1003;p29"/>
          <p:cNvSpPr/>
          <p:nvPr/>
        </p:nvSpPr>
        <p:spPr>
          <a:xfrm>
            <a:off x="2000479" y="3414586"/>
            <a:ext cx="655257" cy="655257"/>
          </a:xfrm>
          <a:prstGeom prst="ellipse">
            <a:avLst/>
          </a:prstGeom>
          <a:solidFill>
            <a:schemeClr val="bg1"/>
          </a:solidFill>
          <a:ln w="9525" cap="flat" cmpd="sng">
            <a:solidFill>
              <a:srgbClr val="FFFFFF"/>
            </a:solidFill>
            <a:prstDash val="solid"/>
            <a:round/>
            <a:headEnd type="none" w="sm" len="sm"/>
            <a:tailEnd type="none" w="sm" len="sm"/>
          </a:ln>
        </p:spPr>
        <p:txBody>
          <a:bodyPr spcFirstLastPara="1" wrap="square" lIns="0" tIns="0" rIns="0" bIns="0" anchor="ctr" anchorCtr="0">
            <a:noAutofit/>
          </a:bodyPr>
          <a:lstStyle/>
          <a:p>
            <a:pPr marL="0" marR="0" lvl="0" indent="0" algn="ctr" defTabSz="1219200" eaLnBrk="1" fontAlgn="auto" latinLnBrk="0" hangingPunct="1">
              <a:lnSpc>
                <a:spcPct val="100000"/>
              </a:lnSpc>
              <a:spcBef>
                <a:spcPts val="0"/>
              </a:spcBef>
              <a:spcAft>
                <a:spcPts val="0"/>
              </a:spcAft>
              <a:buClr>
                <a:srgbClr val="000000"/>
              </a:buClr>
              <a:buSzTx/>
              <a:buFontTx/>
              <a:buNone/>
              <a:defRPr/>
            </a:pPr>
            <a:r>
              <a:rPr kumimoji="0" lang="en-GB" sz="1400" u="none" strike="noStrike" kern="0" cap="none" spc="0" normalizeH="0" baseline="0" noProof="0" dirty="0">
                <a:ln>
                  <a:noFill/>
                </a:ln>
                <a:solidFill>
                  <a:schemeClr val="tx1">
                    <a:lumMod val="75000"/>
                    <a:lumOff val="25000"/>
                  </a:schemeClr>
                </a:solidFill>
                <a:effectLst/>
                <a:uLnTx/>
                <a:uFillTx/>
                <a:latin typeface="+mn-ea"/>
                <a:cs typeface="字魂105号-简雅黑" panose="00000500000000000000" pitchFamily="2" charset="-122"/>
                <a:sym typeface="Fira Sans"/>
              </a:rPr>
              <a:t>2</a:t>
            </a:r>
            <a:endParaRPr kumimoji="0" sz="1400" u="none" strike="noStrike" kern="0" cap="none" spc="0" normalizeH="0" baseline="0" noProof="0" dirty="0">
              <a:ln>
                <a:noFill/>
              </a:ln>
              <a:solidFill>
                <a:schemeClr val="tx1">
                  <a:lumMod val="75000"/>
                  <a:lumOff val="25000"/>
                </a:schemeClr>
              </a:solidFill>
              <a:effectLst/>
              <a:uLnTx/>
              <a:uFillTx/>
              <a:latin typeface="+mn-ea"/>
              <a:cs typeface="字魂105号-简雅黑" panose="00000500000000000000" pitchFamily="2" charset="-122"/>
              <a:sym typeface="Fira Sans"/>
            </a:endParaRPr>
          </a:p>
        </p:txBody>
      </p:sp>
      <p:sp>
        <p:nvSpPr>
          <p:cNvPr id="10" name="文本框 9"/>
          <p:cNvSpPr txBox="1"/>
          <p:nvPr/>
        </p:nvSpPr>
        <p:spPr>
          <a:xfrm>
            <a:off x="2738375" y="3595598"/>
            <a:ext cx="1459001" cy="338554"/>
          </a:xfrm>
          <a:prstGeom prst="rect">
            <a:avLst/>
          </a:prstGeom>
          <a:noFill/>
        </p:spPr>
        <p:txBody>
          <a:bodyPr wrap="square" rtlCol="0">
            <a:spAutoFit/>
          </a:bodyPr>
          <a:lstStyle/>
          <a:p>
            <a:pPr algn="dist"/>
            <a:r>
              <a:rPr lang="en-US" altLang="zh-CN" sz="1600" dirty="0">
                <a:solidFill>
                  <a:schemeClr val="bg1"/>
                </a:solidFill>
                <a:latin typeface="Source Han Sans CN Regular" panose="020B0500000000000000" pitchFamily="34" charset="-128"/>
                <a:ea typeface="Source Han Sans CN Regular" panose="020B0500000000000000" pitchFamily="34" charset="-128"/>
              </a:rPr>
              <a:t>TITLE HERE</a:t>
            </a:r>
            <a:endParaRPr lang="zh-CN" altLang="en-US" sz="1600" dirty="0">
              <a:solidFill>
                <a:schemeClr val="bg1"/>
              </a:solidFill>
              <a:latin typeface="Source Han Sans CN Regular" panose="020B0500000000000000" pitchFamily="34" charset="-128"/>
              <a:ea typeface="Source Han Sans CN Regular" panose="020B0500000000000000" pitchFamily="34" charset="-128"/>
            </a:endParaRPr>
          </a:p>
        </p:txBody>
      </p:sp>
      <p:cxnSp>
        <p:nvCxnSpPr>
          <p:cNvPr id="11" name="直接连接符 78"/>
          <p:cNvCxnSpPr/>
          <p:nvPr/>
        </p:nvCxnSpPr>
        <p:spPr>
          <a:xfrm>
            <a:off x="2140890" y="4444742"/>
            <a:ext cx="7591807"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2" name="Text Box 118"/>
          <p:cNvSpPr txBox="1"/>
          <p:nvPr/>
        </p:nvSpPr>
        <p:spPr>
          <a:xfrm>
            <a:off x="4787924" y="4797662"/>
            <a:ext cx="5143255" cy="599267"/>
          </a:xfrm>
          <a:prstGeom prst="rect">
            <a:avLst/>
          </a:prstGeom>
          <a:noFill/>
          <a:ln w="9525">
            <a:noFill/>
          </a:ln>
        </p:spPr>
        <p:txBody>
          <a:bodyPr wrap="square">
            <a:spAutoFit/>
          </a:bodyPr>
          <a:lstStyle/>
          <a:p>
            <a:pPr>
              <a:lnSpc>
                <a:spcPct val="150000"/>
              </a:lnSpc>
            </a:pPr>
            <a:r>
              <a:rPr kumimoji="1" lang="zh-CN" altLang="en-US" sz="1200" dirty="0">
                <a:solidFill>
                  <a:schemeClr val="tx1">
                    <a:lumMod val="50000"/>
                    <a:lumOff val="50000"/>
                  </a:schemeClr>
                </a:solidFill>
                <a:latin typeface="+mn-ea"/>
                <a:cs typeface="+mn-ea"/>
                <a:sym typeface="+mn-lt"/>
              </a:rPr>
              <a:t>感谢您使用我们的</a:t>
            </a:r>
            <a:r>
              <a:rPr kumimoji="1" lang="en-US" altLang="zh-CN" sz="1200" dirty="0">
                <a:solidFill>
                  <a:schemeClr val="tx1">
                    <a:lumMod val="50000"/>
                    <a:lumOff val="50000"/>
                  </a:schemeClr>
                </a:solidFill>
                <a:latin typeface="+mn-ea"/>
                <a:cs typeface="+mn-ea"/>
                <a:sym typeface="+mn-lt"/>
              </a:rPr>
              <a:t>PPT</a:t>
            </a:r>
            <a:r>
              <a:rPr kumimoji="1" lang="zh-CN" altLang="en-US" sz="1200" dirty="0">
                <a:solidFill>
                  <a:schemeClr val="tx1">
                    <a:lumMod val="50000"/>
                    <a:lumOff val="50000"/>
                  </a:schemeClr>
                </a:solidFill>
                <a:latin typeface="+mn-ea"/>
                <a:cs typeface="+mn-ea"/>
                <a:sym typeface="+mn-lt"/>
              </a:rPr>
              <a:t>模板，请在此输入您需要的文字内容，感谢您使用我们的</a:t>
            </a:r>
            <a:r>
              <a:rPr kumimoji="1" lang="en-US" altLang="zh-CN" sz="1200" dirty="0">
                <a:solidFill>
                  <a:schemeClr val="tx1">
                    <a:lumMod val="50000"/>
                    <a:lumOff val="50000"/>
                  </a:schemeClr>
                </a:solidFill>
                <a:latin typeface="+mn-ea"/>
                <a:cs typeface="+mn-ea"/>
                <a:sym typeface="+mn-lt"/>
              </a:rPr>
              <a:t>PPT</a:t>
            </a:r>
            <a:r>
              <a:rPr kumimoji="1" lang="zh-CN" altLang="en-US" sz="1200" dirty="0">
                <a:solidFill>
                  <a:schemeClr val="tx1">
                    <a:lumMod val="50000"/>
                    <a:lumOff val="50000"/>
                  </a:schemeClr>
                </a:solidFill>
                <a:latin typeface="+mn-ea"/>
                <a:cs typeface="+mn-ea"/>
                <a:sym typeface="+mn-lt"/>
              </a:rPr>
              <a:t>模板。感谢您使用我们的</a:t>
            </a:r>
            <a:r>
              <a:rPr kumimoji="1" lang="en-US" altLang="zh-CN" sz="1200" dirty="0">
                <a:solidFill>
                  <a:schemeClr val="tx1">
                    <a:lumMod val="50000"/>
                    <a:lumOff val="50000"/>
                  </a:schemeClr>
                </a:solidFill>
                <a:latin typeface="+mn-ea"/>
                <a:cs typeface="+mn-ea"/>
                <a:sym typeface="+mn-lt"/>
              </a:rPr>
              <a:t>PPT</a:t>
            </a:r>
            <a:r>
              <a:rPr kumimoji="1" lang="zh-CN" altLang="en-US" sz="1200" dirty="0">
                <a:solidFill>
                  <a:schemeClr val="tx1">
                    <a:lumMod val="50000"/>
                    <a:lumOff val="50000"/>
                  </a:schemeClr>
                </a:solidFill>
                <a:latin typeface="+mn-ea"/>
                <a:cs typeface="+mn-ea"/>
                <a:sym typeface="+mn-lt"/>
              </a:rPr>
              <a:t>模板。</a:t>
            </a:r>
            <a:endParaRPr kumimoji="1" lang="en-US" altLang="zh-CN" sz="1200" dirty="0">
              <a:solidFill>
                <a:schemeClr val="tx1">
                  <a:lumMod val="50000"/>
                  <a:lumOff val="50000"/>
                </a:schemeClr>
              </a:solidFill>
              <a:latin typeface="+mn-ea"/>
              <a:cs typeface="+mn-ea"/>
              <a:sym typeface="+mn-lt"/>
            </a:endParaRPr>
          </a:p>
        </p:txBody>
      </p:sp>
      <p:sp>
        <p:nvSpPr>
          <p:cNvPr id="13" name="Google Shape;1000;p29"/>
          <p:cNvSpPr/>
          <p:nvPr/>
        </p:nvSpPr>
        <p:spPr>
          <a:xfrm rot="16200000">
            <a:off x="2759125" y="3888073"/>
            <a:ext cx="795915" cy="2464610"/>
          </a:xfrm>
          <a:prstGeom prst="round2SameRect">
            <a:avLst>
              <a:gd name="adj1" fmla="val 50000"/>
              <a:gd name="adj2" fmla="val 0"/>
            </a:avLst>
          </a:prstGeom>
          <a:solidFill>
            <a:schemeClr val="tx1">
              <a:lumMod val="75000"/>
              <a:lumOff val="25000"/>
            </a:schemeClr>
          </a:solidFill>
          <a:ln w="9525" cap="flat" cmpd="sng">
            <a:noFill/>
            <a:prstDash val="solid"/>
            <a:round/>
            <a:headEnd type="none" w="sm" len="sm"/>
            <a:tailEnd type="none" w="sm" len="sm"/>
          </a:ln>
        </p:spPr>
        <p:txBody>
          <a:bodyPr spcFirstLastPara="1" wrap="square" lIns="121900" tIns="121900" rIns="121900" bIns="121900" anchor="ctr" anchorCtr="0">
            <a:noAutofit/>
          </a:bodyPr>
          <a:lstStyle/>
          <a:p>
            <a:pPr marL="0" marR="0" lvl="0" indent="0" defTabSz="1219200" eaLnBrk="1" fontAlgn="auto" latinLnBrk="0" hangingPunct="1">
              <a:lnSpc>
                <a:spcPct val="100000"/>
              </a:lnSpc>
              <a:spcBef>
                <a:spcPts val="0"/>
              </a:spcBef>
              <a:spcAft>
                <a:spcPts val="0"/>
              </a:spcAft>
              <a:buClr>
                <a:srgbClr val="000000"/>
              </a:buClr>
              <a:buSzTx/>
              <a:buFontTx/>
              <a:buNone/>
              <a:defRPr/>
            </a:pPr>
            <a:endParaRPr kumimoji="0" sz="2400" b="1" u="none" strike="noStrike" kern="0" cap="none" spc="0" normalizeH="0" baseline="0" noProof="0" dirty="0">
              <a:ln>
                <a:noFill/>
              </a:ln>
              <a:solidFill>
                <a:srgbClr val="000000"/>
              </a:solidFill>
              <a:effectLst/>
              <a:uLnTx/>
              <a:uFillTx/>
              <a:latin typeface="Source Han Sans CN Bold" panose="020B0500000000000000" pitchFamily="34" charset="-128"/>
              <a:ea typeface="Source Han Sans CN Bold" panose="020B0500000000000000" pitchFamily="34" charset="-128"/>
              <a:cs typeface="字魂105号-简雅黑" panose="00000500000000000000" pitchFamily="2" charset="-122"/>
              <a:sym typeface="Arial" panose="020B0604020202020204"/>
            </a:endParaRPr>
          </a:p>
        </p:txBody>
      </p:sp>
      <p:sp>
        <p:nvSpPr>
          <p:cNvPr id="14" name="Google Shape;1003;p29"/>
          <p:cNvSpPr/>
          <p:nvPr/>
        </p:nvSpPr>
        <p:spPr>
          <a:xfrm>
            <a:off x="2000479" y="4787558"/>
            <a:ext cx="655257" cy="655257"/>
          </a:xfrm>
          <a:prstGeom prst="ellipse">
            <a:avLst/>
          </a:prstGeom>
          <a:solidFill>
            <a:schemeClr val="bg1"/>
          </a:solidFill>
          <a:ln w="9525" cap="flat" cmpd="sng">
            <a:solidFill>
              <a:srgbClr val="FFFFFF"/>
            </a:solidFill>
            <a:prstDash val="solid"/>
            <a:round/>
            <a:headEnd type="none" w="sm" len="sm"/>
            <a:tailEnd type="none" w="sm" len="sm"/>
          </a:ln>
        </p:spPr>
        <p:txBody>
          <a:bodyPr spcFirstLastPara="1" wrap="square" lIns="0" tIns="0" rIns="0" bIns="0" anchor="ctr" anchorCtr="0">
            <a:noAutofit/>
          </a:bodyPr>
          <a:lstStyle/>
          <a:p>
            <a:pPr marL="0" marR="0" lvl="0" indent="0" algn="ctr" defTabSz="1219200" eaLnBrk="1" fontAlgn="auto" latinLnBrk="0" hangingPunct="1">
              <a:lnSpc>
                <a:spcPct val="100000"/>
              </a:lnSpc>
              <a:spcBef>
                <a:spcPts val="0"/>
              </a:spcBef>
              <a:spcAft>
                <a:spcPts val="0"/>
              </a:spcAft>
              <a:buClr>
                <a:srgbClr val="000000"/>
              </a:buClr>
              <a:buSzTx/>
              <a:buFontTx/>
              <a:buNone/>
              <a:defRPr/>
            </a:pPr>
            <a:r>
              <a:rPr kumimoji="0" lang="en-GB" sz="1400" u="none" strike="noStrike" kern="0" cap="none" spc="0" normalizeH="0" baseline="0" noProof="0" dirty="0">
                <a:ln>
                  <a:noFill/>
                </a:ln>
                <a:solidFill>
                  <a:schemeClr val="tx1">
                    <a:lumMod val="75000"/>
                    <a:lumOff val="25000"/>
                  </a:schemeClr>
                </a:solidFill>
                <a:effectLst/>
                <a:uLnTx/>
                <a:uFillTx/>
                <a:latin typeface="+mn-ea"/>
                <a:cs typeface="字魂105号-简雅黑" panose="00000500000000000000" pitchFamily="2" charset="-122"/>
                <a:sym typeface="Fira Sans"/>
              </a:rPr>
              <a:t>3</a:t>
            </a:r>
            <a:endParaRPr kumimoji="0" sz="1400" u="none" strike="noStrike" kern="0" cap="none" spc="0" normalizeH="0" baseline="0" noProof="0" dirty="0">
              <a:ln>
                <a:noFill/>
              </a:ln>
              <a:solidFill>
                <a:schemeClr val="tx1">
                  <a:lumMod val="75000"/>
                  <a:lumOff val="25000"/>
                </a:schemeClr>
              </a:solidFill>
              <a:effectLst/>
              <a:uLnTx/>
              <a:uFillTx/>
              <a:latin typeface="+mn-ea"/>
              <a:cs typeface="字魂105号-简雅黑" panose="00000500000000000000" pitchFamily="2" charset="-122"/>
              <a:sym typeface="Fira Sans"/>
            </a:endParaRPr>
          </a:p>
        </p:txBody>
      </p:sp>
      <p:sp>
        <p:nvSpPr>
          <p:cNvPr id="15" name="文本框 14"/>
          <p:cNvSpPr txBox="1"/>
          <p:nvPr/>
        </p:nvSpPr>
        <p:spPr>
          <a:xfrm>
            <a:off x="2738375" y="4968570"/>
            <a:ext cx="1459001" cy="338554"/>
          </a:xfrm>
          <a:prstGeom prst="rect">
            <a:avLst/>
          </a:prstGeom>
          <a:noFill/>
        </p:spPr>
        <p:txBody>
          <a:bodyPr wrap="square" rtlCol="0">
            <a:spAutoFit/>
          </a:bodyPr>
          <a:lstStyle/>
          <a:p>
            <a:pPr algn="dist"/>
            <a:r>
              <a:rPr lang="en-US" altLang="zh-CN" sz="1600" dirty="0">
                <a:solidFill>
                  <a:schemeClr val="bg1"/>
                </a:solidFill>
                <a:latin typeface="Source Han Sans CN Regular" panose="020B0500000000000000" pitchFamily="34" charset="-128"/>
                <a:ea typeface="Source Han Sans CN Regular" panose="020B0500000000000000" pitchFamily="34" charset="-128"/>
              </a:rPr>
              <a:t>TITLE HERE</a:t>
            </a:r>
            <a:endParaRPr lang="zh-CN" altLang="en-US" sz="1600" dirty="0">
              <a:solidFill>
                <a:schemeClr val="bg1"/>
              </a:solidFill>
              <a:latin typeface="Source Han Sans CN Regular" panose="020B0500000000000000" pitchFamily="34" charset="-128"/>
              <a:ea typeface="Source Han Sans CN Regular" panose="020B0500000000000000" pitchFamily="34" charset="-128"/>
            </a:endParaRPr>
          </a:p>
        </p:txBody>
      </p:sp>
      <p:cxnSp>
        <p:nvCxnSpPr>
          <p:cNvPr id="16" name="直接连接符 79"/>
          <p:cNvCxnSpPr/>
          <p:nvPr/>
        </p:nvCxnSpPr>
        <p:spPr>
          <a:xfrm>
            <a:off x="2140890" y="5831582"/>
            <a:ext cx="7591807"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spd="slow" p14:dur="2000" advTm="3000"/>
    </mc:Choice>
    <mc:Fallback>
      <p:transition spd="slow" advTm="3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par>
                                <p:cTn id="8" presetID="9"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dissolve">
                                      <p:cBhvr>
                                        <p:cTn id="10" dur="500"/>
                                        <p:tgtEl>
                                          <p:spTgt spid="3"/>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dissolve">
                                      <p:cBhvr>
                                        <p:cTn id="13" dur="500"/>
                                        <p:tgtEl>
                                          <p:spTgt spid="4"/>
                                        </p:tgtEl>
                                      </p:cBhvr>
                                    </p:animEffect>
                                  </p:childTnLst>
                                </p:cTn>
                              </p:par>
                              <p:par>
                                <p:cTn id="14" presetID="9" presetClass="entr" presetSubtype="0" fill="hold" grpId="0" nodeType="with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dissolve">
                                      <p:cBhvr>
                                        <p:cTn id="16" dur="500"/>
                                        <p:tgtEl>
                                          <p:spTgt spid="5"/>
                                        </p:tgtEl>
                                      </p:cBhvr>
                                    </p:animEffect>
                                  </p:childTnLst>
                                </p:cTn>
                              </p:par>
                              <p:par>
                                <p:cTn id="17" presetID="9" presetClass="entr" presetSubtype="0" fill="hold" nodeType="with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dissolve">
                                      <p:cBhvr>
                                        <p:cTn id="19" dur="500"/>
                                        <p:tgtEl>
                                          <p:spTgt spid="6"/>
                                        </p:tgtEl>
                                      </p:cBhvr>
                                    </p:animEffect>
                                  </p:childTnLst>
                                </p:cTn>
                              </p:par>
                              <p:par>
                                <p:cTn id="20" presetID="9" presetClass="entr" presetSubtype="0" fill="hold" grpId="0"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dissolve">
                                      <p:cBhvr>
                                        <p:cTn id="22" dur="500"/>
                                        <p:tgtEl>
                                          <p:spTgt spid="7"/>
                                        </p:tgtEl>
                                      </p:cBhvr>
                                    </p:animEffect>
                                  </p:childTnLst>
                                </p:cTn>
                              </p:par>
                              <p:par>
                                <p:cTn id="23" presetID="9" presetClass="entr" presetSubtype="0"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dissolve">
                                      <p:cBhvr>
                                        <p:cTn id="25" dur="500"/>
                                        <p:tgtEl>
                                          <p:spTgt spid="8"/>
                                        </p:tgtEl>
                                      </p:cBhvr>
                                    </p:animEffect>
                                  </p:childTnLst>
                                </p:cTn>
                              </p:par>
                              <p:par>
                                <p:cTn id="26" presetID="9" presetClass="entr" presetSubtype="0" fill="hold" grpId="0" nodeType="with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dissolve">
                                      <p:cBhvr>
                                        <p:cTn id="28" dur="500"/>
                                        <p:tgtEl>
                                          <p:spTgt spid="9"/>
                                        </p:tgtEl>
                                      </p:cBhvr>
                                    </p:animEffect>
                                  </p:childTnLst>
                                </p:cTn>
                              </p:par>
                              <p:par>
                                <p:cTn id="29" presetID="9" presetClass="entr" presetSubtype="0" fill="hold" grpId="0" nodeType="with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dissolve">
                                      <p:cBhvr>
                                        <p:cTn id="31" dur="500"/>
                                        <p:tgtEl>
                                          <p:spTgt spid="10"/>
                                        </p:tgtEl>
                                      </p:cBhvr>
                                    </p:animEffect>
                                  </p:childTnLst>
                                </p:cTn>
                              </p:par>
                              <p:par>
                                <p:cTn id="32" presetID="9" presetClass="entr" presetSubtype="0" fill="hold" nodeType="with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dissolve">
                                      <p:cBhvr>
                                        <p:cTn id="34" dur="500"/>
                                        <p:tgtEl>
                                          <p:spTgt spid="11"/>
                                        </p:tgtEl>
                                      </p:cBhvr>
                                    </p:animEffect>
                                  </p:childTnLst>
                                </p:cTn>
                              </p:par>
                              <p:par>
                                <p:cTn id="35" presetID="9" presetClass="entr" presetSubtype="0" fill="hold" grpId="0" nodeType="with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dissolve">
                                      <p:cBhvr>
                                        <p:cTn id="37" dur="500"/>
                                        <p:tgtEl>
                                          <p:spTgt spid="12"/>
                                        </p:tgtEl>
                                      </p:cBhvr>
                                    </p:animEffect>
                                  </p:childTnLst>
                                </p:cTn>
                              </p:par>
                              <p:par>
                                <p:cTn id="38" presetID="9" presetClass="entr" presetSubtype="0" fill="hold" grpId="0" nodeType="withEffect">
                                  <p:stCondLst>
                                    <p:cond delay="0"/>
                                  </p:stCondLst>
                                  <p:childTnLst>
                                    <p:set>
                                      <p:cBhvr>
                                        <p:cTn id="39" dur="1" fill="hold">
                                          <p:stCondLst>
                                            <p:cond delay="0"/>
                                          </p:stCondLst>
                                        </p:cTn>
                                        <p:tgtEl>
                                          <p:spTgt spid="13"/>
                                        </p:tgtEl>
                                        <p:attrNameLst>
                                          <p:attrName>style.visibility</p:attrName>
                                        </p:attrNameLst>
                                      </p:cBhvr>
                                      <p:to>
                                        <p:strVal val="visible"/>
                                      </p:to>
                                    </p:set>
                                    <p:animEffect transition="in" filter="dissolve">
                                      <p:cBhvr>
                                        <p:cTn id="40" dur="500"/>
                                        <p:tgtEl>
                                          <p:spTgt spid="13"/>
                                        </p:tgtEl>
                                      </p:cBhvr>
                                    </p:animEffect>
                                  </p:childTnLst>
                                </p:cTn>
                              </p:par>
                              <p:par>
                                <p:cTn id="41" presetID="9" presetClass="entr" presetSubtype="0" fill="hold" grpId="0" nodeType="withEffect">
                                  <p:stCondLst>
                                    <p:cond delay="0"/>
                                  </p:stCondLst>
                                  <p:childTnLst>
                                    <p:set>
                                      <p:cBhvr>
                                        <p:cTn id="42" dur="1" fill="hold">
                                          <p:stCondLst>
                                            <p:cond delay="0"/>
                                          </p:stCondLst>
                                        </p:cTn>
                                        <p:tgtEl>
                                          <p:spTgt spid="14"/>
                                        </p:tgtEl>
                                        <p:attrNameLst>
                                          <p:attrName>style.visibility</p:attrName>
                                        </p:attrNameLst>
                                      </p:cBhvr>
                                      <p:to>
                                        <p:strVal val="visible"/>
                                      </p:to>
                                    </p:set>
                                    <p:animEffect transition="in" filter="dissolve">
                                      <p:cBhvr>
                                        <p:cTn id="43" dur="500"/>
                                        <p:tgtEl>
                                          <p:spTgt spid="14"/>
                                        </p:tgtEl>
                                      </p:cBhvr>
                                    </p:animEffect>
                                  </p:childTnLst>
                                </p:cTn>
                              </p:par>
                              <p:par>
                                <p:cTn id="44" presetID="9" presetClass="entr" presetSubtype="0" fill="hold" grpId="0" nodeType="withEffect">
                                  <p:stCondLst>
                                    <p:cond delay="0"/>
                                  </p:stCondLst>
                                  <p:childTnLst>
                                    <p:set>
                                      <p:cBhvr>
                                        <p:cTn id="45" dur="1" fill="hold">
                                          <p:stCondLst>
                                            <p:cond delay="0"/>
                                          </p:stCondLst>
                                        </p:cTn>
                                        <p:tgtEl>
                                          <p:spTgt spid="15"/>
                                        </p:tgtEl>
                                        <p:attrNameLst>
                                          <p:attrName>style.visibility</p:attrName>
                                        </p:attrNameLst>
                                      </p:cBhvr>
                                      <p:to>
                                        <p:strVal val="visible"/>
                                      </p:to>
                                    </p:set>
                                    <p:animEffect transition="in" filter="dissolve">
                                      <p:cBhvr>
                                        <p:cTn id="46" dur="500"/>
                                        <p:tgtEl>
                                          <p:spTgt spid="15"/>
                                        </p:tgtEl>
                                      </p:cBhvr>
                                    </p:animEffect>
                                  </p:childTnLst>
                                </p:cTn>
                              </p:par>
                              <p:par>
                                <p:cTn id="47" presetID="9" presetClass="entr" presetSubtype="0" fill="hold" nodeType="withEffect">
                                  <p:stCondLst>
                                    <p:cond delay="0"/>
                                  </p:stCondLst>
                                  <p:childTnLst>
                                    <p:set>
                                      <p:cBhvr>
                                        <p:cTn id="48" dur="1" fill="hold">
                                          <p:stCondLst>
                                            <p:cond delay="0"/>
                                          </p:stCondLst>
                                        </p:cTn>
                                        <p:tgtEl>
                                          <p:spTgt spid="16"/>
                                        </p:tgtEl>
                                        <p:attrNameLst>
                                          <p:attrName>style.visibility</p:attrName>
                                        </p:attrNameLst>
                                      </p:cBhvr>
                                      <p:to>
                                        <p:strVal val="visible"/>
                                      </p:to>
                                    </p:set>
                                    <p:animEffect transition="in" filter="dissolve">
                                      <p:cBhvr>
                                        <p:cTn id="49"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p:bldP spid="5" grpId="0"/>
      <p:bldP spid="7" grpId="0"/>
      <p:bldP spid="8" grpId="0" animBg="1"/>
      <p:bldP spid="9" grpId="0" animBg="1"/>
      <p:bldP spid="10" grpId="0"/>
      <p:bldP spid="12" grpId="0"/>
      <p:bldP spid="13" grpId="0" animBg="1"/>
      <p:bldP spid="14" grpId="0" animBg="1"/>
      <p:bldP spid="15"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813995" y="2622048"/>
            <a:ext cx="7060100" cy="1200329"/>
          </a:xfrm>
          <a:prstGeom prst="rect">
            <a:avLst/>
          </a:prstGeom>
          <a:noFill/>
        </p:spPr>
        <p:txBody>
          <a:bodyPr wrap="square" rtlCol="0">
            <a:spAutoFit/>
          </a:bodyPr>
          <a:lstStyle/>
          <a:p>
            <a:pPr algn="dist"/>
            <a:r>
              <a:rPr kumimoji="1" lang="zh-CN" altLang="en-US" sz="7200" dirty="0">
                <a:solidFill>
                  <a:schemeClr val="tx1">
                    <a:lumMod val="75000"/>
                    <a:lumOff val="25000"/>
                  </a:schemeClr>
                </a:solidFill>
                <a:latin typeface="思源黑体 CN Light" panose="020B0300000000000000" pitchFamily="34" charset="-122"/>
                <a:ea typeface="思源黑体 CN Light" panose="020B0300000000000000" pitchFamily="34" charset="-122"/>
              </a:rPr>
              <a:t>请输入标题文字</a:t>
            </a:r>
            <a:endParaRPr kumimoji="1" lang="zh-CN" altLang="en-US" sz="7200" dirty="0">
              <a:solidFill>
                <a:schemeClr val="tx1">
                  <a:lumMod val="75000"/>
                  <a:lumOff val="25000"/>
                </a:schemeClr>
              </a:solidFill>
              <a:latin typeface="思源黑体 CN Light" panose="020B0300000000000000" pitchFamily="34" charset="-122"/>
              <a:ea typeface="思源黑体 CN Light" panose="020B0300000000000000" pitchFamily="34" charset="-122"/>
            </a:endParaRPr>
          </a:p>
        </p:txBody>
      </p:sp>
      <p:sp>
        <p:nvSpPr>
          <p:cNvPr id="3" name="文本框 2"/>
          <p:cNvSpPr txBox="1"/>
          <p:nvPr/>
        </p:nvSpPr>
        <p:spPr>
          <a:xfrm>
            <a:off x="5590473" y="2044893"/>
            <a:ext cx="1507144" cy="523220"/>
          </a:xfrm>
          <a:prstGeom prst="rect">
            <a:avLst/>
          </a:prstGeom>
          <a:noFill/>
        </p:spPr>
        <p:txBody>
          <a:bodyPr wrap="none" rtlCol="0">
            <a:spAutoFit/>
          </a:bodyPr>
          <a:lstStyle/>
          <a:p>
            <a:r>
              <a:rPr kumimoji="1" lang="en-US" altLang="zh-CN" sz="2800" dirty="0">
                <a:solidFill>
                  <a:schemeClr val="tx1">
                    <a:lumMod val="75000"/>
                    <a:lumOff val="25000"/>
                  </a:schemeClr>
                </a:solidFill>
                <a:latin typeface="思源黑体 CN Light" panose="020B0300000000000000" pitchFamily="34" charset="-122"/>
                <a:ea typeface="思源黑体 CN Light" panose="020B0300000000000000" pitchFamily="34" charset="-122"/>
              </a:rPr>
              <a:t>PART</a:t>
            </a:r>
            <a:r>
              <a:rPr kumimoji="1" lang="zh-CN" altLang="en-US" sz="2800" dirty="0">
                <a:solidFill>
                  <a:schemeClr val="tx1">
                    <a:lumMod val="75000"/>
                    <a:lumOff val="25000"/>
                  </a:schemeClr>
                </a:solidFill>
                <a:latin typeface="思源黑体 CN Light" panose="020B0300000000000000" pitchFamily="34" charset="-122"/>
                <a:ea typeface="思源黑体 CN Light" panose="020B0300000000000000" pitchFamily="34" charset="-122"/>
              </a:rPr>
              <a:t> </a:t>
            </a:r>
            <a:r>
              <a:rPr kumimoji="1" lang="en-US" altLang="zh-CN" sz="2800" dirty="0">
                <a:solidFill>
                  <a:schemeClr val="tx1">
                    <a:lumMod val="75000"/>
                    <a:lumOff val="25000"/>
                  </a:schemeClr>
                </a:solidFill>
                <a:latin typeface="思源黑体 CN Light" panose="020B0300000000000000" pitchFamily="34" charset="-122"/>
                <a:ea typeface="思源黑体 CN Light" panose="020B0300000000000000" pitchFamily="34" charset="-122"/>
              </a:rPr>
              <a:t>04</a:t>
            </a:r>
            <a:endParaRPr kumimoji="1" lang="zh-CN" altLang="en-US" sz="2800" dirty="0">
              <a:solidFill>
                <a:schemeClr val="tx1">
                  <a:lumMod val="75000"/>
                  <a:lumOff val="25000"/>
                </a:schemeClr>
              </a:solidFill>
              <a:latin typeface="思源黑体 CN Light" panose="020B0300000000000000" pitchFamily="34" charset="-122"/>
              <a:ea typeface="思源黑体 CN Light" panose="020B0300000000000000" pitchFamily="34" charset="-122"/>
            </a:endParaRPr>
          </a:p>
        </p:txBody>
      </p:sp>
      <p:sp>
        <p:nvSpPr>
          <p:cNvPr id="4" name="文本框 3"/>
          <p:cNvSpPr txBox="1"/>
          <p:nvPr/>
        </p:nvSpPr>
        <p:spPr>
          <a:xfrm>
            <a:off x="2900056" y="3822377"/>
            <a:ext cx="6887978" cy="514756"/>
          </a:xfrm>
          <a:prstGeom prst="rect">
            <a:avLst/>
          </a:prstGeom>
          <a:noFill/>
        </p:spPr>
        <p:txBody>
          <a:bodyPr wrap="square" rtlCol="0">
            <a:spAutoFit/>
          </a:bodyPr>
          <a:lstStyle/>
          <a:p>
            <a:pPr algn="ctr">
              <a:lnSpc>
                <a:spcPct val="150000"/>
              </a:lnSpc>
            </a:pPr>
            <a:r>
              <a:rPr lang="en-GB" altLang="zh-CN" sz="1000" dirty="0">
                <a:solidFill>
                  <a:schemeClr val="bg1">
                    <a:lumMod val="50000"/>
                  </a:schemeClr>
                </a:solidFill>
                <a:latin typeface="+mn-ea"/>
              </a:rPr>
              <a:t>your content is entered here, or by copying your text, select paste in this box and choose to retain only text. your content is typed here, or by copying your text, select paste in this box.</a:t>
            </a:r>
            <a:endParaRPr lang="en-GB" altLang="zh-CN" sz="1000" dirty="0">
              <a:solidFill>
                <a:schemeClr val="bg1">
                  <a:lumMod val="50000"/>
                </a:schemeClr>
              </a:solidFill>
              <a:latin typeface="+mn-ea"/>
            </a:endParaRPr>
          </a:p>
        </p:txBody>
      </p:sp>
      <p:sp>
        <p:nvSpPr>
          <p:cNvPr id="5" name="矩形 5"/>
          <p:cNvSpPr/>
          <p:nvPr/>
        </p:nvSpPr>
        <p:spPr>
          <a:xfrm flipH="1" flipV="1">
            <a:off x="-2" y="4036978"/>
            <a:ext cx="12192001" cy="2821021"/>
          </a:xfrm>
          <a:custGeom>
            <a:avLst/>
            <a:gdLst>
              <a:gd name="connsiteX0" fmla="*/ 0 w 11033761"/>
              <a:gd name="connsiteY0" fmla="*/ 0 h 6096000"/>
              <a:gd name="connsiteX1" fmla="*/ 11033761 w 11033761"/>
              <a:gd name="connsiteY1" fmla="*/ 0 h 6096000"/>
              <a:gd name="connsiteX2" fmla="*/ 11033761 w 11033761"/>
              <a:gd name="connsiteY2" fmla="*/ 6096000 h 6096000"/>
              <a:gd name="connsiteX3" fmla="*/ 0 w 11033761"/>
              <a:gd name="connsiteY3" fmla="*/ 6096000 h 6096000"/>
              <a:gd name="connsiteX4" fmla="*/ 0 w 11033761"/>
              <a:gd name="connsiteY4" fmla="*/ 0 h 6096000"/>
              <a:gd name="connsiteX0-1" fmla="*/ 0 w 11033761"/>
              <a:gd name="connsiteY0-2" fmla="*/ 0 h 6096000"/>
              <a:gd name="connsiteX1-3" fmla="*/ 11033761 w 11033761"/>
              <a:gd name="connsiteY1-4" fmla="*/ 0 h 6096000"/>
              <a:gd name="connsiteX2-5" fmla="*/ 11023601 w 11033761"/>
              <a:gd name="connsiteY2-6" fmla="*/ 1727200 h 6096000"/>
              <a:gd name="connsiteX3-7" fmla="*/ 11033761 w 11033761"/>
              <a:gd name="connsiteY3-8" fmla="*/ 6096000 h 6096000"/>
              <a:gd name="connsiteX4-9" fmla="*/ 0 w 11033761"/>
              <a:gd name="connsiteY4-10" fmla="*/ 6096000 h 6096000"/>
              <a:gd name="connsiteX5" fmla="*/ 0 w 11033761"/>
              <a:gd name="connsiteY5" fmla="*/ 0 h 6096000"/>
              <a:gd name="connsiteX0-11" fmla="*/ 0 w 11033761"/>
              <a:gd name="connsiteY0-12" fmla="*/ 0 h 6096000"/>
              <a:gd name="connsiteX1-13" fmla="*/ 11033761 w 11033761"/>
              <a:gd name="connsiteY1-14" fmla="*/ 0 h 6096000"/>
              <a:gd name="connsiteX2-15" fmla="*/ 11023601 w 11033761"/>
              <a:gd name="connsiteY2-16" fmla="*/ 1727200 h 6096000"/>
              <a:gd name="connsiteX3-17" fmla="*/ 5648961 w 11033761"/>
              <a:gd name="connsiteY3-18" fmla="*/ 2540000 h 6096000"/>
              <a:gd name="connsiteX4-19" fmla="*/ 0 w 11033761"/>
              <a:gd name="connsiteY4-20" fmla="*/ 6096000 h 6096000"/>
              <a:gd name="connsiteX5-21" fmla="*/ 0 w 11033761"/>
              <a:gd name="connsiteY5-22" fmla="*/ 0 h 6096000"/>
              <a:gd name="connsiteX0-23" fmla="*/ 0 w 11033761"/>
              <a:gd name="connsiteY0-24" fmla="*/ 0 h 6096000"/>
              <a:gd name="connsiteX1-25" fmla="*/ 11033761 w 11033761"/>
              <a:gd name="connsiteY1-26" fmla="*/ 0 h 6096000"/>
              <a:gd name="connsiteX2-27" fmla="*/ 11023601 w 11033761"/>
              <a:gd name="connsiteY2-28" fmla="*/ 1727200 h 6096000"/>
              <a:gd name="connsiteX3-29" fmla="*/ 5648961 w 11033761"/>
              <a:gd name="connsiteY3-30" fmla="*/ 2540000 h 6096000"/>
              <a:gd name="connsiteX4-31" fmla="*/ 0 w 11033761"/>
              <a:gd name="connsiteY4-32" fmla="*/ 6096000 h 6096000"/>
              <a:gd name="connsiteX5-33" fmla="*/ 0 w 11033761"/>
              <a:gd name="connsiteY5-34" fmla="*/ 0 h 6096000"/>
              <a:gd name="connsiteX0-35" fmla="*/ 0 w 11033761"/>
              <a:gd name="connsiteY0-36" fmla="*/ 0 h 6096000"/>
              <a:gd name="connsiteX1-37" fmla="*/ 11033761 w 11033761"/>
              <a:gd name="connsiteY1-38" fmla="*/ 0 h 6096000"/>
              <a:gd name="connsiteX2-39" fmla="*/ 11023601 w 11033761"/>
              <a:gd name="connsiteY2-40" fmla="*/ 1727200 h 6096000"/>
              <a:gd name="connsiteX3-41" fmla="*/ 5648961 w 11033761"/>
              <a:gd name="connsiteY3-42" fmla="*/ 2540000 h 6096000"/>
              <a:gd name="connsiteX4-43" fmla="*/ 0 w 11033761"/>
              <a:gd name="connsiteY4-44" fmla="*/ 6096000 h 6096000"/>
              <a:gd name="connsiteX5-45" fmla="*/ 0 w 11033761"/>
              <a:gd name="connsiteY5-46" fmla="*/ 0 h 6096000"/>
              <a:gd name="connsiteX0-47" fmla="*/ 0 w 11033761"/>
              <a:gd name="connsiteY0-48" fmla="*/ 0 h 6096000"/>
              <a:gd name="connsiteX1-49" fmla="*/ 11033761 w 11033761"/>
              <a:gd name="connsiteY1-50" fmla="*/ 0 h 6096000"/>
              <a:gd name="connsiteX2-51" fmla="*/ 11023601 w 11033761"/>
              <a:gd name="connsiteY2-52" fmla="*/ 1727200 h 6096000"/>
              <a:gd name="connsiteX3-53" fmla="*/ 5648961 w 11033761"/>
              <a:gd name="connsiteY3-54" fmla="*/ 2540000 h 6096000"/>
              <a:gd name="connsiteX4-55" fmla="*/ 0 w 11033761"/>
              <a:gd name="connsiteY4-56" fmla="*/ 6096000 h 6096000"/>
              <a:gd name="connsiteX5-57" fmla="*/ 0 w 11033761"/>
              <a:gd name="connsiteY5-58" fmla="*/ 0 h 6096000"/>
              <a:gd name="connsiteX0-59" fmla="*/ 0 w 11033761"/>
              <a:gd name="connsiteY0-60" fmla="*/ 0 h 6096000"/>
              <a:gd name="connsiteX1-61" fmla="*/ 11033761 w 11033761"/>
              <a:gd name="connsiteY1-62" fmla="*/ 0 h 6096000"/>
              <a:gd name="connsiteX2-63" fmla="*/ 11023601 w 11033761"/>
              <a:gd name="connsiteY2-64" fmla="*/ 1727200 h 6096000"/>
              <a:gd name="connsiteX3-65" fmla="*/ 5648961 w 11033761"/>
              <a:gd name="connsiteY3-66" fmla="*/ 2540000 h 6096000"/>
              <a:gd name="connsiteX4-67" fmla="*/ 0 w 11033761"/>
              <a:gd name="connsiteY4-68" fmla="*/ 6096000 h 6096000"/>
              <a:gd name="connsiteX5-69" fmla="*/ 0 w 11033761"/>
              <a:gd name="connsiteY5-70" fmla="*/ 0 h 6096000"/>
              <a:gd name="connsiteX0-71" fmla="*/ 0 w 11033761"/>
              <a:gd name="connsiteY0-72" fmla="*/ 0 h 6096000"/>
              <a:gd name="connsiteX1-73" fmla="*/ 11033761 w 11033761"/>
              <a:gd name="connsiteY1-74" fmla="*/ 0 h 6096000"/>
              <a:gd name="connsiteX2-75" fmla="*/ 11023601 w 11033761"/>
              <a:gd name="connsiteY2-76" fmla="*/ 1727200 h 6096000"/>
              <a:gd name="connsiteX3-77" fmla="*/ 5648961 w 11033761"/>
              <a:gd name="connsiteY3-78" fmla="*/ 2540000 h 6096000"/>
              <a:gd name="connsiteX4-79" fmla="*/ 0 w 11033761"/>
              <a:gd name="connsiteY4-80" fmla="*/ 6096000 h 6096000"/>
              <a:gd name="connsiteX5-81" fmla="*/ 0 w 11033761"/>
              <a:gd name="connsiteY5-82" fmla="*/ 0 h 6096000"/>
              <a:gd name="connsiteX0-83" fmla="*/ 0 w 11033761"/>
              <a:gd name="connsiteY0-84" fmla="*/ 0 h 6096000"/>
              <a:gd name="connsiteX1-85" fmla="*/ 11033761 w 11033761"/>
              <a:gd name="connsiteY1-86" fmla="*/ 0 h 6096000"/>
              <a:gd name="connsiteX2-87" fmla="*/ 11023601 w 11033761"/>
              <a:gd name="connsiteY2-88" fmla="*/ 1727200 h 6096000"/>
              <a:gd name="connsiteX3-89" fmla="*/ 5648961 w 11033761"/>
              <a:gd name="connsiteY3-90" fmla="*/ 2540000 h 6096000"/>
              <a:gd name="connsiteX4-91" fmla="*/ 0 w 11033761"/>
              <a:gd name="connsiteY4-92" fmla="*/ 6096000 h 6096000"/>
              <a:gd name="connsiteX5-93" fmla="*/ 0 w 11033761"/>
              <a:gd name="connsiteY5-94" fmla="*/ 0 h 6096000"/>
              <a:gd name="connsiteX0-95" fmla="*/ 0 w 11033761"/>
              <a:gd name="connsiteY0-96" fmla="*/ 0 h 6096000"/>
              <a:gd name="connsiteX1-97" fmla="*/ 11033761 w 11033761"/>
              <a:gd name="connsiteY1-98" fmla="*/ 0 h 6096000"/>
              <a:gd name="connsiteX2-99" fmla="*/ 11023601 w 11033761"/>
              <a:gd name="connsiteY2-100" fmla="*/ 1727200 h 6096000"/>
              <a:gd name="connsiteX3-101" fmla="*/ 5445761 w 11033761"/>
              <a:gd name="connsiteY3-102" fmla="*/ 2956560 h 6096000"/>
              <a:gd name="connsiteX4-103" fmla="*/ 0 w 11033761"/>
              <a:gd name="connsiteY4-104" fmla="*/ 6096000 h 6096000"/>
              <a:gd name="connsiteX5-105" fmla="*/ 0 w 11033761"/>
              <a:gd name="connsiteY5-106" fmla="*/ 0 h 6096000"/>
              <a:gd name="connsiteX0-107" fmla="*/ 0 w 11033761"/>
              <a:gd name="connsiteY0-108" fmla="*/ 0 h 6096000"/>
              <a:gd name="connsiteX1-109" fmla="*/ 11033761 w 11033761"/>
              <a:gd name="connsiteY1-110" fmla="*/ 0 h 6096000"/>
              <a:gd name="connsiteX2-111" fmla="*/ 11023601 w 11033761"/>
              <a:gd name="connsiteY2-112" fmla="*/ 1727200 h 6096000"/>
              <a:gd name="connsiteX3-113" fmla="*/ 5445761 w 11033761"/>
              <a:gd name="connsiteY3-114" fmla="*/ 2956560 h 6096000"/>
              <a:gd name="connsiteX4-115" fmla="*/ 0 w 11033761"/>
              <a:gd name="connsiteY4-116" fmla="*/ 6096000 h 6096000"/>
              <a:gd name="connsiteX5-117" fmla="*/ 0 w 11033761"/>
              <a:gd name="connsiteY5-118" fmla="*/ 0 h 6096000"/>
              <a:gd name="connsiteX0-119" fmla="*/ 0 w 11033761"/>
              <a:gd name="connsiteY0-120" fmla="*/ 0 h 6096000"/>
              <a:gd name="connsiteX1-121" fmla="*/ 11033761 w 11033761"/>
              <a:gd name="connsiteY1-122" fmla="*/ 0 h 6096000"/>
              <a:gd name="connsiteX2-123" fmla="*/ 11023601 w 11033761"/>
              <a:gd name="connsiteY2-124" fmla="*/ 1727200 h 6096000"/>
              <a:gd name="connsiteX3-125" fmla="*/ 5445761 w 11033761"/>
              <a:gd name="connsiteY3-126" fmla="*/ 2956560 h 6096000"/>
              <a:gd name="connsiteX4-127" fmla="*/ 0 w 11033761"/>
              <a:gd name="connsiteY4-128" fmla="*/ 6096000 h 6096000"/>
              <a:gd name="connsiteX5-129" fmla="*/ 0 w 11033761"/>
              <a:gd name="connsiteY5-130" fmla="*/ 0 h 6096000"/>
              <a:gd name="connsiteX0-131" fmla="*/ 0 w 11033761"/>
              <a:gd name="connsiteY0-132" fmla="*/ 0 h 6096000"/>
              <a:gd name="connsiteX1-133" fmla="*/ 11033761 w 11033761"/>
              <a:gd name="connsiteY1-134" fmla="*/ 0 h 6096000"/>
              <a:gd name="connsiteX2-135" fmla="*/ 11023601 w 11033761"/>
              <a:gd name="connsiteY2-136" fmla="*/ 1727200 h 6096000"/>
              <a:gd name="connsiteX3-137" fmla="*/ 3139236 w 11033761"/>
              <a:gd name="connsiteY3-138" fmla="*/ 3292892 h 6096000"/>
              <a:gd name="connsiteX4-139" fmla="*/ 0 w 11033761"/>
              <a:gd name="connsiteY4-140" fmla="*/ 6096000 h 6096000"/>
              <a:gd name="connsiteX5-141" fmla="*/ 0 w 11033761"/>
              <a:gd name="connsiteY5-142" fmla="*/ 0 h 6096000"/>
              <a:gd name="connsiteX0-143" fmla="*/ 0 w 11033761"/>
              <a:gd name="connsiteY0-144" fmla="*/ 0 h 6096000"/>
              <a:gd name="connsiteX1-145" fmla="*/ 11033761 w 11033761"/>
              <a:gd name="connsiteY1-146" fmla="*/ 0 h 6096000"/>
              <a:gd name="connsiteX2-147" fmla="*/ 11023601 w 11033761"/>
              <a:gd name="connsiteY2-148" fmla="*/ 1727200 h 6096000"/>
              <a:gd name="connsiteX3-149" fmla="*/ 3139236 w 11033761"/>
              <a:gd name="connsiteY3-150" fmla="*/ 3292892 h 6096000"/>
              <a:gd name="connsiteX4-151" fmla="*/ 0 w 11033761"/>
              <a:gd name="connsiteY4-152" fmla="*/ 6096000 h 6096000"/>
              <a:gd name="connsiteX5-153" fmla="*/ 0 w 11033761"/>
              <a:gd name="connsiteY5-154" fmla="*/ 0 h 6096000"/>
              <a:gd name="connsiteX0-155" fmla="*/ 0 w 11033761"/>
              <a:gd name="connsiteY0-156" fmla="*/ 0 h 6096000"/>
              <a:gd name="connsiteX1-157" fmla="*/ 11033761 w 11033761"/>
              <a:gd name="connsiteY1-158" fmla="*/ 0 h 6096000"/>
              <a:gd name="connsiteX2-159" fmla="*/ 11023601 w 11033761"/>
              <a:gd name="connsiteY2-160" fmla="*/ 1727200 h 6096000"/>
              <a:gd name="connsiteX3-161" fmla="*/ 2857523 w 11033761"/>
              <a:gd name="connsiteY3-162" fmla="*/ 2725333 h 6096000"/>
              <a:gd name="connsiteX4-163" fmla="*/ 0 w 11033761"/>
              <a:gd name="connsiteY4-164" fmla="*/ 6096000 h 6096000"/>
              <a:gd name="connsiteX5-165" fmla="*/ 0 w 11033761"/>
              <a:gd name="connsiteY5-166" fmla="*/ 0 h 6096000"/>
              <a:gd name="connsiteX0-167" fmla="*/ 0 w 11033761"/>
              <a:gd name="connsiteY0-168" fmla="*/ 0 h 6096000"/>
              <a:gd name="connsiteX1-169" fmla="*/ 11033761 w 11033761"/>
              <a:gd name="connsiteY1-170" fmla="*/ 0 h 6096000"/>
              <a:gd name="connsiteX2-171" fmla="*/ 11023601 w 11033761"/>
              <a:gd name="connsiteY2-172" fmla="*/ 1727200 h 6096000"/>
              <a:gd name="connsiteX3-173" fmla="*/ 2778291 w 11033761"/>
              <a:gd name="connsiteY3-174" fmla="*/ 3734326 h 6096000"/>
              <a:gd name="connsiteX4-175" fmla="*/ 0 w 11033761"/>
              <a:gd name="connsiteY4-176" fmla="*/ 6096000 h 6096000"/>
              <a:gd name="connsiteX5-177" fmla="*/ 0 w 11033761"/>
              <a:gd name="connsiteY5-178" fmla="*/ 0 h 6096000"/>
              <a:gd name="connsiteX0-179" fmla="*/ 0 w 11033761"/>
              <a:gd name="connsiteY0-180" fmla="*/ 0 h 6096000"/>
              <a:gd name="connsiteX1-181" fmla="*/ 11033761 w 11033761"/>
              <a:gd name="connsiteY1-182" fmla="*/ 0 h 6096000"/>
              <a:gd name="connsiteX2-183" fmla="*/ 11023601 w 11033761"/>
              <a:gd name="connsiteY2-184" fmla="*/ 1727200 h 6096000"/>
              <a:gd name="connsiteX3-185" fmla="*/ 2778291 w 11033761"/>
              <a:gd name="connsiteY3-186" fmla="*/ 3734326 h 6096000"/>
              <a:gd name="connsiteX4-187" fmla="*/ 0 w 11033761"/>
              <a:gd name="connsiteY4-188" fmla="*/ 6096000 h 6096000"/>
              <a:gd name="connsiteX5-189" fmla="*/ 0 w 11033761"/>
              <a:gd name="connsiteY5-190" fmla="*/ 0 h 6096000"/>
              <a:gd name="connsiteX0-191" fmla="*/ 0 w 11033761"/>
              <a:gd name="connsiteY0-192" fmla="*/ 0 h 6096000"/>
              <a:gd name="connsiteX1-193" fmla="*/ 11033761 w 11033761"/>
              <a:gd name="connsiteY1-194" fmla="*/ 0 h 6096000"/>
              <a:gd name="connsiteX2-195" fmla="*/ 11023601 w 11033761"/>
              <a:gd name="connsiteY2-196" fmla="*/ 1727200 h 6096000"/>
              <a:gd name="connsiteX3-197" fmla="*/ 3051201 w 11033761"/>
              <a:gd name="connsiteY3-198" fmla="*/ 2178797 h 6096000"/>
              <a:gd name="connsiteX4-199" fmla="*/ 0 w 11033761"/>
              <a:gd name="connsiteY4-200" fmla="*/ 6096000 h 6096000"/>
              <a:gd name="connsiteX5-201" fmla="*/ 0 w 11033761"/>
              <a:gd name="connsiteY5-202" fmla="*/ 0 h 6096000"/>
              <a:gd name="connsiteX0-203" fmla="*/ 0 w 11033761"/>
              <a:gd name="connsiteY0-204" fmla="*/ 0 h 6096000"/>
              <a:gd name="connsiteX1-205" fmla="*/ 11033761 w 11033761"/>
              <a:gd name="connsiteY1-206" fmla="*/ 0 h 6096000"/>
              <a:gd name="connsiteX2-207" fmla="*/ 11023601 w 11033761"/>
              <a:gd name="connsiteY2-208" fmla="*/ 1727200 h 6096000"/>
              <a:gd name="connsiteX3-209" fmla="*/ 3051201 w 11033761"/>
              <a:gd name="connsiteY3-210" fmla="*/ 2178797 h 6096000"/>
              <a:gd name="connsiteX4-211" fmla="*/ 0 w 11033761"/>
              <a:gd name="connsiteY4-212" fmla="*/ 6096000 h 6096000"/>
              <a:gd name="connsiteX5-213" fmla="*/ 0 w 11033761"/>
              <a:gd name="connsiteY5-214" fmla="*/ 0 h 6096000"/>
              <a:gd name="connsiteX0-215" fmla="*/ 0 w 11033761"/>
              <a:gd name="connsiteY0-216" fmla="*/ 0 h 6096000"/>
              <a:gd name="connsiteX1-217" fmla="*/ 11033761 w 11033761"/>
              <a:gd name="connsiteY1-218" fmla="*/ 0 h 6096000"/>
              <a:gd name="connsiteX2-219" fmla="*/ 11023601 w 11033761"/>
              <a:gd name="connsiteY2-220" fmla="*/ 1727200 h 6096000"/>
              <a:gd name="connsiteX3-221" fmla="*/ 2672650 w 11033761"/>
              <a:gd name="connsiteY3-222" fmla="*/ 2452067 h 6096000"/>
              <a:gd name="connsiteX4-223" fmla="*/ 0 w 11033761"/>
              <a:gd name="connsiteY4-224" fmla="*/ 6096000 h 6096000"/>
              <a:gd name="connsiteX5-225" fmla="*/ 0 w 11033761"/>
              <a:gd name="connsiteY5-226" fmla="*/ 0 h 6096000"/>
              <a:gd name="connsiteX0-227" fmla="*/ 0 w 11033761"/>
              <a:gd name="connsiteY0-228" fmla="*/ 0 h 6096000"/>
              <a:gd name="connsiteX1-229" fmla="*/ 11033761 w 11033761"/>
              <a:gd name="connsiteY1-230" fmla="*/ 0 h 6096000"/>
              <a:gd name="connsiteX2-231" fmla="*/ 11023601 w 11033761"/>
              <a:gd name="connsiteY2-232" fmla="*/ 1727200 h 6096000"/>
              <a:gd name="connsiteX3-233" fmla="*/ 2672650 w 11033761"/>
              <a:gd name="connsiteY3-234" fmla="*/ 2452067 h 6096000"/>
              <a:gd name="connsiteX4-235" fmla="*/ 0 w 11033761"/>
              <a:gd name="connsiteY4-236" fmla="*/ 6096000 h 6096000"/>
              <a:gd name="connsiteX5-237" fmla="*/ 0 w 11033761"/>
              <a:gd name="connsiteY5-238" fmla="*/ 0 h 6096000"/>
              <a:gd name="connsiteX0-239" fmla="*/ 0 w 11033761"/>
              <a:gd name="connsiteY0-240" fmla="*/ 0 h 6096000"/>
              <a:gd name="connsiteX1-241" fmla="*/ 11033761 w 11033761"/>
              <a:gd name="connsiteY1-242" fmla="*/ 0 h 6096000"/>
              <a:gd name="connsiteX2-243" fmla="*/ 11023601 w 11033761"/>
              <a:gd name="connsiteY2-244" fmla="*/ 1727200 h 6096000"/>
              <a:gd name="connsiteX3-245" fmla="*/ 2672650 w 11033761"/>
              <a:gd name="connsiteY3-246" fmla="*/ 2452067 h 6096000"/>
              <a:gd name="connsiteX4-247" fmla="*/ 0 w 11033761"/>
              <a:gd name="connsiteY4-248" fmla="*/ 6096000 h 6096000"/>
              <a:gd name="connsiteX5-249" fmla="*/ 0 w 11033761"/>
              <a:gd name="connsiteY5-250" fmla="*/ 0 h 6096000"/>
              <a:gd name="connsiteX0-251" fmla="*/ 0 w 11033761"/>
              <a:gd name="connsiteY0-252" fmla="*/ 0 h 6096000"/>
              <a:gd name="connsiteX1-253" fmla="*/ 11033761 w 11033761"/>
              <a:gd name="connsiteY1-254" fmla="*/ 0 h 6096000"/>
              <a:gd name="connsiteX2-255" fmla="*/ 11023601 w 11033761"/>
              <a:gd name="connsiteY2-256" fmla="*/ 1727200 h 6096000"/>
              <a:gd name="connsiteX3-257" fmla="*/ 2655044 w 11033761"/>
              <a:gd name="connsiteY3-258" fmla="*/ 2262881 h 6096000"/>
              <a:gd name="connsiteX4-259" fmla="*/ 0 w 11033761"/>
              <a:gd name="connsiteY4-260" fmla="*/ 6096000 h 6096000"/>
              <a:gd name="connsiteX5-261" fmla="*/ 0 w 11033761"/>
              <a:gd name="connsiteY5-262" fmla="*/ 0 h 6096000"/>
              <a:gd name="connsiteX0-263" fmla="*/ 0 w 11033761"/>
              <a:gd name="connsiteY0-264" fmla="*/ 0 h 6096000"/>
              <a:gd name="connsiteX1-265" fmla="*/ 11033761 w 11033761"/>
              <a:gd name="connsiteY1-266" fmla="*/ 0 h 6096000"/>
              <a:gd name="connsiteX2-267" fmla="*/ 11023601 w 11033761"/>
              <a:gd name="connsiteY2-268" fmla="*/ 1727200 h 6096000"/>
              <a:gd name="connsiteX3-269" fmla="*/ 2655044 w 11033761"/>
              <a:gd name="connsiteY3-270" fmla="*/ 2262881 h 6096000"/>
              <a:gd name="connsiteX4-271" fmla="*/ 0 w 11033761"/>
              <a:gd name="connsiteY4-272" fmla="*/ 6096000 h 6096000"/>
              <a:gd name="connsiteX5-273" fmla="*/ 0 w 11033761"/>
              <a:gd name="connsiteY5-274" fmla="*/ 0 h 6096000"/>
              <a:gd name="connsiteX0-275" fmla="*/ 0 w 11033761"/>
              <a:gd name="connsiteY0-276" fmla="*/ 0 h 6096000"/>
              <a:gd name="connsiteX1-277" fmla="*/ 11033761 w 11033761"/>
              <a:gd name="connsiteY1-278" fmla="*/ 0 h 6096000"/>
              <a:gd name="connsiteX2-279" fmla="*/ 11023601 w 11033761"/>
              <a:gd name="connsiteY2-280" fmla="*/ 1727200 h 6096000"/>
              <a:gd name="connsiteX3-281" fmla="*/ 2655044 w 11033761"/>
              <a:gd name="connsiteY3-282" fmla="*/ 2262881 h 6096000"/>
              <a:gd name="connsiteX4-283" fmla="*/ 0 w 11033761"/>
              <a:gd name="connsiteY4-284" fmla="*/ 6096000 h 6096000"/>
              <a:gd name="connsiteX5-285" fmla="*/ 0 w 11033761"/>
              <a:gd name="connsiteY5-286" fmla="*/ 0 h 609600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21" y="connsiteY5-22"/>
              </a:cxn>
            </a:cxnLst>
            <a:rect l="l" t="t" r="r" b="b"/>
            <a:pathLst>
              <a:path w="11033761" h="6096000">
                <a:moveTo>
                  <a:pt x="0" y="0"/>
                </a:moveTo>
                <a:lnTo>
                  <a:pt x="11033761" y="0"/>
                </a:lnTo>
                <a:cubicBezTo>
                  <a:pt x="11030374" y="575733"/>
                  <a:pt x="11026988" y="1151467"/>
                  <a:pt x="11023601" y="1727200"/>
                </a:cubicBezTo>
                <a:cubicBezTo>
                  <a:pt x="8671657" y="6620351"/>
                  <a:pt x="4708496" y="1041345"/>
                  <a:pt x="2655044" y="2262881"/>
                </a:cubicBezTo>
                <a:cubicBezTo>
                  <a:pt x="1607836" y="3058278"/>
                  <a:pt x="1046652" y="3586364"/>
                  <a:pt x="0" y="6096000"/>
                </a:cubicBezTo>
                <a:lnTo>
                  <a:pt x="0" y="0"/>
                </a:lnTo>
                <a:close/>
              </a:path>
            </a:pathLst>
          </a:custGeom>
          <a:gradFill flip="none" rotWithShape="1">
            <a:gsLst>
              <a:gs pos="35000">
                <a:schemeClr val="bg1">
                  <a:lumMod val="85000"/>
                </a:schemeClr>
              </a:gs>
              <a:gs pos="100000">
                <a:srgbClr val="F4F4F4">
                  <a:alpha val="66271"/>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 name="加号 5"/>
          <p:cNvSpPr/>
          <p:nvPr/>
        </p:nvSpPr>
        <p:spPr>
          <a:xfrm>
            <a:off x="1081820" y="4974569"/>
            <a:ext cx="258418" cy="258418"/>
          </a:xfrm>
          <a:prstGeom prst="mathPlus">
            <a:avLst>
              <a:gd name="adj1" fmla="val 8613"/>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 name="加号 6"/>
          <p:cNvSpPr/>
          <p:nvPr/>
        </p:nvSpPr>
        <p:spPr>
          <a:xfrm>
            <a:off x="10075007" y="4998583"/>
            <a:ext cx="258418" cy="258418"/>
          </a:xfrm>
          <a:prstGeom prst="mathPlus">
            <a:avLst>
              <a:gd name="adj1" fmla="val 8613"/>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nvGrpSpPr>
          <p:cNvPr id="8" name="组合 7"/>
          <p:cNvGrpSpPr/>
          <p:nvPr/>
        </p:nvGrpSpPr>
        <p:grpSpPr>
          <a:xfrm>
            <a:off x="415277" y="4591563"/>
            <a:ext cx="182391" cy="713336"/>
            <a:chOff x="9975400" y="1600014"/>
            <a:chExt cx="288238" cy="1127306"/>
          </a:xfrm>
        </p:grpSpPr>
        <p:cxnSp>
          <p:nvCxnSpPr>
            <p:cNvPr id="9" name="直线连接符 8"/>
            <p:cNvCxnSpPr/>
            <p:nvPr/>
          </p:nvCxnSpPr>
          <p:spPr>
            <a:xfrm>
              <a:off x="9975400" y="1600200"/>
              <a:ext cx="188844" cy="188844"/>
            </a:xfrm>
            <a:prstGeom prst="line">
              <a:avLst/>
            </a:prstGeom>
            <a:ln w="158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 name="直线连接符 9"/>
            <p:cNvCxnSpPr/>
            <p:nvPr/>
          </p:nvCxnSpPr>
          <p:spPr>
            <a:xfrm flipH="1">
              <a:off x="9985340" y="1789044"/>
              <a:ext cx="188844" cy="188844"/>
            </a:xfrm>
            <a:prstGeom prst="line">
              <a:avLst/>
            </a:prstGeom>
            <a:ln w="158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 name="直线连接符 10"/>
            <p:cNvCxnSpPr/>
            <p:nvPr/>
          </p:nvCxnSpPr>
          <p:spPr>
            <a:xfrm>
              <a:off x="9975400" y="1977888"/>
              <a:ext cx="188844" cy="188844"/>
            </a:xfrm>
            <a:prstGeom prst="line">
              <a:avLst/>
            </a:prstGeom>
            <a:ln w="158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直线连接符 11"/>
            <p:cNvCxnSpPr/>
            <p:nvPr/>
          </p:nvCxnSpPr>
          <p:spPr>
            <a:xfrm flipH="1">
              <a:off x="9985340" y="2166732"/>
              <a:ext cx="188844" cy="188844"/>
            </a:xfrm>
            <a:prstGeom prst="line">
              <a:avLst/>
            </a:prstGeom>
            <a:ln w="158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 name="直线连接符 12"/>
            <p:cNvCxnSpPr/>
            <p:nvPr/>
          </p:nvCxnSpPr>
          <p:spPr>
            <a:xfrm>
              <a:off x="9975400" y="2349632"/>
              <a:ext cx="188844" cy="188844"/>
            </a:xfrm>
            <a:prstGeom prst="line">
              <a:avLst/>
            </a:prstGeom>
            <a:ln w="158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 name="直线连接符 13"/>
            <p:cNvCxnSpPr/>
            <p:nvPr/>
          </p:nvCxnSpPr>
          <p:spPr>
            <a:xfrm flipH="1">
              <a:off x="9985340" y="2538476"/>
              <a:ext cx="188844" cy="188844"/>
            </a:xfrm>
            <a:prstGeom prst="line">
              <a:avLst/>
            </a:prstGeom>
            <a:ln w="158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 name="直线连接符 14"/>
            <p:cNvCxnSpPr/>
            <p:nvPr/>
          </p:nvCxnSpPr>
          <p:spPr>
            <a:xfrm>
              <a:off x="10064854" y="1600014"/>
              <a:ext cx="188844" cy="188844"/>
            </a:xfrm>
            <a:prstGeom prst="line">
              <a:avLst/>
            </a:prstGeom>
            <a:ln w="158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 name="直线连接符 15"/>
            <p:cNvCxnSpPr/>
            <p:nvPr/>
          </p:nvCxnSpPr>
          <p:spPr>
            <a:xfrm flipH="1">
              <a:off x="10074794" y="1788858"/>
              <a:ext cx="188844" cy="188844"/>
            </a:xfrm>
            <a:prstGeom prst="line">
              <a:avLst/>
            </a:prstGeom>
            <a:ln w="158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直线连接符 16"/>
            <p:cNvCxnSpPr/>
            <p:nvPr/>
          </p:nvCxnSpPr>
          <p:spPr>
            <a:xfrm>
              <a:off x="10064854" y="1977702"/>
              <a:ext cx="188844" cy="188844"/>
            </a:xfrm>
            <a:prstGeom prst="line">
              <a:avLst/>
            </a:prstGeom>
            <a:ln w="158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8" name="直线连接符 17"/>
            <p:cNvCxnSpPr/>
            <p:nvPr/>
          </p:nvCxnSpPr>
          <p:spPr>
            <a:xfrm flipH="1">
              <a:off x="10074794" y="2166546"/>
              <a:ext cx="188844" cy="188844"/>
            </a:xfrm>
            <a:prstGeom prst="line">
              <a:avLst/>
            </a:prstGeom>
            <a:ln w="158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9" name="直线连接符 18"/>
            <p:cNvCxnSpPr/>
            <p:nvPr/>
          </p:nvCxnSpPr>
          <p:spPr>
            <a:xfrm>
              <a:off x="10064854" y="2349446"/>
              <a:ext cx="188844" cy="188844"/>
            </a:xfrm>
            <a:prstGeom prst="line">
              <a:avLst/>
            </a:prstGeom>
            <a:ln w="158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 name="直线连接符 19"/>
            <p:cNvCxnSpPr/>
            <p:nvPr/>
          </p:nvCxnSpPr>
          <p:spPr>
            <a:xfrm flipH="1">
              <a:off x="10074794" y="2538290"/>
              <a:ext cx="188844" cy="188844"/>
            </a:xfrm>
            <a:prstGeom prst="line">
              <a:avLst/>
            </a:prstGeom>
            <a:ln w="158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21" name="同心圆 20"/>
          <p:cNvSpPr/>
          <p:nvPr/>
        </p:nvSpPr>
        <p:spPr>
          <a:xfrm>
            <a:off x="11634128" y="1313209"/>
            <a:ext cx="178906" cy="178906"/>
          </a:xfrm>
          <a:prstGeom prst="donut">
            <a:avLst>
              <a:gd name="adj" fmla="val 10213"/>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grpSp>
        <p:nvGrpSpPr>
          <p:cNvPr id="22" name="组合 21"/>
          <p:cNvGrpSpPr/>
          <p:nvPr/>
        </p:nvGrpSpPr>
        <p:grpSpPr>
          <a:xfrm>
            <a:off x="334330" y="288182"/>
            <a:ext cx="413468" cy="1264919"/>
            <a:chOff x="8998226" y="-487017"/>
            <a:chExt cx="413468" cy="1264919"/>
          </a:xfrm>
        </p:grpSpPr>
        <p:sp>
          <p:nvSpPr>
            <p:cNvPr id="23" name="椭圆 22"/>
            <p:cNvSpPr/>
            <p:nvPr/>
          </p:nvSpPr>
          <p:spPr>
            <a:xfrm>
              <a:off x="8998226" y="-487017"/>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4" name="椭圆 23"/>
            <p:cNvSpPr/>
            <p:nvPr/>
          </p:nvSpPr>
          <p:spPr>
            <a:xfrm>
              <a:off x="9120809" y="-487017"/>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5" name="椭圆 24"/>
            <p:cNvSpPr/>
            <p:nvPr/>
          </p:nvSpPr>
          <p:spPr>
            <a:xfrm>
              <a:off x="9243392" y="-487017"/>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6" name="椭圆 25"/>
            <p:cNvSpPr/>
            <p:nvPr/>
          </p:nvSpPr>
          <p:spPr>
            <a:xfrm>
              <a:off x="9365975" y="-487017"/>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7" name="椭圆 26"/>
            <p:cNvSpPr/>
            <p:nvPr/>
          </p:nvSpPr>
          <p:spPr>
            <a:xfrm>
              <a:off x="8998226" y="-334617"/>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8" name="椭圆 27"/>
            <p:cNvSpPr/>
            <p:nvPr/>
          </p:nvSpPr>
          <p:spPr>
            <a:xfrm>
              <a:off x="9120809" y="-334617"/>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9" name="椭圆 28"/>
            <p:cNvSpPr/>
            <p:nvPr/>
          </p:nvSpPr>
          <p:spPr>
            <a:xfrm>
              <a:off x="9243392" y="-334617"/>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0" name="椭圆 29"/>
            <p:cNvSpPr/>
            <p:nvPr/>
          </p:nvSpPr>
          <p:spPr>
            <a:xfrm>
              <a:off x="9365975" y="-334617"/>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1" name="椭圆 30"/>
            <p:cNvSpPr/>
            <p:nvPr/>
          </p:nvSpPr>
          <p:spPr>
            <a:xfrm>
              <a:off x="8998226" y="-182217"/>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2" name="椭圆 31"/>
            <p:cNvSpPr/>
            <p:nvPr/>
          </p:nvSpPr>
          <p:spPr>
            <a:xfrm>
              <a:off x="9120809" y="-182217"/>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3" name="椭圆 32"/>
            <p:cNvSpPr/>
            <p:nvPr/>
          </p:nvSpPr>
          <p:spPr>
            <a:xfrm>
              <a:off x="9243392" y="-182217"/>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4" name="椭圆 33"/>
            <p:cNvSpPr/>
            <p:nvPr/>
          </p:nvSpPr>
          <p:spPr>
            <a:xfrm>
              <a:off x="9365975" y="-182217"/>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5" name="椭圆 34"/>
            <p:cNvSpPr/>
            <p:nvPr/>
          </p:nvSpPr>
          <p:spPr>
            <a:xfrm>
              <a:off x="8998226" y="-29817"/>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6" name="椭圆 35"/>
            <p:cNvSpPr/>
            <p:nvPr/>
          </p:nvSpPr>
          <p:spPr>
            <a:xfrm>
              <a:off x="9120809" y="-29817"/>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7" name="椭圆 36"/>
            <p:cNvSpPr/>
            <p:nvPr/>
          </p:nvSpPr>
          <p:spPr>
            <a:xfrm>
              <a:off x="9243392" y="-29817"/>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8" name="椭圆 37"/>
            <p:cNvSpPr/>
            <p:nvPr/>
          </p:nvSpPr>
          <p:spPr>
            <a:xfrm>
              <a:off x="9365975" y="-29817"/>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9" name="椭圆 38"/>
            <p:cNvSpPr/>
            <p:nvPr/>
          </p:nvSpPr>
          <p:spPr>
            <a:xfrm>
              <a:off x="8998226" y="122583"/>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0" name="椭圆 39"/>
            <p:cNvSpPr/>
            <p:nvPr/>
          </p:nvSpPr>
          <p:spPr>
            <a:xfrm>
              <a:off x="9120809" y="122583"/>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1" name="椭圆 40"/>
            <p:cNvSpPr/>
            <p:nvPr/>
          </p:nvSpPr>
          <p:spPr>
            <a:xfrm>
              <a:off x="9243392" y="122583"/>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2" name="椭圆 41"/>
            <p:cNvSpPr/>
            <p:nvPr/>
          </p:nvSpPr>
          <p:spPr>
            <a:xfrm>
              <a:off x="9365975" y="122583"/>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3" name="椭圆 42"/>
            <p:cNvSpPr/>
            <p:nvPr/>
          </p:nvSpPr>
          <p:spPr>
            <a:xfrm>
              <a:off x="8998226" y="274983"/>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4" name="椭圆 43"/>
            <p:cNvSpPr/>
            <p:nvPr/>
          </p:nvSpPr>
          <p:spPr>
            <a:xfrm>
              <a:off x="9120809" y="274983"/>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5" name="椭圆 44"/>
            <p:cNvSpPr/>
            <p:nvPr/>
          </p:nvSpPr>
          <p:spPr>
            <a:xfrm>
              <a:off x="9243392" y="274983"/>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6" name="椭圆 45"/>
            <p:cNvSpPr/>
            <p:nvPr/>
          </p:nvSpPr>
          <p:spPr>
            <a:xfrm>
              <a:off x="9365975" y="274983"/>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7" name="椭圆 46"/>
            <p:cNvSpPr/>
            <p:nvPr/>
          </p:nvSpPr>
          <p:spPr>
            <a:xfrm>
              <a:off x="8998226" y="427383"/>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8" name="椭圆 47"/>
            <p:cNvSpPr/>
            <p:nvPr/>
          </p:nvSpPr>
          <p:spPr>
            <a:xfrm>
              <a:off x="9120809" y="427383"/>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9" name="椭圆 48"/>
            <p:cNvSpPr/>
            <p:nvPr/>
          </p:nvSpPr>
          <p:spPr>
            <a:xfrm>
              <a:off x="9243392" y="427383"/>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0" name="椭圆 49"/>
            <p:cNvSpPr/>
            <p:nvPr/>
          </p:nvSpPr>
          <p:spPr>
            <a:xfrm>
              <a:off x="9365975" y="427383"/>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1" name="椭圆 50"/>
            <p:cNvSpPr/>
            <p:nvPr/>
          </p:nvSpPr>
          <p:spPr>
            <a:xfrm>
              <a:off x="8998226" y="579783"/>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2" name="椭圆 51"/>
            <p:cNvSpPr/>
            <p:nvPr/>
          </p:nvSpPr>
          <p:spPr>
            <a:xfrm>
              <a:off x="9120809" y="579783"/>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3" name="椭圆 52"/>
            <p:cNvSpPr/>
            <p:nvPr/>
          </p:nvSpPr>
          <p:spPr>
            <a:xfrm>
              <a:off x="9243392" y="579783"/>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4" name="椭圆 53"/>
            <p:cNvSpPr/>
            <p:nvPr/>
          </p:nvSpPr>
          <p:spPr>
            <a:xfrm>
              <a:off x="9365975" y="579783"/>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5" name="椭圆 54"/>
            <p:cNvSpPr/>
            <p:nvPr/>
          </p:nvSpPr>
          <p:spPr>
            <a:xfrm>
              <a:off x="8998226" y="732183"/>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6" name="椭圆 55"/>
            <p:cNvSpPr/>
            <p:nvPr/>
          </p:nvSpPr>
          <p:spPr>
            <a:xfrm>
              <a:off x="9120809" y="732183"/>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7" name="椭圆 56"/>
            <p:cNvSpPr/>
            <p:nvPr/>
          </p:nvSpPr>
          <p:spPr>
            <a:xfrm>
              <a:off x="9243392" y="732183"/>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8" name="椭圆 57"/>
            <p:cNvSpPr/>
            <p:nvPr/>
          </p:nvSpPr>
          <p:spPr>
            <a:xfrm>
              <a:off x="9365975" y="732183"/>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spTree>
  </p:cSld>
  <p:clrMapOvr>
    <a:masterClrMapping/>
  </p:clrMapOvr>
  <mc:AlternateContent xmlns:mc="http://schemas.openxmlformats.org/markup-compatibility/2006">
    <mc:Choice xmlns:p14="http://schemas.microsoft.com/office/powerpoint/2010/main" Requires="p14">
      <p:transition spd="slow" p14:dur="2000" advTm="3000"/>
    </mc:Choice>
    <mc:Fallback>
      <p:transition spd="slow" advTm="3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par>
                                <p:cTn id="8" presetID="9"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dissolve">
                                      <p:cBhvr>
                                        <p:cTn id="10" dur="500"/>
                                        <p:tgtEl>
                                          <p:spTgt spid="3"/>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dissolve">
                                      <p:cBhvr>
                                        <p:cTn id="13"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角矩形 1"/>
          <p:cNvSpPr/>
          <p:nvPr/>
        </p:nvSpPr>
        <p:spPr>
          <a:xfrm>
            <a:off x="4138543" y="1898374"/>
            <a:ext cx="2365513" cy="3220279"/>
          </a:xfrm>
          <a:prstGeom prst="roundRect">
            <a:avLst>
              <a:gd name="adj" fmla="val 4482"/>
            </a:avLst>
          </a:prstGeom>
          <a:no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 name="文本框 9"/>
          <p:cNvSpPr txBox="1"/>
          <p:nvPr/>
        </p:nvSpPr>
        <p:spPr>
          <a:xfrm>
            <a:off x="4417843" y="2233406"/>
            <a:ext cx="1416427" cy="328231"/>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t">
            <a:noAutofit/>
          </a:bodyPr>
          <a:lstStyle>
            <a:defPPr>
              <a:defRPr lang="zh-CN"/>
            </a:defPPr>
            <a:lvl1pPr defTabSz="1219200">
              <a:spcBef>
                <a:spcPct val="0"/>
              </a:spcBef>
              <a:defRPr cap="all">
                <a:solidFill>
                  <a:schemeClr val="tx1">
                    <a:lumMod val="65000"/>
                    <a:lumOff val="35000"/>
                  </a:schemeClr>
                </a:solidFill>
                <a:latin typeface="微软雅黑" panose="020B0503020204020204" pitchFamily="34" charset="-122"/>
                <a:ea typeface="微软雅黑" panose="020B0503020204020204" pitchFamily="34" charset="-122"/>
                <a:cs typeface="+mj-cs"/>
              </a:defRPr>
            </a:lvl1pPr>
            <a:lvl2pPr marL="0" lvl="1" defTabSz="1219200">
              <a:defRPr sz="2055">
                <a:solidFill>
                  <a:schemeClr val="tx1">
                    <a:lumMod val="65000"/>
                    <a:lumOff val="35000"/>
                  </a:schemeClr>
                </a:solidFill>
                <a:latin typeface="微软雅黑" panose="020B0503020204020204" pitchFamily="34" charset="-122"/>
                <a:ea typeface="微软雅黑" panose="020B0503020204020204" pitchFamily="34" charset="-122"/>
              </a:defRPr>
            </a:lvl2pPr>
            <a:lvl3pPr marL="1219200" defTabSz="1219200">
              <a:defRPr sz="2400"/>
            </a:lvl3pPr>
            <a:lvl4pPr marL="1828800" defTabSz="1219200">
              <a:defRPr sz="2400"/>
            </a:lvl4pPr>
            <a:lvl5pPr marL="2438400" defTabSz="1219200">
              <a:defRPr sz="2400"/>
            </a:lvl5pPr>
            <a:lvl6pPr marL="3048000" defTabSz="1219200">
              <a:defRPr sz="2400"/>
            </a:lvl6pPr>
            <a:lvl7pPr marL="3657600" defTabSz="1219200">
              <a:defRPr sz="2400"/>
            </a:lvl7pPr>
            <a:lvl8pPr marL="4267200" defTabSz="1219200">
              <a:defRPr sz="2400"/>
            </a:lvl8pPr>
            <a:lvl9pPr marL="4876800" defTabSz="1219200">
              <a:defRPr sz="2400"/>
            </a:lvl9pPr>
          </a:lstStyle>
          <a:p>
            <a:pPr lvl="1" algn="dist"/>
            <a:r>
              <a:rPr lang="zh-CN" altLang="en-US" sz="1600" b="1" dirty="0">
                <a:solidFill>
                  <a:schemeClr val="tx1">
                    <a:lumMod val="75000"/>
                    <a:lumOff val="25000"/>
                  </a:schemeClr>
                </a:solidFill>
                <a:latin typeface="Source Han Sans CN Bold" panose="020B0500000000000000" pitchFamily="34" charset="-128"/>
                <a:ea typeface="Source Han Sans CN Bold" panose="020B0500000000000000" pitchFamily="34" charset="-128"/>
              </a:rPr>
              <a:t>输入标题文本</a:t>
            </a:r>
            <a:endParaRPr lang="zh-CN" altLang="en-US" sz="1600" b="1" dirty="0">
              <a:solidFill>
                <a:schemeClr val="tx1">
                  <a:lumMod val="75000"/>
                  <a:lumOff val="25000"/>
                </a:schemeClr>
              </a:solidFill>
              <a:latin typeface="Source Han Sans CN Bold" panose="020B0500000000000000" pitchFamily="34" charset="-128"/>
              <a:ea typeface="Source Han Sans CN Bold" panose="020B0500000000000000" pitchFamily="34" charset="-128"/>
            </a:endParaRPr>
          </a:p>
        </p:txBody>
      </p:sp>
      <p:sp>
        <p:nvSpPr>
          <p:cNvPr id="4" name="TextBox 107"/>
          <p:cNvSpPr txBox="1"/>
          <p:nvPr/>
        </p:nvSpPr>
        <p:spPr>
          <a:xfrm>
            <a:off x="4309943" y="2581515"/>
            <a:ext cx="1951710" cy="1494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1" tIns="45716" rIns="91431" bIns="45716">
            <a:spAutoFit/>
          </a:bodyPr>
          <a:lstStyle>
            <a:defPPr>
              <a:defRPr lang="zh-CN"/>
            </a:defPPr>
            <a:lvl1pPr algn="ctr">
              <a:lnSpc>
                <a:spcPct val="130000"/>
              </a:lnSpc>
              <a:spcBef>
                <a:spcPct val="0"/>
              </a:spcBef>
              <a:buFont typeface="Arial" panose="020B0604020202020204" pitchFamily="34" charset="0"/>
              <a:buNone/>
              <a:defRPr sz="1400">
                <a:solidFill>
                  <a:schemeClr val="tx1">
                    <a:lumMod val="65000"/>
                    <a:lumOff val="35000"/>
                  </a:schemeClr>
                </a:solidFill>
                <a:latin typeface="微软雅黑" panose="020B0503020204020204" pitchFamily="34" charset="-122"/>
                <a:ea typeface="微软雅黑" panose="020B0503020204020204" pitchFamily="34" charset="-122"/>
              </a:defRPr>
            </a:lvl1pPr>
            <a:lvl2pPr marL="742950" indent="-285750">
              <a:spcBef>
                <a:spcPct val="20000"/>
              </a:spcBef>
              <a:buFont typeface="Arial" panose="020B0604020202020204" pitchFamily="34" charset="0"/>
              <a:buChar char="–"/>
              <a:defRPr sz="2800">
                <a:latin typeface="微软雅黑" panose="020B0503020204020204" pitchFamily="34" charset="-122"/>
                <a:ea typeface="微软雅黑" panose="020B0503020204020204" pitchFamily="34" charset="-122"/>
              </a:defRPr>
            </a:lvl2pPr>
            <a:lvl3pPr marL="1143000" indent="-228600">
              <a:spcBef>
                <a:spcPct val="20000"/>
              </a:spcBef>
              <a:buFont typeface="Arial" panose="020B0604020202020204" pitchFamily="34" charset="0"/>
              <a:buChar char="•"/>
              <a:defRPr sz="2400">
                <a:latin typeface="微软雅黑" panose="020B0503020204020204" pitchFamily="34" charset="-122"/>
                <a:ea typeface="微软雅黑" panose="020B0503020204020204" pitchFamily="34" charset="-122"/>
              </a:defRPr>
            </a:lvl3pPr>
            <a:lvl4pPr marL="1600200" indent="-228600">
              <a:spcBef>
                <a:spcPct val="20000"/>
              </a:spcBef>
              <a:buFont typeface="Arial" panose="020B0604020202020204" pitchFamily="34" charset="0"/>
              <a:buChar char="–"/>
              <a:defRPr sz="2000">
                <a:latin typeface="微软雅黑" panose="020B0503020204020204" pitchFamily="34" charset="-122"/>
                <a:ea typeface="微软雅黑" panose="020B0503020204020204" pitchFamily="34" charset="-122"/>
              </a:defRPr>
            </a:lvl4pPr>
            <a:lvl5pPr marL="2057400" indent="-228600">
              <a:spcBef>
                <a:spcPct val="20000"/>
              </a:spcBef>
              <a:buFont typeface="Arial" panose="020B0604020202020204" pitchFamily="34" charset="0"/>
              <a:buChar char="»"/>
              <a:defRPr sz="2000">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2000">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2000">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2000">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2000">
                <a:latin typeface="微软雅黑" panose="020B0503020204020204" pitchFamily="34" charset="-122"/>
                <a:ea typeface="微软雅黑" panose="020B0503020204020204" pitchFamily="34" charset="-122"/>
              </a:defRPr>
            </a:lvl9pPr>
          </a:lstStyle>
          <a:p>
            <a:pPr algn="l"/>
            <a:r>
              <a:rPr lang="zh-CN" altLang="en-US" sz="1200" dirty="0">
                <a:solidFill>
                  <a:schemeClr val="bg1">
                    <a:lumMod val="50000"/>
                  </a:schemeClr>
                </a:solidFill>
                <a:latin typeface="Source Han Sans CN Regular" panose="020B0500000000000000" pitchFamily="34" charset="-128"/>
                <a:ea typeface="Source Han Sans CN Regular" panose="020B0500000000000000" pitchFamily="34" charset="-128"/>
                <a:sym typeface="微软雅黑" panose="020B0503020204020204" pitchFamily="34" charset="-122"/>
              </a:rPr>
              <a:t>在此录入上述图表的综合描图表的综合描述说明，在此录入上述图表的综合描述说明。在此录入上述图表的描述说明。述说明，在此录入上述</a:t>
            </a:r>
            <a:endParaRPr lang="zh-CN" altLang="en-US" sz="1200" dirty="0">
              <a:solidFill>
                <a:schemeClr val="bg1">
                  <a:lumMod val="50000"/>
                </a:schemeClr>
              </a:solidFill>
              <a:latin typeface="Source Han Sans CN Regular" panose="020B0500000000000000" pitchFamily="34" charset="-128"/>
              <a:ea typeface="Source Han Sans CN Regular" panose="020B0500000000000000" pitchFamily="34" charset="-128"/>
              <a:sym typeface="微软雅黑" panose="020B0503020204020204" pitchFamily="34" charset="-122"/>
            </a:endParaRPr>
          </a:p>
        </p:txBody>
      </p:sp>
      <p:sp>
        <p:nvSpPr>
          <p:cNvPr id="5" name="椭圆 4"/>
          <p:cNvSpPr/>
          <p:nvPr/>
        </p:nvSpPr>
        <p:spPr>
          <a:xfrm>
            <a:off x="4369577" y="4333085"/>
            <a:ext cx="599989" cy="599989"/>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 name="Freeform 11390"/>
          <p:cNvSpPr/>
          <p:nvPr/>
        </p:nvSpPr>
        <p:spPr bwMode="auto">
          <a:xfrm>
            <a:off x="4559927" y="4499411"/>
            <a:ext cx="219288" cy="260133"/>
          </a:xfrm>
          <a:custGeom>
            <a:avLst/>
            <a:gdLst>
              <a:gd name="T0" fmla="*/ 812 w 815"/>
              <a:gd name="T1" fmla="*/ 776 h 971"/>
              <a:gd name="T2" fmla="*/ 787 w 815"/>
              <a:gd name="T3" fmla="*/ 706 h 971"/>
              <a:gd name="T4" fmla="*/ 743 w 815"/>
              <a:gd name="T5" fmla="*/ 657 h 971"/>
              <a:gd name="T6" fmla="*/ 682 w 815"/>
              <a:gd name="T7" fmla="*/ 629 h 971"/>
              <a:gd name="T8" fmla="*/ 612 w 815"/>
              <a:gd name="T9" fmla="*/ 613 h 971"/>
              <a:gd name="T10" fmla="*/ 542 w 815"/>
              <a:gd name="T11" fmla="*/ 592 h 971"/>
              <a:gd name="T12" fmla="*/ 508 w 815"/>
              <a:gd name="T13" fmla="*/ 559 h 971"/>
              <a:gd name="T14" fmla="*/ 503 w 815"/>
              <a:gd name="T15" fmla="*/ 498 h 971"/>
              <a:gd name="T16" fmla="*/ 522 w 815"/>
              <a:gd name="T17" fmla="*/ 464 h 971"/>
              <a:gd name="T18" fmla="*/ 568 w 815"/>
              <a:gd name="T19" fmla="*/ 397 h 971"/>
              <a:gd name="T20" fmla="*/ 605 w 815"/>
              <a:gd name="T21" fmla="*/ 363 h 971"/>
              <a:gd name="T22" fmla="*/ 616 w 815"/>
              <a:gd name="T23" fmla="*/ 316 h 971"/>
              <a:gd name="T24" fmla="*/ 608 w 815"/>
              <a:gd name="T25" fmla="*/ 265 h 971"/>
              <a:gd name="T26" fmla="*/ 586 w 815"/>
              <a:gd name="T27" fmla="*/ 252 h 971"/>
              <a:gd name="T28" fmla="*/ 590 w 815"/>
              <a:gd name="T29" fmla="*/ 169 h 971"/>
              <a:gd name="T30" fmla="*/ 586 w 815"/>
              <a:gd name="T31" fmla="*/ 90 h 971"/>
              <a:gd name="T32" fmla="*/ 563 w 815"/>
              <a:gd name="T33" fmla="*/ 55 h 971"/>
              <a:gd name="T34" fmla="*/ 546 w 815"/>
              <a:gd name="T35" fmla="*/ 50 h 971"/>
              <a:gd name="T36" fmla="*/ 514 w 815"/>
              <a:gd name="T37" fmla="*/ 51 h 971"/>
              <a:gd name="T38" fmla="*/ 487 w 815"/>
              <a:gd name="T39" fmla="*/ 43 h 971"/>
              <a:gd name="T40" fmla="*/ 464 w 815"/>
              <a:gd name="T41" fmla="*/ 15 h 971"/>
              <a:gd name="T42" fmla="*/ 441 w 815"/>
              <a:gd name="T43" fmla="*/ 0 h 971"/>
              <a:gd name="T44" fmla="*/ 402 w 815"/>
              <a:gd name="T45" fmla="*/ 10 h 971"/>
              <a:gd name="T46" fmla="*/ 321 w 815"/>
              <a:gd name="T47" fmla="*/ 28 h 971"/>
              <a:gd name="T48" fmla="*/ 283 w 815"/>
              <a:gd name="T49" fmla="*/ 36 h 971"/>
              <a:gd name="T50" fmla="*/ 260 w 815"/>
              <a:gd name="T51" fmla="*/ 47 h 971"/>
              <a:gd name="T52" fmla="*/ 235 w 815"/>
              <a:gd name="T53" fmla="*/ 76 h 971"/>
              <a:gd name="T54" fmla="*/ 225 w 815"/>
              <a:gd name="T55" fmla="*/ 109 h 971"/>
              <a:gd name="T56" fmla="*/ 219 w 815"/>
              <a:gd name="T57" fmla="*/ 175 h 971"/>
              <a:gd name="T58" fmla="*/ 208 w 815"/>
              <a:gd name="T59" fmla="*/ 259 h 971"/>
              <a:gd name="T60" fmla="*/ 193 w 815"/>
              <a:gd name="T61" fmla="*/ 288 h 971"/>
              <a:gd name="T62" fmla="*/ 192 w 815"/>
              <a:gd name="T63" fmla="*/ 315 h 971"/>
              <a:gd name="T64" fmla="*/ 197 w 815"/>
              <a:gd name="T65" fmla="*/ 345 h 971"/>
              <a:gd name="T66" fmla="*/ 214 w 815"/>
              <a:gd name="T67" fmla="*/ 369 h 971"/>
              <a:gd name="T68" fmla="*/ 240 w 815"/>
              <a:gd name="T69" fmla="*/ 392 h 971"/>
              <a:gd name="T70" fmla="*/ 278 w 815"/>
              <a:gd name="T71" fmla="*/ 450 h 971"/>
              <a:gd name="T72" fmla="*/ 295 w 815"/>
              <a:gd name="T73" fmla="*/ 471 h 971"/>
              <a:gd name="T74" fmla="*/ 311 w 815"/>
              <a:gd name="T75" fmla="*/ 478 h 971"/>
              <a:gd name="T76" fmla="*/ 290 w 815"/>
              <a:gd name="T77" fmla="*/ 579 h 971"/>
              <a:gd name="T78" fmla="*/ 242 w 815"/>
              <a:gd name="T79" fmla="*/ 605 h 971"/>
              <a:gd name="T80" fmla="*/ 125 w 815"/>
              <a:gd name="T81" fmla="*/ 636 h 971"/>
              <a:gd name="T82" fmla="*/ 56 w 815"/>
              <a:gd name="T83" fmla="*/ 665 h 971"/>
              <a:gd name="T84" fmla="*/ 20 w 815"/>
              <a:gd name="T85" fmla="*/ 706 h 971"/>
              <a:gd name="T86" fmla="*/ 9 w 815"/>
              <a:gd name="T87" fmla="*/ 741 h 971"/>
              <a:gd name="T88" fmla="*/ 0 w 815"/>
              <a:gd name="T89" fmla="*/ 817 h 971"/>
              <a:gd name="T90" fmla="*/ 0 w 815"/>
              <a:gd name="T91" fmla="*/ 830 h 971"/>
              <a:gd name="T92" fmla="*/ 5 w 815"/>
              <a:gd name="T93" fmla="*/ 849 h 971"/>
              <a:gd name="T94" fmla="*/ 37 w 815"/>
              <a:gd name="T95" fmla="*/ 886 h 971"/>
              <a:gd name="T96" fmla="*/ 93 w 815"/>
              <a:gd name="T97" fmla="*/ 919 h 971"/>
              <a:gd name="T98" fmla="*/ 214 w 815"/>
              <a:gd name="T99" fmla="*/ 954 h 971"/>
              <a:gd name="T100" fmla="*/ 260 w 815"/>
              <a:gd name="T101" fmla="*/ 960 h 971"/>
              <a:gd name="T102" fmla="*/ 407 w 815"/>
              <a:gd name="T103" fmla="*/ 971 h 971"/>
              <a:gd name="T104" fmla="*/ 445 w 815"/>
              <a:gd name="T105" fmla="*/ 946 h 971"/>
              <a:gd name="T106" fmla="*/ 529 w 815"/>
              <a:gd name="T107" fmla="*/ 963 h 971"/>
              <a:gd name="T108" fmla="*/ 675 w 815"/>
              <a:gd name="T109" fmla="*/ 937 h 971"/>
              <a:gd name="T110" fmla="*/ 747 w 815"/>
              <a:gd name="T111" fmla="*/ 904 h 971"/>
              <a:gd name="T112" fmla="*/ 798 w 815"/>
              <a:gd name="T113" fmla="*/ 865 h 971"/>
              <a:gd name="T114" fmla="*/ 812 w 815"/>
              <a:gd name="T115" fmla="*/ 839 h 971"/>
              <a:gd name="T116" fmla="*/ 815 w 815"/>
              <a:gd name="T117" fmla="*/ 824 h 971"/>
              <a:gd name="T118" fmla="*/ 815 w 815"/>
              <a:gd name="T119" fmla="*/ 822 h 9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815" h="971">
                <a:moveTo>
                  <a:pt x="815" y="822"/>
                </a:moveTo>
                <a:lnTo>
                  <a:pt x="815" y="822"/>
                </a:lnTo>
                <a:lnTo>
                  <a:pt x="815" y="798"/>
                </a:lnTo>
                <a:lnTo>
                  <a:pt x="812" y="776"/>
                </a:lnTo>
                <a:lnTo>
                  <a:pt x="808" y="757"/>
                </a:lnTo>
                <a:lnTo>
                  <a:pt x="802" y="738"/>
                </a:lnTo>
                <a:lnTo>
                  <a:pt x="795" y="721"/>
                </a:lnTo>
                <a:lnTo>
                  <a:pt x="787" y="706"/>
                </a:lnTo>
                <a:lnTo>
                  <a:pt x="778" y="691"/>
                </a:lnTo>
                <a:lnTo>
                  <a:pt x="768" y="680"/>
                </a:lnTo>
                <a:lnTo>
                  <a:pt x="756" y="668"/>
                </a:lnTo>
                <a:lnTo>
                  <a:pt x="743" y="657"/>
                </a:lnTo>
                <a:lnTo>
                  <a:pt x="729" y="649"/>
                </a:lnTo>
                <a:lnTo>
                  <a:pt x="714" y="642"/>
                </a:lnTo>
                <a:lnTo>
                  <a:pt x="699" y="634"/>
                </a:lnTo>
                <a:lnTo>
                  <a:pt x="682" y="629"/>
                </a:lnTo>
                <a:lnTo>
                  <a:pt x="665" y="623"/>
                </a:lnTo>
                <a:lnTo>
                  <a:pt x="646" y="619"/>
                </a:lnTo>
                <a:lnTo>
                  <a:pt x="646" y="619"/>
                </a:lnTo>
                <a:lnTo>
                  <a:pt x="612" y="613"/>
                </a:lnTo>
                <a:lnTo>
                  <a:pt x="582" y="606"/>
                </a:lnTo>
                <a:lnTo>
                  <a:pt x="568" y="602"/>
                </a:lnTo>
                <a:lnTo>
                  <a:pt x="555" y="597"/>
                </a:lnTo>
                <a:lnTo>
                  <a:pt x="542" y="592"/>
                </a:lnTo>
                <a:lnTo>
                  <a:pt x="531" y="587"/>
                </a:lnTo>
                <a:lnTo>
                  <a:pt x="522" y="579"/>
                </a:lnTo>
                <a:lnTo>
                  <a:pt x="514" y="570"/>
                </a:lnTo>
                <a:lnTo>
                  <a:pt x="508" y="559"/>
                </a:lnTo>
                <a:lnTo>
                  <a:pt x="504" y="548"/>
                </a:lnTo>
                <a:lnTo>
                  <a:pt x="501" y="533"/>
                </a:lnTo>
                <a:lnTo>
                  <a:pt x="501" y="518"/>
                </a:lnTo>
                <a:lnTo>
                  <a:pt x="503" y="498"/>
                </a:lnTo>
                <a:lnTo>
                  <a:pt x="508" y="477"/>
                </a:lnTo>
                <a:lnTo>
                  <a:pt x="508" y="477"/>
                </a:lnTo>
                <a:lnTo>
                  <a:pt x="516" y="471"/>
                </a:lnTo>
                <a:lnTo>
                  <a:pt x="522" y="464"/>
                </a:lnTo>
                <a:lnTo>
                  <a:pt x="535" y="448"/>
                </a:lnTo>
                <a:lnTo>
                  <a:pt x="547" y="431"/>
                </a:lnTo>
                <a:lnTo>
                  <a:pt x="558" y="414"/>
                </a:lnTo>
                <a:lnTo>
                  <a:pt x="568" y="397"/>
                </a:lnTo>
                <a:lnTo>
                  <a:pt x="581" y="382"/>
                </a:lnTo>
                <a:lnTo>
                  <a:pt x="589" y="375"/>
                </a:lnTo>
                <a:lnTo>
                  <a:pt x="597" y="369"/>
                </a:lnTo>
                <a:lnTo>
                  <a:pt x="605" y="363"/>
                </a:lnTo>
                <a:lnTo>
                  <a:pt x="614" y="360"/>
                </a:lnTo>
                <a:lnTo>
                  <a:pt x="614" y="360"/>
                </a:lnTo>
                <a:lnTo>
                  <a:pt x="616" y="336"/>
                </a:lnTo>
                <a:lnTo>
                  <a:pt x="616" y="316"/>
                </a:lnTo>
                <a:lnTo>
                  <a:pt x="614" y="272"/>
                </a:lnTo>
                <a:lnTo>
                  <a:pt x="614" y="272"/>
                </a:lnTo>
                <a:lnTo>
                  <a:pt x="612" y="268"/>
                </a:lnTo>
                <a:lnTo>
                  <a:pt x="608" y="265"/>
                </a:lnTo>
                <a:lnTo>
                  <a:pt x="601" y="263"/>
                </a:lnTo>
                <a:lnTo>
                  <a:pt x="592" y="259"/>
                </a:lnTo>
                <a:lnTo>
                  <a:pt x="589" y="256"/>
                </a:lnTo>
                <a:lnTo>
                  <a:pt x="586" y="252"/>
                </a:lnTo>
                <a:lnTo>
                  <a:pt x="586" y="252"/>
                </a:lnTo>
                <a:lnTo>
                  <a:pt x="586" y="226"/>
                </a:lnTo>
                <a:lnTo>
                  <a:pt x="588" y="198"/>
                </a:lnTo>
                <a:lnTo>
                  <a:pt x="590" y="169"/>
                </a:lnTo>
                <a:lnTo>
                  <a:pt x="592" y="141"/>
                </a:lnTo>
                <a:lnTo>
                  <a:pt x="590" y="114"/>
                </a:lnTo>
                <a:lnTo>
                  <a:pt x="588" y="102"/>
                </a:lnTo>
                <a:lnTo>
                  <a:pt x="586" y="90"/>
                </a:lnTo>
                <a:lnTo>
                  <a:pt x="582" y="80"/>
                </a:lnTo>
                <a:lnTo>
                  <a:pt x="577" y="71"/>
                </a:lnTo>
                <a:lnTo>
                  <a:pt x="571" y="62"/>
                </a:lnTo>
                <a:lnTo>
                  <a:pt x="563" y="55"/>
                </a:lnTo>
                <a:lnTo>
                  <a:pt x="563" y="55"/>
                </a:lnTo>
                <a:lnTo>
                  <a:pt x="558" y="53"/>
                </a:lnTo>
                <a:lnTo>
                  <a:pt x="552" y="50"/>
                </a:lnTo>
                <a:lnTo>
                  <a:pt x="546" y="50"/>
                </a:lnTo>
                <a:lnTo>
                  <a:pt x="541" y="49"/>
                </a:lnTo>
                <a:lnTo>
                  <a:pt x="541" y="49"/>
                </a:lnTo>
                <a:lnTo>
                  <a:pt x="514" y="51"/>
                </a:lnTo>
                <a:lnTo>
                  <a:pt x="514" y="51"/>
                </a:lnTo>
                <a:lnTo>
                  <a:pt x="505" y="50"/>
                </a:lnTo>
                <a:lnTo>
                  <a:pt x="496" y="47"/>
                </a:lnTo>
                <a:lnTo>
                  <a:pt x="496" y="47"/>
                </a:lnTo>
                <a:lnTo>
                  <a:pt x="487" y="43"/>
                </a:lnTo>
                <a:lnTo>
                  <a:pt x="481" y="37"/>
                </a:lnTo>
                <a:lnTo>
                  <a:pt x="475" y="29"/>
                </a:lnTo>
                <a:lnTo>
                  <a:pt x="470" y="21"/>
                </a:lnTo>
                <a:lnTo>
                  <a:pt x="464" y="15"/>
                </a:lnTo>
                <a:lnTo>
                  <a:pt x="458" y="8"/>
                </a:lnTo>
                <a:lnTo>
                  <a:pt x="450" y="3"/>
                </a:lnTo>
                <a:lnTo>
                  <a:pt x="447" y="2"/>
                </a:lnTo>
                <a:lnTo>
                  <a:pt x="441" y="0"/>
                </a:lnTo>
                <a:lnTo>
                  <a:pt x="441" y="0"/>
                </a:lnTo>
                <a:lnTo>
                  <a:pt x="418" y="0"/>
                </a:lnTo>
                <a:lnTo>
                  <a:pt x="418" y="0"/>
                </a:lnTo>
                <a:lnTo>
                  <a:pt x="402" y="10"/>
                </a:lnTo>
                <a:lnTo>
                  <a:pt x="386" y="16"/>
                </a:lnTo>
                <a:lnTo>
                  <a:pt x="371" y="20"/>
                </a:lnTo>
                <a:lnTo>
                  <a:pt x="354" y="23"/>
                </a:lnTo>
                <a:lnTo>
                  <a:pt x="321" y="28"/>
                </a:lnTo>
                <a:lnTo>
                  <a:pt x="306" y="30"/>
                </a:lnTo>
                <a:lnTo>
                  <a:pt x="290" y="34"/>
                </a:lnTo>
                <a:lnTo>
                  <a:pt x="290" y="34"/>
                </a:lnTo>
                <a:lnTo>
                  <a:pt x="283" y="36"/>
                </a:lnTo>
                <a:lnTo>
                  <a:pt x="283" y="36"/>
                </a:lnTo>
                <a:lnTo>
                  <a:pt x="275" y="40"/>
                </a:lnTo>
                <a:lnTo>
                  <a:pt x="268" y="43"/>
                </a:lnTo>
                <a:lnTo>
                  <a:pt x="260" y="47"/>
                </a:lnTo>
                <a:lnTo>
                  <a:pt x="255" y="53"/>
                </a:lnTo>
                <a:lnTo>
                  <a:pt x="248" y="58"/>
                </a:lnTo>
                <a:lnTo>
                  <a:pt x="244" y="63"/>
                </a:lnTo>
                <a:lnTo>
                  <a:pt x="235" y="76"/>
                </a:lnTo>
                <a:lnTo>
                  <a:pt x="235" y="76"/>
                </a:lnTo>
                <a:lnTo>
                  <a:pt x="231" y="87"/>
                </a:lnTo>
                <a:lnTo>
                  <a:pt x="227" y="97"/>
                </a:lnTo>
                <a:lnTo>
                  <a:pt x="225" y="109"/>
                </a:lnTo>
                <a:lnTo>
                  <a:pt x="223" y="122"/>
                </a:lnTo>
                <a:lnTo>
                  <a:pt x="221" y="148"/>
                </a:lnTo>
                <a:lnTo>
                  <a:pt x="219" y="175"/>
                </a:lnTo>
                <a:lnTo>
                  <a:pt x="219" y="175"/>
                </a:lnTo>
                <a:lnTo>
                  <a:pt x="221" y="249"/>
                </a:lnTo>
                <a:lnTo>
                  <a:pt x="221" y="249"/>
                </a:lnTo>
                <a:lnTo>
                  <a:pt x="213" y="254"/>
                </a:lnTo>
                <a:lnTo>
                  <a:pt x="208" y="259"/>
                </a:lnTo>
                <a:lnTo>
                  <a:pt x="202" y="265"/>
                </a:lnTo>
                <a:lnTo>
                  <a:pt x="198" y="272"/>
                </a:lnTo>
                <a:lnTo>
                  <a:pt x="196" y="280"/>
                </a:lnTo>
                <a:lnTo>
                  <a:pt x="193" y="288"/>
                </a:lnTo>
                <a:lnTo>
                  <a:pt x="192" y="297"/>
                </a:lnTo>
                <a:lnTo>
                  <a:pt x="192" y="305"/>
                </a:lnTo>
                <a:lnTo>
                  <a:pt x="192" y="305"/>
                </a:lnTo>
                <a:lnTo>
                  <a:pt x="192" y="315"/>
                </a:lnTo>
                <a:lnTo>
                  <a:pt x="192" y="326"/>
                </a:lnTo>
                <a:lnTo>
                  <a:pt x="195" y="335"/>
                </a:lnTo>
                <a:lnTo>
                  <a:pt x="197" y="345"/>
                </a:lnTo>
                <a:lnTo>
                  <a:pt x="197" y="345"/>
                </a:lnTo>
                <a:lnTo>
                  <a:pt x="200" y="352"/>
                </a:lnTo>
                <a:lnTo>
                  <a:pt x="204" y="358"/>
                </a:lnTo>
                <a:lnTo>
                  <a:pt x="209" y="363"/>
                </a:lnTo>
                <a:lnTo>
                  <a:pt x="214" y="369"/>
                </a:lnTo>
                <a:lnTo>
                  <a:pt x="227" y="379"/>
                </a:lnTo>
                <a:lnTo>
                  <a:pt x="234" y="384"/>
                </a:lnTo>
                <a:lnTo>
                  <a:pt x="240" y="392"/>
                </a:lnTo>
                <a:lnTo>
                  <a:pt x="240" y="392"/>
                </a:lnTo>
                <a:lnTo>
                  <a:pt x="247" y="401"/>
                </a:lnTo>
                <a:lnTo>
                  <a:pt x="253" y="410"/>
                </a:lnTo>
                <a:lnTo>
                  <a:pt x="266" y="431"/>
                </a:lnTo>
                <a:lnTo>
                  <a:pt x="278" y="450"/>
                </a:lnTo>
                <a:lnTo>
                  <a:pt x="283" y="459"/>
                </a:lnTo>
                <a:lnTo>
                  <a:pt x="290" y="465"/>
                </a:lnTo>
                <a:lnTo>
                  <a:pt x="290" y="465"/>
                </a:lnTo>
                <a:lnTo>
                  <a:pt x="295" y="471"/>
                </a:lnTo>
                <a:lnTo>
                  <a:pt x="300" y="474"/>
                </a:lnTo>
                <a:lnTo>
                  <a:pt x="306" y="477"/>
                </a:lnTo>
                <a:lnTo>
                  <a:pt x="311" y="478"/>
                </a:lnTo>
                <a:lnTo>
                  <a:pt x="311" y="478"/>
                </a:lnTo>
                <a:lnTo>
                  <a:pt x="311" y="555"/>
                </a:lnTo>
                <a:lnTo>
                  <a:pt x="311" y="555"/>
                </a:lnTo>
                <a:lnTo>
                  <a:pt x="302" y="568"/>
                </a:lnTo>
                <a:lnTo>
                  <a:pt x="290" y="579"/>
                </a:lnTo>
                <a:lnTo>
                  <a:pt x="290" y="579"/>
                </a:lnTo>
                <a:lnTo>
                  <a:pt x="275" y="589"/>
                </a:lnTo>
                <a:lnTo>
                  <a:pt x="260" y="599"/>
                </a:lnTo>
                <a:lnTo>
                  <a:pt x="242" y="605"/>
                </a:lnTo>
                <a:lnTo>
                  <a:pt x="223" y="612"/>
                </a:lnTo>
                <a:lnTo>
                  <a:pt x="184" y="622"/>
                </a:lnTo>
                <a:lnTo>
                  <a:pt x="145" y="631"/>
                </a:lnTo>
                <a:lnTo>
                  <a:pt x="125" y="636"/>
                </a:lnTo>
                <a:lnTo>
                  <a:pt x="107" y="642"/>
                </a:lnTo>
                <a:lnTo>
                  <a:pt x="89" y="648"/>
                </a:lnTo>
                <a:lnTo>
                  <a:pt x="72" y="656"/>
                </a:lnTo>
                <a:lnTo>
                  <a:pt x="56" y="665"/>
                </a:lnTo>
                <a:lnTo>
                  <a:pt x="42" y="677"/>
                </a:lnTo>
                <a:lnTo>
                  <a:pt x="30" y="690"/>
                </a:lnTo>
                <a:lnTo>
                  <a:pt x="25" y="698"/>
                </a:lnTo>
                <a:lnTo>
                  <a:pt x="20" y="706"/>
                </a:lnTo>
                <a:lnTo>
                  <a:pt x="20" y="706"/>
                </a:lnTo>
                <a:lnTo>
                  <a:pt x="14" y="717"/>
                </a:lnTo>
                <a:lnTo>
                  <a:pt x="12" y="729"/>
                </a:lnTo>
                <a:lnTo>
                  <a:pt x="9" y="741"/>
                </a:lnTo>
                <a:lnTo>
                  <a:pt x="8" y="755"/>
                </a:lnTo>
                <a:lnTo>
                  <a:pt x="5" y="784"/>
                </a:lnTo>
                <a:lnTo>
                  <a:pt x="3" y="800"/>
                </a:lnTo>
                <a:lnTo>
                  <a:pt x="0" y="817"/>
                </a:lnTo>
                <a:lnTo>
                  <a:pt x="0" y="818"/>
                </a:lnTo>
                <a:lnTo>
                  <a:pt x="0" y="818"/>
                </a:lnTo>
                <a:lnTo>
                  <a:pt x="0" y="828"/>
                </a:lnTo>
                <a:lnTo>
                  <a:pt x="0" y="830"/>
                </a:lnTo>
                <a:lnTo>
                  <a:pt x="0" y="830"/>
                </a:lnTo>
                <a:lnTo>
                  <a:pt x="0" y="830"/>
                </a:lnTo>
                <a:lnTo>
                  <a:pt x="1" y="839"/>
                </a:lnTo>
                <a:lnTo>
                  <a:pt x="5" y="849"/>
                </a:lnTo>
                <a:lnTo>
                  <a:pt x="10" y="858"/>
                </a:lnTo>
                <a:lnTo>
                  <a:pt x="18" y="868"/>
                </a:lnTo>
                <a:lnTo>
                  <a:pt x="26" y="877"/>
                </a:lnTo>
                <a:lnTo>
                  <a:pt x="37" y="886"/>
                </a:lnTo>
                <a:lnTo>
                  <a:pt x="48" y="895"/>
                </a:lnTo>
                <a:lnTo>
                  <a:pt x="61" y="903"/>
                </a:lnTo>
                <a:lnTo>
                  <a:pt x="77" y="911"/>
                </a:lnTo>
                <a:lnTo>
                  <a:pt x="93" y="919"/>
                </a:lnTo>
                <a:lnTo>
                  <a:pt x="110" y="925"/>
                </a:lnTo>
                <a:lnTo>
                  <a:pt x="128" y="932"/>
                </a:lnTo>
                <a:lnTo>
                  <a:pt x="168" y="945"/>
                </a:lnTo>
                <a:lnTo>
                  <a:pt x="214" y="954"/>
                </a:lnTo>
                <a:lnTo>
                  <a:pt x="214" y="954"/>
                </a:lnTo>
                <a:lnTo>
                  <a:pt x="215" y="954"/>
                </a:lnTo>
                <a:lnTo>
                  <a:pt x="215" y="954"/>
                </a:lnTo>
                <a:lnTo>
                  <a:pt x="260" y="960"/>
                </a:lnTo>
                <a:lnTo>
                  <a:pt x="307" y="966"/>
                </a:lnTo>
                <a:lnTo>
                  <a:pt x="356" y="969"/>
                </a:lnTo>
                <a:lnTo>
                  <a:pt x="407" y="971"/>
                </a:lnTo>
                <a:lnTo>
                  <a:pt x="407" y="971"/>
                </a:lnTo>
                <a:lnTo>
                  <a:pt x="450" y="969"/>
                </a:lnTo>
                <a:lnTo>
                  <a:pt x="450" y="969"/>
                </a:lnTo>
                <a:lnTo>
                  <a:pt x="448" y="958"/>
                </a:lnTo>
                <a:lnTo>
                  <a:pt x="445" y="946"/>
                </a:lnTo>
                <a:lnTo>
                  <a:pt x="450" y="969"/>
                </a:lnTo>
                <a:lnTo>
                  <a:pt x="450" y="969"/>
                </a:lnTo>
                <a:lnTo>
                  <a:pt x="488" y="967"/>
                </a:lnTo>
                <a:lnTo>
                  <a:pt x="529" y="963"/>
                </a:lnTo>
                <a:lnTo>
                  <a:pt x="576" y="958"/>
                </a:lnTo>
                <a:lnTo>
                  <a:pt x="627" y="949"/>
                </a:lnTo>
                <a:lnTo>
                  <a:pt x="652" y="943"/>
                </a:lnTo>
                <a:lnTo>
                  <a:pt x="675" y="937"/>
                </a:lnTo>
                <a:lnTo>
                  <a:pt x="697" y="930"/>
                </a:lnTo>
                <a:lnTo>
                  <a:pt x="717" y="922"/>
                </a:lnTo>
                <a:lnTo>
                  <a:pt x="734" y="915"/>
                </a:lnTo>
                <a:lnTo>
                  <a:pt x="747" y="904"/>
                </a:lnTo>
                <a:lnTo>
                  <a:pt x="747" y="904"/>
                </a:lnTo>
                <a:lnTo>
                  <a:pt x="768" y="892"/>
                </a:lnTo>
                <a:lnTo>
                  <a:pt x="785" y="879"/>
                </a:lnTo>
                <a:lnTo>
                  <a:pt x="798" y="865"/>
                </a:lnTo>
                <a:lnTo>
                  <a:pt x="803" y="858"/>
                </a:lnTo>
                <a:lnTo>
                  <a:pt x="808" y="851"/>
                </a:lnTo>
                <a:lnTo>
                  <a:pt x="808" y="851"/>
                </a:lnTo>
                <a:lnTo>
                  <a:pt x="812" y="839"/>
                </a:lnTo>
                <a:lnTo>
                  <a:pt x="815" y="828"/>
                </a:lnTo>
                <a:lnTo>
                  <a:pt x="815" y="828"/>
                </a:lnTo>
                <a:lnTo>
                  <a:pt x="815" y="828"/>
                </a:lnTo>
                <a:lnTo>
                  <a:pt x="815" y="824"/>
                </a:lnTo>
                <a:lnTo>
                  <a:pt x="815" y="823"/>
                </a:lnTo>
                <a:lnTo>
                  <a:pt x="815" y="823"/>
                </a:lnTo>
                <a:lnTo>
                  <a:pt x="815" y="822"/>
                </a:lnTo>
                <a:lnTo>
                  <a:pt x="815" y="822"/>
                </a:lnTo>
                <a:close/>
              </a:path>
            </a:pathLst>
          </a:custGeom>
          <a:solidFill>
            <a:schemeClr val="bg1"/>
          </a:solidFill>
          <a:ln>
            <a:noFill/>
          </a:ln>
        </p:spPr>
        <p:txBody>
          <a:bodyPr/>
          <a:lstStyle/>
          <a:p>
            <a:pPr>
              <a:defRPr/>
            </a:pPr>
            <a:endParaRPr lang="en-US" sz="1700"/>
          </a:p>
        </p:txBody>
      </p:sp>
      <p:sp>
        <p:nvSpPr>
          <p:cNvPr id="7" name="圆角矩形 6"/>
          <p:cNvSpPr/>
          <p:nvPr/>
        </p:nvSpPr>
        <p:spPr>
          <a:xfrm>
            <a:off x="6635700" y="1898374"/>
            <a:ext cx="2365513" cy="3220279"/>
          </a:xfrm>
          <a:prstGeom prst="roundRect">
            <a:avLst>
              <a:gd name="adj" fmla="val 4482"/>
            </a:avLst>
          </a:prstGeom>
          <a:no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文本框 9"/>
          <p:cNvSpPr txBox="1"/>
          <p:nvPr/>
        </p:nvSpPr>
        <p:spPr>
          <a:xfrm>
            <a:off x="6915000" y="2233406"/>
            <a:ext cx="1416427" cy="328231"/>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t">
            <a:noAutofit/>
          </a:bodyPr>
          <a:lstStyle>
            <a:defPPr>
              <a:defRPr lang="zh-CN"/>
            </a:defPPr>
            <a:lvl1pPr defTabSz="1219200">
              <a:spcBef>
                <a:spcPct val="0"/>
              </a:spcBef>
              <a:defRPr cap="all">
                <a:solidFill>
                  <a:schemeClr val="tx1">
                    <a:lumMod val="65000"/>
                    <a:lumOff val="35000"/>
                  </a:schemeClr>
                </a:solidFill>
                <a:latin typeface="微软雅黑" panose="020B0503020204020204" pitchFamily="34" charset="-122"/>
                <a:ea typeface="微软雅黑" panose="020B0503020204020204" pitchFamily="34" charset="-122"/>
                <a:cs typeface="+mj-cs"/>
              </a:defRPr>
            </a:lvl1pPr>
            <a:lvl2pPr marL="0" lvl="1" defTabSz="1219200">
              <a:defRPr sz="2055">
                <a:solidFill>
                  <a:schemeClr val="tx1">
                    <a:lumMod val="65000"/>
                    <a:lumOff val="35000"/>
                  </a:schemeClr>
                </a:solidFill>
                <a:latin typeface="微软雅黑" panose="020B0503020204020204" pitchFamily="34" charset="-122"/>
                <a:ea typeface="微软雅黑" panose="020B0503020204020204" pitchFamily="34" charset="-122"/>
              </a:defRPr>
            </a:lvl2pPr>
            <a:lvl3pPr marL="1219200" defTabSz="1219200">
              <a:defRPr sz="2400"/>
            </a:lvl3pPr>
            <a:lvl4pPr marL="1828800" defTabSz="1219200">
              <a:defRPr sz="2400"/>
            </a:lvl4pPr>
            <a:lvl5pPr marL="2438400" defTabSz="1219200">
              <a:defRPr sz="2400"/>
            </a:lvl5pPr>
            <a:lvl6pPr marL="3048000" defTabSz="1219200">
              <a:defRPr sz="2400"/>
            </a:lvl6pPr>
            <a:lvl7pPr marL="3657600" defTabSz="1219200">
              <a:defRPr sz="2400"/>
            </a:lvl7pPr>
            <a:lvl8pPr marL="4267200" defTabSz="1219200">
              <a:defRPr sz="2400"/>
            </a:lvl8pPr>
            <a:lvl9pPr marL="4876800" defTabSz="1219200">
              <a:defRPr sz="2400"/>
            </a:lvl9pPr>
          </a:lstStyle>
          <a:p>
            <a:pPr lvl="1" algn="dist"/>
            <a:r>
              <a:rPr lang="zh-CN" altLang="en-US" sz="1600" b="1" dirty="0">
                <a:solidFill>
                  <a:schemeClr val="tx1">
                    <a:lumMod val="75000"/>
                    <a:lumOff val="25000"/>
                  </a:schemeClr>
                </a:solidFill>
                <a:latin typeface="Source Han Sans CN Bold" panose="020B0500000000000000" pitchFamily="34" charset="-128"/>
                <a:ea typeface="Source Han Sans CN Bold" panose="020B0500000000000000" pitchFamily="34" charset="-128"/>
              </a:rPr>
              <a:t>输入标题文本</a:t>
            </a:r>
            <a:endParaRPr lang="zh-CN" altLang="en-US" sz="1600" b="1" dirty="0">
              <a:solidFill>
                <a:schemeClr val="tx1">
                  <a:lumMod val="75000"/>
                  <a:lumOff val="25000"/>
                </a:schemeClr>
              </a:solidFill>
              <a:latin typeface="Source Han Sans CN Bold" panose="020B0500000000000000" pitchFamily="34" charset="-128"/>
              <a:ea typeface="Source Han Sans CN Bold" panose="020B0500000000000000" pitchFamily="34" charset="-128"/>
            </a:endParaRPr>
          </a:p>
        </p:txBody>
      </p:sp>
      <p:sp>
        <p:nvSpPr>
          <p:cNvPr id="9" name="TextBox 107"/>
          <p:cNvSpPr txBox="1"/>
          <p:nvPr/>
        </p:nvSpPr>
        <p:spPr>
          <a:xfrm>
            <a:off x="6807100" y="2581515"/>
            <a:ext cx="1951710" cy="1494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1" tIns="45716" rIns="91431" bIns="45716">
            <a:spAutoFit/>
          </a:bodyPr>
          <a:lstStyle>
            <a:defPPr>
              <a:defRPr lang="zh-CN"/>
            </a:defPPr>
            <a:lvl1pPr algn="ctr">
              <a:lnSpc>
                <a:spcPct val="130000"/>
              </a:lnSpc>
              <a:spcBef>
                <a:spcPct val="0"/>
              </a:spcBef>
              <a:buFont typeface="Arial" panose="020B0604020202020204" pitchFamily="34" charset="0"/>
              <a:buNone/>
              <a:defRPr sz="1400">
                <a:solidFill>
                  <a:schemeClr val="tx1">
                    <a:lumMod val="65000"/>
                    <a:lumOff val="35000"/>
                  </a:schemeClr>
                </a:solidFill>
                <a:latin typeface="微软雅黑" panose="020B0503020204020204" pitchFamily="34" charset="-122"/>
                <a:ea typeface="微软雅黑" panose="020B0503020204020204" pitchFamily="34" charset="-122"/>
              </a:defRPr>
            </a:lvl1pPr>
            <a:lvl2pPr marL="742950" indent="-285750">
              <a:spcBef>
                <a:spcPct val="20000"/>
              </a:spcBef>
              <a:buFont typeface="Arial" panose="020B0604020202020204" pitchFamily="34" charset="0"/>
              <a:buChar char="–"/>
              <a:defRPr sz="2800">
                <a:latin typeface="微软雅黑" panose="020B0503020204020204" pitchFamily="34" charset="-122"/>
                <a:ea typeface="微软雅黑" panose="020B0503020204020204" pitchFamily="34" charset="-122"/>
              </a:defRPr>
            </a:lvl2pPr>
            <a:lvl3pPr marL="1143000" indent="-228600">
              <a:spcBef>
                <a:spcPct val="20000"/>
              </a:spcBef>
              <a:buFont typeface="Arial" panose="020B0604020202020204" pitchFamily="34" charset="0"/>
              <a:buChar char="•"/>
              <a:defRPr sz="2400">
                <a:latin typeface="微软雅黑" panose="020B0503020204020204" pitchFamily="34" charset="-122"/>
                <a:ea typeface="微软雅黑" panose="020B0503020204020204" pitchFamily="34" charset="-122"/>
              </a:defRPr>
            </a:lvl3pPr>
            <a:lvl4pPr marL="1600200" indent="-228600">
              <a:spcBef>
                <a:spcPct val="20000"/>
              </a:spcBef>
              <a:buFont typeface="Arial" panose="020B0604020202020204" pitchFamily="34" charset="0"/>
              <a:buChar char="–"/>
              <a:defRPr sz="2000">
                <a:latin typeface="微软雅黑" panose="020B0503020204020204" pitchFamily="34" charset="-122"/>
                <a:ea typeface="微软雅黑" panose="020B0503020204020204" pitchFamily="34" charset="-122"/>
              </a:defRPr>
            </a:lvl4pPr>
            <a:lvl5pPr marL="2057400" indent="-228600">
              <a:spcBef>
                <a:spcPct val="20000"/>
              </a:spcBef>
              <a:buFont typeface="Arial" panose="020B0604020202020204" pitchFamily="34" charset="0"/>
              <a:buChar char="»"/>
              <a:defRPr sz="2000">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2000">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2000">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2000">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2000">
                <a:latin typeface="微软雅黑" panose="020B0503020204020204" pitchFamily="34" charset="-122"/>
                <a:ea typeface="微软雅黑" panose="020B0503020204020204" pitchFamily="34" charset="-122"/>
              </a:defRPr>
            </a:lvl9pPr>
          </a:lstStyle>
          <a:p>
            <a:pPr algn="l"/>
            <a:r>
              <a:rPr lang="zh-CN" altLang="en-US" sz="1200" dirty="0">
                <a:solidFill>
                  <a:schemeClr val="bg1">
                    <a:lumMod val="50000"/>
                  </a:schemeClr>
                </a:solidFill>
                <a:latin typeface="Source Han Sans CN Regular" panose="020B0500000000000000" pitchFamily="34" charset="-128"/>
                <a:ea typeface="Source Han Sans CN Regular" panose="020B0500000000000000" pitchFamily="34" charset="-128"/>
                <a:sym typeface="微软雅黑" panose="020B0503020204020204" pitchFamily="34" charset="-122"/>
              </a:rPr>
              <a:t>在此录入上述图表的综合描述说明，在此录入上述图表的综合描述说明，在此录入上述图表的综合描述说明。在此录入上述图表的描述说明。</a:t>
            </a:r>
            <a:endParaRPr lang="zh-CN" altLang="en-US" sz="1200" dirty="0">
              <a:solidFill>
                <a:schemeClr val="bg1">
                  <a:lumMod val="50000"/>
                </a:schemeClr>
              </a:solidFill>
              <a:latin typeface="Source Han Sans CN Regular" panose="020B0500000000000000" pitchFamily="34" charset="-128"/>
              <a:ea typeface="Source Han Sans CN Regular" panose="020B0500000000000000" pitchFamily="34" charset="-128"/>
              <a:sym typeface="微软雅黑" panose="020B0503020204020204" pitchFamily="34" charset="-122"/>
            </a:endParaRPr>
          </a:p>
        </p:txBody>
      </p:sp>
      <p:sp>
        <p:nvSpPr>
          <p:cNvPr id="10" name="椭圆 9"/>
          <p:cNvSpPr/>
          <p:nvPr/>
        </p:nvSpPr>
        <p:spPr>
          <a:xfrm>
            <a:off x="6866734" y="4333085"/>
            <a:ext cx="599989" cy="599989"/>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 name="圆角矩形 10"/>
          <p:cNvSpPr/>
          <p:nvPr/>
        </p:nvSpPr>
        <p:spPr>
          <a:xfrm>
            <a:off x="9132857" y="1898374"/>
            <a:ext cx="2365513" cy="3220279"/>
          </a:xfrm>
          <a:prstGeom prst="roundRect">
            <a:avLst>
              <a:gd name="adj" fmla="val 4482"/>
            </a:avLst>
          </a:prstGeom>
          <a:no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2" name="文本框 9"/>
          <p:cNvSpPr txBox="1"/>
          <p:nvPr/>
        </p:nvSpPr>
        <p:spPr>
          <a:xfrm>
            <a:off x="9412157" y="2233406"/>
            <a:ext cx="1416427" cy="328231"/>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t">
            <a:noAutofit/>
          </a:bodyPr>
          <a:lstStyle>
            <a:defPPr>
              <a:defRPr lang="zh-CN"/>
            </a:defPPr>
            <a:lvl1pPr defTabSz="1219200">
              <a:spcBef>
                <a:spcPct val="0"/>
              </a:spcBef>
              <a:defRPr cap="all">
                <a:solidFill>
                  <a:schemeClr val="tx1">
                    <a:lumMod val="65000"/>
                    <a:lumOff val="35000"/>
                  </a:schemeClr>
                </a:solidFill>
                <a:latin typeface="微软雅黑" panose="020B0503020204020204" pitchFamily="34" charset="-122"/>
                <a:ea typeface="微软雅黑" panose="020B0503020204020204" pitchFamily="34" charset="-122"/>
                <a:cs typeface="+mj-cs"/>
              </a:defRPr>
            </a:lvl1pPr>
            <a:lvl2pPr marL="0" lvl="1" defTabSz="1219200">
              <a:defRPr sz="2055">
                <a:solidFill>
                  <a:schemeClr val="tx1">
                    <a:lumMod val="65000"/>
                    <a:lumOff val="35000"/>
                  </a:schemeClr>
                </a:solidFill>
                <a:latin typeface="微软雅黑" panose="020B0503020204020204" pitchFamily="34" charset="-122"/>
                <a:ea typeface="微软雅黑" panose="020B0503020204020204" pitchFamily="34" charset="-122"/>
              </a:defRPr>
            </a:lvl2pPr>
            <a:lvl3pPr marL="1219200" defTabSz="1219200">
              <a:defRPr sz="2400"/>
            </a:lvl3pPr>
            <a:lvl4pPr marL="1828800" defTabSz="1219200">
              <a:defRPr sz="2400"/>
            </a:lvl4pPr>
            <a:lvl5pPr marL="2438400" defTabSz="1219200">
              <a:defRPr sz="2400"/>
            </a:lvl5pPr>
            <a:lvl6pPr marL="3048000" defTabSz="1219200">
              <a:defRPr sz="2400"/>
            </a:lvl6pPr>
            <a:lvl7pPr marL="3657600" defTabSz="1219200">
              <a:defRPr sz="2400"/>
            </a:lvl7pPr>
            <a:lvl8pPr marL="4267200" defTabSz="1219200">
              <a:defRPr sz="2400"/>
            </a:lvl8pPr>
            <a:lvl9pPr marL="4876800" defTabSz="1219200">
              <a:defRPr sz="2400"/>
            </a:lvl9pPr>
          </a:lstStyle>
          <a:p>
            <a:pPr lvl="1" algn="dist"/>
            <a:r>
              <a:rPr lang="zh-CN" altLang="en-US" sz="1600" b="1" dirty="0">
                <a:solidFill>
                  <a:schemeClr val="tx1">
                    <a:lumMod val="75000"/>
                    <a:lumOff val="25000"/>
                  </a:schemeClr>
                </a:solidFill>
                <a:latin typeface="Source Han Sans CN Bold" panose="020B0500000000000000" pitchFamily="34" charset="-128"/>
                <a:ea typeface="Source Han Sans CN Bold" panose="020B0500000000000000" pitchFamily="34" charset="-128"/>
              </a:rPr>
              <a:t>输入标题文本</a:t>
            </a:r>
            <a:endParaRPr lang="zh-CN" altLang="en-US" sz="1600" b="1" dirty="0">
              <a:solidFill>
                <a:schemeClr val="tx1">
                  <a:lumMod val="75000"/>
                  <a:lumOff val="25000"/>
                </a:schemeClr>
              </a:solidFill>
              <a:latin typeface="Source Han Sans CN Bold" panose="020B0500000000000000" pitchFamily="34" charset="-128"/>
              <a:ea typeface="Source Han Sans CN Bold" panose="020B0500000000000000" pitchFamily="34" charset="-128"/>
            </a:endParaRPr>
          </a:p>
        </p:txBody>
      </p:sp>
      <p:sp>
        <p:nvSpPr>
          <p:cNvPr id="13" name="TextBox 107"/>
          <p:cNvSpPr txBox="1"/>
          <p:nvPr/>
        </p:nvSpPr>
        <p:spPr>
          <a:xfrm>
            <a:off x="9304257" y="2581515"/>
            <a:ext cx="1951710" cy="1494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1" tIns="45716" rIns="91431" bIns="45716">
            <a:spAutoFit/>
          </a:bodyPr>
          <a:lstStyle>
            <a:defPPr>
              <a:defRPr lang="zh-CN"/>
            </a:defPPr>
            <a:lvl1pPr algn="ctr">
              <a:lnSpc>
                <a:spcPct val="130000"/>
              </a:lnSpc>
              <a:spcBef>
                <a:spcPct val="0"/>
              </a:spcBef>
              <a:buFont typeface="Arial" panose="020B0604020202020204" pitchFamily="34" charset="0"/>
              <a:buNone/>
              <a:defRPr sz="1400">
                <a:solidFill>
                  <a:schemeClr val="tx1">
                    <a:lumMod val="65000"/>
                    <a:lumOff val="35000"/>
                  </a:schemeClr>
                </a:solidFill>
                <a:latin typeface="微软雅黑" panose="020B0503020204020204" pitchFamily="34" charset="-122"/>
                <a:ea typeface="微软雅黑" panose="020B0503020204020204" pitchFamily="34" charset="-122"/>
              </a:defRPr>
            </a:lvl1pPr>
            <a:lvl2pPr marL="742950" indent="-285750">
              <a:spcBef>
                <a:spcPct val="20000"/>
              </a:spcBef>
              <a:buFont typeface="Arial" panose="020B0604020202020204" pitchFamily="34" charset="0"/>
              <a:buChar char="–"/>
              <a:defRPr sz="2800">
                <a:latin typeface="微软雅黑" panose="020B0503020204020204" pitchFamily="34" charset="-122"/>
                <a:ea typeface="微软雅黑" panose="020B0503020204020204" pitchFamily="34" charset="-122"/>
              </a:defRPr>
            </a:lvl2pPr>
            <a:lvl3pPr marL="1143000" indent="-228600">
              <a:spcBef>
                <a:spcPct val="20000"/>
              </a:spcBef>
              <a:buFont typeface="Arial" panose="020B0604020202020204" pitchFamily="34" charset="0"/>
              <a:buChar char="•"/>
              <a:defRPr sz="2400">
                <a:latin typeface="微软雅黑" panose="020B0503020204020204" pitchFamily="34" charset="-122"/>
                <a:ea typeface="微软雅黑" panose="020B0503020204020204" pitchFamily="34" charset="-122"/>
              </a:defRPr>
            </a:lvl3pPr>
            <a:lvl4pPr marL="1600200" indent="-228600">
              <a:spcBef>
                <a:spcPct val="20000"/>
              </a:spcBef>
              <a:buFont typeface="Arial" panose="020B0604020202020204" pitchFamily="34" charset="0"/>
              <a:buChar char="–"/>
              <a:defRPr sz="2000">
                <a:latin typeface="微软雅黑" panose="020B0503020204020204" pitchFamily="34" charset="-122"/>
                <a:ea typeface="微软雅黑" panose="020B0503020204020204" pitchFamily="34" charset="-122"/>
              </a:defRPr>
            </a:lvl4pPr>
            <a:lvl5pPr marL="2057400" indent="-228600">
              <a:spcBef>
                <a:spcPct val="20000"/>
              </a:spcBef>
              <a:buFont typeface="Arial" panose="020B0604020202020204" pitchFamily="34" charset="0"/>
              <a:buChar char="»"/>
              <a:defRPr sz="2000">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2000">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2000">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2000">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2000">
                <a:latin typeface="微软雅黑" panose="020B0503020204020204" pitchFamily="34" charset="-122"/>
                <a:ea typeface="微软雅黑" panose="020B0503020204020204" pitchFamily="34" charset="-122"/>
              </a:defRPr>
            </a:lvl9pPr>
          </a:lstStyle>
          <a:p>
            <a:pPr algn="l"/>
            <a:r>
              <a:rPr lang="zh-CN" altLang="en-US" sz="1200" dirty="0">
                <a:solidFill>
                  <a:schemeClr val="bg1">
                    <a:lumMod val="50000"/>
                  </a:schemeClr>
                </a:solidFill>
                <a:latin typeface="Source Han Sans CN Regular" panose="020B0500000000000000" pitchFamily="34" charset="-128"/>
                <a:ea typeface="Source Han Sans CN Regular" panose="020B0500000000000000" pitchFamily="34" charset="-128"/>
                <a:sym typeface="微软雅黑" panose="020B0503020204020204" pitchFamily="34" charset="-122"/>
              </a:rPr>
              <a:t>在此录入上述图表的综合描述说明，在此录入上述图表的综合描述说明，在此录入上述图表的综合描述说明。在此录入上述图表的描述说明。</a:t>
            </a:r>
            <a:endParaRPr lang="zh-CN" altLang="en-US" sz="1200" dirty="0">
              <a:solidFill>
                <a:schemeClr val="bg1">
                  <a:lumMod val="50000"/>
                </a:schemeClr>
              </a:solidFill>
              <a:latin typeface="Source Han Sans CN Regular" panose="020B0500000000000000" pitchFamily="34" charset="-128"/>
              <a:ea typeface="Source Han Sans CN Regular" panose="020B0500000000000000" pitchFamily="34" charset="-128"/>
              <a:sym typeface="微软雅黑" panose="020B0503020204020204" pitchFamily="34" charset="-122"/>
            </a:endParaRPr>
          </a:p>
        </p:txBody>
      </p:sp>
      <p:sp>
        <p:nvSpPr>
          <p:cNvPr id="14" name="椭圆 13"/>
          <p:cNvSpPr/>
          <p:nvPr/>
        </p:nvSpPr>
        <p:spPr>
          <a:xfrm>
            <a:off x="9363891" y="4333085"/>
            <a:ext cx="599989" cy="599989"/>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5" name="KSO_Shape"/>
          <p:cNvSpPr/>
          <p:nvPr/>
        </p:nvSpPr>
        <p:spPr bwMode="auto">
          <a:xfrm>
            <a:off x="7051316" y="4470470"/>
            <a:ext cx="250701" cy="318013"/>
          </a:xfrm>
          <a:custGeom>
            <a:avLst/>
            <a:gdLst>
              <a:gd name="T0" fmla="*/ 259322 w 2665412"/>
              <a:gd name="T1" fmla="*/ 2895285 h 3382963"/>
              <a:gd name="T2" fmla="*/ 511017 w 2665412"/>
              <a:gd name="T3" fmla="*/ 3155147 h 3382963"/>
              <a:gd name="T4" fmla="*/ 770965 w 2665412"/>
              <a:gd name="T5" fmla="*/ 2903852 h 3382963"/>
              <a:gd name="T6" fmla="*/ 519587 w 2665412"/>
              <a:gd name="T7" fmla="*/ 2643989 h 3382963"/>
              <a:gd name="T8" fmla="*/ 875071 w 2665412"/>
              <a:gd name="T9" fmla="*/ 2732514 h 3382963"/>
              <a:gd name="T10" fmla="*/ 732560 w 2665412"/>
              <a:gd name="T11" fmla="*/ 3231615 h 3382963"/>
              <a:gd name="T12" fmla="*/ 265987 w 2665412"/>
              <a:gd name="T13" fmla="*/ 3315697 h 3382963"/>
              <a:gd name="T14" fmla="*/ 147598 w 2665412"/>
              <a:gd name="T15" fmla="*/ 2750917 h 3382963"/>
              <a:gd name="T16" fmla="*/ 1831415 w 2665412"/>
              <a:gd name="T17" fmla="*/ 2257426 h 3382963"/>
              <a:gd name="T18" fmla="*/ 1993961 w 2665412"/>
              <a:gd name="T19" fmla="*/ 2438401 h 3382963"/>
              <a:gd name="T20" fmla="*/ 1847258 w 2665412"/>
              <a:gd name="T21" fmla="*/ 2409508 h 3382963"/>
              <a:gd name="T22" fmla="*/ 1685662 w 2665412"/>
              <a:gd name="T23" fmla="*/ 2468563 h 3382963"/>
              <a:gd name="T24" fmla="*/ 1995229 w 2665412"/>
              <a:gd name="T25" fmla="*/ 2640966 h 3382963"/>
              <a:gd name="T26" fmla="*/ 1952137 w 2665412"/>
              <a:gd name="T27" fmla="*/ 2838768 h 3382963"/>
              <a:gd name="T28" fmla="*/ 1735409 w 2665412"/>
              <a:gd name="T29" fmla="*/ 2918143 h 3382963"/>
              <a:gd name="T30" fmla="*/ 1580784 w 2665412"/>
              <a:gd name="T31" fmla="*/ 2728596 h 3382963"/>
              <a:gd name="T32" fmla="*/ 1742380 w 2665412"/>
              <a:gd name="T33" fmla="*/ 2773998 h 3382963"/>
              <a:gd name="T34" fmla="*/ 1881478 w 2665412"/>
              <a:gd name="T35" fmla="*/ 2691766 h 3382963"/>
              <a:gd name="T36" fmla="*/ 1563357 w 2665412"/>
              <a:gd name="T37" fmla="*/ 2467293 h 3382963"/>
              <a:gd name="T38" fmla="*/ 1692634 w 2665412"/>
              <a:gd name="T39" fmla="*/ 2322831 h 3382963"/>
              <a:gd name="T40" fmla="*/ 1625723 w 2665412"/>
              <a:gd name="T41" fmla="*/ 2198771 h 3382963"/>
              <a:gd name="T42" fmla="*/ 1410098 w 2665412"/>
              <a:gd name="T43" fmla="*/ 2430592 h 3382963"/>
              <a:gd name="T44" fmla="*/ 1421847 w 2665412"/>
              <a:gd name="T45" fmla="*/ 2757048 h 3382963"/>
              <a:gd name="T46" fmla="*/ 1653351 w 2665412"/>
              <a:gd name="T47" fmla="*/ 2972991 h 3382963"/>
              <a:gd name="T48" fmla="*/ 1980125 w 2665412"/>
              <a:gd name="T49" fmla="*/ 2960924 h 3382963"/>
              <a:gd name="T50" fmla="*/ 2195433 w 2665412"/>
              <a:gd name="T51" fmla="*/ 2729420 h 3382963"/>
              <a:gd name="T52" fmla="*/ 2184001 w 2665412"/>
              <a:gd name="T53" fmla="*/ 2402964 h 3382963"/>
              <a:gd name="T54" fmla="*/ 1952179 w 2665412"/>
              <a:gd name="T55" fmla="*/ 2187021 h 3382963"/>
              <a:gd name="T56" fmla="*/ 2156055 w 2665412"/>
              <a:gd name="T57" fmla="*/ 2032367 h 3382963"/>
              <a:gd name="T58" fmla="*/ 2395816 w 2665412"/>
              <a:gd name="T59" fmla="*/ 2850094 h 3382963"/>
              <a:gd name="T60" fmla="*/ 1619054 w 2665412"/>
              <a:gd name="T61" fmla="*/ 3205130 h 3382963"/>
              <a:gd name="T62" fmla="*/ 1161763 w 2665412"/>
              <a:gd name="T63" fmla="*/ 2697981 h 3382963"/>
              <a:gd name="T64" fmla="*/ 1590474 w 2665412"/>
              <a:gd name="T65" fmla="*/ 1963774 h 3382963"/>
              <a:gd name="T66" fmla="*/ 247746 w 2665412"/>
              <a:gd name="T67" fmla="*/ 2374875 h 3382963"/>
              <a:gd name="T68" fmla="*/ 90506 w 2665412"/>
              <a:gd name="T69" fmla="*/ 2382501 h 3382963"/>
              <a:gd name="T70" fmla="*/ 82882 w 2665412"/>
              <a:gd name="T71" fmla="*/ 2224911 h 3382963"/>
              <a:gd name="T72" fmla="*/ 1925231 w 2665412"/>
              <a:gd name="T73" fmla="*/ 1275421 h 3382963"/>
              <a:gd name="T74" fmla="*/ 2142932 w 2665412"/>
              <a:gd name="T75" fmla="*/ 1565745 h 3382963"/>
              <a:gd name="T76" fmla="*/ 2433411 w 2665412"/>
              <a:gd name="T77" fmla="*/ 1348081 h 3382963"/>
              <a:gd name="T78" fmla="*/ 2215710 w 2665412"/>
              <a:gd name="T79" fmla="*/ 1057758 h 3382963"/>
              <a:gd name="T80" fmla="*/ 2557039 w 2665412"/>
              <a:gd name="T81" fmla="*/ 1184676 h 3382963"/>
              <a:gd name="T82" fmla="*/ 2359043 w 2665412"/>
              <a:gd name="T83" fmla="*/ 1666644 h 3382963"/>
              <a:gd name="T84" fmla="*/ 1943029 w 2665412"/>
              <a:gd name="T85" fmla="*/ 1631742 h 3382963"/>
              <a:gd name="T86" fmla="*/ 1831795 w 2665412"/>
              <a:gd name="T87" fmla="*/ 1117727 h 3382963"/>
              <a:gd name="T88" fmla="*/ 1543971 w 2665412"/>
              <a:gd name="T89" fmla="*/ 596250 h 3382963"/>
              <a:gd name="T90" fmla="*/ 1297460 w 2665412"/>
              <a:gd name="T91" fmla="*/ 948099 h 3382963"/>
              <a:gd name="T92" fmla="*/ 1031888 w 2665412"/>
              <a:gd name="T93" fmla="*/ 755548 h 3382963"/>
              <a:gd name="T94" fmla="*/ 814631 w 2665412"/>
              <a:gd name="T95" fmla="*/ 602286 h 3382963"/>
              <a:gd name="T96" fmla="*/ 863801 w 2665412"/>
              <a:gd name="T97" fmla="*/ 640380 h 3382963"/>
              <a:gd name="T98" fmla="*/ 958650 w 2665412"/>
              <a:gd name="T99" fmla="*/ 731486 h 3382963"/>
              <a:gd name="T100" fmla="*/ 915825 w 2665412"/>
              <a:gd name="T101" fmla="*/ 1047026 h 3382963"/>
              <a:gd name="T102" fmla="*/ 1093788 w 2665412"/>
              <a:gd name="T103" fmla="*/ 1742545 h 3382963"/>
              <a:gd name="T104" fmla="*/ 941203 w 2665412"/>
              <a:gd name="T105" fmla="*/ 2331086 h 3382963"/>
              <a:gd name="T106" fmla="*/ 804162 w 2665412"/>
              <a:gd name="T107" fmla="*/ 2246646 h 3382963"/>
              <a:gd name="T108" fmla="*/ 518978 w 2665412"/>
              <a:gd name="T109" fmla="*/ 1458116 h 3382963"/>
              <a:gd name="T110" fmla="*/ 425714 w 2665412"/>
              <a:gd name="T111" fmla="*/ 1302568 h 3382963"/>
              <a:gd name="T112" fmla="*/ 154488 w 2665412"/>
              <a:gd name="T113" fmla="*/ 951475 h 3382963"/>
              <a:gd name="T114" fmla="*/ 4758 w 2665412"/>
              <a:gd name="T115" fmla="*/ 912429 h 3382963"/>
              <a:gd name="T116" fmla="*/ 912333 w 2665412"/>
              <a:gd name="T117" fmla="*/ 0 h 3382963"/>
              <a:gd name="T118" fmla="*/ 1112519 w 2665412"/>
              <a:gd name="T119" fmla="*/ 199433 h 3382963"/>
              <a:gd name="T120" fmla="*/ 953005 w 2665412"/>
              <a:gd name="T121" fmla="*/ 526732 h 3382963"/>
              <a:gd name="T122" fmla="*/ 719772 w 2665412"/>
              <a:gd name="T123" fmla="*/ 209293 h 3382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665412" h="3382963">
                <a:moveTo>
                  <a:pt x="506574" y="2643989"/>
                </a:moveTo>
                <a:lnTo>
                  <a:pt x="493243" y="2644624"/>
                </a:lnTo>
                <a:lnTo>
                  <a:pt x="480230" y="2646210"/>
                </a:lnTo>
                <a:lnTo>
                  <a:pt x="467217" y="2648431"/>
                </a:lnTo>
                <a:lnTo>
                  <a:pt x="454521" y="2650970"/>
                </a:lnTo>
                <a:lnTo>
                  <a:pt x="442460" y="2654460"/>
                </a:lnTo>
                <a:lnTo>
                  <a:pt x="430399" y="2658585"/>
                </a:lnTo>
                <a:lnTo>
                  <a:pt x="418655" y="2663027"/>
                </a:lnTo>
                <a:lnTo>
                  <a:pt x="407229" y="2667786"/>
                </a:lnTo>
                <a:lnTo>
                  <a:pt x="396120" y="2673180"/>
                </a:lnTo>
                <a:lnTo>
                  <a:pt x="385328" y="2679526"/>
                </a:lnTo>
                <a:lnTo>
                  <a:pt x="374854" y="2685872"/>
                </a:lnTo>
                <a:lnTo>
                  <a:pt x="364380" y="2692852"/>
                </a:lnTo>
                <a:lnTo>
                  <a:pt x="354858" y="2700784"/>
                </a:lnTo>
                <a:lnTo>
                  <a:pt x="345336" y="2708717"/>
                </a:lnTo>
                <a:lnTo>
                  <a:pt x="336449" y="2717284"/>
                </a:lnTo>
                <a:lnTo>
                  <a:pt x="327562" y="2725533"/>
                </a:lnTo>
                <a:lnTo>
                  <a:pt x="319310" y="2735052"/>
                </a:lnTo>
                <a:lnTo>
                  <a:pt x="312010" y="2744571"/>
                </a:lnTo>
                <a:lnTo>
                  <a:pt x="304710" y="2754724"/>
                </a:lnTo>
                <a:lnTo>
                  <a:pt x="298044" y="2764878"/>
                </a:lnTo>
                <a:lnTo>
                  <a:pt x="291696" y="2775348"/>
                </a:lnTo>
                <a:lnTo>
                  <a:pt x="285983" y="2786136"/>
                </a:lnTo>
                <a:lnTo>
                  <a:pt x="280905" y="2797241"/>
                </a:lnTo>
                <a:lnTo>
                  <a:pt x="276144" y="2808981"/>
                </a:lnTo>
                <a:lnTo>
                  <a:pt x="272018" y="2820721"/>
                </a:lnTo>
                <a:lnTo>
                  <a:pt x="268209" y="2832461"/>
                </a:lnTo>
                <a:lnTo>
                  <a:pt x="265353" y="2844835"/>
                </a:lnTo>
                <a:lnTo>
                  <a:pt x="263131" y="2857210"/>
                </a:lnTo>
                <a:lnTo>
                  <a:pt x="261226" y="2869584"/>
                </a:lnTo>
                <a:lnTo>
                  <a:pt x="259957" y="2882276"/>
                </a:lnTo>
                <a:lnTo>
                  <a:pt x="259322" y="2895285"/>
                </a:lnTo>
                <a:lnTo>
                  <a:pt x="259639" y="2908294"/>
                </a:lnTo>
                <a:lnTo>
                  <a:pt x="260274" y="2921620"/>
                </a:lnTo>
                <a:lnTo>
                  <a:pt x="261861" y="2934629"/>
                </a:lnTo>
                <a:lnTo>
                  <a:pt x="264083" y="2947638"/>
                </a:lnTo>
                <a:lnTo>
                  <a:pt x="266622" y="2960330"/>
                </a:lnTo>
                <a:lnTo>
                  <a:pt x="270113" y="2972704"/>
                </a:lnTo>
                <a:lnTo>
                  <a:pt x="273922" y="2984444"/>
                </a:lnTo>
                <a:lnTo>
                  <a:pt x="278366" y="2996501"/>
                </a:lnTo>
                <a:lnTo>
                  <a:pt x="283444" y="3007924"/>
                </a:lnTo>
                <a:lnTo>
                  <a:pt x="288840" y="3019029"/>
                </a:lnTo>
                <a:lnTo>
                  <a:pt x="294870" y="3029817"/>
                </a:lnTo>
                <a:lnTo>
                  <a:pt x="301536" y="3040605"/>
                </a:lnTo>
                <a:lnTo>
                  <a:pt x="308836" y="3050441"/>
                </a:lnTo>
                <a:lnTo>
                  <a:pt x="316136" y="3060277"/>
                </a:lnTo>
                <a:lnTo>
                  <a:pt x="323753" y="3069478"/>
                </a:lnTo>
                <a:lnTo>
                  <a:pt x="332323" y="3078680"/>
                </a:lnTo>
                <a:lnTo>
                  <a:pt x="341210" y="3087247"/>
                </a:lnTo>
                <a:lnTo>
                  <a:pt x="350732" y="3095496"/>
                </a:lnTo>
                <a:lnTo>
                  <a:pt x="360254" y="3103429"/>
                </a:lnTo>
                <a:lnTo>
                  <a:pt x="370411" y="3110409"/>
                </a:lnTo>
                <a:lnTo>
                  <a:pt x="380250" y="3117072"/>
                </a:lnTo>
                <a:lnTo>
                  <a:pt x="391041" y="3123418"/>
                </a:lnTo>
                <a:lnTo>
                  <a:pt x="401833" y="3128812"/>
                </a:lnTo>
                <a:lnTo>
                  <a:pt x="412942" y="3134206"/>
                </a:lnTo>
                <a:lnTo>
                  <a:pt x="424685" y="3138965"/>
                </a:lnTo>
                <a:lnTo>
                  <a:pt x="436429" y="3143090"/>
                </a:lnTo>
                <a:lnTo>
                  <a:pt x="448173" y="3146580"/>
                </a:lnTo>
                <a:lnTo>
                  <a:pt x="460551" y="3149753"/>
                </a:lnTo>
                <a:lnTo>
                  <a:pt x="472930" y="3151974"/>
                </a:lnTo>
                <a:lnTo>
                  <a:pt x="485626" y="3153878"/>
                </a:lnTo>
                <a:lnTo>
                  <a:pt x="498004" y="3154830"/>
                </a:lnTo>
                <a:lnTo>
                  <a:pt x="511017" y="3155147"/>
                </a:lnTo>
                <a:lnTo>
                  <a:pt x="524030" y="3155147"/>
                </a:lnTo>
                <a:lnTo>
                  <a:pt x="537044" y="3154513"/>
                </a:lnTo>
                <a:lnTo>
                  <a:pt x="550374" y="3152926"/>
                </a:lnTo>
                <a:lnTo>
                  <a:pt x="563070" y="3150705"/>
                </a:lnTo>
                <a:lnTo>
                  <a:pt x="575766" y="3148167"/>
                </a:lnTo>
                <a:lnTo>
                  <a:pt x="588462" y="3144994"/>
                </a:lnTo>
                <a:lnTo>
                  <a:pt x="600206" y="3141186"/>
                </a:lnTo>
                <a:lnTo>
                  <a:pt x="612267" y="3136744"/>
                </a:lnTo>
                <a:lnTo>
                  <a:pt x="623693" y="3131668"/>
                </a:lnTo>
                <a:lnTo>
                  <a:pt x="634802" y="3125956"/>
                </a:lnTo>
                <a:lnTo>
                  <a:pt x="645593" y="3119928"/>
                </a:lnTo>
                <a:lnTo>
                  <a:pt x="656067" y="3113265"/>
                </a:lnTo>
                <a:lnTo>
                  <a:pt x="665907" y="3106284"/>
                </a:lnTo>
                <a:lnTo>
                  <a:pt x="676063" y="3098986"/>
                </a:lnTo>
                <a:lnTo>
                  <a:pt x="685268" y="3090737"/>
                </a:lnTo>
                <a:lnTo>
                  <a:pt x="694155" y="3082487"/>
                </a:lnTo>
                <a:lnTo>
                  <a:pt x="702725" y="3073603"/>
                </a:lnTo>
                <a:lnTo>
                  <a:pt x="710977" y="3064402"/>
                </a:lnTo>
                <a:lnTo>
                  <a:pt x="718594" y="3054566"/>
                </a:lnTo>
                <a:lnTo>
                  <a:pt x="725894" y="3045047"/>
                </a:lnTo>
                <a:lnTo>
                  <a:pt x="732560" y="3034576"/>
                </a:lnTo>
                <a:lnTo>
                  <a:pt x="738908" y="3023788"/>
                </a:lnTo>
                <a:lnTo>
                  <a:pt x="744621" y="3013000"/>
                </a:lnTo>
                <a:lnTo>
                  <a:pt x="750017" y="3001895"/>
                </a:lnTo>
                <a:lnTo>
                  <a:pt x="754460" y="2990472"/>
                </a:lnTo>
                <a:lnTo>
                  <a:pt x="758586" y="2979050"/>
                </a:lnTo>
                <a:lnTo>
                  <a:pt x="762078" y="2966676"/>
                </a:lnTo>
                <a:lnTo>
                  <a:pt x="765252" y="2954618"/>
                </a:lnTo>
                <a:lnTo>
                  <a:pt x="767473" y="2942244"/>
                </a:lnTo>
                <a:lnTo>
                  <a:pt x="769378" y="2929870"/>
                </a:lnTo>
                <a:lnTo>
                  <a:pt x="770330" y="2916861"/>
                </a:lnTo>
                <a:lnTo>
                  <a:pt x="770965" y="2903852"/>
                </a:lnTo>
                <a:lnTo>
                  <a:pt x="770647" y="2890843"/>
                </a:lnTo>
                <a:lnTo>
                  <a:pt x="770013" y="2877834"/>
                </a:lnTo>
                <a:lnTo>
                  <a:pt x="768426" y="2864507"/>
                </a:lnTo>
                <a:lnTo>
                  <a:pt x="766521" y="2851816"/>
                </a:lnTo>
                <a:lnTo>
                  <a:pt x="763982" y="2839441"/>
                </a:lnTo>
                <a:lnTo>
                  <a:pt x="760808" y="2827067"/>
                </a:lnTo>
                <a:lnTo>
                  <a:pt x="756682" y="2814692"/>
                </a:lnTo>
                <a:lnTo>
                  <a:pt x="752238" y="2802953"/>
                </a:lnTo>
                <a:lnTo>
                  <a:pt x="747160" y="2791530"/>
                </a:lnTo>
                <a:lnTo>
                  <a:pt x="741764" y="2780108"/>
                </a:lnTo>
                <a:lnTo>
                  <a:pt x="735416" y="2769637"/>
                </a:lnTo>
                <a:lnTo>
                  <a:pt x="729068" y="2759166"/>
                </a:lnTo>
                <a:lnTo>
                  <a:pt x="722086" y="2749013"/>
                </a:lnTo>
                <a:lnTo>
                  <a:pt x="714468" y="2739177"/>
                </a:lnTo>
                <a:lnTo>
                  <a:pt x="706533" y="2729658"/>
                </a:lnTo>
                <a:lnTo>
                  <a:pt x="697964" y="2720774"/>
                </a:lnTo>
                <a:lnTo>
                  <a:pt x="689394" y="2712207"/>
                </a:lnTo>
                <a:lnTo>
                  <a:pt x="680189" y="2704275"/>
                </a:lnTo>
                <a:lnTo>
                  <a:pt x="670350" y="2696342"/>
                </a:lnTo>
                <a:lnTo>
                  <a:pt x="660511" y="2689362"/>
                </a:lnTo>
                <a:lnTo>
                  <a:pt x="650037" y="2682382"/>
                </a:lnTo>
                <a:lnTo>
                  <a:pt x="639563" y="2676353"/>
                </a:lnTo>
                <a:lnTo>
                  <a:pt x="628771" y="2670324"/>
                </a:lnTo>
                <a:lnTo>
                  <a:pt x="617662" y="2665248"/>
                </a:lnTo>
                <a:lnTo>
                  <a:pt x="606236" y="2660171"/>
                </a:lnTo>
                <a:lnTo>
                  <a:pt x="594175" y="2656364"/>
                </a:lnTo>
                <a:lnTo>
                  <a:pt x="582431" y="2652873"/>
                </a:lnTo>
                <a:lnTo>
                  <a:pt x="570053" y="2650018"/>
                </a:lnTo>
                <a:lnTo>
                  <a:pt x="557992" y="2647479"/>
                </a:lnTo>
                <a:lnTo>
                  <a:pt x="545296" y="2645576"/>
                </a:lnTo>
                <a:lnTo>
                  <a:pt x="532600" y="2644306"/>
                </a:lnTo>
                <a:lnTo>
                  <a:pt x="519587" y="2643989"/>
                </a:lnTo>
                <a:lnTo>
                  <a:pt x="506574" y="2643989"/>
                </a:lnTo>
                <a:close/>
                <a:moveTo>
                  <a:pt x="552279" y="2413000"/>
                </a:moveTo>
                <a:lnTo>
                  <a:pt x="560214" y="2505650"/>
                </a:lnTo>
                <a:lnTo>
                  <a:pt x="569736" y="2506602"/>
                </a:lnTo>
                <a:lnTo>
                  <a:pt x="578940" y="2508188"/>
                </a:lnTo>
                <a:lnTo>
                  <a:pt x="588779" y="2510092"/>
                </a:lnTo>
                <a:lnTo>
                  <a:pt x="597984" y="2511678"/>
                </a:lnTo>
                <a:lnTo>
                  <a:pt x="607506" y="2513582"/>
                </a:lnTo>
                <a:lnTo>
                  <a:pt x="617028" y="2516120"/>
                </a:lnTo>
                <a:lnTo>
                  <a:pt x="626232" y="2518976"/>
                </a:lnTo>
                <a:lnTo>
                  <a:pt x="635119" y="2521514"/>
                </a:lnTo>
                <a:lnTo>
                  <a:pt x="644006" y="2524370"/>
                </a:lnTo>
                <a:lnTo>
                  <a:pt x="653211" y="2527860"/>
                </a:lnTo>
                <a:lnTo>
                  <a:pt x="661780" y="2531033"/>
                </a:lnTo>
                <a:lnTo>
                  <a:pt x="670668" y="2534841"/>
                </a:lnTo>
                <a:lnTo>
                  <a:pt x="679237" y="2538648"/>
                </a:lnTo>
                <a:lnTo>
                  <a:pt x="687807" y="2542773"/>
                </a:lnTo>
                <a:lnTo>
                  <a:pt x="696377" y="2547215"/>
                </a:lnTo>
                <a:lnTo>
                  <a:pt x="704629" y="2551657"/>
                </a:lnTo>
                <a:lnTo>
                  <a:pt x="764299" y="2480266"/>
                </a:lnTo>
                <a:lnTo>
                  <a:pt x="884275" y="2581165"/>
                </a:lnTo>
                <a:lnTo>
                  <a:pt x="824922" y="2651921"/>
                </a:lnTo>
                <a:lnTo>
                  <a:pt x="830953" y="2659219"/>
                </a:lnTo>
                <a:lnTo>
                  <a:pt x="836348" y="2666517"/>
                </a:lnTo>
                <a:lnTo>
                  <a:pt x="842062" y="2674449"/>
                </a:lnTo>
                <a:lnTo>
                  <a:pt x="847140" y="2682382"/>
                </a:lnTo>
                <a:lnTo>
                  <a:pt x="852536" y="2690314"/>
                </a:lnTo>
                <a:lnTo>
                  <a:pt x="857297" y="2698563"/>
                </a:lnTo>
                <a:lnTo>
                  <a:pt x="862057" y="2706813"/>
                </a:lnTo>
                <a:lnTo>
                  <a:pt x="866501" y="2715380"/>
                </a:lnTo>
                <a:lnTo>
                  <a:pt x="870945" y="2723947"/>
                </a:lnTo>
                <a:lnTo>
                  <a:pt x="875071" y="2732514"/>
                </a:lnTo>
                <a:lnTo>
                  <a:pt x="879197" y="2741398"/>
                </a:lnTo>
                <a:lnTo>
                  <a:pt x="883006" y="2750282"/>
                </a:lnTo>
                <a:lnTo>
                  <a:pt x="886497" y="2759166"/>
                </a:lnTo>
                <a:lnTo>
                  <a:pt x="889671" y="2768050"/>
                </a:lnTo>
                <a:lnTo>
                  <a:pt x="892845" y="2777252"/>
                </a:lnTo>
                <a:lnTo>
                  <a:pt x="896019" y="2786453"/>
                </a:lnTo>
                <a:lnTo>
                  <a:pt x="986794" y="2779156"/>
                </a:lnTo>
                <a:lnTo>
                  <a:pt x="1000125" y="2934629"/>
                </a:lnTo>
                <a:lnTo>
                  <a:pt x="909667" y="2942879"/>
                </a:lnTo>
                <a:lnTo>
                  <a:pt x="908397" y="2952397"/>
                </a:lnTo>
                <a:lnTo>
                  <a:pt x="907128" y="2962233"/>
                </a:lnTo>
                <a:lnTo>
                  <a:pt x="905541" y="2971752"/>
                </a:lnTo>
                <a:lnTo>
                  <a:pt x="903636" y="2981588"/>
                </a:lnTo>
                <a:lnTo>
                  <a:pt x="901415" y="2990790"/>
                </a:lnTo>
                <a:lnTo>
                  <a:pt x="899193" y="3000309"/>
                </a:lnTo>
                <a:lnTo>
                  <a:pt x="896654" y="3009827"/>
                </a:lnTo>
                <a:lnTo>
                  <a:pt x="893797" y="3019029"/>
                </a:lnTo>
                <a:lnTo>
                  <a:pt x="890623" y="3027913"/>
                </a:lnTo>
                <a:lnTo>
                  <a:pt x="887449" y="3036797"/>
                </a:lnTo>
                <a:lnTo>
                  <a:pt x="883958" y="3045999"/>
                </a:lnTo>
                <a:lnTo>
                  <a:pt x="880149" y="3054566"/>
                </a:lnTo>
                <a:lnTo>
                  <a:pt x="876658" y="3063450"/>
                </a:lnTo>
                <a:lnTo>
                  <a:pt x="872532" y="3072017"/>
                </a:lnTo>
                <a:lnTo>
                  <a:pt x="868088" y="3080584"/>
                </a:lnTo>
                <a:lnTo>
                  <a:pt x="863644" y="3089150"/>
                </a:lnTo>
                <a:lnTo>
                  <a:pt x="933154" y="3147532"/>
                </a:lnTo>
                <a:lnTo>
                  <a:pt x="831905" y="3267151"/>
                </a:lnTo>
                <a:lnTo>
                  <a:pt x="763347" y="3209404"/>
                </a:lnTo>
                <a:lnTo>
                  <a:pt x="755730" y="3215433"/>
                </a:lnTo>
                <a:lnTo>
                  <a:pt x="748112" y="3221144"/>
                </a:lnTo>
                <a:lnTo>
                  <a:pt x="740177" y="3226538"/>
                </a:lnTo>
                <a:lnTo>
                  <a:pt x="732560" y="3231615"/>
                </a:lnTo>
                <a:lnTo>
                  <a:pt x="724307" y="3237009"/>
                </a:lnTo>
                <a:lnTo>
                  <a:pt x="716055" y="3242085"/>
                </a:lnTo>
                <a:lnTo>
                  <a:pt x="707485" y="3246527"/>
                </a:lnTo>
                <a:lnTo>
                  <a:pt x="698916" y="3251287"/>
                </a:lnTo>
                <a:lnTo>
                  <a:pt x="690346" y="3256046"/>
                </a:lnTo>
                <a:lnTo>
                  <a:pt x="681459" y="3259854"/>
                </a:lnTo>
                <a:lnTo>
                  <a:pt x="672572" y="3263979"/>
                </a:lnTo>
                <a:lnTo>
                  <a:pt x="663685" y="3267786"/>
                </a:lnTo>
                <a:lnTo>
                  <a:pt x="654480" y="3271276"/>
                </a:lnTo>
                <a:lnTo>
                  <a:pt x="645593" y="3274449"/>
                </a:lnTo>
                <a:lnTo>
                  <a:pt x="635754" y="3277305"/>
                </a:lnTo>
                <a:lnTo>
                  <a:pt x="626549" y="3280478"/>
                </a:lnTo>
                <a:lnTo>
                  <a:pt x="634484" y="3369637"/>
                </a:lnTo>
                <a:lnTo>
                  <a:pt x="478008" y="3382963"/>
                </a:lnTo>
                <a:lnTo>
                  <a:pt x="470390" y="3293804"/>
                </a:lnTo>
                <a:lnTo>
                  <a:pt x="460551" y="3292535"/>
                </a:lnTo>
                <a:lnTo>
                  <a:pt x="451029" y="3291266"/>
                </a:lnTo>
                <a:lnTo>
                  <a:pt x="441190" y="3289362"/>
                </a:lnTo>
                <a:lnTo>
                  <a:pt x="431668" y="3287458"/>
                </a:lnTo>
                <a:lnTo>
                  <a:pt x="421829" y="3285237"/>
                </a:lnTo>
                <a:lnTo>
                  <a:pt x="412624" y="3283016"/>
                </a:lnTo>
                <a:lnTo>
                  <a:pt x="403420" y="3280478"/>
                </a:lnTo>
                <a:lnTo>
                  <a:pt x="394215" y="3277305"/>
                </a:lnTo>
                <a:lnTo>
                  <a:pt x="384693" y="3274449"/>
                </a:lnTo>
                <a:lnTo>
                  <a:pt x="375806" y="3271276"/>
                </a:lnTo>
                <a:lnTo>
                  <a:pt x="366919" y="3267786"/>
                </a:lnTo>
                <a:lnTo>
                  <a:pt x="358032" y="3263979"/>
                </a:lnTo>
                <a:lnTo>
                  <a:pt x="349145" y="3259854"/>
                </a:lnTo>
                <a:lnTo>
                  <a:pt x="340575" y="3256046"/>
                </a:lnTo>
                <a:lnTo>
                  <a:pt x="332006" y="3251921"/>
                </a:lnTo>
                <a:lnTo>
                  <a:pt x="323436" y="3246845"/>
                </a:lnTo>
                <a:lnTo>
                  <a:pt x="265987" y="3315697"/>
                </a:lnTo>
                <a:lnTo>
                  <a:pt x="146012" y="3214798"/>
                </a:lnTo>
                <a:lnTo>
                  <a:pt x="204412" y="3145628"/>
                </a:lnTo>
                <a:lnTo>
                  <a:pt x="198382" y="3138331"/>
                </a:lnTo>
                <a:lnTo>
                  <a:pt x="192669" y="3130398"/>
                </a:lnTo>
                <a:lnTo>
                  <a:pt x="187273" y="3122466"/>
                </a:lnTo>
                <a:lnTo>
                  <a:pt x="181877" y="3114851"/>
                </a:lnTo>
                <a:lnTo>
                  <a:pt x="176799" y="3106602"/>
                </a:lnTo>
                <a:lnTo>
                  <a:pt x="172038" y="3098352"/>
                </a:lnTo>
                <a:lnTo>
                  <a:pt x="167277" y="3089785"/>
                </a:lnTo>
                <a:lnTo>
                  <a:pt x="162834" y="3081853"/>
                </a:lnTo>
                <a:lnTo>
                  <a:pt x="158390" y="3072969"/>
                </a:lnTo>
                <a:lnTo>
                  <a:pt x="154264" y="3064402"/>
                </a:lnTo>
                <a:lnTo>
                  <a:pt x="150455" y="3055517"/>
                </a:lnTo>
                <a:lnTo>
                  <a:pt x="146646" y="3046633"/>
                </a:lnTo>
                <a:lnTo>
                  <a:pt x="143155" y="3037114"/>
                </a:lnTo>
                <a:lnTo>
                  <a:pt x="139664" y="3028230"/>
                </a:lnTo>
                <a:lnTo>
                  <a:pt x="136807" y="3018711"/>
                </a:lnTo>
                <a:lnTo>
                  <a:pt x="133633" y="3009193"/>
                </a:lnTo>
                <a:lnTo>
                  <a:pt x="43175" y="3017125"/>
                </a:lnTo>
                <a:lnTo>
                  <a:pt x="30162" y="2861334"/>
                </a:lnTo>
                <a:lnTo>
                  <a:pt x="121255" y="2853402"/>
                </a:lnTo>
                <a:lnTo>
                  <a:pt x="122207" y="2843249"/>
                </a:lnTo>
                <a:lnTo>
                  <a:pt x="123794" y="2833730"/>
                </a:lnTo>
                <a:lnTo>
                  <a:pt x="125698" y="2824529"/>
                </a:lnTo>
                <a:lnTo>
                  <a:pt x="127285" y="2814692"/>
                </a:lnTo>
                <a:lnTo>
                  <a:pt x="129824" y="2805491"/>
                </a:lnTo>
                <a:lnTo>
                  <a:pt x="132046" y="2796290"/>
                </a:lnTo>
                <a:lnTo>
                  <a:pt x="134903" y="2787088"/>
                </a:lnTo>
                <a:lnTo>
                  <a:pt x="137442" y="2777569"/>
                </a:lnTo>
                <a:lnTo>
                  <a:pt x="140298" y="2768685"/>
                </a:lnTo>
                <a:lnTo>
                  <a:pt x="143790" y="2759801"/>
                </a:lnTo>
                <a:lnTo>
                  <a:pt x="147598" y="2750917"/>
                </a:lnTo>
                <a:lnTo>
                  <a:pt x="151090" y="2742032"/>
                </a:lnTo>
                <a:lnTo>
                  <a:pt x="154899" y="2733466"/>
                </a:lnTo>
                <a:lnTo>
                  <a:pt x="159025" y="2724899"/>
                </a:lnTo>
                <a:lnTo>
                  <a:pt x="167912" y="2707765"/>
                </a:lnTo>
                <a:lnTo>
                  <a:pt x="97450" y="2648749"/>
                </a:lnTo>
                <a:lnTo>
                  <a:pt x="198382" y="2528812"/>
                </a:lnTo>
                <a:lnTo>
                  <a:pt x="269161" y="2588780"/>
                </a:lnTo>
                <a:lnTo>
                  <a:pt x="284079" y="2577675"/>
                </a:lnTo>
                <a:lnTo>
                  <a:pt x="299631" y="2566887"/>
                </a:lnTo>
                <a:lnTo>
                  <a:pt x="307884" y="2561493"/>
                </a:lnTo>
                <a:lnTo>
                  <a:pt x="315819" y="2556734"/>
                </a:lnTo>
                <a:lnTo>
                  <a:pt x="324388" y="2552292"/>
                </a:lnTo>
                <a:lnTo>
                  <a:pt x="332323" y="2547532"/>
                </a:lnTo>
                <a:lnTo>
                  <a:pt x="340893" y="2543407"/>
                </a:lnTo>
                <a:lnTo>
                  <a:pt x="349463" y="2539283"/>
                </a:lnTo>
                <a:lnTo>
                  <a:pt x="358350" y="2535158"/>
                </a:lnTo>
                <a:lnTo>
                  <a:pt x="367237" y="2531350"/>
                </a:lnTo>
                <a:lnTo>
                  <a:pt x="376124" y="2528177"/>
                </a:lnTo>
                <a:lnTo>
                  <a:pt x="385646" y="2524687"/>
                </a:lnTo>
                <a:lnTo>
                  <a:pt x="394533" y="2521832"/>
                </a:lnTo>
                <a:lnTo>
                  <a:pt x="403737" y="2518976"/>
                </a:lnTo>
                <a:lnTo>
                  <a:pt x="396120" y="2426327"/>
                </a:lnTo>
                <a:lnTo>
                  <a:pt x="552279" y="2413000"/>
                </a:lnTo>
                <a:close/>
                <a:moveTo>
                  <a:pt x="1753153" y="2246313"/>
                </a:moveTo>
                <a:lnTo>
                  <a:pt x="1813988" y="2246313"/>
                </a:lnTo>
                <a:lnTo>
                  <a:pt x="1817474" y="2246631"/>
                </a:lnTo>
                <a:lnTo>
                  <a:pt x="1820959" y="2247583"/>
                </a:lnTo>
                <a:lnTo>
                  <a:pt x="1823811" y="2248536"/>
                </a:lnTo>
                <a:lnTo>
                  <a:pt x="1826346" y="2250441"/>
                </a:lnTo>
                <a:lnTo>
                  <a:pt x="1828564" y="2252346"/>
                </a:lnTo>
                <a:lnTo>
                  <a:pt x="1830148" y="2254886"/>
                </a:lnTo>
                <a:lnTo>
                  <a:pt x="1831415" y="2257426"/>
                </a:lnTo>
                <a:lnTo>
                  <a:pt x="1831732" y="2259966"/>
                </a:lnTo>
                <a:lnTo>
                  <a:pt x="1831732" y="2310766"/>
                </a:lnTo>
                <a:lnTo>
                  <a:pt x="1842188" y="2312036"/>
                </a:lnTo>
                <a:lnTo>
                  <a:pt x="1852011" y="2313623"/>
                </a:lnTo>
                <a:lnTo>
                  <a:pt x="1862467" y="2315528"/>
                </a:lnTo>
                <a:lnTo>
                  <a:pt x="1871973" y="2317751"/>
                </a:lnTo>
                <a:lnTo>
                  <a:pt x="1880528" y="2319973"/>
                </a:lnTo>
                <a:lnTo>
                  <a:pt x="1889400" y="2322513"/>
                </a:lnTo>
                <a:lnTo>
                  <a:pt x="1897955" y="2325371"/>
                </a:lnTo>
                <a:lnTo>
                  <a:pt x="1907460" y="2328863"/>
                </a:lnTo>
                <a:lnTo>
                  <a:pt x="1916332" y="2332673"/>
                </a:lnTo>
                <a:lnTo>
                  <a:pt x="1925204" y="2336801"/>
                </a:lnTo>
                <a:lnTo>
                  <a:pt x="1934393" y="2341246"/>
                </a:lnTo>
                <a:lnTo>
                  <a:pt x="1942948" y="2345691"/>
                </a:lnTo>
                <a:lnTo>
                  <a:pt x="1951503" y="2350771"/>
                </a:lnTo>
                <a:lnTo>
                  <a:pt x="1960058" y="2355851"/>
                </a:lnTo>
                <a:lnTo>
                  <a:pt x="1967662" y="2361566"/>
                </a:lnTo>
                <a:lnTo>
                  <a:pt x="1975267" y="2367281"/>
                </a:lnTo>
                <a:lnTo>
                  <a:pt x="1982238" y="2372996"/>
                </a:lnTo>
                <a:lnTo>
                  <a:pt x="1988575" y="2379346"/>
                </a:lnTo>
                <a:lnTo>
                  <a:pt x="1994278" y="2385378"/>
                </a:lnTo>
                <a:lnTo>
                  <a:pt x="1999665" y="2392046"/>
                </a:lnTo>
                <a:lnTo>
                  <a:pt x="2002199" y="2396491"/>
                </a:lnTo>
                <a:lnTo>
                  <a:pt x="2004100" y="2401253"/>
                </a:lnTo>
                <a:lnTo>
                  <a:pt x="2005051" y="2406016"/>
                </a:lnTo>
                <a:lnTo>
                  <a:pt x="2005685" y="2411413"/>
                </a:lnTo>
                <a:lnTo>
                  <a:pt x="2005051" y="2416493"/>
                </a:lnTo>
                <a:lnTo>
                  <a:pt x="2003784" y="2421891"/>
                </a:lnTo>
                <a:lnTo>
                  <a:pt x="2001566" y="2427288"/>
                </a:lnTo>
                <a:lnTo>
                  <a:pt x="1998397" y="2432368"/>
                </a:lnTo>
                <a:lnTo>
                  <a:pt x="1996179" y="2435543"/>
                </a:lnTo>
                <a:lnTo>
                  <a:pt x="1993961" y="2438401"/>
                </a:lnTo>
                <a:lnTo>
                  <a:pt x="1991426" y="2441576"/>
                </a:lnTo>
                <a:lnTo>
                  <a:pt x="1988575" y="2444433"/>
                </a:lnTo>
                <a:lnTo>
                  <a:pt x="1985406" y="2447291"/>
                </a:lnTo>
                <a:lnTo>
                  <a:pt x="1982238" y="2449831"/>
                </a:lnTo>
                <a:lnTo>
                  <a:pt x="1978435" y="2452688"/>
                </a:lnTo>
                <a:lnTo>
                  <a:pt x="1974633" y="2454911"/>
                </a:lnTo>
                <a:lnTo>
                  <a:pt x="1971148" y="2457133"/>
                </a:lnTo>
                <a:lnTo>
                  <a:pt x="1967029" y="2459038"/>
                </a:lnTo>
                <a:lnTo>
                  <a:pt x="1962910" y="2460626"/>
                </a:lnTo>
                <a:lnTo>
                  <a:pt x="1958790" y="2462213"/>
                </a:lnTo>
                <a:lnTo>
                  <a:pt x="1954671" y="2463483"/>
                </a:lnTo>
                <a:lnTo>
                  <a:pt x="1950235" y="2464118"/>
                </a:lnTo>
                <a:lnTo>
                  <a:pt x="1945799" y="2464753"/>
                </a:lnTo>
                <a:lnTo>
                  <a:pt x="1941364" y="2464753"/>
                </a:lnTo>
                <a:lnTo>
                  <a:pt x="1936294" y="2464753"/>
                </a:lnTo>
                <a:lnTo>
                  <a:pt x="1931541" y="2464118"/>
                </a:lnTo>
                <a:lnTo>
                  <a:pt x="1926471" y="2462531"/>
                </a:lnTo>
                <a:lnTo>
                  <a:pt x="1922035" y="2460626"/>
                </a:lnTo>
                <a:lnTo>
                  <a:pt x="1917916" y="2458403"/>
                </a:lnTo>
                <a:lnTo>
                  <a:pt x="1914431" y="2455546"/>
                </a:lnTo>
                <a:lnTo>
                  <a:pt x="1910946" y="2452688"/>
                </a:lnTo>
                <a:lnTo>
                  <a:pt x="1908094" y="2448878"/>
                </a:lnTo>
                <a:lnTo>
                  <a:pt x="1904925" y="2445068"/>
                </a:lnTo>
                <a:lnTo>
                  <a:pt x="1903341" y="2443798"/>
                </a:lnTo>
                <a:lnTo>
                  <a:pt x="1897004" y="2438401"/>
                </a:lnTo>
                <a:lnTo>
                  <a:pt x="1890667" y="2433638"/>
                </a:lnTo>
                <a:lnTo>
                  <a:pt x="1883696" y="2429193"/>
                </a:lnTo>
                <a:lnTo>
                  <a:pt x="1876092" y="2424431"/>
                </a:lnTo>
                <a:lnTo>
                  <a:pt x="1868804" y="2419986"/>
                </a:lnTo>
                <a:lnTo>
                  <a:pt x="1861200" y="2415858"/>
                </a:lnTo>
                <a:lnTo>
                  <a:pt x="1853912" y="2412366"/>
                </a:lnTo>
                <a:lnTo>
                  <a:pt x="1847258" y="2409508"/>
                </a:lnTo>
                <a:lnTo>
                  <a:pt x="1840921" y="2407286"/>
                </a:lnTo>
                <a:lnTo>
                  <a:pt x="1834267" y="2405381"/>
                </a:lnTo>
                <a:lnTo>
                  <a:pt x="1827296" y="2403793"/>
                </a:lnTo>
                <a:lnTo>
                  <a:pt x="1820642" y="2402523"/>
                </a:lnTo>
                <a:lnTo>
                  <a:pt x="1813355" y="2401253"/>
                </a:lnTo>
                <a:lnTo>
                  <a:pt x="1806384" y="2400301"/>
                </a:lnTo>
                <a:lnTo>
                  <a:pt x="1799730" y="2399666"/>
                </a:lnTo>
                <a:lnTo>
                  <a:pt x="1792759" y="2399348"/>
                </a:lnTo>
                <a:lnTo>
                  <a:pt x="1786105" y="2399031"/>
                </a:lnTo>
                <a:lnTo>
                  <a:pt x="1776917" y="2399348"/>
                </a:lnTo>
                <a:lnTo>
                  <a:pt x="1767094" y="2400301"/>
                </a:lnTo>
                <a:lnTo>
                  <a:pt x="1756321" y="2401571"/>
                </a:lnTo>
                <a:lnTo>
                  <a:pt x="1745548" y="2404428"/>
                </a:lnTo>
                <a:lnTo>
                  <a:pt x="1740162" y="2405698"/>
                </a:lnTo>
                <a:lnTo>
                  <a:pt x="1734458" y="2407603"/>
                </a:lnTo>
                <a:lnTo>
                  <a:pt x="1729072" y="2409826"/>
                </a:lnTo>
                <a:lnTo>
                  <a:pt x="1723368" y="2412048"/>
                </a:lnTo>
                <a:lnTo>
                  <a:pt x="1717982" y="2414906"/>
                </a:lnTo>
                <a:lnTo>
                  <a:pt x="1712279" y="2418081"/>
                </a:lnTo>
                <a:lnTo>
                  <a:pt x="1706575" y="2421256"/>
                </a:lnTo>
                <a:lnTo>
                  <a:pt x="1701506" y="2425383"/>
                </a:lnTo>
                <a:lnTo>
                  <a:pt x="1698337" y="2427923"/>
                </a:lnTo>
                <a:lnTo>
                  <a:pt x="1695168" y="2431416"/>
                </a:lnTo>
                <a:lnTo>
                  <a:pt x="1692634" y="2434908"/>
                </a:lnTo>
                <a:lnTo>
                  <a:pt x="1690415" y="2438401"/>
                </a:lnTo>
                <a:lnTo>
                  <a:pt x="1688514" y="2442211"/>
                </a:lnTo>
                <a:lnTo>
                  <a:pt x="1686930" y="2446338"/>
                </a:lnTo>
                <a:lnTo>
                  <a:pt x="1686296" y="2450783"/>
                </a:lnTo>
                <a:lnTo>
                  <a:pt x="1685662" y="2455228"/>
                </a:lnTo>
                <a:lnTo>
                  <a:pt x="1685346" y="2459673"/>
                </a:lnTo>
                <a:lnTo>
                  <a:pt x="1685346" y="2464118"/>
                </a:lnTo>
                <a:lnTo>
                  <a:pt x="1685662" y="2468563"/>
                </a:lnTo>
                <a:lnTo>
                  <a:pt x="1686296" y="2473008"/>
                </a:lnTo>
                <a:lnTo>
                  <a:pt x="1687880" y="2477136"/>
                </a:lnTo>
                <a:lnTo>
                  <a:pt x="1689148" y="2481581"/>
                </a:lnTo>
                <a:lnTo>
                  <a:pt x="1691366" y="2485708"/>
                </a:lnTo>
                <a:lnTo>
                  <a:pt x="1693584" y="2489518"/>
                </a:lnTo>
                <a:lnTo>
                  <a:pt x="1698654" y="2495233"/>
                </a:lnTo>
                <a:lnTo>
                  <a:pt x="1703723" y="2500631"/>
                </a:lnTo>
                <a:lnTo>
                  <a:pt x="1709427" y="2505076"/>
                </a:lnTo>
                <a:lnTo>
                  <a:pt x="1715130" y="2508568"/>
                </a:lnTo>
                <a:lnTo>
                  <a:pt x="1721784" y="2512378"/>
                </a:lnTo>
                <a:lnTo>
                  <a:pt x="1729389" y="2515871"/>
                </a:lnTo>
                <a:lnTo>
                  <a:pt x="1745865" y="2522538"/>
                </a:lnTo>
                <a:lnTo>
                  <a:pt x="1750618" y="2524443"/>
                </a:lnTo>
                <a:lnTo>
                  <a:pt x="1778501" y="2534603"/>
                </a:lnTo>
                <a:lnTo>
                  <a:pt x="1797829" y="2542223"/>
                </a:lnTo>
                <a:lnTo>
                  <a:pt x="1816523" y="2549208"/>
                </a:lnTo>
                <a:lnTo>
                  <a:pt x="1827613" y="2553336"/>
                </a:lnTo>
                <a:lnTo>
                  <a:pt x="1854546" y="2562861"/>
                </a:lnTo>
                <a:lnTo>
                  <a:pt x="1868804" y="2568258"/>
                </a:lnTo>
                <a:lnTo>
                  <a:pt x="1882746" y="2573656"/>
                </a:lnTo>
                <a:lnTo>
                  <a:pt x="1897004" y="2579688"/>
                </a:lnTo>
                <a:lnTo>
                  <a:pt x="1911262" y="2585721"/>
                </a:lnTo>
                <a:lnTo>
                  <a:pt x="1925204" y="2592388"/>
                </a:lnTo>
                <a:lnTo>
                  <a:pt x="1938512" y="2599373"/>
                </a:lnTo>
                <a:lnTo>
                  <a:pt x="1951503" y="2606676"/>
                </a:lnTo>
                <a:lnTo>
                  <a:pt x="1964177" y="2614613"/>
                </a:lnTo>
                <a:lnTo>
                  <a:pt x="1969563" y="2618741"/>
                </a:lnTo>
                <a:lnTo>
                  <a:pt x="1975584" y="2622868"/>
                </a:lnTo>
                <a:lnTo>
                  <a:pt x="1980653" y="2627313"/>
                </a:lnTo>
                <a:lnTo>
                  <a:pt x="1986040" y="2631758"/>
                </a:lnTo>
                <a:lnTo>
                  <a:pt x="1990793" y="2636203"/>
                </a:lnTo>
                <a:lnTo>
                  <a:pt x="1995229" y="2640966"/>
                </a:lnTo>
                <a:lnTo>
                  <a:pt x="1999665" y="2645728"/>
                </a:lnTo>
                <a:lnTo>
                  <a:pt x="2003467" y="2651126"/>
                </a:lnTo>
                <a:lnTo>
                  <a:pt x="2006952" y="2656206"/>
                </a:lnTo>
                <a:lnTo>
                  <a:pt x="2010438" y="2661286"/>
                </a:lnTo>
                <a:lnTo>
                  <a:pt x="2012972" y="2667001"/>
                </a:lnTo>
                <a:lnTo>
                  <a:pt x="2015507" y="2672398"/>
                </a:lnTo>
                <a:lnTo>
                  <a:pt x="2017408" y="2677796"/>
                </a:lnTo>
                <a:lnTo>
                  <a:pt x="2019309" y="2682876"/>
                </a:lnTo>
                <a:lnTo>
                  <a:pt x="2020260" y="2688273"/>
                </a:lnTo>
                <a:lnTo>
                  <a:pt x="2021844" y="2693671"/>
                </a:lnTo>
                <a:lnTo>
                  <a:pt x="2022478" y="2699068"/>
                </a:lnTo>
                <a:lnTo>
                  <a:pt x="2023429" y="2704148"/>
                </a:lnTo>
                <a:lnTo>
                  <a:pt x="2023745" y="2709546"/>
                </a:lnTo>
                <a:lnTo>
                  <a:pt x="2024062" y="2714943"/>
                </a:lnTo>
                <a:lnTo>
                  <a:pt x="2024062" y="2720023"/>
                </a:lnTo>
                <a:lnTo>
                  <a:pt x="2024062" y="2725738"/>
                </a:lnTo>
                <a:lnTo>
                  <a:pt x="2023429" y="2730818"/>
                </a:lnTo>
                <a:lnTo>
                  <a:pt x="2022478" y="2736216"/>
                </a:lnTo>
                <a:lnTo>
                  <a:pt x="2021844" y="2741296"/>
                </a:lnTo>
                <a:lnTo>
                  <a:pt x="2020894" y="2746376"/>
                </a:lnTo>
                <a:lnTo>
                  <a:pt x="2019309" y="2751773"/>
                </a:lnTo>
                <a:lnTo>
                  <a:pt x="2017725" y="2756853"/>
                </a:lnTo>
                <a:lnTo>
                  <a:pt x="2014240" y="2767331"/>
                </a:lnTo>
                <a:lnTo>
                  <a:pt x="2009170" y="2777173"/>
                </a:lnTo>
                <a:lnTo>
                  <a:pt x="2004100" y="2787016"/>
                </a:lnTo>
                <a:lnTo>
                  <a:pt x="1997763" y="2796223"/>
                </a:lnTo>
                <a:lnTo>
                  <a:pt x="1990476" y="2805431"/>
                </a:lnTo>
                <a:lnTo>
                  <a:pt x="1982554" y="2814003"/>
                </a:lnTo>
                <a:lnTo>
                  <a:pt x="1973683" y="2822576"/>
                </a:lnTo>
                <a:lnTo>
                  <a:pt x="1964177" y="2830513"/>
                </a:lnTo>
                <a:lnTo>
                  <a:pt x="1958474" y="2834641"/>
                </a:lnTo>
                <a:lnTo>
                  <a:pt x="1952137" y="2838768"/>
                </a:lnTo>
                <a:lnTo>
                  <a:pt x="1945799" y="2842261"/>
                </a:lnTo>
                <a:lnTo>
                  <a:pt x="1938829" y="2845753"/>
                </a:lnTo>
                <a:lnTo>
                  <a:pt x="1931541" y="2848928"/>
                </a:lnTo>
                <a:lnTo>
                  <a:pt x="1923937" y="2852421"/>
                </a:lnTo>
                <a:lnTo>
                  <a:pt x="1915698" y="2854961"/>
                </a:lnTo>
                <a:lnTo>
                  <a:pt x="1907777" y="2857818"/>
                </a:lnTo>
                <a:lnTo>
                  <a:pt x="1899222" y="2860041"/>
                </a:lnTo>
                <a:lnTo>
                  <a:pt x="1890350" y="2862263"/>
                </a:lnTo>
                <a:lnTo>
                  <a:pt x="1880845" y="2864486"/>
                </a:lnTo>
                <a:lnTo>
                  <a:pt x="1871656" y="2866391"/>
                </a:lnTo>
                <a:lnTo>
                  <a:pt x="1862150" y="2867978"/>
                </a:lnTo>
                <a:lnTo>
                  <a:pt x="1852011" y="2869566"/>
                </a:lnTo>
                <a:lnTo>
                  <a:pt x="1842188" y="2870201"/>
                </a:lnTo>
                <a:lnTo>
                  <a:pt x="1831732" y="2871471"/>
                </a:lnTo>
                <a:lnTo>
                  <a:pt x="1831732" y="2918143"/>
                </a:lnTo>
                <a:lnTo>
                  <a:pt x="1831415" y="2921001"/>
                </a:lnTo>
                <a:lnTo>
                  <a:pt x="1830148" y="2923858"/>
                </a:lnTo>
                <a:lnTo>
                  <a:pt x="1828564" y="2926081"/>
                </a:lnTo>
                <a:lnTo>
                  <a:pt x="1826346" y="2928303"/>
                </a:lnTo>
                <a:lnTo>
                  <a:pt x="1823811" y="2929573"/>
                </a:lnTo>
                <a:lnTo>
                  <a:pt x="1820959" y="2931161"/>
                </a:lnTo>
                <a:lnTo>
                  <a:pt x="1817474" y="2931796"/>
                </a:lnTo>
                <a:lnTo>
                  <a:pt x="1813988" y="2932113"/>
                </a:lnTo>
                <a:lnTo>
                  <a:pt x="1753153" y="2932113"/>
                </a:lnTo>
                <a:lnTo>
                  <a:pt x="1749350" y="2931796"/>
                </a:lnTo>
                <a:lnTo>
                  <a:pt x="1745865" y="2931161"/>
                </a:lnTo>
                <a:lnTo>
                  <a:pt x="1743013" y="2929573"/>
                </a:lnTo>
                <a:lnTo>
                  <a:pt x="1740478" y="2928303"/>
                </a:lnTo>
                <a:lnTo>
                  <a:pt x="1738261" y="2926081"/>
                </a:lnTo>
                <a:lnTo>
                  <a:pt x="1736676" y="2923858"/>
                </a:lnTo>
                <a:lnTo>
                  <a:pt x="1735726" y="2921001"/>
                </a:lnTo>
                <a:lnTo>
                  <a:pt x="1735409" y="2918143"/>
                </a:lnTo>
                <a:lnTo>
                  <a:pt x="1735409" y="2867661"/>
                </a:lnTo>
                <a:lnTo>
                  <a:pt x="1722418" y="2865438"/>
                </a:lnTo>
                <a:lnTo>
                  <a:pt x="1708793" y="2863216"/>
                </a:lnTo>
                <a:lnTo>
                  <a:pt x="1696436" y="2860041"/>
                </a:lnTo>
                <a:lnTo>
                  <a:pt x="1683444" y="2857183"/>
                </a:lnTo>
                <a:lnTo>
                  <a:pt x="1670770" y="2853373"/>
                </a:lnTo>
                <a:lnTo>
                  <a:pt x="1658413" y="2849246"/>
                </a:lnTo>
                <a:lnTo>
                  <a:pt x="1646689" y="2844801"/>
                </a:lnTo>
                <a:lnTo>
                  <a:pt x="1635283" y="2840038"/>
                </a:lnTo>
                <a:lnTo>
                  <a:pt x="1624193" y="2834958"/>
                </a:lnTo>
                <a:lnTo>
                  <a:pt x="1613420" y="2829243"/>
                </a:lnTo>
                <a:lnTo>
                  <a:pt x="1603280" y="2823528"/>
                </a:lnTo>
                <a:lnTo>
                  <a:pt x="1594092" y="2816543"/>
                </a:lnTo>
                <a:lnTo>
                  <a:pt x="1585220" y="2809876"/>
                </a:lnTo>
                <a:lnTo>
                  <a:pt x="1576982" y="2802573"/>
                </a:lnTo>
                <a:lnTo>
                  <a:pt x="1569377" y="2794636"/>
                </a:lnTo>
                <a:lnTo>
                  <a:pt x="1566209" y="2790826"/>
                </a:lnTo>
                <a:lnTo>
                  <a:pt x="1563357" y="2786698"/>
                </a:lnTo>
                <a:lnTo>
                  <a:pt x="1560188" y="2782253"/>
                </a:lnTo>
                <a:lnTo>
                  <a:pt x="1558287" y="2777173"/>
                </a:lnTo>
                <a:lnTo>
                  <a:pt x="1557337" y="2772411"/>
                </a:lnTo>
                <a:lnTo>
                  <a:pt x="1557337" y="2767331"/>
                </a:lnTo>
                <a:lnTo>
                  <a:pt x="1557654" y="2761933"/>
                </a:lnTo>
                <a:lnTo>
                  <a:pt x="1559238" y="2756853"/>
                </a:lnTo>
                <a:lnTo>
                  <a:pt x="1561456" y="2751456"/>
                </a:lnTo>
                <a:lnTo>
                  <a:pt x="1564308" y="2746058"/>
                </a:lnTo>
                <a:lnTo>
                  <a:pt x="1566209" y="2743201"/>
                </a:lnTo>
                <a:lnTo>
                  <a:pt x="1568743" y="2740026"/>
                </a:lnTo>
                <a:lnTo>
                  <a:pt x="1571278" y="2737168"/>
                </a:lnTo>
                <a:lnTo>
                  <a:pt x="1574447" y="2734311"/>
                </a:lnTo>
                <a:lnTo>
                  <a:pt x="1577299" y="2731136"/>
                </a:lnTo>
                <a:lnTo>
                  <a:pt x="1580784" y="2728596"/>
                </a:lnTo>
                <a:lnTo>
                  <a:pt x="1583952" y="2726056"/>
                </a:lnTo>
                <a:lnTo>
                  <a:pt x="1587755" y="2723833"/>
                </a:lnTo>
                <a:lnTo>
                  <a:pt x="1591874" y="2721611"/>
                </a:lnTo>
                <a:lnTo>
                  <a:pt x="1595359" y="2719706"/>
                </a:lnTo>
                <a:lnTo>
                  <a:pt x="1599478" y="2717801"/>
                </a:lnTo>
                <a:lnTo>
                  <a:pt x="1603914" y="2716531"/>
                </a:lnTo>
                <a:lnTo>
                  <a:pt x="1608033" y="2715261"/>
                </a:lnTo>
                <a:lnTo>
                  <a:pt x="1612469" y="2714626"/>
                </a:lnTo>
                <a:lnTo>
                  <a:pt x="1616905" y="2713673"/>
                </a:lnTo>
                <a:lnTo>
                  <a:pt x="1621341" y="2713673"/>
                </a:lnTo>
                <a:lnTo>
                  <a:pt x="1626411" y="2713673"/>
                </a:lnTo>
                <a:lnTo>
                  <a:pt x="1631480" y="2714943"/>
                </a:lnTo>
                <a:lnTo>
                  <a:pt x="1635916" y="2715896"/>
                </a:lnTo>
                <a:lnTo>
                  <a:pt x="1640352" y="2717801"/>
                </a:lnTo>
                <a:lnTo>
                  <a:pt x="1644471" y="2720023"/>
                </a:lnTo>
                <a:lnTo>
                  <a:pt x="1648274" y="2723198"/>
                </a:lnTo>
                <a:lnTo>
                  <a:pt x="1651759" y="2726056"/>
                </a:lnTo>
                <a:lnTo>
                  <a:pt x="1654928" y="2729866"/>
                </a:lnTo>
                <a:lnTo>
                  <a:pt x="1657462" y="2733041"/>
                </a:lnTo>
                <a:lnTo>
                  <a:pt x="1658096" y="2733993"/>
                </a:lnTo>
                <a:lnTo>
                  <a:pt x="1659364" y="2734946"/>
                </a:lnTo>
                <a:lnTo>
                  <a:pt x="1665701" y="2740026"/>
                </a:lnTo>
                <a:lnTo>
                  <a:pt x="1671721" y="2744471"/>
                </a:lnTo>
                <a:lnTo>
                  <a:pt x="1678692" y="2748598"/>
                </a:lnTo>
                <a:lnTo>
                  <a:pt x="1685662" y="2752726"/>
                </a:lnTo>
                <a:lnTo>
                  <a:pt x="1692634" y="2756853"/>
                </a:lnTo>
                <a:lnTo>
                  <a:pt x="1699921" y="2760346"/>
                </a:lnTo>
                <a:lnTo>
                  <a:pt x="1707526" y="2763521"/>
                </a:lnTo>
                <a:lnTo>
                  <a:pt x="1714497" y="2766061"/>
                </a:lnTo>
                <a:lnTo>
                  <a:pt x="1720834" y="2768283"/>
                </a:lnTo>
                <a:lnTo>
                  <a:pt x="1731607" y="2771458"/>
                </a:lnTo>
                <a:lnTo>
                  <a:pt x="1742380" y="2773998"/>
                </a:lnTo>
                <a:lnTo>
                  <a:pt x="1753153" y="2776221"/>
                </a:lnTo>
                <a:lnTo>
                  <a:pt x="1764242" y="2778126"/>
                </a:lnTo>
                <a:lnTo>
                  <a:pt x="1775016" y="2779396"/>
                </a:lnTo>
                <a:lnTo>
                  <a:pt x="1785789" y="2780666"/>
                </a:lnTo>
                <a:lnTo>
                  <a:pt x="1795928" y="2780983"/>
                </a:lnTo>
                <a:lnTo>
                  <a:pt x="1806067" y="2781301"/>
                </a:lnTo>
                <a:lnTo>
                  <a:pt x="1817157" y="2780983"/>
                </a:lnTo>
                <a:lnTo>
                  <a:pt x="1827613" y="2780348"/>
                </a:lnTo>
                <a:lnTo>
                  <a:pt x="1837119" y="2778761"/>
                </a:lnTo>
                <a:lnTo>
                  <a:pt x="1845991" y="2776856"/>
                </a:lnTo>
                <a:lnTo>
                  <a:pt x="1854546" y="2774633"/>
                </a:lnTo>
                <a:lnTo>
                  <a:pt x="1862467" y="2771776"/>
                </a:lnTo>
                <a:lnTo>
                  <a:pt x="1869121" y="2768283"/>
                </a:lnTo>
                <a:lnTo>
                  <a:pt x="1875458" y="2764791"/>
                </a:lnTo>
                <a:lnTo>
                  <a:pt x="1879260" y="2761616"/>
                </a:lnTo>
                <a:lnTo>
                  <a:pt x="1882429" y="2758441"/>
                </a:lnTo>
                <a:lnTo>
                  <a:pt x="1885280" y="2754948"/>
                </a:lnTo>
                <a:lnTo>
                  <a:pt x="1888132" y="2751456"/>
                </a:lnTo>
                <a:lnTo>
                  <a:pt x="1890350" y="2747646"/>
                </a:lnTo>
                <a:lnTo>
                  <a:pt x="1892251" y="2743518"/>
                </a:lnTo>
                <a:lnTo>
                  <a:pt x="1893519" y="2739391"/>
                </a:lnTo>
                <a:lnTo>
                  <a:pt x="1894786" y="2734946"/>
                </a:lnTo>
                <a:lnTo>
                  <a:pt x="1895420" y="2730818"/>
                </a:lnTo>
                <a:lnTo>
                  <a:pt x="1895737" y="2726373"/>
                </a:lnTo>
                <a:lnTo>
                  <a:pt x="1895420" y="2721928"/>
                </a:lnTo>
                <a:lnTo>
                  <a:pt x="1895103" y="2717483"/>
                </a:lnTo>
                <a:lnTo>
                  <a:pt x="1893836" y="2713038"/>
                </a:lnTo>
                <a:lnTo>
                  <a:pt x="1892885" y="2708911"/>
                </a:lnTo>
                <a:lnTo>
                  <a:pt x="1890984" y="2704783"/>
                </a:lnTo>
                <a:lnTo>
                  <a:pt x="1888766" y="2700656"/>
                </a:lnTo>
                <a:lnTo>
                  <a:pt x="1885280" y="2696211"/>
                </a:lnTo>
                <a:lnTo>
                  <a:pt x="1881478" y="2691766"/>
                </a:lnTo>
                <a:lnTo>
                  <a:pt x="1876092" y="2687321"/>
                </a:lnTo>
                <a:lnTo>
                  <a:pt x="1870705" y="2682876"/>
                </a:lnTo>
                <a:lnTo>
                  <a:pt x="1864368" y="2678748"/>
                </a:lnTo>
                <a:lnTo>
                  <a:pt x="1857714" y="2674621"/>
                </a:lnTo>
                <a:lnTo>
                  <a:pt x="1850110" y="2671128"/>
                </a:lnTo>
                <a:lnTo>
                  <a:pt x="1842188" y="2667318"/>
                </a:lnTo>
                <a:lnTo>
                  <a:pt x="1817474" y="2657158"/>
                </a:lnTo>
                <a:lnTo>
                  <a:pt x="1720517" y="2617471"/>
                </a:lnTo>
                <a:lnTo>
                  <a:pt x="1673305" y="2597786"/>
                </a:lnTo>
                <a:lnTo>
                  <a:pt x="1644471" y="2585086"/>
                </a:lnTo>
                <a:lnTo>
                  <a:pt x="1639085" y="2582546"/>
                </a:lnTo>
                <a:lnTo>
                  <a:pt x="1634015" y="2580006"/>
                </a:lnTo>
                <a:lnTo>
                  <a:pt x="1624827" y="2574608"/>
                </a:lnTo>
                <a:lnTo>
                  <a:pt x="1615638" y="2567623"/>
                </a:lnTo>
                <a:lnTo>
                  <a:pt x="1607083" y="2560638"/>
                </a:lnTo>
                <a:lnTo>
                  <a:pt x="1598845" y="2552383"/>
                </a:lnTo>
                <a:lnTo>
                  <a:pt x="1591874" y="2544446"/>
                </a:lnTo>
                <a:lnTo>
                  <a:pt x="1588072" y="2540001"/>
                </a:lnTo>
                <a:lnTo>
                  <a:pt x="1585220" y="2534921"/>
                </a:lnTo>
                <a:lnTo>
                  <a:pt x="1581734" y="2530476"/>
                </a:lnTo>
                <a:lnTo>
                  <a:pt x="1579200" y="2525713"/>
                </a:lnTo>
                <a:lnTo>
                  <a:pt x="1576348" y="2520633"/>
                </a:lnTo>
                <a:lnTo>
                  <a:pt x="1574130" y="2515236"/>
                </a:lnTo>
                <a:lnTo>
                  <a:pt x="1571912" y="2510156"/>
                </a:lnTo>
                <a:lnTo>
                  <a:pt x="1570011" y="2505076"/>
                </a:lnTo>
                <a:lnTo>
                  <a:pt x="1568110" y="2499678"/>
                </a:lnTo>
                <a:lnTo>
                  <a:pt x="1566525" y="2494598"/>
                </a:lnTo>
                <a:lnTo>
                  <a:pt x="1565575" y="2488883"/>
                </a:lnTo>
                <a:lnTo>
                  <a:pt x="1564624" y="2483803"/>
                </a:lnTo>
                <a:lnTo>
                  <a:pt x="1563991" y="2478088"/>
                </a:lnTo>
                <a:lnTo>
                  <a:pt x="1563674" y="2473008"/>
                </a:lnTo>
                <a:lnTo>
                  <a:pt x="1563357" y="2467293"/>
                </a:lnTo>
                <a:lnTo>
                  <a:pt x="1563674" y="2461896"/>
                </a:lnTo>
                <a:lnTo>
                  <a:pt x="1563991" y="2456816"/>
                </a:lnTo>
                <a:lnTo>
                  <a:pt x="1564308" y="2451101"/>
                </a:lnTo>
                <a:lnTo>
                  <a:pt x="1565575" y="2446021"/>
                </a:lnTo>
                <a:lnTo>
                  <a:pt x="1566525" y="2440306"/>
                </a:lnTo>
                <a:lnTo>
                  <a:pt x="1567793" y="2435226"/>
                </a:lnTo>
                <a:lnTo>
                  <a:pt x="1569060" y="2429828"/>
                </a:lnTo>
                <a:lnTo>
                  <a:pt x="1570961" y="2424748"/>
                </a:lnTo>
                <a:lnTo>
                  <a:pt x="1573179" y="2419668"/>
                </a:lnTo>
                <a:lnTo>
                  <a:pt x="1575397" y="2414271"/>
                </a:lnTo>
                <a:lnTo>
                  <a:pt x="1577932" y="2409191"/>
                </a:lnTo>
                <a:lnTo>
                  <a:pt x="1580784" y="2404428"/>
                </a:lnTo>
                <a:lnTo>
                  <a:pt x="1583636" y="2399031"/>
                </a:lnTo>
                <a:lnTo>
                  <a:pt x="1586804" y="2394268"/>
                </a:lnTo>
                <a:lnTo>
                  <a:pt x="1590290" y="2389506"/>
                </a:lnTo>
                <a:lnTo>
                  <a:pt x="1594092" y="2385061"/>
                </a:lnTo>
                <a:lnTo>
                  <a:pt x="1598211" y="2379981"/>
                </a:lnTo>
                <a:lnTo>
                  <a:pt x="1602013" y="2375536"/>
                </a:lnTo>
                <a:lnTo>
                  <a:pt x="1606766" y="2371091"/>
                </a:lnTo>
                <a:lnTo>
                  <a:pt x="1611202" y="2367281"/>
                </a:lnTo>
                <a:lnTo>
                  <a:pt x="1615955" y="2363153"/>
                </a:lnTo>
                <a:lnTo>
                  <a:pt x="1621658" y="2358073"/>
                </a:lnTo>
                <a:lnTo>
                  <a:pt x="1627678" y="2353628"/>
                </a:lnTo>
                <a:lnTo>
                  <a:pt x="1634015" y="2349818"/>
                </a:lnTo>
                <a:lnTo>
                  <a:pt x="1640669" y="2345691"/>
                </a:lnTo>
                <a:lnTo>
                  <a:pt x="1647323" y="2341881"/>
                </a:lnTo>
                <a:lnTo>
                  <a:pt x="1654294" y="2338071"/>
                </a:lnTo>
                <a:lnTo>
                  <a:pt x="1661898" y="2334896"/>
                </a:lnTo>
                <a:lnTo>
                  <a:pt x="1669186" y="2331403"/>
                </a:lnTo>
                <a:lnTo>
                  <a:pt x="1676790" y="2328546"/>
                </a:lnTo>
                <a:lnTo>
                  <a:pt x="1684395" y="2325371"/>
                </a:lnTo>
                <a:lnTo>
                  <a:pt x="1692634" y="2322831"/>
                </a:lnTo>
                <a:lnTo>
                  <a:pt x="1700872" y="2320608"/>
                </a:lnTo>
                <a:lnTo>
                  <a:pt x="1709427" y="2318386"/>
                </a:lnTo>
                <a:lnTo>
                  <a:pt x="1717982" y="2316163"/>
                </a:lnTo>
                <a:lnTo>
                  <a:pt x="1726220" y="2314893"/>
                </a:lnTo>
                <a:lnTo>
                  <a:pt x="1735409" y="2312988"/>
                </a:lnTo>
                <a:lnTo>
                  <a:pt x="1735409" y="2259966"/>
                </a:lnTo>
                <a:lnTo>
                  <a:pt x="1735726" y="2257426"/>
                </a:lnTo>
                <a:lnTo>
                  <a:pt x="1736676" y="2254886"/>
                </a:lnTo>
                <a:lnTo>
                  <a:pt x="1738261" y="2252346"/>
                </a:lnTo>
                <a:lnTo>
                  <a:pt x="1740478" y="2250441"/>
                </a:lnTo>
                <a:lnTo>
                  <a:pt x="1743013" y="2248536"/>
                </a:lnTo>
                <a:lnTo>
                  <a:pt x="1745865" y="2247583"/>
                </a:lnTo>
                <a:lnTo>
                  <a:pt x="1749350" y="2246631"/>
                </a:lnTo>
                <a:lnTo>
                  <a:pt x="1753153" y="2246313"/>
                </a:lnTo>
                <a:close/>
                <a:moveTo>
                  <a:pt x="1796891" y="2159710"/>
                </a:moveTo>
                <a:lnTo>
                  <a:pt x="1786093" y="2160028"/>
                </a:lnTo>
                <a:lnTo>
                  <a:pt x="1775296" y="2160663"/>
                </a:lnTo>
                <a:lnTo>
                  <a:pt x="1764817" y="2161298"/>
                </a:lnTo>
                <a:lnTo>
                  <a:pt x="1754337" y="2162251"/>
                </a:lnTo>
                <a:lnTo>
                  <a:pt x="1743540" y="2163839"/>
                </a:lnTo>
                <a:lnTo>
                  <a:pt x="1733695" y="2165427"/>
                </a:lnTo>
                <a:lnTo>
                  <a:pt x="1723216" y="2167332"/>
                </a:lnTo>
                <a:lnTo>
                  <a:pt x="1712736" y="2169555"/>
                </a:lnTo>
                <a:lnTo>
                  <a:pt x="1702892" y="2171778"/>
                </a:lnTo>
                <a:lnTo>
                  <a:pt x="1692730" y="2174318"/>
                </a:lnTo>
                <a:lnTo>
                  <a:pt x="1683202" y="2177177"/>
                </a:lnTo>
                <a:lnTo>
                  <a:pt x="1673040" y="2180352"/>
                </a:lnTo>
                <a:lnTo>
                  <a:pt x="1663513" y="2183528"/>
                </a:lnTo>
                <a:lnTo>
                  <a:pt x="1653669" y="2187021"/>
                </a:lnTo>
                <a:lnTo>
                  <a:pt x="1644460" y="2190514"/>
                </a:lnTo>
                <a:lnTo>
                  <a:pt x="1635250" y="2194643"/>
                </a:lnTo>
                <a:lnTo>
                  <a:pt x="1625723" y="2198771"/>
                </a:lnTo>
                <a:lnTo>
                  <a:pt x="1616514" y="2203217"/>
                </a:lnTo>
                <a:lnTo>
                  <a:pt x="1607622" y="2207663"/>
                </a:lnTo>
                <a:lnTo>
                  <a:pt x="1598730" y="2213061"/>
                </a:lnTo>
                <a:lnTo>
                  <a:pt x="1589839" y="2217825"/>
                </a:lnTo>
                <a:lnTo>
                  <a:pt x="1581264" y="2222906"/>
                </a:lnTo>
                <a:lnTo>
                  <a:pt x="1572690" y="2228622"/>
                </a:lnTo>
                <a:lnTo>
                  <a:pt x="1564116" y="2234020"/>
                </a:lnTo>
                <a:lnTo>
                  <a:pt x="1555859" y="2240054"/>
                </a:lnTo>
                <a:lnTo>
                  <a:pt x="1547920" y="2246088"/>
                </a:lnTo>
                <a:lnTo>
                  <a:pt x="1539981" y="2252439"/>
                </a:lnTo>
                <a:lnTo>
                  <a:pt x="1532042" y="2258473"/>
                </a:lnTo>
                <a:lnTo>
                  <a:pt x="1524420" y="2265459"/>
                </a:lnTo>
                <a:lnTo>
                  <a:pt x="1517117" y="2272128"/>
                </a:lnTo>
                <a:lnTo>
                  <a:pt x="1509495" y="2279114"/>
                </a:lnTo>
                <a:lnTo>
                  <a:pt x="1502509" y="2286101"/>
                </a:lnTo>
                <a:lnTo>
                  <a:pt x="1495522" y="2293405"/>
                </a:lnTo>
                <a:lnTo>
                  <a:pt x="1488853" y="2301026"/>
                </a:lnTo>
                <a:lnTo>
                  <a:pt x="1482185" y="2308648"/>
                </a:lnTo>
                <a:lnTo>
                  <a:pt x="1475833" y="2316269"/>
                </a:lnTo>
                <a:lnTo>
                  <a:pt x="1469482" y="2324526"/>
                </a:lnTo>
                <a:lnTo>
                  <a:pt x="1463131" y="2332465"/>
                </a:lnTo>
                <a:lnTo>
                  <a:pt x="1457415" y="2340722"/>
                </a:lnTo>
                <a:lnTo>
                  <a:pt x="1451698" y="2348978"/>
                </a:lnTo>
                <a:lnTo>
                  <a:pt x="1446300" y="2357553"/>
                </a:lnTo>
                <a:lnTo>
                  <a:pt x="1440901" y="2366444"/>
                </a:lnTo>
                <a:lnTo>
                  <a:pt x="1435820" y="2375019"/>
                </a:lnTo>
                <a:lnTo>
                  <a:pt x="1431057" y="2383910"/>
                </a:lnTo>
                <a:lnTo>
                  <a:pt x="1426293" y="2393120"/>
                </a:lnTo>
                <a:lnTo>
                  <a:pt x="1421847" y="2402012"/>
                </a:lnTo>
                <a:lnTo>
                  <a:pt x="1417719" y="2411221"/>
                </a:lnTo>
                <a:lnTo>
                  <a:pt x="1413591" y="2421065"/>
                </a:lnTo>
                <a:lnTo>
                  <a:pt x="1410098" y="2430592"/>
                </a:lnTo>
                <a:lnTo>
                  <a:pt x="1406287" y="2440437"/>
                </a:lnTo>
                <a:lnTo>
                  <a:pt x="1403111" y="2449964"/>
                </a:lnTo>
                <a:lnTo>
                  <a:pt x="1399936" y="2460126"/>
                </a:lnTo>
                <a:lnTo>
                  <a:pt x="1397395" y="2469653"/>
                </a:lnTo>
                <a:lnTo>
                  <a:pt x="1394855" y="2480132"/>
                </a:lnTo>
                <a:lnTo>
                  <a:pt x="1391996" y="2490294"/>
                </a:lnTo>
                <a:lnTo>
                  <a:pt x="1390091" y="2500456"/>
                </a:lnTo>
                <a:lnTo>
                  <a:pt x="1388503" y="2510936"/>
                </a:lnTo>
                <a:lnTo>
                  <a:pt x="1386598" y="2521416"/>
                </a:lnTo>
                <a:lnTo>
                  <a:pt x="1385328" y="2532213"/>
                </a:lnTo>
                <a:lnTo>
                  <a:pt x="1384375" y="2542692"/>
                </a:lnTo>
                <a:lnTo>
                  <a:pt x="1383422" y="2553172"/>
                </a:lnTo>
                <a:lnTo>
                  <a:pt x="1382787" y="2564604"/>
                </a:lnTo>
                <a:lnTo>
                  <a:pt x="1382787" y="2575401"/>
                </a:lnTo>
                <a:lnTo>
                  <a:pt x="1382787" y="2585881"/>
                </a:lnTo>
                <a:lnTo>
                  <a:pt x="1382787" y="2596678"/>
                </a:lnTo>
                <a:lnTo>
                  <a:pt x="1383422" y="2607475"/>
                </a:lnTo>
                <a:lnTo>
                  <a:pt x="1384375" y="2617955"/>
                </a:lnTo>
                <a:lnTo>
                  <a:pt x="1385328" y="2628434"/>
                </a:lnTo>
                <a:lnTo>
                  <a:pt x="1386598" y="2638914"/>
                </a:lnTo>
                <a:lnTo>
                  <a:pt x="1388503" y="2649076"/>
                </a:lnTo>
                <a:lnTo>
                  <a:pt x="1390091" y="2659556"/>
                </a:lnTo>
                <a:lnTo>
                  <a:pt x="1391996" y="2669718"/>
                </a:lnTo>
                <a:lnTo>
                  <a:pt x="1394855" y="2680197"/>
                </a:lnTo>
                <a:lnTo>
                  <a:pt x="1397077" y="2690042"/>
                </a:lnTo>
                <a:lnTo>
                  <a:pt x="1399936" y="2699886"/>
                </a:lnTo>
                <a:lnTo>
                  <a:pt x="1402794" y="2709731"/>
                </a:lnTo>
                <a:lnTo>
                  <a:pt x="1406287" y="2719575"/>
                </a:lnTo>
                <a:lnTo>
                  <a:pt x="1409462" y="2729102"/>
                </a:lnTo>
                <a:lnTo>
                  <a:pt x="1413591" y="2738312"/>
                </a:lnTo>
                <a:lnTo>
                  <a:pt x="1417402" y="2748156"/>
                </a:lnTo>
                <a:lnTo>
                  <a:pt x="1421847" y="2757048"/>
                </a:lnTo>
                <a:lnTo>
                  <a:pt x="1425976" y="2766257"/>
                </a:lnTo>
                <a:lnTo>
                  <a:pt x="1430739" y="2775149"/>
                </a:lnTo>
                <a:lnTo>
                  <a:pt x="1435503" y="2784041"/>
                </a:lnTo>
                <a:lnTo>
                  <a:pt x="1440266" y="2792932"/>
                </a:lnTo>
                <a:lnTo>
                  <a:pt x="1445982" y="2801507"/>
                </a:lnTo>
                <a:lnTo>
                  <a:pt x="1451063" y="2810081"/>
                </a:lnTo>
                <a:lnTo>
                  <a:pt x="1456779" y="2818655"/>
                </a:lnTo>
                <a:lnTo>
                  <a:pt x="1462813" y="2826912"/>
                </a:lnTo>
                <a:lnTo>
                  <a:pt x="1468529" y="2834851"/>
                </a:lnTo>
                <a:lnTo>
                  <a:pt x="1474881" y="2842790"/>
                </a:lnTo>
                <a:lnTo>
                  <a:pt x="1481549" y="2850729"/>
                </a:lnTo>
                <a:lnTo>
                  <a:pt x="1487901" y="2858351"/>
                </a:lnTo>
                <a:lnTo>
                  <a:pt x="1494887" y="2865972"/>
                </a:lnTo>
                <a:lnTo>
                  <a:pt x="1501873" y="2873276"/>
                </a:lnTo>
                <a:lnTo>
                  <a:pt x="1509177" y="2880262"/>
                </a:lnTo>
                <a:lnTo>
                  <a:pt x="1516164" y="2887249"/>
                </a:lnTo>
                <a:lnTo>
                  <a:pt x="1524103" y="2894235"/>
                </a:lnTo>
                <a:lnTo>
                  <a:pt x="1531407" y="2900904"/>
                </a:lnTo>
                <a:lnTo>
                  <a:pt x="1539346" y="2907255"/>
                </a:lnTo>
                <a:lnTo>
                  <a:pt x="1546968" y="2913289"/>
                </a:lnTo>
                <a:lnTo>
                  <a:pt x="1555224" y="2919323"/>
                </a:lnTo>
                <a:lnTo>
                  <a:pt x="1563481" y="2925356"/>
                </a:lnTo>
                <a:lnTo>
                  <a:pt x="1572055" y="2930755"/>
                </a:lnTo>
                <a:lnTo>
                  <a:pt x="1580629" y="2936471"/>
                </a:lnTo>
                <a:lnTo>
                  <a:pt x="1589203" y="2941552"/>
                </a:lnTo>
                <a:lnTo>
                  <a:pt x="1598095" y="2946951"/>
                </a:lnTo>
                <a:lnTo>
                  <a:pt x="1606987" y="2951714"/>
                </a:lnTo>
                <a:lnTo>
                  <a:pt x="1615879" y="2956478"/>
                </a:lnTo>
                <a:lnTo>
                  <a:pt x="1625088" y="2960606"/>
                </a:lnTo>
                <a:lnTo>
                  <a:pt x="1634298" y="2965052"/>
                </a:lnTo>
                <a:lnTo>
                  <a:pt x="1643824" y="2969180"/>
                </a:lnTo>
                <a:lnTo>
                  <a:pt x="1653351" y="2972991"/>
                </a:lnTo>
                <a:lnTo>
                  <a:pt x="1662878" y="2976167"/>
                </a:lnTo>
                <a:lnTo>
                  <a:pt x="1672723" y="2979660"/>
                </a:lnTo>
                <a:lnTo>
                  <a:pt x="1682567" y="2982518"/>
                </a:lnTo>
                <a:lnTo>
                  <a:pt x="1692730" y="2985376"/>
                </a:lnTo>
                <a:lnTo>
                  <a:pt x="1702892" y="2988234"/>
                </a:lnTo>
                <a:lnTo>
                  <a:pt x="1713054" y="2990457"/>
                </a:lnTo>
                <a:lnTo>
                  <a:pt x="1723216" y="2992680"/>
                </a:lnTo>
                <a:lnTo>
                  <a:pt x="1733695" y="2994585"/>
                </a:lnTo>
                <a:lnTo>
                  <a:pt x="1744493" y="2995856"/>
                </a:lnTo>
                <a:lnTo>
                  <a:pt x="1754655" y="2997443"/>
                </a:lnTo>
                <a:lnTo>
                  <a:pt x="1765452" y="2998396"/>
                </a:lnTo>
                <a:lnTo>
                  <a:pt x="1776249" y="2999349"/>
                </a:lnTo>
                <a:lnTo>
                  <a:pt x="1787046" y="2999666"/>
                </a:lnTo>
                <a:lnTo>
                  <a:pt x="1797843" y="2999984"/>
                </a:lnTo>
                <a:lnTo>
                  <a:pt x="1808958" y="2999984"/>
                </a:lnTo>
                <a:lnTo>
                  <a:pt x="1819438" y="2999666"/>
                </a:lnTo>
                <a:lnTo>
                  <a:pt x="1830235" y="2999349"/>
                </a:lnTo>
                <a:lnTo>
                  <a:pt x="1841032" y="2998396"/>
                </a:lnTo>
                <a:lnTo>
                  <a:pt x="1851512" y="2997443"/>
                </a:lnTo>
                <a:lnTo>
                  <a:pt x="1861674" y="2995856"/>
                </a:lnTo>
                <a:lnTo>
                  <a:pt x="1872153" y="2994585"/>
                </a:lnTo>
                <a:lnTo>
                  <a:pt x="1882633" y="2992680"/>
                </a:lnTo>
                <a:lnTo>
                  <a:pt x="1892795" y="2990457"/>
                </a:lnTo>
                <a:lnTo>
                  <a:pt x="1902639" y="2988234"/>
                </a:lnTo>
                <a:lnTo>
                  <a:pt x="1912801" y="2985376"/>
                </a:lnTo>
                <a:lnTo>
                  <a:pt x="1922646" y="2982836"/>
                </a:lnTo>
                <a:lnTo>
                  <a:pt x="1932490" y="2979660"/>
                </a:lnTo>
                <a:lnTo>
                  <a:pt x="1942017" y="2976484"/>
                </a:lnTo>
                <a:lnTo>
                  <a:pt x="1951862" y="2972991"/>
                </a:lnTo>
                <a:lnTo>
                  <a:pt x="1961389" y="2969180"/>
                </a:lnTo>
                <a:lnTo>
                  <a:pt x="1970598" y="2965052"/>
                </a:lnTo>
                <a:lnTo>
                  <a:pt x="1980125" y="2960924"/>
                </a:lnTo>
                <a:lnTo>
                  <a:pt x="1989334" y="2956478"/>
                </a:lnTo>
                <a:lnTo>
                  <a:pt x="1998226" y="2952032"/>
                </a:lnTo>
                <a:lnTo>
                  <a:pt x="2007118" y="2947268"/>
                </a:lnTo>
                <a:lnTo>
                  <a:pt x="2016010" y="2942187"/>
                </a:lnTo>
                <a:lnTo>
                  <a:pt x="2024584" y="2936789"/>
                </a:lnTo>
                <a:lnTo>
                  <a:pt x="2033158" y="2931390"/>
                </a:lnTo>
                <a:lnTo>
                  <a:pt x="2041415" y="2925674"/>
                </a:lnTo>
                <a:lnTo>
                  <a:pt x="2049354" y="2919640"/>
                </a:lnTo>
                <a:lnTo>
                  <a:pt x="2057610" y="2913924"/>
                </a:lnTo>
                <a:lnTo>
                  <a:pt x="2065867" y="2907573"/>
                </a:lnTo>
                <a:lnTo>
                  <a:pt x="2073489" y="2901222"/>
                </a:lnTo>
                <a:lnTo>
                  <a:pt x="2081110" y="2894553"/>
                </a:lnTo>
                <a:lnTo>
                  <a:pt x="2088414" y="2887884"/>
                </a:lnTo>
                <a:lnTo>
                  <a:pt x="2096036" y="2880580"/>
                </a:lnTo>
                <a:lnTo>
                  <a:pt x="2103022" y="2873594"/>
                </a:lnTo>
                <a:lnTo>
                  <a:pt x="2110008" y="2866290"/>
                </a:lnTo>
                <a:lnTo>
                  <a:pt x="2116677" y="2858668"/>
                </a:lnTo>
                <a:lnTo>
                  <a:pt x="2123346" y="2851364"/>
                </a:lnTo>
                <a:lnTo>
                  <a:pt x="2130015" y="2843425"/>
                </a:lnTo>
                <a:lnTo>
                  <a:pt x="2136049" y="2835804"/>
                </a:lnTo>
                <a:lnTo>
                  <a:pt x="2142400" y="2827547"/>
                </a:lnTo>
                <a:lnTo>
                  <a:pt x="2148434" y="2819290"/>
                </a:lnTo>
                <a:lnTo>
                  <a:pt x="2153832" y="2810716"/>
                </a:lnTo>
                <a:lnTo>
                  <a:pt x="2159548" y="2802459"/>
                </a:lnTo>
                <a:lnTo>
                  <a:pt x="2164629" y="2793885"/>
                </a:lnTo>
                <a:lnTo>
                  <a:pt x="2169393" y="2784993"/>
                </a:lnTo>
                <a:lnTo>
                  <a:pt x="2174474" y="2775784"/>
                </a:lnTo>
                <a:lnTo>
                  <a:pt x="2179237" y="2766892"/>
                </a:lnTo>
                <a:lnTo>
                  <a:pt x="2183683" y="2757683"/>
                </a:lnTo>
                <a:lnTo>
                  <a:pt x="2187811" y="2748474"/>
                </a:lnTo>
                <a:lnTo>
                  <a:pt x="2191622" y="2739264"/>
                </a:lnTo>
                <a:lnTo>
                  <a:pt x="2195433" y="2729420"/>
                </a:lnTo>
                <a:lnTo>
                  <a:pt x="2199244" y="2719893"/>
                </a:lnTo>
                <a:lnTo>
                  <a:pt x="2202102" y="2710048"/>
                </a:lnTo>
                <a:lnTo>
                  <a:pt x="2205595" y="2700204"/>
                </a:lnTo>
                <a:lnTo>
                  <a:pt x="2208136" y="2690042"/>
                </a:lnTo>
                <a:lnTo>
                  <a:pt x="2210676" y="2680197"/>
                </a:lnTo>
                <a:lnTo>
                  <a:pt x="2213217" y="2669718"/>
                </a:lnTo>
                <a:lnTo>
                  <a:pt x="2215122" y="2659556"/>
                </a:lnTo>
                <a:lnTo>
                  <a:pt x="2217027" y="2649076"/>
                </a:lnTo>
                <a:lnTo>
                  <a:pt x="2218615" y="2638279"/>
                </a:lnTo>
                <a:lnTo>
                  <a:pt x="2219885" y="2628117"/>
                </a:lnTo>
                <a:lnTo>
                  <a:pt x="2221156" y="2617320"/>
                </a:lnTo>
                <a:lnTo>
                  <a:pt x="2221791" y="2606523"/>
                </a:lnTo>
                <a:lnTo>
                  <a:pt x="2222743" y="2595725"/>
                </a:lnTo>
                <a:lnTo>
                  <a:pt x="2222743" y="2584611"/>
                </a:lnTo>
                <a:lnTo>
                  <a:pt x="2222743" y="2573814"/>
                </a:lnTo>
                <a:lnTo>
                  <a:pt x="2222743" y="2563016"/>
                </a:lnTo>
                <a:lnTo>
                  <a:pt x="2221791" y="2552537"/>
                </a:lnTo>
                <a:lnTo>
                  <a:pt x="2221156" y="2541740"/>
                </a:lnTo>
                <a:lnTo>
                  <a:pt x="2219885" y="2531260"/>
                </a:lnTo>
                <a:lnTo>
                  <a:pt x="2218933" y="2521098"/>
                </a:lnTo>
                <a:lnTo>
                  <a:pt x="2217027" y="2510618"/>
                </a:lnTo>
                <a:lnTo>
                  <a:pt x="2215122" y="2500139"/>
                </a:lnTo>
                <a:lnTo>
                  <a:pt x="2213217" y="2490294"/>
                </a:lnTo>
                <a:lnTo>
                  <a:pt x="2210994" y="2479815"/>
                </a:lnTo>
                <a:lnTo>
                  <a:pt x="2208453" y="2469970"/>
                </a:lnTo>
                <a:lnTo>
                  <a:pt x="2205595" y="2460126"/>
                </a:lnTo>
                <a:lnTo>
                  <a:pt x="2202419" y="2449964"/>
                </a:lnTo>
                <a:lnTo>
                  <a:pt x="2199244" y="2440437"/>
                </a:lnTo>
                <a:lnTo>
                  <a:pt x="2195751" y="2430910"/>
                </a:lnTo>
                <a:lnTo>
                  <a:pt x="2192257" y="2421383"/>
                </a:lnTo>
                <a:lnTo>
                  <a:pt x="2188129" y="2412174"/>
                </a:lnTo>
                <a:lnTo>
                  <a:pt x="2184001" y="2402964"/>
                </a:lnTo>
                <a:lnTo>
                  <a:pt x="2179555" y="2393437"/>
                </a:lnTo>
                <a:lnTo>
                  <a:pt x="2174791" y="2384546"/>
                </a:lnTo>
                <a:lnTo>
                  <a:pt x="2169710" y="2375654"/>
                </a:lnTo>
                <a:lnTo>
                  <a:pt x="2164947" y="2366762"/>
                </a:lnTo>
                <a:lnTo>
                  <a:pt x="2159866" y="2358188"/>
                </a:lnTo>
                <a:lnTo>
                  <a:pt x="2154150" y="2349614"/>
                </a:lnTo>
                <a:lnTo>
                  <a:pt x="2148751" y="2341357"/>
                </a:lnTo>
                <a:lnTo>
                  <a:pt x="2142717" y="2333418"/>
                </a:lnTo>
                <a:lnTo>
                  <a:pt x="2136684" y="2325161"/>
                </a:lnTo>
                <a:lnTo>
                  <a:pt x="2130332" y="2316905"/>
                </a:lnTo>
                <a:lnTo>
                  <a:pt x="2124299" y="2309283"/>
                </a:lnTo>
                <a:lnTo>
                  <a:pt x="2117312" y="2301661"/>
                </a:lnTo>
                <a:lnTo>
                  <a:pt x="2110643" y="2294357"/>
                </a:lnTo>
                <a:lnTo>
                  <a:pt x="2103657" y="2286736"/>
                </a:lnTo>
                <a:lnTo>
                  <a:pt x="2096671" y="2279750"/>
                </a:lnTo>
                <a:lnTo>
                  <a:pt x="2089367" y="2272763"/>
                </a:lnTo>
                <a:lnTo>
                  <a:pt x="2081745" y="2265777"/>
                </a:lnTo>
                <a:lnTo>
                  <a:pt x="2074124" y="2259425"/>
                </a:lnTo>
                <a:lnTo>
                  <a:pt x="2066185" y="2252757"/>
                </a:lnTo>
                <a:lnTo>
                  <a:pt x="2058245" y="2246405"/>
                </a:lnTo>
                <a:lnTo>
                  <a:pt x="2050306" y="2240372"/>
                </a:lnTo>
                <a:lnTo>
                  <a:pt x="2042050" y="2234338"/>
                </a:lnTo>
                <a:lnTo>
                  <a:pt x="2033793" y="2228939"/>
                </a:lnTo>
                <a:lnTo>
                  <a:pt x="2025219" y="2223223"/>
                </a:lnTo>
                <a:lnTo>
                  <a:pt x="2016327" y="2218142"/>
                </a:lnTo>
                <a:lnTo>
                  <a:pt x="2007753" y="2213061"/>
                </a:lnTo>
                <a:lnTo>
                  <a:pt x="1998861" y="2207980"/>
                </a:lnTo>
                <a:lnTo>
                  <a:pt x="1989652" y="2203534"/>
                </a:lnTo>
                <a:lnTo>
                  <a:pt x="1980760" y="2199088"/>
                </a:lnTo>
                <a:lnTo>
                  <a:pt x="1971551" y="2194643"/>
                </a:lnTo>
                <a:lnTo>
                  <a:pt x="1961706" y="2190832"/>
                </a:lnTo>
                <a:lnTo>
                  <a:pt x="1952179" y="2187021"/>
                </a:lnTo>
                <a:lnTo>
                  <a:pt x="1942335" y="2183528"/>
                </a:lnTo>
                <a:lnTo>
                  <a:pt x="1932808" y="2180352"/>
                </a:lnTo>
                <a:lnTo>
                  <a:pt x="1922963" y="2177177"/>
                </a:lnTo>
                <a:lnTo>
                  <a:pt x="1913119" y="2174318"/>
                </a:lnTo>
                <a:lnTo>
                  <a:pt x="1902639" y="2171778"/>
                </a:lnTo>
                <a:lnTo>
                  <a:pt x="1892795" y="2169555"/>
                </a:lnTo>
                <a:lnTo>
                  <a:pt x="1882315" y="2167332"/>
                </a:lnTo>
                <a:lnTo>
                  <a:pt x="1871836" y="2165427"/>
                </a:lnTo>
                <a:lnTo>
                  <a:pt x="1861356" y="2163839"/>
                </a:lnTo>
                <a:lnTo>
                  <a:pt x="1850559" y="2162251"/>
                </a:lnTo>
                <a:lnTo>
                  <a:pt x="1840397" y="2161298"/>
                </a:lnTo>
                <a:lnTo>
                  <a:pt x="1829600" y="2160663"/>
                </a:lnTo>
                <a:lnTo>
                  <a:pt x="1818167" y="2160028"/>
                </a:lnTo>
                <a:lnTo>
                  <a:pt x="1807688" y="2159710"/>
                </a:lnTo>
                <a:lnTo>
                  <a:pt x="1796891" y="2159710"/>
                </a:lnTo>
                <a:close/>
                <a:moveTo>
                  <a:pt x="1703527" y="1784350"/>
                </a:moveTo>
                <a:lnTo>
                  <a:pt x="1960753" y="1793877"/>
                </a:lnTo>
                <a:lnTo>
                  <a:pt x="1955037" y="1945990"/>
                </a:lnTo>
                <a:lnTo>
                  <a:pt x="1970280" y="1950118"/>
                </a:lnTo>
                <a:lnTo>
                  <a:pt x="1985841" y="1954247"/>
                </a:lnTo>
                <a:lnTo>
                  <a:pt x="2000766" y="1959010"/>
                </a:lnTo>
                <a:lnTo>
                  <a:pt x="2016010" y="1963774"/>
                </a:lnTo>
                <a:lnTo>
                  <a:pt x="2030935" y="1969172"/>
                </a:lnTo>
                <a:lnTo>
                  <a:pt x="2045225" y="1975206"/>
                </a:lnTo>
                <a:lnTo>
                  <a:pt x="2059833" y="1980922"/>
                </a:lnTo>
                <a:lnTo>
                  <a:pt x="2074441" y="1987273"/>
                </a:lnTo>
                <a:lnTo>
                  <a:pt x="2088414" y="1993942"/>
                </a:lnTo>
                <a:lnTo>
                  <a:pt x="2102069" y="2001246"/>
                </a:lnTo>
                <a:lnTo>
                  <a:pt x="2116042" y="2008550"/>
                </a:lnTo>
                <a:lnTo>
                  <a:pt x="2129697" y="2016172"/>
                </a:lnTo>
                <a:lnTo>
                  <a:pt x="2143035" y="2024111"/>
                </a:lnTo>
                <a:lnTo>
                  <a:pt x="2156055" y="2032367"/>
                </a:lnTo>
                <a:lnTo>
                  <a:pt x="2169075" y="2041259"/>
                </a:lnTo>
                <a:lnTo>
                  <a:pt x="2181778" y="2050151"/>
                </a:lnTo>
                <a:lnTo>
                  <a:pt x="2293243" y="1945990"/>
                </a:lnTo>
                <a:lnTo>
                  <a:pt x="2468220" y="2134941"/>
                </a:lnTo>
                <a:lnTo>
                  <a:pt x="2357390" y="2237831"/>
                </a:lnTo>
                <a:lnTo>
                  <a:pt x="2365330" y="2251169"/>
                </a:lnTo>
                <a:lnTo>
                  <a:pt x="2373269" y="2264507"/>
                </a:lnTo>
                <a:lnTo>
                  <a:pt x="2380573" y="2278162"/>
                </a:lnTo>
                <a:lnTo>
                  <a:pt x="2387559" y="2292135"/>
                </a:lnTo>
                <a:lnTo>
                  <a:pt x="2394228" y="2306107"/>
                </a:lnTo>
                <a:lnTo>
                  <a:pt x="2400897" y="2320715"/>
                </a:lnTo>
                <a:lnTo>
                  <a:pt x="2406930" y="2335323"/>
                </a:lnTo>
                <a:lnTo>
                  <a:pt x="2412647" y="2349614"/>
                </a:lnTo>
                <a:lnTo>
                  <a:pt x="2418045" y="2364539"/>
                </a:lnTo>
                <a:lnTo>
                  <a:pt x="2423444" y="2379465"/>
                </a:lnTo>
                <a:lnTo>
                  <a:pt x="2427890" y="2394708"/>
                </a:lnTo>
                <a:lnTo>
                  <a:pt x="2432335" y="2409951"/>
                </a:lnTo>
                <a:lnTo>
                  <a:pt x="2435829" y="2425194"/>
                </a:lnTo>
                <a:lnTo>
                  <a:pt x="2439639" y="2440754"/>
                </a:lnTo>
                <a:lnTo>
                  <a:pt x="2443133" y="2456315"/>
                </a:lnTo>
                <a:lnTo>
                  <a:pt x="2445673" y="2472193"/>
                </a:lnTo>
                <a:lnTo>
                  <a:pt x="2595563" y="2477909"/>
                </a:lnTo>
                <a:lnTo>
                  <a:pt x="2586354" y="2735136"/>
                </a:lnTo>
                <a:lnTo>
                  <a:pt x="2437099" y="2729420"/>
                </a:lnTo>
                <a:lnTo>
                  <a:pt x="2432971" y="2744980"/>
                </a:lnTo>
                <a:lnTo>
                  <a:pt x="2428842" y="2760541"/>
                </a:lnTo>
                <a:lnTo>
                  <a:pt x="2424079" y="2776419"/>
                </a:lnTo>
                <a:lnTo>
                  <a:pt x="2419315" y="2791027"/>
                </a:lnTo>
                <a:lnTo>
                  <a:pt x="2413599" y="2806270"/>
                </a:lnTo>
                <a:lnTo>
                  <a:pt x="2408201" y="2821196"/>
                </a:lnTo>
                <a:lnTo>
                  <a:pt x="2402167" y="2835804"/>
                </a:lnTo>
                <a:lnTo>
                  <a:pt x="2395816" y="2850094"/>
                </a:lnTo>
                <a:lnTo>
                  <a:pt x="2388829" y="2864702"/>
                </a:lnTo>
                <a:lnTo>
                  <a:pt x="2381525" y="2878992"/>
                </a:lnTo>
                <a:lnTo>
                  <a:pt x="2374221" y="2892647"/>
                </a:lnTo>
                <a:lnTo>
                  <a:pt x="2366917" y="2906303"/>
                </a:lnTo>
                <a:lnTo>
                  <a:pt x="2358661" y="2919640"/>
                </a:lnTo>
                <a:lnTo>
                  <a:pt x="2350404" y="2932978"/>
                </a:lnTo>
                <a:lnTo>
                  <a:pt x="2341512" y="2945998"/>
                </a:lnTo>
                <a:lnTo>
                  <a:pt x="2332620" y="2958701"/>
                </a:lnTo>
                <a:lnTo>
                  <a:pt x="2433606" y="3067625"/>
                </a:lnTo>
                <a:lnTo>
                  <a:pt x="2245290" y="3242603"/>
                </a:lnTo>
                <a:lnTo>
                  <a:pt x="2144940" y="3134949"/>
                </a:lnTo>
                <a:lnTo>
                  <a:pt x="2131285" y="3143205"/>
                </a:lnTo>
                <a:lnTo>
                  <a:pt x="2117947" y="3150509"/>
                </a:lnTo>
                <a:lnTo>
                  <a:pt x="2103657" y="3157813"/>
                </a:lnTo>
                <a:lnTo>
                  <a:pt x="2089684" y="3165117"/>
                </a:lnTo>
                <a:lnTo>
                  <a:pt x="2075394" y="3172103"/>
                </a:lnTo>
                <a:lnTo>
                  <a:pt x="2061104" y="3178455"/>
                </a:lnTo>
                <a:lnTo>
                  <a:pt x="2046496" y="3184488"/>
                </a:lnTo>
                <a:lnTo>
                  <a:pt x="2031570" y="3190205"/>
                </a:lnTo>
                <a:lnTo>
                  <a:pt x="2016645" y="3195603"/>
                </a:lnTo>
                <a:lnTo>
                  <a:pt x="2001402" y="3200684"/>
                </a:lnTo>
                <a:lnTo>
                  <a:pt x="1986159" y="3205448"/>
                </a:lnTo>
                <a:lnTo>
                  <a:pt x="1970598" y="3209576"/>
                </a:lnTo>
                <a:lnTo>
                  <a:pt x="1955037" y="3213704"/>
                </a:lnTo>
                <a:lnTo>
                  <a:pt x="1939477" y="3217515"/>
                </a:lnTo>
                <a:lnTo>
                  <a:pt x="1923916" y="3220373"/>
                </a:lnTo>
                <a:lnTo>
                  <a:pt x="1908038" y="3223231"/>
                </a:lnTo>
                <a:lnTo>
                  <a:pt x="1902322" y="3370263"/>
                </a:lnTo>
                <a:lnTo>
                  <a:pt x="1645095" y="3360736"/>
                </a:lnTo>
                <a:lnTo>
                  <a:pt x="1650493" y="3213704"/>
                </a:lnTo>
                <a:lnTo>
                  <a:pt x="1634615" y="3209576"/>
                </a:lnTo>
                <a:lnTo>
                  <a:pt x="1619054" y="3205130"/>
                </a:lnTo>
                <a:lnTo>
                  <a:pt x="1603494" y="3200684"/>
                </a:lnTo>
                <a:lnTo>
                  <a:pt x="1588251" y="3195603"/>
                </a:lnTo>
                <a:lnTo>
                  <a:pt x="1573325" y="3189887"/>
                </a:lnTo>
                <a:lnTo>
                  <a:pt x="1558717" y="3184488"/>
                </a:lnTo>
                <a:lnTo>
                  <a:pt x="1543792" y="3178137"/>
                </a:lnTo>
                <a:lnTo>
                  <a:pt x="1529184" y="3171786"/>
                </a:lnTo>
                <a:lnTo>
                  <a:pt x="1515211" y="3164482"/>
                </a:lnTo>
                <a:lnTo>
                  <a:pt x="1500921" y="3157496"/>
                </a:lnTo>
                <a:lnTo>
                  <a:pt x="1486948" y="3150192"/>
                </a:lnTo>
                <a:lnTo>
                  <a:pt x="1472975" y="3142252"/>
                </a:lnTo>
                <a:lnTo>
                  <a:pt x="1459637" y="3134313"/>
                </a:lnTo>
                <a:lnTo>
                  <a:pt x="1446300" y="3125739"/>
                </a:lnTo>
                <a:lnTo>
                  <a:pt x="1433280" y="3117165"/>
                </a:lnTo>
                <a:lnTo>
                  <a:pt x="1420577" y="3107638"/>
                </a:lnTo>
                <a:lnTo>
                  <a:pt x="1312606" y="3207988"/>
                </a:lnTo>
                <a:lnTo>
                  <a:pt x="1137310" y="3019673"/>
                </a:lnTo>
                <a:lnTo>
                  <a:pt x="1245917" y="2918688"/>
                </a:lnTo>
                <a:lnTo>
                  <a:pt x="1238296" y="2905350"/>
                </a:lnTo>
                <a:lnTo>
                  <a:pt x="1230357" y="2891377"/>
                </a:lnTo>
                <a:lnTo>
                  <a:pt x="1223053" y="2877722"/>
                </a:lnTo>
                <a:lnTo>
                  <a:pt x="1216066" y="2863749"/>
                </a:lnTo>
                <a:lnTo>
                  <a:pt x="1209397" y="2849459"/>
                </a:lnTo>
                <a:lnTo>
                  <a:pt x="1203046" y="2834851"/>
                </a:lnTo>
                <a:lnTo>
                  <a:pt x="1197012" y="2820560"/>
                </a:lnTo>
                <a:lnTo>
                  <a:pt x="1191296" y="2805635"/>
                </a:lnTo>
                <a:lnTo>
                  <a:pt x="1186215" y="2790710"/>
                </a:lnTo>
                <a:lnTo>
                  <a:pt x="1181134" y="2775466"/>
                </a:lnTo>
                <a:lnTo>
                  <a:pt x="1176688" y="2760223"/>
                </a:lnTo>
                <a:lnTo>
                  <a:pt x="1172560" y="2744980"/>
                </a:lnTo>
                <a:lnTo>
                  <a:pt x="1168432" y="2729420"/>
                </a:lnTo>
                <a:lnTo>
                  <a:pt x="1164938" y="2713859"/>
                </a:lnTo>
                <a:lnTo>
                  <a:pt x="1161763" y="2697981"/>
                </a:lnTo>
                <a:lnTo>
                  <a:pt x="1159222" y="2682420"/>
                </a:lnTo>
                <a:lnTo>
                  <a:pt x="1009650" y="2676704"/>
                </a:lnTo>
                <a:lnTo>
                  <a:pt x="1019494" y="2419478"/>
                </a:lnTo>
                <a:lnTo>
                  <a:pt x="1169384" y="2425194"/>
                </a:lnTo>
                <a:lnTo>
                  <a:pt x="1173513" y="2409633"/>
                </a:lnTo>
                <a:lnTo>
                  <a:pt x="1177641" y="2393755"/>
                </a:lnTo>
                <a:lnTo>
                  <a:pt x="1182404" y="2378512"/>
                </a:lnTo>
                <a:lnTo>
                  <a:pt x="1187803" y="2363904"/>
                </a:lnTo>
                <a:lnTo>
                  <a:pt x="1193202" y="2348978"/>
                </a:lnTo>
                <a:lnTo>
                  <a:pt x="1198918" y="2334053"/>
                </a:lnTo>
                <a:lnTo>
                  <a:pt x="1205269" y="2319445"/>
                </a:lnTo>
                <a:lnTo>
                  <a:pt x="1211620" y="2305155"/>
                </a:lnTo>
                <a:lnTo>
                  <a:pt x="1218607" y="2290864"/>
                </a:lnTo>
                <a:lnTo>
                  <a:pt x="1225593" y="2277209"/>
                </a:lnTo>
                <a:lnTo>
                  <a:pt x="1233215" y="2263554"/>
                </a:lnTo>
                <a:lnTo>
                  <a:pt x="1240836" y="2249581"/>
                </a:lnTo>
                <a:lnTo>
                  <a:pt x="1248775" y="2236243"/>
                </a:lnTo>
                <a:lnTo>
                  <a:pt x="1257349" y="2223223"/>
                </a:lnTo>
                <a:lnTo>
                  <a:pt x="1265606" y="2210203"/>
                </a:lnTo>
                <a:lnTo>
                  <a:pt x="1274815" y="2197818"/>
                </a:lnTo>
                <a:lnTo>
                  <a:pt x="1171607" y="2086988"/>
                </a:lnTo>
                <a:lnTo>
                  <a:pt x="1360558" y="1912011"/>
                </a:lnTo>
                <a:lnTo>
                  <a:pt x="1464083" y="2023476"/>
                </a:lnTo>
                <a:lnTo>
                  <a:pt x="1477421" y="2015537"/>
                </a:lnTo>
                <a:lnTo>
                  <a:pt x="1491076" y="2007915"/>
                </a:lnTo>
                <a:lnTo>
                  <a:pt x="1504732" y="2000611"/>
                </a:lnTo>
                <a:lnTo>
                  <a:pt x="1518387" y="1993625"/>
                </a:lnTo>
                <a:lnTo>
                  <a:pt x="1532677" y="1986956"/>
                </a:lnTo>
                <a:lnTo>
                  <a:pt x="1546650" y="1980605"/>
                </a:lnTo>
                <a:lnTo>
                  <a:pt x="1561258" y="1974571"/>
                </a:lnTo>
                <a:lnTo>
                  <a:pt x="1575548" y="1969172"/>
                </a:lnTo>
                <a:lnTo>
                  <a:pt x="1590474" y="1963774"/>
                </a:lnTo>
                <a:lnTo>
                  <a:pt x="1605399" y="1958693"/>
                </a:lnTo>
                <a:lnTo>
                  <a:pt x="1620325" y="1954247"/>
                </a:lnTo>
                <a:lnTo>
                  <a:pt x="1635568" y="1950118"/>
                </a:lnTo>
                <a:lnTo>
                  <a:pt x="1650811" y="1945990"/>
                </a:lnTo>
                <a:lnTo>
                  <a:pt x="1666371" y="1942815"/>
                </a:lnTo>
                <a:lnTo>
                  <a:pt x="1681932" y="1939321"/>
                </a:lnTo>
                <a:lnTo>
                  <a:pt x="1697493" y="1936781"/>
                </a:lnTo>
                <a:lnTo>
                  <a:pt x="1703527" y="1784350"/>
                </a:lnTo>
                <a:close/>
                <a:moveTo>
                  <a:pt x="499967" y="1495425"/>
                </a:moveTo>
                <a:lnTo>
                  <a:pt x="512673" y="1507816"/>
                </a:lnTo>
                <a:lnTo>
                  <a:pt x="526015" y="1520207"/>
                </a:lnTo>
                <a:lnTo>
                  <a:pt x="540309" y="1532916"/>
                </a:lnTo>
                <a:lnTo>
                  <a:pt x="555557" y="1545307"/>
                </a:lnTo>
                <a:lnTo>
                  <a:pt x="571122" y="1557381"/>
                </a:lnTo>
                <a:lnTo>
                  <a:pt x="587958" y="1569136"/>
                </a:lnTo>
                <a:lnTo>
                  <a:pt x="596217" y="1574220"/>
                </a:lnTo>
                <a:lnTo>
                  <a:pt x="604794" y="1579939"/>
                </a:lnTo>
                <a:lnTo>
                  <a:pt x="613371" y="1584705"/>
                </a:lnTo>
                <a:lnTo>
                  <a:pt x="622265" y="1589788"/>
                </a:lnTo>
                <a:lnTo>
                  <a:pt x="639736" y="1608851"/>
                </a:lnTo>
                <a:lnTo>
                  <a:pt x="657525" y="1628868"/>
                </a:lnTo>
                <a:lnTo>
                  <a:pt x="692150" y="1668583"/>
                </a:lnTo>
                <a:lnTo>
                  <a:pt x="641960" y="1916723"/>
                </a:lnTo>
                <a:lnTo>
                  <a:pt x="640054" y="1924030"/>
                </a:lnTo>
                <a:lnTo>
                  <a:pt x="637830" y="1931338"/>
                </a:lnTo>
                <a:lnTo>
                  <a:pt x="635289" y="1938328"/>
                </a:lnTo>
                <a:lnTo>
                  <a:pt x="631795" y="1945000"/>
                </a:lnTo>
                <a:lnTo>
                  <a:pt x="628618" y="1951672"/>
                </a:lnTo>
                <a:lnTo>
                  <a:pt x="624489" y="1958026"/>
                </a:lnTo>
                <a:lnTo>
                  <a:pt x="620041" y="1963745"/>
                </a:lnTo>
                <a:lnTo>
                  <a:pt x="615277" y="1969464"/>
                </a:lnTo>
                <a:lnTo>
                  <a:pt x="247746" y="2374875"/>
                </a:lnTo>
                <a:lnTo>
                  <a:pt x="244252" y="2379323"/>
                </a:lnTo>
                <a:lnTo>
                  <a:pt x="240122" y="2382818"/>
                </a:lnTo>
                <a:lnTo>
                  <a:pt x="235675" y="2386631"/>
                </a:lnTo>
                <a:lnTo>
                  <a:pt x="231228" y="2390126"/>
                </a:lnTo>
                <a:lnTo>
                  <a:pt x="226781" y="2393303"/>
                </a:lnTo>
                <a:lnTo>
                  <a:pt x="222334" y="2395845"/>
                </a:lnTo>
                <a:lnTo>
                  <a:pt x="217251" y="2399022"/>
                </a:lnTo>
                <a:lnTo>
                  <a:pt x="212486" y="2401246"/>
                </a:lnTo>
                <a:lnTo>
                  <a:pt x="207404" y="2403470"/>
                </a:lnTo>
                <a:lnTo>
                  <a:pt x="202639" y="2405377"/>
                </a:lnTo>
                <a:lnTo>
                  <a:pt x="197239" y="2406965"/>
                </a:lnTo>
                <a:lnTo>
                  <a:pt x="192156" y="2408236"/>
                </a:lnTo>
                <a:lnTo>
                  <a:pt x="187074" y="2409189"/>
                </a:lnTo>
                <a:lnTo>
                  <a:pt x="181673" y="2410460"/>
                </a:lnTo>
                <a:lnTo>
                  <a:pt x="176273" y="2411095"/>
                </a:lnTo>
                <a:lnTo>
                  <a:pt x="170873" y="2411413"/>
                </a:lnTo>
                <a:lnTo>
                  <a:pt x="165473" y="2411413"/>
                </a:lnTo>
                <a:lnTo>
                  <a:pt x="160073" y="2411413"/>
                </a:lnTo>
                <a:lnTo>
                  <a:pt x="154990" y="2411095"/>
                </a:lnTo>
                <a:lnTo>
                  <a:pt x="149272" y="2410460"/>
                </a:lnTo>
                <a:lnTo>
                  <a:pt x="144190" y="2409825"/>
                </a:lnTo>
                <a:lnTo>
                  <a:pt x="139107" y="2408554"/>
                </a:lnTo>
                <a:lnTo>
                  <a:pt x="133707" y="2406965"/>
                </a:lnTo>
                <a:lnTo>
                  <a:pt x="128625" y="2405377"/>
                </a:lnTo>
                <a:lnTo>
                  <a:pt x="123224" y="2403470"/>
                </a:lnTo>
                <a:lnTo>
                  <a:pt x="118459" y="2401246"/>
                </a:lnTo>
                <a:lnTo>
                  <a:pt x="113377" y="2399022"/>
                </a:lnTo>
                <a:lnTo>
                  <a:pt x="108612" y="2395845"/>
                </a:lnTo>
                <a:lnTo>
                  <a:pt x="104165" y="2392985"/>
                </a:lnTo>
                <a:lnTo>
                  <a:pt x="99082" y="2390126"/>
                </a:lnTo>
                <a:lnTo>
                  <a:pt x="94635" y="2386313"/>
                </a:lnTo>
                <a:lnTo>
                  <a:pt x="90506" y="2382501"/>
                </a:lnTo>
                <a:lnTo>
                  <a:pt x="86058" y="2378688"/>
                </a:lnTo>
                <a:lnTo>
                  <a:pt x="82564" y="2374875"/>
                </a:lnTo>
                <a:lnTo>
                  <a:pt x="78752" y="2370427"/>
                </a:lnTo>
                <a:lnTo>
                  <a:pt x="75258" y="2365661"/>
                </a:lnTo>
                <a:lnTo>
                  <a:pt x="72081" y="2361213"/>
                </a:lnTo>
                <a:lnTo>
                  <a:pt x="69222" y="2356448"/>
                </a:lnTo>
                <a:lnTo>
                  <a:pt x="66364" y="2351999"/>
                </a:lnTo>
                <a:lnTo>
                  <a:pt x="64140" y="2346916"/>
                </a:lnTo>
                <a:lnTo>
                  <a:pt x="61916" y="2342150"/>
                </a:lnTo>
                <a:lnTo>
                  <a:pt x="60328" y="2336749"/>
                </a:lnTo>
                <a:lnTo>
                  <a:pt x="58422" y="2331983"/>
                </a:lnTo>
                <a:lnTo>
                  <a:pt x="57151" y="2326900"/>
                </a:lnTo>
                <a:lnTo>
                  <a:pt x="55563" y="2321498"/>
                </a:lnTo>
                <a:lnTo>
                  <a:pt x="54928" y="2316097"/>
                </a:lnTo>
                <a:lnTo>
                  <a:pt x="54293" y="2310696"/>
                </a:lnTo>
                <a:lnTo>
                  <a:pt x="53975" y="2305612"/>
                </a:lnTo>
                <a:lnTo>
                  <a:pt x="53975" y="2299893"/>
                </a:lnTo>
                <a:lnTo>
                  <a:pt x="53975" y="2294810"/>
                </a:lnTo>
                <a:lnTo>
                  <a:pt x="54293" y="2289726"/>
                </a:lnTo>
                <a:lnTo>
                  <a:pt x="54928" y="2284007"/>
                </a:lnTo>
                <a:lnTo>
                  <a:pt x="55563" y="2278924"/>
                </a:lnTo>
                <a:lnTo>
                  <a:pt x="56834" y="2273523"/>
                </a:lnTo>
                <a:lnTo>
                  <a:pt x="58422" y="2268439"/>
                </a:lnTo>
                <a:lnTo>
                  <a:pt x="60328" y="2263355"/>
                </a:lnTo>
                <a:lnTo>
                  <a:pt x="61916" y="2257954"/>
                </a:lnTo>
                <a:lnTo>
                  <a:pt x="64140" y="2253188"/>
                </a:lnTo>
                <a:lnTo>
                  <a:pt x="66364" y="2248105"/>
                </a:lnTo>
                <a:lnTo>
                  <a:pt x="69222" y="2243021"/>
                </a:lnTo>
                <a:lnTo>
                  <a:pt x="72081" y="2238573"/>
                </a:lnTo>
                <a:lnTo>
                  <a:pt x="75258" y="2233807"/>
                </a:lnTo>
                <a:lnTo>
                  <a:pt x="78752" y="2229359"/>
                </a:lnTo>
                <a:lnTo>
                  <a:pt x="82882" y="2224911"/>
                </a:lnTo>
                <a:lnTo>
                  <a:pt x="429129" y="1842376"/>
                </a:lnTo>
                <a:lnTo>
                  <a:pt x="499967" y="1495425"/>
                </a:lnTo>
                <a:close/>
                <a:moveTo>
                  <a:pt x="2178844" y="1055220"/>
                </a:moveTo>
                <a:lnTo>
                  <a:pt x="2166450" y="1055537"/>
                </a:lnTo>
                <a:lnTo>
                  <a:pt x="2154055" y="1056172"/>
                </a:lnTo>
                <a:lnTo>
                  <a:pt x="2141978" y="1058076"/>
                </a:lnTo>
                <a:lnTo>
                  <a:pt x="2129584" y="1059979"/>
                </a:lnTo>
                <a:lnTo>
                  <a:pt x="2117507" y="1062518"/>
                </a:lnTo>
                <a:lnTo>
                  <a:pt x="2105430" y="1066008"/>
                </a:lnTo>
                <a:lnTo>
                  <a:pt x="2093671" y="1070133"/>
                </a:lnTo>
                <a:lnTo>
                  <a:pt x="2081594" y="1074575"/>
                </a:lnTo>
                <a:lnTo>
                  <a:pt x="2070153" y="1079334"/>
                </a:lnTo>
                <a:lnTo>
                  <a:pt x="2058712" y="1085363"/>
                </a:lnTo>
                <a:lnTo>
                  <a:pt x="2047588" y="1091709"/>
                </a:lnTo>
                <a:lnTo>
                  <a:pt x="2036783" y="1098372"/>
                </a:lnTo>
                <a:lnTo>
                  <a:pt x="2025977" y="1105987"/>
                </a:lnTo>
                <a:lnTo>
                  <a:pt x="2015490" y="1114236"/>
                </a:lnTo>
                <a:lnTo>
                  <a:pt x="2005320" y="1122803"/>
                </a:lnTo>
                <a:lnTo>
                  <a:pt x="1996103" y="1132005"/>
                </a:lnTo>
                <a:lnTo>
                  <a:pt x="1987204" y="1141206"/>
                </a:lnTo>
                <a:lnTo>
                  <a:pt x="1978941" y="1151042"/>
                </a:lnTo>
                <a:lnTo>
                  <a:pt x="1971314" y="1161513"/>
                </a:lnTo>
                <a:lnTo>
                  <a:pt x="1964322" y="1171666"/>
                </a:lnTo>
                <a:lnTo>
                  <a:pt x="1957330" y="1182454"/>
                </a:lnTo>
                <a:lnTo>
                  <a:pt x="1951610" y="1193242"/>
                </a:lnTo>
                <a:lnTo>
                  <a:pt x="1945889" y="1204348"/>
                </a:lnTo>
                <a:lnTo>
                  <a:pt x="1941122" y="1216088"/>
                </a:lnTo>
                <a:lnTo>
                  <a:pt x="1936673" y="1227510"/>
                </a:lnTo>
                <a:lnTo>
                  <a:pt x="1932859" y="1239250"/>
                </a:lnTo>
                <a:lnTo>
                  <a:pt x="1929999" y="1251307"/>
                </a:lnTo>
                <a:lnTo>
                  <a:pt x="1927456" y="1263047"/>
                </a:lnTo>
                <a:lnTo>
                  <a:pt x="1925231" y="1275421"/>
                </a:lnTo>
                <a:lnTo>
                  <a:pt x="1923642" y="1287796"/>
                </a:lnTo>
                <a:lnTo>
                  <a:pt x="1923007" y="1299853"/>
                </a:lnTo>
                <a:lnTo>
                  <a:pt x="1922371" y="1312545"/>
                </a:lnTo>
                <a:lnTo>
                  <a:pt x="1923007" y="1324919"/>
                </a:lnTo>
                <a:lnTo>
                  <a:pt x="1923642" y="1336976"/>
                </a:lnTo>
                <a:lnTo>
                  <a:pt x="1925231" y="1349351"/>
                </a:lnTo>
                <a:lnTo>
                  <a:pt x="1927456" y="1361408"/>
                </a:lnTo>
                <a:lnTo>
                  <a:pt x="1929999" y="1373465"/>
                </a:lnTo>
                <a:lnTo>
                  <a:pt x="1933177" y="1385522"/>
                </a:lnTo>
                <a:lnTo>
                  <a:pt x="1936990" y="1397579"/>
                </a:lnTo>
                <a:lnTo>
                  <a:pt x="1941440" y="1409002"/>
                </a:lnTo>
                <a:lnTo>
                  <a:pt x="1946843" y="1420424"/>
                </a:lnTo>
                <a:lnTo>
                  <a:pt x="1952563" y="1432164"/>
                </a:lnTo>
                <a:lnTo>
                  <a:pt x="1958919" y="1443269"/>
                </a:lnTo>
                <a:lnTo>
                  <a:pt x="1965593" y="1454375"/>
                </a:lnTo>
                <a:lnTo>
                  <a:pt x="1973539" y="1465163"/>
                </a:lnTo>
                <a:lnTo>
                  <a:pt x="1981802" y="1475633"/>
                </a:lnTo>
                <a:lnTo>
                  <a:pt x="1990065" y="1485152"/>
                </a:lnTo>
                <a:lnTo>
                  <a:pt x="1999281" y="1494671"/>
                </a:lnTo>
                <a:lnTo>
                  <a:pt x="2008816" y="1503872"/>
                </a:lnTo>
                <a:lnTo>
                  <a:pt x="2018350" y="1511805"/>
                </a:lnTo>
                <a:lnTo>
                  <a:pt x="2028838" y="1519737"/>
                </a:lnTo>
                <a:lnTo>
                  <a:pt x="2039325" y="1526717"/>
                </a:lnTo>
                <a:lnTo>
                  <a:pt x="2049813" y="1533381"/>
                </a:lnTo>
                <a:lnTo>
                  <a:pt x="2060937" y="1539409"/>
                </a:lnTo>
                <a:lnTo>
                  <a:pt x="2072060" y="1544803"/>
                </a:lnTo>
                <a:lnTo>
                  <a:pt x="2083501" y="1549880"/>
                </a:lnTo>
                <a:lnTo>
                  <a:pt x="2094942" y="1554005"/>
                </a:lnTo>
                <a:lnTo>
                  <a:pt x="2107019" y="1557812"/>
                </a:lnTo>
                <a:lnTo>
                  <a:pt x="2118778" y="1560985"/>
                </a:lnTo>
                <a:lnTo>
                  <a:pt x="2130855" y="1563523"/>
                </a:lnTo>
                <a:lnTo>
                  <a:pt x="2142932" y="1565745"/>
                </a:lnTo>
                <a:lnTo>
                  <a:pt x="2155326" y="1567331"/>
                </a:lnTo>
                <a:lnTo>
                  <a:pt x="2167721" y="1567966"/>
                </a:lnTo>
                <a:lnTo>
                  <a:pt x="2179798" y="1568283"/>
                </a:lnTo>
                <a:lnTo>
                  <a:pt x="2192510" y="1567966"/>
                </a:lnTo>
                <a:lnTo>
                  <a:pt x="2204905" y="1567014"/>
                </a:lnTo>
                <a:lnTo>
                  <a:pt x="2216982" y="1565427"/>
                </a:lnTo>
                <a:lnTo>
                  <a:pt x="2229058" y="1563206"/>
                </a:lnTo>
                <a:lnTo>
                  <a:pt x="2241135" y="1560668"/>
                </a:lnTo>
                <a:lnTo>
                  <a:pt x="2253212" y="1557178"/>
                </a:lnTo>
                <a:lnTo>
                  <a:pt x="2264971" y="1553370"/>
                </a:lnTo>
                <a:lnTo>
                  <a:pt x="2277048" y="1548928"/>
                </a:lnTo>
                <a:lnTo>
                  <a:pt x="2288489" y="1543851"/>
                </a:lnTo>
                <a:lnTo>
                  <a:pt x="2299930" y="1538140"/>
                </a:lnTo>
                <a:lnTo>
                  <a:pt x="2311053" y="1532111"/>
                </a:lnTo>
                <a:lnTo>
                  <a:pt x="2321859" y="1524814"/>
                </a:lnTo>
                <a:lnTo>
                  <a:pt x="2332665" y="1517516"/>
                </a:lnTo>
                <a:lnTo>
                  <a:pt x="2343152" y="1509266"/>
                </a:lnTo>
                <a:lnTo>
                  <a:pt x="2353322" y="1500382"/>
                </a:lnTo>
                <a:lnTo>
                  <a:pt x="2362539" y="1491498"/>
                </a:lnTo>
                <a:lnTo>
                  <a:pt x="2371437" y="1482296"/>
                </a:lnTo>
                <a:lnTo>
                  <a:pt x="2379701" y="1472143"/>
                </a:lnTo>
                <a:lnTo>
                  <a:pt x="2387328" y="1462307"/>
                </a:lnTo>
                <a:lnTo>
                  <a:pt x="2394955" y="1451836"/>
                </a:lnTo>
                <a:lnTo>
                  <a:pt x="2400994" y="1441048"/>
                </a:lnTo>
                <a:lnTo>
                  <a:pt x="2407350" y="1430260"/>
                </a:lnTo>
                <a:lnTo>
                  <a:pt x="2412753" y="1419155"/>
                </a:lnTo>
                <a:lnTo>
                  <a:pt x="2417520" y="1407415"/>
                </a:lnTo>
                <a:lnTo>
                  <a:pt x="2421969" y="1395993"/>
                </a:lnTo>
                <a:lnTo>
                  <a:pt x="2425783" y="1384253"/>
                </a:lnTo>
                <a:lnTo>
                  <a:pt x="2428961" y="1372196"/>
                </a:lnTo>
                <a:lnTo>
                  <a:pt x="2431504" y="1360139"/>
                </a:lnTo>
                <a:lnTo>
                  <a:pt x="2433411" y="1348081"/>
                </a:lnTo>
                <a:lnTo>
                  <a:pt x="2435000" y="1336024"/>
                </a:lnTo>
                <a:lnTo>
                  <a:pt x="2435635" y="1323333"/>
                </a:lnTo>
                <a:lnTo>
                  <a:pt x="2435953" y="1310958"/>
                </a:lnTo>
                <a:lnTo>
                  <a:pt x="2435635" y="1298901"/>
                </a:lnTo>
                <a:lnTo>
                  <a:pt x="2435000" y="1286527"/>
                </a:lnTo>
                <a:lnTo>
                  <a:pt x="2433411" y="1274152"/>
                </a:lnTo>
                <a:lnTo>
                  <a:pt x="2431186" y="1262095"/>
                </a:lnTo>
                <a:lnTo>
                  <a:pt x="2428643" y="1250038"/>
                </a:lnTo>
                <a:lnTo>
                  <a:pt x="2425465" y="1237981"/>
                </a:lnTo>
                <a:lnTo>
                  <a:pt x="2421652" y="1225924"/>
                </a:lnTo>
                <a:lnTo>
                  <a:pt x="2416884" y="1214501"/>
                </a:lnTo>
                <a:lnTo>
                  <a:pt x="2411799" y="1203079"/>
                </a:lnTo>
                <a:lnTo>
                  <a:pt x="2406079" y="1191339"/>
                </a:lnTo>
                <a:lnTo>
                  <a:pt x="2399723" y="1180233"/>
                </a:lnTo>
                <a:lnTo>
                  <a:pt x="2393049" y="1169128"/>
                </a:lnTo>
                <a:lnTo>
                  <a:pt x="2385103" y="1158657"/>
                </a:lnTo>
                <a:lnTo>
                  <a:pt x="2376840" y="1148187"/>
                </a:lnTo>
                <a:lnTo>
                  <a:pt x="2368259" y="1138351"/>
                </a:lnTo>
                <a:lnTo>
                  <a:pt x="2359043" y="1128832"/>
                </a:lnTo>
                <a:lnTo>
                  <a:pt x="2349826" y="1120265"/>
                </a:lnTo>
                <a:lnTo>
                  <a:pt x="2340292" y="1111698"/>
                </a:lnTo>
                <a:lnTo>
                  <a:pt x="2329804" y="1103766"/>
                </a:lnTo>
                <a:lnTo>
                  <a:pt x="2319317" y="1096785"/>
                </a:lnTo>
                <a:lnTo>
                  <a:pt x="2308829" y="1090122"/>
                </a:lnTo>
                <a:lnTo>
                  <a:pt x="2297705" y="1084094"/>
                </a:lnTo>
                <a:lnTo>
                  <a:pt x="2286582" y="1078700"/>
                </a:lnTo>
                <a:lnTo>
                  <a:pt x="2275141" y="1073623"/>
                </a:lnTo>
                <a:lnTo>
                  <a:pt x="2263700" y="1069181"/>
                </a:lnTo>
                <a:lnTo>
                  <a:pt x="2251623" y="1065691"/>
                </a:lnTo>
                <a:lnTo>
                  <a:pt x="2239864" y="1062518"/>
                </a:lnTo>
                <a:lnTo>
                  <a:pt x="2227787" y="1059979"/>
                </a:lnTo>
                <a:lnTo>
                  <a:pt x="2215710" y="1057758"/>
                </a:lnTo>
                <a:lnTo>
                  <a:pt x="2203316" y="1056172"/>
                </a:lnTo>
                <a:lnTo>
                  <a:pt x="2190921" y="1055537"/>
                </a:lnTo>
                <a:lnTo>
                  <a:pt x="2178844" y="1055220"/>
                </a:lnTo>
                <a:close/>
                <a:moveTo>
                  <a:pt x="2144839" y="823913"/>
                </a:moveTo>
                <a:lnTo>
                  <a:pt x="2301519" y="838826"/>
                </a:lnTo>
                <a:lnTo>
                  <a:pt x="2292938" y="930841"/>
                </a:lnTo>
                <a:lnTo>
                  <a:pt x="2302155" y="933379"/>
                </a:lnTo>
                <a:lnTo>
                  <a:pt x="2311053" y="936235"/>
                </a:lnTo>
                <a:lnTo>
                  <a:pt x="2319952" y="939725"/>
                </a:lnTo>
                <a:lnTo>
                  <a:pt x="2328851" y="943215"/>
                </a:lnTo>
                <a:lnTo>
                  <a:pt x="2338067" y="946706"/>
                </a:lnTo>
                <a:lnTo>
                  <a:pt x="2346330" y="950513"/>
                </a:lnTo>
                <a:lnTo>
                  <a:pt x="2354911" y="954638"/>
                </a:lnTo>
                <a:lnTo>
                  <a:pt x="2363492" y="959080"/>
                </a:lnTo>
                <a:lnTo>
                  <a:pt x="2372073" y="963522"/>
                </a:lnTo>
                <a:lnTo>
                  <a:pt x="2380654" y="968282"/>
                </a:lnTo>
                <a:lnTo>
                  <a:pt x="2388917" y="973358"/>
                </a:lnTo>
                <a:lnTo>
                  <a:pt x="2397180" y="978752"/>
                </a:lnTo>
                <a:lnTo>
                  <a:pt x="2405125" y="983829"/>
                </a:lnTo>
                <a:lnTo>
                  <a:pt x="2413071" y="989540"/>
                </a:lnTo>
                <a:lnTo>
                  <a:pt x="2420698" y="995569"/>
                </a:lnTo>
                <a:lnTo>
                  <a:pt x="2428643" y="1001280"/>
                </a:lnTo>
                <a:lnTo>
                  <a:pt x="2499197" y="943215"/>
                </a:lnTo>
                <a:lnTo>
                  <a:pt x="2599625" y="1063787"/>
                </a:lnTo>
                <a:lnTo>
                  <a:pt x="2529389" y="1122169"/>
                </a:lnTo>
                <a:lnTo>
                  <a:pt x="2533839" y="1130736"/>
                </a:lnTo>
                <a:lnTo>
                  <a:pt x="2538288" y="1139620"/>
                </a:lnTo>
                <a:lnTo>
                  <a:pt x="2542420" y="1148504"/>
                </a:lnTo>
                <a:lnTo>
                  <a:pt x="2546551" y="1157388"/>
                </a:lnTo>
                <a:lnTo>
                  <a:pt x="2550365" y="1166590"/>
                </a:lnTo>
                <a:lnTo>
                  <a:pt x="2553543" y="1175474"/>
                </a:lnTo>
                <a:lnTo>
                  <a:pt x="2557039" y="1184676"/>
                </a:lnTo>
                <a:lnTo>
                  <a:pt x="2559899" y="1193560"/>
                </a:lnTo>
                <a:lnTo>
                  <a:pt x="2562442" y="1203079"/>
                </a:lnTo>
                <a:lnTo>
                  <a:pt x="2564984" y="1212280"/>
                </a:lnTo>
                <a:lnTo>
                  <a:pt x="2567527" y="1221799"/>
                </a:lnTo>
                <a:lnTo>
                  <a:pt x="2569116" y="1231318"/>
                </a:lnTo>
                <a:lnTo>
                  <a:pt x="2571022" y="1240519"/>
                </a:lnTo>
                <a:lnTo>
                  <a:pt x="2572612" y="1249721"/>
                </a:lnTo>
                <a:lnTo>
                  <a:pt x="2574201" y="1259557"/>
                </a:lnTo>
                <a:lnTo>
                  <a:pt x="2575154" y="1269075"/>
                </a:lnTo>
                <a:lnTo>
                  <a:pt x="2665412" y="1277325"/>
                </a:lnTo>
                <a:lnTo>
                  <a:pt x="2650793" y="1433433"/>
                </a:lnTo>
                <a:lnTo>
                  <a:pt x="2561170" y="1425501"/>
                </a:lnTo>
                <a:lnTo>
                  <a:pt x="2558310" y="1434385"/>
                </a:lnTo>
                <a:lnTo>
                  <a:pt x="2555132" y="1443587"/>
                </a:lnTo>
                <a:lnTo>
                  <a:pt x="2552272" y="1452471"/>
                </a:lnTo>
                <a:lnTo>
                  <a:pt x="2548458" y="1461355"/>
                </a:lnTo>
                <a:lnTo>
                  <a:pt x="2544644" y="1470239"/>
                </a:lnTo>
                <a:lnTo>
                  <a:pt x="2540513" y="1479124"/>
                </a:lnTo>
                <a:lnTo>
                  <a:pt x="2536381" y="1488008"/>
                </a:lnTo>
                <a:lnTo>
                  <a:pt x="2531932" y="1496575"/>
                </a:lnTo>
                <a:lnTo>
                  <a:pt x="2527482" y="1505142"/>
                </a:lnTo>
                <a:lnTo>
                  <a:pt x="2522715" y="1513708"/>
                </a:lnTo>
                <a:lnTo>
                  <a:pt x="2517630" y="1521958"/>
                </a:lnTo>
                <a:lnTo>
                  <a:pt x="2512228" y="1530208"/>
                </a:lnTo>
                <a:lnTo>
                  <a:pt x="2506825" y="1538140"/>
                </a:lnTo>
                <a:lnTo>
                  <a:pt x="2501104" y="1546390"/>
                </a:lnTo>
                <a:lnTo>
                  <a:pt x="2495384" y="1554322"/>
                </a:lnTo>
                <a:lnTo>
                  <a:pt x="2489027" y="1561937"/>
                </a:lnTo>
                <a:lnTo>
                  <a:pt x="2546233" y="1631107"/>
                </a:lnTo>
                <a:lnTo>
                  <a:pt x="2425465" y="1731372"/>
                </a:lnTo>
                <a:lnTo>
                  <a:pt x="2367624" y="1662202"/>
                </a:lnTo>
                <a:lnTo>
                  <a:pt x="2359043" y="1666644"/>
                </a:lnTo>
                <a:lnTo>
                  <a:pt x="2350144" y="1671086"/>
                </a:lnTo>
                <a:lnTo>
                  <a:pt x="2341245" y="1675211"/>
                </a:lnTo>
                <a:lnTo>
                  <a:pt x="2332029" y="1679018"/>
                </a:lnTo>
                <a:lnTo>
                  <a:pt x="2323130" y="1682826"/>
                </a:lnTo>
                <a:lnTo>
                  <a:pt x="2313596" y="1685999"/>
                </a:lnTo>
                <a:lnTo>
                  <a:pt x="2304697" y="1689489"/>
                </a:lnTo>
                <a:lnTo>
                  <a:pt x="2295481" y="1692344"/>
                </a:lnTo>
                <a:lnTo>
                  <a:pt x="2286264" y="1694883"/>
                </a:lnTo>
                <a:lnTo>
                  <a:pt x="2277048" y="1697421"/>
                </a:lnTo>
                <a:lnTo>
                  <a:pt x="2267196" y="1699642"/>
                </a:lnTo>
                <a:lnTo>
                  <a:pt x="2257979" y="1701546"/>
                </a:lnTo>
                <a:lnTo>
                  <a:pt x="2248763" y="1703450"/>
                </a:lnTo>
                <a:lnTo>
                  <a:pt x="2238910" y="1705036"/>
                </a:lnTo>
                <a:lnTo>
                  <a:pt x="2229376" y="1706623"/>
                </a:lnTo>
                <a:lnTo>
                  <a:pt x="2220160" y="1707575"/>
                </a:lnTo>
                <a:lnTo>
                  <a:pt x="2211579" y="1797051"/>
                </a:lnTo>
                <a:lnTo>
                  <a:pt x="2054898" y="1782138"/>
                </a:lnTo>
                <a:lnTo>
                  <a:pt x="2063161" y="1692027"/>
                </a:lnTo>
                <a:lnTo>
                  <a:pt x="2054263" y="1689172"/>
                </a:lnTo>
                <a:lnTo>
                  <a:pt x="2045364" y="1685999"/>
                </a:lnTo>
                <a:lnTo>
                  <a:pt x="2035830" y="1682826"/>
                </a:lnTo>
                <a:lnTo>
                  <a:pt x="2027249" y="1679335"/>
                </a:lnTo>
                <a:lnTo>
                  <a:pt x="2018350" y="1675528"/>
                </a:lnTo>
                <a:lnTo>
                  <a:pt x="2009451" y="1671720"/>
                </a:lnTo>
                <a:lnTo>
                  <a:pt x="2000870" y="1667596"/>
                </a:lnTo>
                <a:lnTo>
                  <a:pt x="1992289" y="1663154"/>
                </a:lnTo>
                <a:lnTo>
                  <a:pt x="1984026" y="1658077"/>
                </a:lnTo>
                <a:lnTo>
                  <a:pt x="1975445" y="1653317"/>
                </a:lnTo>
                <a:lnTo>
                  <a:pt x="1967182" y="1648241"/>
                </a:lnTo>
                <a:lnTo>
                  <a:pt x="1958919" y="1642847"/>
                </a:lnTo>
                <a:lnTo>
                  <a:pt x="1950656" y="1637453"/>
                </a:lnTo>
                <a:lnTo>
                  <a:pt x="1943029" y="1631742"/>
                </a:lnTo>
                <a:lnTo>
                  <a:pt x="1935084" y="1626030"/>
                </a:lnTo>
                <a:lnTo>
                  <a:pt x="1927456" y="1620002"/>
                </a:lnTo>
                <a:lnTo>
                  <a:pt x="1857220" y="1678384"/>
                </a:lnTo>
                <a:lnTo>
                  <a:pt x="1756792" y="1556860"/>
                </a:lnTo>
                <a:lnTo>
                  <a:pt x="1827346" y="1498478"/>
                </a:lnTo>
                <a:lnTo>
                  <a:pt x="1822896" y="1489594"/>
                </a:lnTo>
                <a:lnTo>
                  <a:pt x="1818765" y="1481027"/>
                </a:lnTo>
                <a:lnTo>
                  <a:pt x="1814633" y="1472143"/>
                </a:lnTo>
                <a:lnTo>
                  <a:pt x="1810820" y="1463259"/>
                </a:lnTo>
                <a:lnTo>
                  <a:pt x="1807324" y="1454057"/>
                </a:lnTo>
                <a:lnTo>
                  <a:pt x="1803828" y="1445173"/>
                </a:lnTo>
                <a:lnTo>
                  <a:pt x="1800968" y="1436289"/>
                </a:lnTo>
                <a:lnTo>
                  <a:pt x="1797789" y="1426770"/>
                </a:lnTo>
                <a:lnTo>
                  <a:pt x="1795247" y="1417569"/>
                </a:lnTo>
                <a:lnTo>
                  <a:pt x="1792704" y="1408367"/>
                </a:lnTo>
                <a:lnTo>
                  <a:pt x="1790480" y="1399166"/>
                </a:lnTo>
                <a:lnTo>
                  <a:pt x="1788573" y="1389647"/>
                </a:lnTo>
                <a:lnTo>
                  <a:pt x="1786666" y="1380445"/>
                </a:lnTo>
                <a:lnTo>
                  <a:pt x="1785395" y="1371244"/>
                </a:lnTo>
                <a:lnTo>
                  <a:pt x="1783170" y="1352206"/>
                </a:lnTo>
                <a:lnTo>
                  <a:pt x="1690687" y="1343639"/>
                </a:lnTo>
                <a:lnTo>
                  <a:pt x="1705624" y="1186897"/>
                </a:lnTo>
                <a:lnTo>
                  <a:pt x="1798425" y="1195781"/>
                </a:lnTo>
                <a:lnTo>
                  <a:pt x="1801285" y="1186897"/>
                </a:lnTo>
                <a:lnTo>
                  <a:pt x="1804146" y="1178012"/>
                </a:lnTo>
                <a:lnTo>
                  <a:pt x="1807642" y="1169128"/>
                </a:lnTo>
                <a:lnTo>
                  <a:pt x="1810820" y="1160244"/>
                </a:lnTo>
                <a:lnTo>
                  <a:pt x="1814633" y="1151677"/>
                </a:lnTo>
                <a:lnTo>
                  <a:pt x="1818765" y="1142793"/>
                </a:lnTo>
                <a:lnTo>
                  <a:pt x="1822896" y="1134226"/>
                </a:lnTo>
                <a:lnTo>
                  <a:pt x="1827346" y="1125659"/>
                </a:lnTo>
                <a:lnTo>
                  <a:pt x="1831795" y="1117727"/>
                </a:lnTo>
                <a:lnTo>
                  <a:pt x="1836562" y="1109160"/>
                </a:lnTo>
                <a:lnTo>
                  <a:pt x="1841329" y="1100910"/>
                </a:lnTo>
                <a:lnTo>
                  <a:pt x="1846732" y="1092661"/>
                </a:lnTo>
                <a:lnTo>
                  <a:pt x="1852135" y="1085045"/>
                </a:lnTo>
                <a:lnTo>
                  <a:pt x="1857856" y="1077113"/>
                </a:lnTo>
                <a:lnTo>
                  <a:pt x="1863894" y="1069181"/>
                </a:lnTo>
                <a:lnTo>
                  <a:pt x="1869615" y="1061566"/>
                </a:lnTo>
                <a:lnTo>
                  <a:pt x="1810184" y="989858"/>
                </a:lnTo>
                <a:lnTo>
                  <a:pt x="1931588" y="889593"/>
                </a:lnTo>
                <a:lnTo>
                  <a:pt x="1990700" y="961301"/>
                </a:lnTo>
                <a:lnTo>
                  <a:pt x="1999599" y="956859"/>
                </a:lnTo>
                <a:lnTo>
                  <a:pt x="2008180" y="952734"/>
                </a:lnTo>
                <a:lnTo>
                  <a:pt x="2017079" y="948609"/>
                </a:lnTo>
                <a:lnTo>
                  <a:pt x="2025977" y="944485"/>
                </a:lnTo>
                <a:lnTo>
                  <a:pt x="2034876" y="941312"/>
                </a:lnTo>
                <a:lnTo>
                  <a:pt x="2043775" y="937504"/>
                </a:lnTo>
                <a:lnTo>
                  <a:pt x="2052673" y="934649"/>
                </a:lnTo>
                <a:lnTo>
                  <a:pt x="2061890" y="931476"/>
                </a:lnTo>
                <a:lnTo>
                  <a:pt x="2071424" y="928937"/>
                </a:lnTo>
                <a:lnTo>
                  <a:pt x="2080641" y="926399"/>
                </a:lnTo>
                <a:lnTo>
                  <a:pt x="2089539" y="924178"/>
                </a:lnTo>
                <a:lnTo>
                  <a:pt x="2099074" y="922274"/>
                </a:lnTo>
                <a:lnTo>
                  <a:pt x="2108608" y="920370"/>
                </a:lnTo>
                <a:lnTo>
                  <a:pt x="2117825" y="918784"/>
                </a:lnTo>
                <a:lnTo>
                  <a:pt x="2127041" y="917515"/>
                </a:lnTo>
                <a:lnTo>
                  <a:pt x="2136258" y="916246"/>
                </a:lnTo>
                <a:lnTo>
                  <a:pt x="2144839" y="823913"/>
                </a:lnTo>
                <a:close/>
                <a:moveTo>
                  <a:pt x="1509345" y="590550"/>
                </a:moveTo>
                <a:lnTo>
                  <a:pt x="1518239" y="590550"/>
                </a:lnTo>
                <a:lnTo>
                  <a:pt x="1526817" y="591817"/>
                </a:lnTo>
                <a:lnTo>
                  <a:pt x="1535394" y="593400"/>
                </a:lnTo>
                <a:lnTo>
                  <a:pt x="1543971" y="596250"/>
                </a:lnTo>
                <a:lnTo>
                  <a:pt x="1551912" y="599417"/>
                </a:lnTo>
                <a:lnTo>
                  <a:pt x="1559854" y="603534"/>
                </a:lnTo>
                <a:lnTo>
                  <a:pt x="1566843" y="608601"/>
                </a:lnTo>
                <a:lnTo>
                  <a:pt x="1570655" y="611452"/>
                </a:lnTo>
                <a:lnTo>
                  <a:pt x="1574149" y="614302"/>
                </a:lnTo>
                <a:lnTo>
                  <a:pt x="1577326" y="617469"/>
                </a:lnTo>
                <a:lnTo>
                  <a:pt x="1580185" y="620953"/>
                </a:lnTo>
                <a:lnTo>
                  <a:pt x="1583362" y="624753"/>
                </a:lnTo>
                <a:lnTo>
                  <a:pt x="1586221" y="628237"/>
                </a:lnTo>
                <a:lnTo>
                  <a:pt x="1588762" y="632037"/>
                </a:lnTo>
                <a:lnTo>
                  <a:pt x="1591621" y="636154"/>
                </a:lnTo>
                <a:lnTo>
                  <a:pt x="1593845" y="640271"/>
                </a:lnTo>
                <a:lnTo>
                  <a:pt x="1595433" y="644388"/>
                </a:lnTo>
                <a:lnTo>
                  <a:pt x="1597339" y="648505"/>
                </a:lnTo>
                <a:lnTo>
                  <a:pt x="1598927" y="652305"/>
                </a:lnTo>
                <a:lnTo>
                  <a:pt x="1601151" y="660856"/>
                </a:lnTo>
                <a:lnTo>
                  <a:pt x="1603057" y="669724"/>
                </a:lnTo>
                <a:lnTo>
                  <a:pt x="1603375" y="678274"/>
                </a:lnTo>
                <a:lnTo>
                  <a:pt x="1603375" y="687142"/>
                </a:lnTo>
                <a:lnTo>
                  <a:pt x="1602104" y="696326"/>
                </a:lnTo>
                <a:lnTo>
                  <a:pt x="1600516" y="704560"/>
                </a:lnTo>
                <a:lnTo>
                  <a:pt x="1597657" y="712794"/>
                </a:lnTo>
                <a:lnTo>
                  <a:pt x="1594480" y="721028"/>
                </a:lnTo>
                <a:lnTo>
                  <a:pt x="1590350" y="728629"/>
                </a:lnTo>
                <a:lnTo>
                  <a:pt x="1585268" y="736229"/>
                </a:lnTo>
                <a:lnTo>
                  <a:pt x="1582409" y="739396"/>
                </a:lnTo>
                <a:lnTo>
                  <a:pt x="1579550" y="742880"/>
                </a:lnTo>
                <a:lnTo>
                  <a:pt x="1576373" y="746047"/>
                </a:lnTo>
                <a:lnTo>
                  <a:pt x="1572879" y="749531"/>
                </a:lnTo>
                <a:lnTo>
                  <a:pt x="1569384" y="752381"/>
                </a:lnTo>
                <a:lnTo>
                  <a:pt x="1565572" y="755231"/>
                </a:lnTo>
                <a:lnTo>
                  <a:pt x="1297460" y="948099"/>
                </a:lnTo>
                <a:lnTo>
                  <a:pt x="1293012" y="951266"/>
                </a:lnTo>
                <a:lnTo>
                  <a:pt x="1288247" y="953799"/>
                </a:lnTo>
                <a:lnTo>
                  <a:pt x="1283164" y="956333"/>
                </a:lnTo>
                <a:lnTo>
                  <a:pt x="1278399" y="958550"/>
                </a:lnTo>
                <a:lnTo>
                  <a:pt x="1273634" y="960450"/>
                </a:lnTo>
                <a:lnTo>
                  <a:pt x="1268869" y="962033"/>
                </a:lnTo>
                <a:lnTo>
                  <a:pt x="1263469" y="962983"/>
                </a:lnTo>
                <a:lnTo>
                  <a:pt x="1258386" y="964250"/>
                </a:lnTo>
                <a:lnTo>
                  <a:pt x="1253304" y="964884"/>
                </a:lnTo>
                <a:lnTo>
                  <a:pt x="1247903" y="965200"/>
                </a:lnTo>
                <a:lnTo>
                  <a:pt x="1242820" y="965200"/>
                </a:lnTo>
                <a:lnTo>
                  <a:pt x="1237102" y="964884"/>
                </a:lnTo>
                <a:lnTo>
                  <a:pt x="1232020" y="964567"/>
                </a:lnTo>
                <a:lnTo>
                  <a:pt x="1226937" y="963617"/>
                </a:lnTo>
                <a:lnTo>
                  <a:pt x="1221537" y="962667"/>
                </a:lnTo>
                <a:lnTo>
                  <a:pt x="1216454" y="961083"/>
                </a:lnTo>
                <a:lnTo>
                  <a:pt x="1006475" y="894894"/>
                </a:lnTo>
                <a:lnTo>
                  <a:pt x="1009652" y="885393"/>
                </a:lnTo>
                <a:lnTo>
                  <a:pt x="1013464" y="875259"/>
                </a:lnTo>
                <a:lnTo>
                  <a:pt x="1017911" y="862591"/>
                </a:lnTo>
                <a:lnTo>
                  <a:pt x="1022676" y="847706"/>
                </a:lnTo>
                <a:lnTo>
                  <a:pt x="1027123" y="832188"/>
                </a:lnTo>
                <a:lnTo>
                  <a:pt x="1029029" y="824271"/>
                </a:lnTo>
                <a:lnTo>
                  <a:pt x="1030935" y="816353"/>
                </a:lnTo>
                <a:lnTo>
                  <a:pt x="1031888" y="808753"/>
                </a:lnTo>
                <a:lnTo>
                  <a:pt x="1033159" y="801469"/>
                </a:lnTo>
                <a:lnTo>
                  <a:pt x="1033794" y="793868"/>
                </a:lnTo>
                <a:lnTo>
                  <a:pt x="1033794" y="786584"/>
                </a:lnTo>
                <a:lnTo>
                  <a:pt x="1033794" y="778666"/>
                </a:lnTo>
                <a:lnTo>
                  <a:pt x="1033477" y="770749"/>
                </a:lnTo>
                <a:lnTo>
                  <a:pt x="1032841" y="762832"/>
                </a:lnTo>
                <a:lnTo>
                  <a:pt x="1031888" y="755548"/>
                </a:lnTo>
                <a:lnTo>
                  <a:pt x="1029665" y="740980"/>
                </a:lnTo>
                <a:lnTo>
                  <a:pt x="1027441" y="727995"/>
                </a:lnTo>
                <a:lnTo>
                  <a:pt x="1025217" y="718178"/>
                </a:lnTo>
                <a:lnTo>
                  <a:pt x="1022994" y="708994"/>
                </a:lnTo>
                <a:lnTo>
                  <a:pt x="1227572" y="773599"/>
                </a:lnTo>
                <a:lnTo>
                  <a:pt x="1458835" y="607651"/>
                </a:lnTo>
                <a:lnTo>
                  <a:pt x="1462965" y="605118"/>
                </a:lnTo>
                <a:lnTo>
                  <a:pt x="1467095" y="602268"/>
                </a:lnTo>
                <a:lnTo>
                  <a:pt x="1470589" y="600051"/>
                </a:lnTo>
                <a:lnTo>
                  <a:pt x="1474719" y="598467"/>
                </a:lnTo>
                <a:lnTo>
                  <a:pt x="1479166" y="596567"/>
                </a:lnTo>
                <a:lnTo>
                  <a:pt x="1483296" y="594984"/>
                </a:lnTo>
                <a:lnTo>
                  <a:pt x="1491873" y="592767"/>
                </a:lnTo>
                <a:lnTo>
                  <a:pt x="1500768" y="591183"/>
                </a:lnTo>
                <a:lnTo>
                  <a:pt x="1509345" y="590550"/>
                </a:lnTo>
                <a:close/>
                <a:moveTo>
                  <a:pt x="690596" y="539750"/>
                </a:moveTo>
                <a:lnTo>
                  <a:pt x="691548" y="539750"/>
                </a:lnTo>
                <a:lnTo>
                  <a:pt x="693769" y="540067"/>
                </a:lnTo>
                <a:lnTo>
                  <a:pt x="702016" y="540702"/>
                </a:lnTo>
                <a:lnTo>
                  <a:pt x="727394" y="541020"/>
                </a:lnTo>
                <a:lnTo>
                  <a:pt x="757531" y="541655"/>
                </a:lnTo>
                <a:lnTo>
                  <a:pt x="770854" y="541972"/>
                </a:lnTo>
                <a:lnTo>
                  <a:pt x="781640" y="543242"/>
                </a:lnTo>
                <a:lnTo>
                  <a:pt x="781957" y="543242"/>
                </a:lnTo>
                <a:lnTo>
                  <a:pt x="785763" y="546734"/>
                </a:lnTo>
                <a:lnTo>
                  <a:pt x="789887" y="552130"/>
                </a:lnTo>
                <a:lnTo>
                  <a:pt x="794646" y="558479"/>
                </a:lnTo>
                <a:lnTo>
                  <a:pt x="799404" y="566415"/>
                </a:lnTo>
                <a:lnTo>
                  <a:pt x="804797" y="576573"/>
                </a:lnTo>
                <a:lnTo>
                  <a:pt x="809872" y="588001"/>
                </a:lnTo>
                <a:lnTo>
                  <a:pt x="812093" y="594668"/>
                </a:lnTo>
                <a:lnTo>
                  <a:pt x="814631" y="602286"/>
                </a:lnTo>
                <a:lnTo>
                  <a:pt x="817169" y="609905"/>
                </a:lnTo>
                <a:lnTo>
                  <a:pt x="820024" y="618476"/>
                </a:lnTo>
                <a:lnTo>
                  <a:pt x="822244" y="627364"/>
                </a:lnTo>
                <a:lnTo>
                  <a:pt x="824465" y="637205"/>
                </a:lnTo>
                <a:lnTo>
                  <a:pt x="826685" y="647681"/>
                </a:lnTo>
                <a:lnTo>
                  <a:pt x="828906" y="658791"/>
                </a:lnTo>
                <a:lnTo>
                  <a:pt x="830809" y="670537"/>
                </a:lnTo>
                <a:lnTo>
                  <a:pt x="832395" y="683235"/>
                </a:lnTo>
                <a:lnTo>
                  <a:pt x="834299" y="696567"/>
                </a:lnTo>
                <a:lnTo>
                  <a:pt x="835885" y="710535"/>
                </a:lnTo>
                <a:lnTo>
                  <a:pt x="836836" y="725454"/>
                </a:lnTo>
                <a:lnTo>
                  <a:pt x="838105" y="741644"/>
                </a:lnTo>
                <a:lnTo>
                  <a:pt x="839057" y="757834"/>
                </a:lnTo>
                <a:lnTo>
                  <a:pt x="840009" y="775611"/>
                </a:lnTo>
                <a:lnTo>
                  <a:pt x="840326" y="794022"/>
                </a:lnTo>
                <a:lnTo>
                  <a:pt x="840643" y="813069"/>
                </a:lnTo>
                <a:lnTo>
                  <a:pt x="840326" y="833703"/>
                </a:lnTo>
                <a:lnTo>
                  <a:pt x="840326" y="854972"/>
                </a:lnTo>
                <a:lnTo>
                  <a:pt x="844767" y="839735"/>
                </a:lnTo>
                <a:lnTo>
                  <a:pt x="849208" y="824497"/>
                </a:lnTo>
                <a:lnTo>
                  <a:pt x="857456" y="794975"/>
                </a:lnTo>
                <a:lnTo>
                  <a:pt x="864435" y="767992"/>
                </a:lnTo>
                <a:lnTo>
                  <a:pt x="870145" y="742914"/>
                </a:lnTo>
                <a:lnTo>
                  <a:pt x="878710" y="705456"/>
                </a:lnTo>
                <a:lnTo>
                  <a:pt x="881248" y="694028"/>
                </a:lnTo>
                <a:lnTo>
                  <a:pt x="882517" y="688314"/>
                </a:lnTo>
                <a:lnTo>
                  <a:pt x="878076" y="679425"/>
                </a:lnTo>
                <a:lnTo>
                  <a:pt x="874586" y="670854"/>
                </a:lnTo>
                <a:lnTo>
                  <a:pt x="871097" y="663236"/>
                </a:lnTo>
                <a:lnTo>
                  <a:pt x="868559" y="655617"/>
                </a:lnTo>
                <a:lnTo>
                  <a:pt x="864752" y="644506"/>
                </a:lnTo>
                <a:lnTo>
                  <a:pt x="863801" y="640380"/>
                </a:lnTo>
                <a:lnTo>
                  <a:pt x="867290" y="637205"/>
                </a:lnTo>
                <a:lnTo>
                  <a:pt x="876489" y="629269"/>
                </a:lnTo>
                <a:lnTo>
                  <a:pt x="881882" y="624507"/>
                </a:lnTo>
                <a:lnTo>
                  <a:pt x="888227" y="619746"/>
                </a:lnTo>
                <a:lnTo>
                  <a:pt x="894571" y="615619"/>
                </a:lnTo>
                <a:lnTo>
                  <a:pt x="900598" y="611810"/>
                </a:lnTo>
                <a:lnTo>
                  <a:pt x="921535" y="619746"/>
                </a:lnTo>
                <a:lnTo>
                  <a:pt x="939300" y="659426"/>
                </a:lnTo>
                <a:lnTo>
                  <a:pt x="934224" y="671172"/>
                </a:lnTo>
                <a:lnTo>
                  <a:pt x="928514" y="683235"/>
                </a:lnTo>
                <a:lnTo>
                  <a:pt x="922487" y="695932"/>
                </a:lnTo>
                <a:lnTo>
                  <a:pt x="923439" y="707043"/>
                </a:lnTo>
                <a:lnTo>
                  <a:pt x="924073" y="720693"/>
                </a:lnTo>
                <a:lnTo>
                  <a:pt x="924708" y="736248"/>
                </a:lnTo>
                <a:lnTo>
                  <a:pt x="924073" y="753390"/>
                </a:lnTo>
                <a:lnTo>
                  <a:pt x="923439" y="790213"/>
                </a:lnTo>
                <a:lnTo>
                  <a:pt x="921852" y="827354"/>
                </a:lnTo>
                <a:lnTo>
                  <a:pt x="920266" y="862273"/>
                </a:lnTo>
                <a:lnTo>
                  <a:pt x="918680" y="891161"/>
                </a:lnTo>
                <a:lnTo>
                  <a:pt x="916777" y="918461"/>
                </a:lnTo>
                <a:lnTo>
                  <a:pt x="918680" y="913382"/>
                </a:lnTo>
                <a:lnTo>
                  <a:pt x="923756" y="899097"/>
                </a:lnTo>
                <a:lnTo>
                  <a:pt x="927245" y="888621"/>
                </a:lnTo>
                <a:lnTo>
                  <a:pt x="931369" y="876241"/>
                </a:lnTo>
                <a:lnTo>
                  <a:pt x="935493" y="862273"/>
                </a:lnTo>
                <a:lnTo>
                  <a:pt x="939934" y="846401"/>
                </a:lnTo>
                <a:lnTo>
                  <a:pt x="943741" y="828307"/>
                </a:lnTo>
                <a:lnTo>
                  <a:pt x="947865" y="809260"/>
                </a:lnTo>
                <a:lnTo>
                  <a:pt x="951672" y="788626"/>
                </a:lnTo>
                <a:lnTo>
                  <a:pt x="955161" y="766722"/>
                </a:lnTo>
                <a:lnTo>
                  <a:pt x="957699" y="743866"/>
                </a:lnTo>
                <a:lnTo>
                  <a:pt x="958650" y="731486"/>
                </a:lnTo>
                <a:lnTo>
                  <a:pt x="959919" y="719106"/>
                </a:lnTo>
                <a:lnTo>
                  <a:pt x="960554" y="707043"/>
                </a:lnTo>
                <a:lnTo>
                  <a:pt x="960871" y="694345"/>
                </a:lnTo>
                <a:lnTo>
                  <a:pt x="961188" y="681330"/>
                </a:lnTo>
                <a:lnTo>
                  <a:pt x="961188" y="668315"/>
                </a:lnTo>
                <a:lnTo>
                  <a:pt x="969119" y="649268"/>
                </a:lnTo>
                <a:lnTo>
                  <a:pt x="970705" y="651173"/>
                </a:lnTo>
                <a:lnTo>
                  <a:pt x="973877" y="656887"/>
                </a:lnTo>
                <a:lnTo>
                  <a:pt x="976098" y="661331"/>
                </a:lnTo>
                <a:lnTo>
                  <a:pt x="978636" y="666727"/>
                </a:lnTo>
                <a:lnTo>
                  <a:pt x="981808" y="673076"/>
                </a:lnTo>
                <a:lnTo>
                  <a:pt x="984663" y="681012"/>
                </a:lnTo>
                <a:lnTo>
                  <a:pt x="988152" y="690218"/>
                </a:lnTo>
                <a:lnTo>
                  <a:pt x="991007" y="700377"/>
                </a:lnTo>
                <a:lnTo>
                  <a:pt x="993862" y="712122"/>
                </a:lnTo>
                <a:lnTo>
                  <a:pt x="997035" y="724820"/>
                </a:lnTo>
                <a:lnTo>
                  <a:pt x="999572" y="739422"/>
                </a:lnTo>
                <a:lnTo>
                  <a:pt x="1002110" y="754977"/>
                </a:lnTo>
                <a:lnTo>
                  <a:pt x="1004013" y="772436"/>
                </a:lnTo>
                <a:lnTo>
                  <a:pt x="1005600" y="790848"/>
                </a:lnTo>
                <a:lnTo>
                  <a:pt x="1005282" y="796244"/>
                </a:lnTo>
                <a:lnTo>
                  <a:pt x="1004331" y="801958"/>
                </a:lnTo>
                <a:lnTo>
                  <a:pt x="1003062" y="809260"/>
                </a:lnTo>
                <a:lnTo>
                  <a:pt x="1000841" y="817196"/>
                </a:lnTo>
                <a:lnTo>
                  <a:pt x="997669" y="826085"/>
                </a:lnTo>
                <a:lnTo>
                  <a:pt x="994497" y="836243"/>
                </a:lnTo>
                <a:lnTo>
                  <a:pt x="985932" y="858781"/>
                </a:lnTo>
                <a:lnTo>
                  <a:pt x="964043" y="914969"/>
                </a:lnTo>
                <a:lnTo>
                  <a:pt x="951037" y="948301"/>
                </a:lnTo>
                <a:lnTo>
                  <a:pt x="937079" y="985442"/>
                </a:lnTo>
                <a:lnTo>
                  <a:pt x="922804" y="1025757"/>
                </a:lnTo>
                <a:lnTo>
                  <a:pt x="915825" y="1047026"/>
                </a:lnTo>
                <a:lnTo>
                  <a:pt x="908212" y="1068929"/>
                </a:lnTo>
                <a:lnTo>
                  <a:pt x="901233" y="1091785"/>
                </a:lnTo>
                <a:lnTo>
                  <a:pt x="894254" y="1115594"/>
                </a:lnTo>
                <a:lnTo>
                  <a:pt x="886958" y="1139719"/>
                </a:lnTo>
                <a:lnTo>
                  <a:pt x="880296" y="1165115"/>
                </a:lnTo>
                <a:lnTo>
                  <a:pt x="873634" y="1190510"/>
                </a:lnTo>
                <a:lnTo>
                  <a:pt x="867290" y="1217493"/>
                </a:lnTo>
                <a:lnTo>
                  <a:pt x="861580" y="1244476"/>
                </a:lnTo>
                <a:lnTo>
                  <a:pt x="855553" y="1272728"/>
                </a:lnTo>
                <a:lnTo>
                  <a:pt x="850477" y="1301298"/>
                </a:lnTo>
                <a:lnTo>
                  <a:pt x="845402" y="1330821"/>
                </a:lnTo>
                <a:lnTo>
                  <a:pt x="840960" y="1360343"/>
                </a:lnTo>
                <a:lnTo>
                  <a:pt x="836836" y="1391135"/>
                </a:lnTo>
                <a:lnTo>
                  <a:pt x="874586" y="1434307"/>
                </a:lnTo>
                <a:lnTo>
                  <a:pt x="949768" y="1522239"/>
                </a:lnTo>
                <a:lnTo>
                  <a:pt x="990373" y="1569856"/>
                </a:lnTo>
                <a:lnTo>
                  <a:pt x="1026219" y="1613028"/>
                </a:lnTo>
                <a:lnTo>
                  <a:pt x="1041129" y="1631122"/>
                </a:lnTo>
                <a:lnTo>
                  <a:pt x="1053500" y="1646042"/>
                </a:lnTo>
                <a:lnTo>
                  <a:pt x="1062065" y="1657470"/>
                </a:lnTo>
                <a:lnTo>
                  <a:pt x="1066824" y="1664137"/>
                </a:lnTo>
                <a:lnTo>
                  <a:pt x="1071582" y="1671755"/>
                </a:lnTo>
                <a:lnTo>
                  <a:pt x="1077292" y="1680326"/>
                </a:lnTo>
                <a:lnTo>
                  <a:pt x="1080147" y="1685088"/>
                </a:lnTo>
                <a:lnTo>
                  <a:pt x="1083002" y="1689850"/>
                </a:lnTo>
                <a:lnTo>
                  <a:pt x="1085540" y="1695564"/>
                </a:lnTo>
                <a:lnTo>
                  <a:pt x="1088395" y="1701913"/>
                </a:lnTo>
                <a:lnTo>
                  <a:pt x="1090616" y="1708579"/>
                </a:lnTo>
                <a:lnTo>
                  <a:pt x="1091884" y="1715880"/>
                </a:lnTo>
                <a:lnTo>
                  <a:pt x="1093471" y="1724134"/>
                </a:lnTo>
                <a:lnTo>
                  <a:pt x="1093788" y="1733022"/>
                </a:lnTo>
                <a:lnTo>
                  <a:pt x="1093788" y="1742545"/>
                </a:lnTo>
                <a:lnTo>
                  <a:pt x="1092836" y="1753021"/>
                </a:lnTo>
                <a:lnTo>
                  <a:pt x="1090933" y="1765084"/>
                </a:lnTo>
                <a:lnTo>
                  <a:pt x="1087761" y="1777147"/>
                </a:lnTo>
                <a:lnTo>
                  <a:pt x="1086809" y="1785083"/>
                </a:lnTo>
                <a:lnTo>
                  <a:pt x="1084271" y="1801272"/>
                </a:lnTo>
                <a:lnTo>
                  <a:pt x="1076340" y="1854920"/>
                </a:lnTo>
                <a:lnTo>
                  <a:pt x="1054452" y="2009516"/>
                </a:lnTo>
                <a:lnTo>
                  <a:pt x="1023681" y="2230139"/>
                </a:lnTo>
                <a:lnTo>
                  <a:pt x="1022730" y="2236488"/>
                </a:lnTo>
                <a:lnTo>
                  <a:pt x="1021461" y="2242520"/>
                </a:lnTo>
                <a:lnTo>
                  <a:pt x="1019875" y="2248551"/>
                </a:lnTo>
                <a:lnTo>
                  <a:pt x="1018289" y="2254582"/>
                </a:lnTo>
                <a:lnTo>
                  <a:pt x="1015751" y="2259979"/>
                </a:lnTo>
                <a:lnTo>
                  <a:pt x="1013530" y="2265693"/>
                </a:lnTo>
                <a:lnTo>
                  <a:pt x="1011310" y="2271407"/>
                </a:lnTo>
                <a:lnTo>
                  <a:pt x="1008455" y="2276486"/>
                </a:lnTo>
                <a:lnTo>
                  <a:pt x="1005917" y="2281248"/>
                </a:lnTo>
                <a:lnTo>
                  <a:pt x="1002427" y="2286009"/>
                </a:lnTo>
                <a:lnTo>
                  <a:pt x="999255" y="2291088"/>
                </a:lnTo>
                <a:lnTo>
                  <a:pt x="995766" y="2295533"/>
                </a:lnTo>
                <a:lnTo>
                  <a:pt x="992276" y="2299659"/>
                </a:lnTo>
                <a:lnTo>
                  <a:pt x="988470" y="2303469"/>
                </a:lnTo>
                <a:lnTo>
                  <a:pt x="984346" y="2307278"/>
                </a:lnTo>
                <a:lnTo>
                  <a:pt x="980222" y="2311087"/>
                </a:lnTo>
                <a:lnTo>
                  <a:pt x="975781" y="2314262"/>
                </a:lnTo>
                <a:lnTo>
                  <a:pt x="971339" y="2317436"/>
                </a:lnTo>
                <a:lnTo>
                  <a:pt x="966581" y="2320293"/>
                </a:lnTo>
                <a:lnTo>
                  <a:pt x="961823" y="2322833"/>
                </a:lnTo>
                <a:lnTo>
                  <a:pt x="956747" y="2325372"/>
                </a:lnTo>
                <a:lnTo>
                  <a:pt x="951989" y="2327277"/>
                </a:lnTo>
                <a:lnTo>
                  <a:pt x="946913" y="2329182"/>
                </a:lnTo>
                <a:lnTo>
                  <a:pt x="941203" y="2331086"/>
                </a:lnTo>
                <a:lnTo>
                  <a:pt x="936128" y="2332674"/>
                </a:lnTo>
                <a:lnTo>
                  <a:pt x="930418" y="2333309"/>
                </a:lnTo>
                <a:lnTo>
                  <a:pt x="925025" y="2334578"/>
                </a:lnTo>
                <a:lnTo>
                  <a:pt x="919315" y="2334896"/>
                </a:lnTo>
                <a:lnTo>
                  <a:pt x="913605" y="2335213"/>
                </a:lnTo>
                <a:lnTo>
                  <a:pt x="907577" y="2335213"/>
                </a:lnTo>
                <a:lnTo>
                  <a:pt x="901550" y="2334896"/>
                </a:lnTo>
                <a:lnTo>
                  <a:pt x="895523" y="2333943"/>
                </a:lnTo>
                <a:lnTo>
                  <a:pt x="889813" y="2333309"/>
                </a:lnTo>
                <a:lnTo>
                  <a:pt x="883786" y="2332356"/>
                </a:lnTo>
                <a:lnTo>
                  <a:pt x="878076" y="2330769"/>
                </a:lnTo>
                <a:lnTo>
                  <a:pt x="872683" y="2328864"/>
                </a:lnTo>
                <a:lnTo>
                  <a:pt x="867290" y="2326642"/>
                </a:lnTo>
                <a:lnTo>
                  <a:pt x="862214" y="2324420"/>
                </a:lnTo>
                <a:lnTo>
                  <a:pt x="857456" y="2321881"/>
                </a:lnTo>
                <a:lnTo>
                  <a:pt x="852698" y="2319341"/>
                </a:lnTo>
                <a:lnTo>
                  <a:pt x="848257" y="2316167"/>
                </a:lnTo>
                <a:lnTo>
                  <a:pt x="843815" y="2312992"/>
                </a:lnTo>
                <a:lnTo>
                  <a:pt x="839692" y="2309183"/>
                </a:lnTo>
                <a:lnTo>
                  <a:pt x="835568" y="2305373"/>
                </a:lnTo>
                <a:lnTo>
                  <a:pt x="831761" y="2301882"/>
                </a:lnTo>
                <a:lnTo>
                  <a:pt x="827954" y="2297755"/>
                </a:lnTo>
                <a:lnTo>
                  <a:pt x="824782" y="2293311"/>
                </a:lnTo>
                <a:lnTo>
                  <a:pt x="821293" y="2288866"/>
                </a:lnTo>
                <a:lnTo>
                  <a:pt x="818755" y="2283787"/>
                </a:lnTo>
                <a:lnTo>
                  <a:pt x="815900" y="2279026"/>
                </a:lnTo>
                <a:lnTo>
                  <a:pt x="813362" y="2274264"/>
                </a:lnTo>
                <a:lnTo>
                  <a:pt x="811141" y="2269185"/>
                </a:lnTo>
                <a:lnTo>
                  <a:pt x="809238" y="2263471"/>
                </a:lnTo>
                <a:lnTo>
                  <a:pt x="807335" y="2258392"/>
                </a:lnTo>
                <a:lnTo>
                  <a:pt x="805749" y="2252678"/>
                </a:lnTo>
                <a:lnTo>
                  <a:pt x="804162" y="2246646"/>
                </a:lnTo>
                <a:lnTo>
                  <a:pt x="803211" y="2241250"/>
                </a:lnTo>
                <a:lnTo>
                  <a:pt x="802576" y="2234901"/>
                </a:lnTo>
                <a:lnTo>
                  <a:pt x="801942" y="2228869"/>
                </a:lnTo>
                <a:lnTo>
                  <a:pt x="801625" y="2222838"/>
                </a:lnTo>
                <a:lnTo>
                  <a:pt x="801625" y="2216807"/>
                </a:lnTo>
                <a:lnTo>
                  <a:pt x="801942" y="2210458"/>
                </a:lnTo>
                <a:lnTo>
                  <a:pt x="802576" y="2204109"/>
                </a:lnTo>
                <a:lnTo>
                  <a:pt x="803211" y="2197443"/>
                </a:lnTo>
                <a:lnTo>
                  <a:pt x="833981" y="1990152"/>
                </a:lnTo>
                <a:lnTo>
                  <a:pt x="855235" y="1846032"/>
                </a:lnTo>
                <a:lnTo>
                  <a:pt x="861897" y="1797146"/>
                </a:lnTo>
                <a:lnTo>
                  <a:pt x="863801" y="1783178"/>
                </a:lnTo>
                <a:lnTo>
                  <a:pt x="864435" y="1777147"/>
                </a:lnTo>
                <a:lnTo>
                  <a:pt x="861897" y="1774290"/>
                </a:lnTo>
                <a:lnTo>
                  <a:pt x="855553" y="1767623"/>
                </a:lnTo>
                <a:lnTo>
                  <a:pt x="833030" y="1744133"/>
                </a:lnTo>
                <a:lnTo>
                  <a:pt x="763558" y="1673343"/>
                </a:lnTo>
                <a:lnTo>
                  <a:pt x="687424" y="1595886"/>
                </a:lnTo>
                <a:lnTo>
                  <a:pt x="657288" y="1564777"/>
                </a:lnTo>
                <a:lnTo>
                  <a:pt x="637620" y="1543825"/>
                </a:lnTo>
                <a:lnTo>
                  <a:pt x="624931" y="1537159"/>
                </a:lnTo>
                <a:lnTo>
                  <a:pt x="612876" y="1530175"/>
                </a:lnTo>
                <a:lnTo>
                  <a:pt x="600822" y="1523192"/>
                </a:lnTo>
                <a:lnTo>
                  <a:pt x="589719" y="1516208"/>
                </a:lnTo>
                <a:lnTo>
                  <a:pt x="578933" y="1508907"/>
                </a:lnTo>
                <a:lnTo>
                  <a:pt x="569100" y="1501605"/>
                </a:lnTo>
                <a:lnTo>
                  <a:pt x="559266" y="1494622"/>
                </a:lnTo>
                <a:lnTo>
                  <a:pt x="550383" y="1487003"/>
                </a:lnTo>
                <a:lnTo>
                  <a:pt x="541818" y="1480019"/>
                </a:lnTo>
                <a:lnTo>
                  <a:pt x="533570" y="1472718"/>
                </a:lnTo>
                <a:lnTo>
                  <a:pt x="525957" y="1465099"/>
                </a:lnTo>
                <a:lnTo>
                  <a:pt x="518978" y="1458116"/>
                </a:lnTo>
                <a:lnTo>
                  <a:pt x="511682" y="1451132"/>
                </a:lnTo>
                <a:lnTo>
                  <a:pt x="505655" y="1444148"/>
                </a:lnTo>
                <a:lnTo>
                  <a:pt x="499945" y="1436847"/>
                </a:lnTo>
                <a:lnTo>
                  <a:pt x="494235" y="1430181"/>
                </a:lnTo>
                <a:lnTo>
                  <a:pt x="489159" y="1423514"/>
                </a:lnTo>
                <a:lnTo>
                  <a:pt x="484718" y="1416848"/>
                </a:lnTo>
                <a:lnTo>
                  <a:pt x="480277" y="1410499"/>
                </a:lnTo>
                <a:lnTo>
                  <a:pt x="476470" y="1404150"/>
                </a:lnTo>
                <a:lnTo>
                  <a:pt x="473298" y="1397801"/>
                </a:lnTo>
                <a:lnTo>
                  <a:pt x="469808" y="1392405"/>
                </a:lnTo>
                <a:lnTo>
                  <a:pt x="464733" y="1381294"/>
                </a:lnTo>
                <a:lnTo>
                  <a:pt x="460926" y="1371453"/>
                </a:lnTo>
                <a:lnTo>
                  <a:pt x="458706" y="1362565"/>
                </a:lnTo>
                <a:lnTo>
                  <a:pt x="457754" y="1359073"/>
                </a:lnTo>
                <a:lnTo>
                  <a:pt x="457119" y="1355264"/>
                </a:lnTo>
                <a:lnTo>
                  <a:pt x="457119" y="1352089"/>
                </a:lnTo>
                <a:lnTo>
                  <a:pt x="457119" y="1349550"/>
                </a:lnTo>
                <a:lnTo>
                  <a:pt x="456802" y="1347010"/>
                </a:lnTo>
                <a:lnTo>
                  <a:pt x="456168" y="1344788"/>
                </a:lnTo>
                <a:lnTo>
                  <a:pt x="454264" y="1342566"/>
                </a:lnTo>
                <a:lnTo>
                  <a:pt x="452361" y="1340344"/>
                </a:lnTo>
                <a:lnTo>
                  <a:pt x="449823" y="1338439"/>
                </a:lnTo>
                <a:lnTo>
                  <a:pt x="446968" y="1336217"/>
                </a:lnTo>
                <a:lnTo>
                  <a:pt x="440624" y="1332408"/>
                </a:lnTo>
                <a:lnTo>
                  <a:pt x="434279" y="1328598"/>
                </a:lnTo>
                <a:lnTo>
                  <a:pt x="431107" y="1326376"/>
                </a:lnTo>
                <a:lnTo>
                  <a:pt x="428887" y="1324472"/>
                </a:lnTo>
                <a:lnTo>
                  <a:pt x="426666" y="1322250"/>
                </a:lnTo>
                <a:lnTo>
                  <a:pt x="425397" y="1319393"/>
                </a:lnTo>
                <a:lnTo>
                  <a:pt x="424128" y="1317170"/>
                </a:lnTo>
                <a:lnTo>
                  <a:pt x="424128" y="1314631"/>
                </a:lnTo>
                <a:lnTo>
                  <a:pt x="425714" y="1302568"/>
                </a:lnTo>
                <a:lnTo>
                  <a:pt x="427618" y="1289553"/>
                </a:lnTo>
                <a:lnTo>
                  <a:pt x="429521" y="1275268"/>
                </a:lnTo>
                <a:lnTo>
                  <a:pt x="432059" y="1260983"/>
                </a:lnTo>
                <a:lnTo>
                  <a:pt x="438086" y="1229873"/>
                </a:lnTo>
                <a:lnTo>
                  <a:pt x="445382" y="1196542"/>
                </a:lnTo>
                <a:lnTo>
                  <a:pt x="453313" y="1161623"/>
                </a:lnTo>
                <a:lnTo>
                  <a:pt x="462195" y="1125117"/>
                </a:lnTo>
                <a:lnTo>
                  <a:pt x="471712" y="1087658"/>
                </a:lnTo>
                <a:lnTo>
                  <a:pt x="481229" y="1049883"/>
                </a:lnTo>
                <a:lnTo>
                  <a:pt x="501531" y="974014"/>
                </a:lnTo>
                <a:lnTo>
                  <a:pt x="521199" y="901001"/>
                </a:lnTo>
                <a:lnTo>
                  <a:pt x="538963" y="833386"/>
                </a:lnTo>
                <a:lnTo>
                  <a:pt x="546577" y="803228"/>
                </a:lnTo>
                <a:lnTo>
                  <a:pt x="553238" y="775293"/>
                </a:lnTo>
                <a:lnTo>
                  <a:pt x="622710" y="754659"/>
                </a:lnTo>
                <a:lnTo>
                  <a:pt x="591305" y="753072"/>
                </a:lnTo>
                <a:lnTo>
                  <a:pt x="520881" y="750215"/>
                </a:lnTo>
                <a:lnTo>
                  <a:pt x="482497" y="748628"/>
                </a:lnTo>
                <a:lnTo>
                  <a:pt x="448554" y="747358"/>
                </a:lnTo>
                <a:lnTo>
                  <a:pt x="423494" y="747041"/>
                </a:lnTo>
                <a:lnTo>
                  <a:pt x="415563" y="747358"/>
                </a:lnTo>
                <a:lnTo>
                  <a:pt x="411439" y="747993"/>
                </a:lnTo>
                <a:lnTo>
                  <a:pt x="409853" y="748628"/>
                </a:lnTo>
                <a:lnTo>
                  <a:pt x="406364" y="750850"/>
                </a:lnTo>
                <a:lnTo>
                  <a:pt x="396847" y="757516"/>
                </a:lnTo>
                <a:lnTo>
                  <a:pt x="382889" y="767992"/>
                </a:lnTo>
                <a:lnTo>
                  <a:pt x="366393" y="781007"/>
                </a:lnTo>
                <a:lnTo>
                  <a:pt x="325472" y="812752"/>
                </a:lnTo>
                <a:lnTo>
                  <a:pt x="279791" y="849258"/>
                </a:lnTo>
                <a:lnTo>
                  <a:pt x="195093" y="917826"/>
                </a:lnTo>
                <a:lnTo>
                  <a:pt x="154805" y="951158"/>
                </a:lnTo>
                <a:lnTo>
                  <a:pt x="154488" y="951475"/>
                </a:lnTo>
                <a:lnTo>
                  <a:pt x="150681" y="954332"/>
                </a:lnTo>
                <a:lnTo>
                  <a:pt x="146875" y="957506"/>
                </a:lnTo>
                <a:lnTo>
                  <a:pt x="143068" y="960046"/>
                </a:lnTo>
                <a:lnTo>
                  <a:pt x="139261" y="962586"/>
                </a:lnTo>
                <a:lnTo>
                  <a:pt x="135454" y="964808"/>
                </a:lnTo>
                <a:lnTo>
                  <a:pt x="131013" y="966712"/>
                </a:lnTo>
                <a:lnTo>
                  <a:pt x="126889" y="968617"/>
                </a:lnTo>
                <a:lnTo>
                  <a:pt x="122766" y="969887"/>
                </a:lnTo>
                <a:lnTo>
                  <a:pt x="113883" y="972426"/>
                </a:lnTo>
                <a:lnTo>
                  <a:pt x="105318" y="974014"/>
                </a:lnTo>
                <a:lnTo>
                  <a:pt x="96436" y="975283"/>
                </a:lnTo>
                <a:lnTo>
                  <a:pt x="87554" y="974966"/>
                </a:lnTo>
                <a:lnTo>
                  <a:pt x="78671" y="974014"/>
                </a:lnTo>
                <a:lnTo>
                  <a:pt x="70106" y="972109"/>
                </a:lnTo>
                <a:lnTo>
                  <a:pt x="61541" y="969569"/>
                </a:lnTo>
                <a:lnTo>
                  <a:pt x="52976" y="966395"/>
                </a:lnTo>
                <a:lnTo>
                  <a:pt x="48852" y="964490"/>
                </a:lnTo>
                <a:lnTo>
                  <a:pt x="45363" y="962268"/>
                </a:lnTo>
                <a:lnTo>
                  <a:pt x="41239" y="959729"/>
                </a:lnTo>
                <a:lnTo>
                  <a:pt x="37432" y="956872"/>
                </a:lnTo>
                <a:lnTo>
                  <a:pt x="33626" y="954015"/>
                </a:lnTo>
                <a:lnTo>
                  <a:pt x="30453" y="951158"/>
                </a:lnTo>
                <a:lnTo>
                  <a:pt x="26647" y="947666"/>
                </a:lnTo>
                <a:lnTo>
                  <a:pt x="23792" y="944491"/>
                </a:lnTo>
                <a:lnTo>
                  <a:pt x="20302" y="940682"/>
                </a:lnTo>
                <a:lnTo>
                  <a:pt x="17764" y="936873"/>
                </a:lnTo>
                <a:lnTo>
                  <a:pt x="14909" y="933063"/>
                </a:lnTo>
                <a:lnTo>
                  <a:pt x="12689" y="929254"/>
                </a:lnTo>
                <a:lnTo>
                  <a:pt x="10468" y="925127"/>
                </a:lnTo>
                <a:lnTo>
                  <a:pt x="8248" y="921000"/>
                </a:lnTo>
                <a:lnTo>
                  <a:pt x="6662" y="916874"/>
                </a:lnTo>
                <a:lnTo>
                  <a:pt x="4758" y="912429"/>
                </a:lnTo>
                <a:lnTo>
                  <a:pt x="2538" y="903858"/>
                </a:lnTo>
                <a:lnTo>
                  <a:pt x="634" y="894970"/>
                </a:lnTo>
                <a:lnTo>
                  <a:pt x="0" y="886399"/>
                </a:lnTo>
                <a:lnTo>
                  <a:pt x="0" y="877511"/>
                </a:lnTo>
                <a:lnTo>
                  <a:pt x="952" y="868622"/>
                </a:lnTo>
                <a:lnTo>
                  <a:pt x="2538" y="859734"/>
                </a:lnTo>
                <a:lnTo>
                  <a:pt x="5075" y="851163"/>
                </a:lnTo>
                <a:lnTo>
                  <a:pt x="8882" y="842909"/>
                </a:lnTo>
                <a:lnTo>
                  <a:pt x="10785" y="838782"/>
                </a:lnTo>
                <a:lnTo>
                  <a:pt x="13006" y="834656"/>
                </a:lnTo>
                <a:lnTo>
                  <a:pt x="15544" y="831164"/>
                </a:lnTo>
                <a:lnTo>
                  <a:pt x="18082" y="827354"/>
                </a:lnTo>
                <a:lnTo>
                  <a:pt x="20937" y="823545"/>
                </a:lnTo>
                <a:lnTo>
                  <a:pt x="24109" y="820053"/>
                </a:lnTo>
                <a:lnTo>
                  <a:pt x="27281" y="816561"/>
                </a:lnTo>
                <a:lnTo>
                  <a:pt x="30771" y="813069"/>
                </a:lnTo>
                <a:lnTo>
                  <a:pt x="80575" y="775611"/>
                </a:lnTo>
                <a:lnTo>
                  <a:pt x="189700" y="694028"/>
                </a:lnTo>
                <a:lnTo>
                  <a:pt x="248386" y="650220"/>
                </a:lnTo>
                <a:lnTo>
                  <a:pt x="300094" y="612127"/>
                </a:lnTo>
                <a:lnTo>
                  <a:pt x="321348" y="596572"/>
                </a:lnTo>
                <a:lnTo>
                  <a:pt x="337843" y="585144"/>
                </a:lnTo>
                <a:lnTo>
                  <a:pt x="349263" y="577208"/>
                </a:lnTo>
                <a:lnTo>
                  <a:pt x="352436" y="574986"/>
                </a:lnTo>
                <a:lnTo>
                  <a:pt x="354022" y="574351"/>
                </a:lnTo>
                <a:lnTo>
                  <a:pt x="460926" y="562606"/>
                </a:lnTo>
                <a:lnTo>
                  <a:pt x="554190" y="552448"/>
                </a:lnTo>
                <a:lnTo>
                  <a:pt x="595112" y="548003"/>
                </a:lnTo>
                <a:lnTo>
                  <a:pt x="631275" y="544512"/>
                </a:lnTo>
                <a:lnTo>
                  <a:pt x="663315" y="541655"/>
                </a:lnTo>
                <a:lnTo>
                  <a:pt x="690596" y="539750"/>
                </a:lnTo>
                <a:close/>
                <a:moveTo>
                  <a:pt x="912333" y="0"/>
                </a:moveTo>
                <a:lnTo>
                  <a:pt x="923772" y="0"/>
                </a:lnTo>
                <a:lnTo>
                  <a:pt x="935529" y="0"/>
                </a:lnTo>
                <a:lnTo>
                  <a:pt x="943791" y="636"/>
                </a:lnTo>
                <a:lnTo>
                  <a:pt x="952052" y="1908"/>
                </a:lnTo>
                <a:lnTo>
                  <a:pt x="960632" y="3817"/>
                </a:lnTo>
                <a:lnTo>
                  <a:pt x="969211" y="5407"/>
                </a:lnTo>
                <a:lnTo>
                  <a:pt x="977473" y="8270"/>
                </a:lnTo>
                <a:lnTo>
                  <a:pt x="986052" y="11451"/>
                </a:lnTo>
                <a:lnTo>
                  <a:pt x="993996" y="14949"/>
                </a:lnTo>
                <a:lnTo>
                  <a:pt x="1001940" y="19084"/>
                </a:lnTo>
                <a:lnTo>
                  <a:pt x="1010202" y="22901"/>
                </a:lnTo>
                <a:lnTo>
                  <a:pt x="1017828" y="27990"/>
                </a:lnTo>
                <a:lnTo>
                  <a:pt x="1025454" y="33080"/>
                </a:lnTo>
                <a:lnTo>
                  <a:pt x="1032762" y="39123"/>
                </a:lnTo>
                <a:lnTo>
                  <a:pt x="1039753" y="44848"/>
                </a:lnTo>
                <a:lnTo>
                  <a:pt x="1047061" y="51210"/>
                </a:lnTo>
                <a:lnTo>
                  <a:pt x="1053734" y="57889"/>
                </a:lnTo>
                <a:lnTo>
                  <a:pt x="1060407" y="65523"/>
                </a:lnTo>
                <a:lnTo>
                  <a:pt x="1066127" y="72839"/>
                </a:lnTo>
                <a:lnTo>
                  <a:pt x="1072164" y="80791"/>
                </a:lnTo>
                <a:lnTo>
                  <a:pt x="1077884" y="89061"/>
                </a:lnTo>
                <a:lnTo>
                  <a:pt x="1082968" y="97331"/>
                </a:lnTo>
                <a:lnTo>
                  <a:pt x="1087734" y="106555"/>
                </a:lnTo>
                <a:lnTo>
                  <a:pt x="1092183" y="115779"/>
                </a:lnTo>
                <a:lnTo>
                  <a:pt x="1096313" y="125003"/>
                </a:lnTo>
                <a:lnTo>
                  <a:pt x="1100127" y="134546"/>
                </a:lnTo>
                <a:lnTo>
                  <a:pt x="1103304" y="145042"/>
                </a:lnTo>
                <a:lnTo>
                  <a:pt x="1106164" y="155220"/>
                </a:lnTo>
                <a:lnTo>
                  <a:pt x="1108706" y="166035"/>
                </a:lnTo>
                <a:lnTo>
                  <a:pt x="1110612" y="176849"/>
                </a:lnTo>
                <a:lnTo>
                  <a:pt x="1111566" y="187982"/>
                </a:lnTo>
                <a:lnTo>
                  <a:pt x="1112519" y="199433"/>
                </a:lnTo>
                <a:lnTo>
                  <a:pt x="1112837" y="210883"/>
                </a:lnTo>
                <a:lnTo>
                  <a:pt x="1112519" y="222970"/>
                </a:lnTo>
                <a:lnTo>
                  <a:pt x="1110930" y="247144"/>
                </a:lnTo>
                <a:lnTo>
                  <a:pt x="1109024" y="271636"/>
                </a:lnTo>
                <a:lnTo>
                  <a:pt x="1106164" y="296764"/>
                </a:lnTo>
                <a:lnTo>
                  <a:pt x="1104575" y="308851"/>
                </a:lnTo>
                <a:lnTo>
                  <a:pt x="1102351" y="321574"/>
                </a:lnTo>
                <a:lnTo>
                  <a:pt x="1100444" y="333978"/>
                </a:lnTo>
                <a:lnTo>
                  <a:pt x="1097902" y="345747"/>
                </a:lnTo>
                <a:lnTo>
                  <a:pt x="1095360" y="358152"/>
                </a:lnTo>
                <a:lnTo>
                  <a:pt x="1092183" y="369921"/>
                </a:lnTo>
                <a:lnTo>
                  <a:pt x="1089323" y="381372"/>
                </a:lnTo>
                <a:lnTo>
                  <a:pt x="1085510" y="393140"/>
                </a:lnTo>
                <a:lnTo>
                  <a:pt x="1082014" y="404273"/>
                </a:lnTo>
                <a:lnTo>
                  <a:pt x="1077884" y="415406"/>
                </a:lnTo>
                <a:lnTo>
                  <a:pt x="1073753" y="425902"/>
                </a:lnTo>
                <a:lnTo>
                  <a:pt x="1068986" y="436080"/>
                </a:lnTo>
                <a:lnTo>
                  <a:pt x="1063585" y="445941"/>
                </a:lnTo>
                <a:lnTo>
                  <a:pt x="1058501" y="455483"/>
                </a:lnTo>
                <a:lnTo>
                  <a:pt x="1052463" y="464389"/>
                </a:lnTo>
                <a:lnTo>
                  <a:pt x="1046108" y="472977"/>
                </a:lnTo>
                <a:lnTo>
                  <a:pt x="1039753" y="481247"/>
                </a:lnTo>
                <a:lnTo>
                  <a:pt x="1032762" y="488563"/>
                </a:lnTo>
                <a:lnTo>
                  <a:pt x="1025454" y="495242"/>
                </a:lnTo>
                <a:lnTo>
                  <a:pt x="1017510" y="501922"/>
                </a:lnTo>
                <a:lnTo>
                  <a:pt x="1009248" y="507647"/>
                </a:lnTo>
                <a:lnTo>
                  <a:pt x="1000351" y="512736"/>
                </a:lnTo>
                <a:lnTo>
                  <a:pt x="991454" y="516871"/>
                </a:lnTo>
                <a:lnTo>
                  <a:pt x="981921" y="520688"/>
                </a:lnTo>
                <a:lnTo>
                  <a:pt x="971435" y="523551"/>
                </a:lnTo>
                <a:lnTo>
                  <a:pt x="960949" y="525778"/>
                </a:lnTo>
                <a:lnTo>
                  <a:pt x="953005" y="526732"/>
                </a:lnTo>
                <a:lnTo>
                  <a:pt x="944426" y="527050"/>
                </a:lnTo>
                <a:lnTo>
                  <a:pt x="935847" y="526414"/>
                </a:lnTo>
                <a:lnTo>
                  <a:pt x="926314" y="525141"/>
                </a:lnTo>
                <a:lnTo>
                  <a:pt x="917099" y="523233"/>
                </a:lnTo>
                <a:lnTo>
                  <a:pt x="907884" y="520688"/>
                </a:lnTo>
                <a:lnTo>
                  <a:pt x="898669" y="517190"/>
                </a:lnTo>
                <a:lnTo>
                  <a:pt x="888819" y="513373"/>
                </a:lnTo>
                <a:lnTo>
                  <a:pt x="879286" y="508283"/>
                </a:lnTo>
                <a:lnTo>
                  <a:pt x="869118" y="503194"/>
                </a:lnTo>
                <a:lnTo>
                  <a:pt x="859585" y="496833"/>
                </a:lnTo>
                <a:lnTo>
                  <a:pt x="849735" y="490153"/>
                </a:lnTo>
                <a:lnTo>
                  <a:pt x="840202" y="482837"/>
                </a:lnTo>
                <a:lnTo>
                  <a:pt x="830987" y="474886"/>
                </a:lnTo>
                <a:lnTo>
                  <a:pt x="821454" y="465979"/>
                </a:lnTo>
                <a:lnTo>
                  <a:pt x="812239" y="456755"/>
                </a:lnTo>
                <a:lnTo>
                  <a:pt x="803342" y="446577"/>
                </a:lnTo>
                <a:lnTo>
                  <a:pt x="794445" y="435762"/>
                </a:lnTo>
                <a:lnTo>
                  <a:pt x="786183" y="424630"/>
                </a:lnTo>
                <a:lnTo>
                  <a:pt x="778240" y="412225"/>
                </a:lnTo>
                <a:lnTo>
                  <a:pt x="770296" y="400138"/>
                </a:lnTo>
                <a:lnTo>
                  <a:pt x="762987" y="386779"/>
                </a:lnTo>
                <a:lnTo>
                  <a:pt x="756314" y="372784"/>
                </a:lnTo>
                <a:lnTo>
                  <a:pt x="749324" y="358470"/>
                </a:lnTo>
                <a:lnTo>
                  <a:pt x="743604" y="343203"/>
                </a:lnTo>
                <a:lnTo>
                  <a:pt x="738202" y="327617"/>
                </a:lnTo>
                <a:lnTo>
                  <a:pt x="733436" y="311077"/>
                </a:lnTo>
                <a:lnTo>
                  <a:pt x="728987" y="294219"/>
                </a:lnTo>
                <a:lnTo>
                  <a:pt x="725810" y="276725"/>
                </a:lnTo>
                <a:lnTo>
                  <a:pt x="722632" y="258595"/>
                </a:lnTo>
                <a:lnTo>
                  <a:pt x="720408" y="240146"/>
                </a:lnTo>
                <a:lnTo>
                  <a:pt x="719137" y="221062"/>
                </a:lnTo>
                <a:lnTo>
                  <a:pt x="719772" y="209293"/>
                </a:lnTo>
                <a:lnTo>
                  <a:pt x="721361" y="197206"/>
                </a:lnTo>
                <a:lnTo>
                  <a:pt x="722632" y="185756"/>
                </a:lnTo>
                <a:lnTo>
                  <a:pt x="724856" y="174623"/>
                </a:lnTo>
                <a:lnTo>
                  <a:pt x="727399" y="163490"/>
                </a:lnTo>
                <a:lnTo>
                  <a:pt x="730576" y="152676"/>
                </a:lnTo>
                <a:lnTo>
                  <a:pt x="734389" y="142179"/>
                </a:lnTo>
                <a:lnTo>
                  <a:pt x="737884" y="131683"/>
                </a:lnTo>
                <a:lnTo>
                  <a:pt x="742333" y="121823"/>
                </a:lnTo>
                <a:lnTo>
                  <a:pt x="746782" y="111962"/>
                </a:lnTo>
                <a:lnTo>
                  <a:pt x="752184" y="102420"/>
                </a:lnTo>
                <a:lnTo>
                  <a:pt x="757268" y="93514"/>
                </a:lnTo>
                <a:lnTo>
                  <a:pt x="763305" y="84290"/>
                </a:lnTo>
                <a:lnTo>
                  <a:pt x="769660" y="76338"/>
                </a:lnTo>
                <a:lnTo>
                  <a:pt x="776015" y="68068"/>
                </a:lnTo>
                <a:lnTo>
                  <a:pt x="783006" y="60116"/>
                </a:lnTo>
                <a:lnTo>
                  <a:pt x="790314" y="53118"/>
                </a:lnTo>
                <a:lnTo>
                  <a:pt x="797940" y="46121"/>
                </a:lnTo>
                <a:lnTo>
                  <a:pt x="805567" y="39759"/>
                </a:lnTo>
                <a:lnTo>
                  <a:pt x="813828" y="33398"/>
                </a:lnTo>
                <a:lnTo>
                  <a:pt x="822725" y="27990"/>
                </a:lnTo>
                <a:lnTo>
                  <a:pt x="831305" y="22901"/>
                </a:lnTo>
                <a:lnTo>
                  <a:pt x="840520" y="18130"/>
                </a:lnTo>
                <a:lnTo>
                  <a:pt x="849735" y="13995"/>
                </a:lnTo>
                <a:lnTo>
                  <a:pt x="859903" y="10496"/>
                </a:lnTo>
                <a:lnTo>
                  <a:pt x="870071" y="7316"/>
                </a:lnTo>
                <a:lnTo>
                  <a:pt x="879922" y="4771"/>
                </a:lnTo>
                <a:lnTo>
                  <a:pt x="890725" y="2544"/>
                </a:lnTo>
                <a:lnTo>
                  <a:pt x="901529" y="954"/>
                </a:lnTo>
                <a:lnTo>
                  <a:pt x="912333" y="0"/>
                </a:lnTo>
                <a:close/>
              </a:path>
            </a:pathLst>
          </a:custGeom>
          <a:solidFill>
            <a:schemeClr val="bg1"/>
          </a:solidFill>
          <a:ln>
            <a:noFill/>
          </a:ln>
        </p:spPr>
        <p:txBody>
          <a:bodyPr anchor="ctr">
            <a:scene3d>
              <a:camera prst="orthographicFront"/>
              <a:lightRig rig="threePt" dir="t"/>
            </a:scene3d>
            <a:sp3d contourW="12700">
              <a:contourClr>
                <a:srgbClr val="FFFFFF"/>
              </a:contourClr>
            </a:sp3d>
          </a:bodyPr>
          <a:lstStyle/>
          <a:p>
            <a:pPr algn="ctr">
              <a:defRPr/>
            </a:pPr>
            <a:endParaRPr lang="zh-CN" altLang="en-US" sz="2260">
              <a:solidFill>
                <a:srgbClr val="FFFFFF"/>
              </a:solidFill>
              <a:ea typeface="宋体" panose="02010600030101010101" pitchFamily="2" charset="-122"/>
            </a:endParaRPr>
          </a:p>
        </p:txBody>
      </p:sp>
      <p:sp>
        <p:nvSpPr>
          <p:cNvPr id="16" name="KSO_Shape"/>
          <p:cNvSpPr/>
          <p:nvPr/>
        </p:nvSpPr>
        <p:spPr bwMode="auto">
          <a:xfrm>
            <a:off x="9503111" y="4479533"/>
            <a:ext cx="325132" cy="316459"/>
          </a:xfrm>
          <a:custGeom>
            <a:avLst/>
            <a:gdLst>
              <a:gd name="T0" fmla="*/ 666817 w 2390775"/>
              <a:gd name="T1" fmla="*/ 1651200 h 2327275"/>
              <a:gd name="T2" fmla="*/ 566198 w 2390775"/>
              <a:gd name="T3" fmla="*/ 1648988 h 2327275"/>
              <a:gd name="T4" fmla="*/ 521900 w 2390775"/>
              <a:gd name="T5" fmla="*/ 1642352 h 2327275"/>
              <a:gd name="T6" fmla="*/ 451657 w 2390775"/>
              <a:gd name="T7" fmla="*/ 1625606 h 2327275"/>
              <a:gd name="T8" fmla="*/ 414954 w 2390775"/>
              <a:gd name="T9" fmla="*/ 1611703 h 2327275"/>
              <a:gd name="T10" fmla="*/ 386794 w 2390775"/>
              <a:gd name="T11" fmla="*/ 1596536 h 2327275"/>
              <a:gd name="T12" fmla="*/ 361480 w 2390775"/>
              <a:gd name="T13" fmla="*/ 1577261 h 2327275"/>
              <a:gd name="T14" fmla="*/ 340280 w 2390775"/>
              <a:gd name="T15" fmla="*/ 1553247 h 2327275"/>
              <a:gd name="T16" fmla="*/ 888937 w 2390775"/>
              <a:gd name="T17" fmla="*/ 1206621 h 2327275"/>
              <a:gd name="T18" fmla="*/ 1840488 w 2390775"/>
              <a:gd name="T19" fmla="*/ 1219287 h 2327275"/>
              <a:gd name="T20" fmla="*/ 1623069 w 2390775"/>
              <a:gd name="T21" fmla="*/ 1586618 h 2327275"/>
              <a:gd name="T22" fmla="*/ 1603447 w 2390775"/>
              <a:gd name="T23" fmla="*/ 1604668 h 2327275"/>
              <a:gd name="T24" fmla="*/ 1586041 w 2390775"/>
              <a:gd name="T25" fmla="*/ 1615435 h 2327275"/>
              <a:gd name="T26" fmla="*/ 1564203 w 2390775"/>
              <a:gd name="T27" fmla="*/ 1624302 h 2327275"/>
              <a:gd name="T28" fmla="*/ 1537619 w 2390775"/>
              <a:gd name="T29" fmla="*/ 1631584 h 2327275"/>
              <a:gd name="T30" fmla="*/ 1504706 w 2390775"/>
              <a:gd name="T31" fmla="*/ 1636335 h 2327275"/>
              <a:gd name="T32" fmla="*/ 1344252 w 2390775"/>
              <a:gd name="T33" fmla="*/ 1642035 h 2327275"/>
              <a:gd name="T34" fmla="*/ 1310389 w 2390775"/>
              <a:gd name="T35" fmla="*/ 991605 h 2327275"/>
              <a:gd name="T36" fmla="*/ 441594 w 2390775"/>
              <a:gd name="T37" fmla="*/ 1195662 h 2327275"/>
              <a:gd name="T38" fmla="*/ 81238 w 2390775"/>
              <a:gd name="T39" fmla="*/ 1104844 h 2327275"/>
              <a:gd name="T40" fmla="*/ 72704 w 2390775"/>
              <a:gd name="T41" fmla="*/ 1075414 h 2327275"/>
              <a:gd name="T42" fmla="*/ 71439 w 2390775"/>
              <a:gd name="T43" fmla="*/ 1055795 h 2327275"/>
              <a:gd name="T44" fmla="*/ 73335 w 2390775"/>
              <a:gd name="T45" fmla="*/ 1033327 h 2327275"/>
              <a:gd name="T46" fmla="*/ 79342 w 2390775"/>
              <a:gd name="T47" fmla="*/ 1007378 h 2327275"/>
              <a:gd name="T48" fmla="*/ 89773 w 2390775"/>
              <a:gd name="T49" fmla="*/ 977316 h 2327275"/>
              <a:gd name="T50" fmla="*/ 110320 w 2390775"/>
              <a:gd name="T51" fmla="*/ 933964 h 2327275"/>
              <a:gd name="T52" fmla="*/ 509555 w 2390775"/>
              <a:gd name="T53" fmla="*/ 642520 h 2327275"/>
              <a:gd name="T54" fmla="*/ 1847476 w 2390775"/>
              <a:gd name="T55" fmla="*/ 860382 h 2327275"/>
              <a:gd name="T56" fmla="*/ 1866124 w 2390775"/>
              <a:gd name="T57" fmla="*/ 899590 h 2327275"/>
              <a:gd name="T58" fmla="*/ 1881611 w 2390775"/>
              <a:gd name="T59" fmla="*/ 941329 h 2327275"/>
              <a:gd name="T60" fmla="*/ 1899627 w 2390775"/>
              <a:gd name="T61" fmla="*/ 1008363 h 2327275"/>
              <a:gd name="T62" fmla="*/ 1904368 w 2390775"/>
              <a:gd name="T63" fmla="*/ 1046940 h 2327275"/>
              <a:gd name="T64" fmla="*/ 1904052 w 2390775"/>
              <a:gd name="T65" fmla="*/ 1078876 h 2327275"/>
              <a:gd name="T66" fmla="*/ 1898679 w 2390775"/>
              <a:gd name="T67" fmla="*/ 1110496 h 2327275"/>
              <a:gd name="T68" fmla="*/ 1886036 w 2390775"/>
              <a:gd name="T69" fmla="*/ 1139903 h 2327275"/>
              <a:gd name="T70" fmla="*/ 1704931 w 2390775"/>
              <a:gd name="T71" fmla="*/ 607105 h 2327275"/>
              <a:gd name="T72" fmla="*/ 1269206 w 2390775"/>
              <a:gd name="T73" fmla="*/ 633 h 2327275"/>
              <a:gd name="T74" fmla="*/ 1298604 w 2390775"/>
              <a:gd name="T75" fmla="*/ 7913 h 2327275"/>
              <a:gd name="T76" fmla="*/ 1316622 w 2390775"/>
              <a:gd name="T77" fmla="*/ 16460 h 2327275"/>
              <a:gd name="T78" fmla="*/ 1334957 w 2390775"/>
              <a:gd name="T79" fmla="*/ 29437 h 2327275"/>
              <a:gd name="T80" fmla="*/ 1354556 w 2390775"/>
              <a:gd name="T81" fmla="*/ 47796 h 2327275"/>
              <a:gd name="T82" fmla="*/ 1374787 w 2390775"/>
              <a:gd name="T83" fmla="*/ 71853 h 2327275"/>
              <a:gd name="T84" fmla="*/ 1402289 w 2390775"/>
              <a:gd name="T85" fmla="*/ 111420 h 2327275"/>
              <a:gd name="T86" fmla="*/ 1454131 w 2390775"/>
              <a:gd name="T87" fmla="*/ 603311 h 2327275"/>
              <a:gd name="T88" fmla="*/ 851305 w 2390775"/>
              <a:gd name="T89" fmla="*/ 0 h 2327275"/>
              <a:gd name="T90" fmla="*/ 776986 w 2390775"/>
              <a:gd name="T91" fmla="*/ 648844 h 2327275"/>
              <a:gd name="T92" fmla="*/ 537523 w 2390775"/>
              <a:gd name="T93" fmla="*/ 174396 h 2327275"/>
              <a:gd name="T94" fmla="*/ 561912 w 2390775"/>
              <a:gd name="T95" fmla="*/ 138631 h 2327275"/>
              <a:gd name="T96" fmla="*/ 590420 w 2390775"/>
              <a:gd name="T97" fmla="*/ 103815 h 2327275"/>
              <a:gd name="T98" fmla="*/ 639199 w 2390775"/>
              <a:gd name="T99" fmla="*/ 54439 h 2327275"/>
              <a:gd name="T100" fmla="*/ 670241 w 2390775"/>
              <a:gd name="T101" fmla="*/ 30701 h 2327275"/>
              <a:gd name="T102" fmla="*/ 698115 w 2390775"/>
              <a:gd name="T103" fmla="*/ 15192 h 2327275"/>
              <a:gd name="T104" fmla="*/ 728206 w 2390775"/>
              <a:gd name="T105" fmla="*/ 4114 h 2327275"/>
              <a:gd name="T106" fmla="*/ 759565 w 2390775"/>
              <a:gd name="T107" fmla="*/ 0 h 2327275"/>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2390775" h="2327275">
                <a:moveTo>
                  <a:pt x="1115616" y="1514475"/>
                </a:moveTo>
                <a:lnTo>
                  <a:pt x="1116013" y="2073275"/>
                </a:lnTo>
                <a:lnTo>
                  <a:pt x="959557" y="2072879"/>
                </a:lnTo>
                <a:lnTo>
                  <a:pt x="836855" y="2072482"/>
                </a:lnTo>
                <a:lnTo>
                  <a:pt x="750685" y="2072085"/>
                </a:lnTo>
                <a:lnTo>
                  <a:pt x="737978" y="2071689"/>
                </a:lnTo>
                <a:lnTo>
                  <a:pt x="724080" y="2070896"/>
                </a:lnTo>
                <a:lnTo>
                  <a:pt x="710579" y="2069706"/>
                </a:lnTo>
                <a:lnTo>
                  <a:pt x="696680" y="2067723"/>
                </a:lnTo>
                <a:lnTo>
                  <a:pt x="682782" y="2065740"/>
                </a:lnTo>
                <a:lnTo>
                  <a:pt x="668487" y="2063757"/>
                </a:lnTo>
                <a:lnTo>
                  <a:pt x="654985" y="2061377"/>
                </a:lnTo>
                <a:lnTo>
                  <a:pt x="641087" y="2058998"/>
                </a:lnTo>
                <a:lnTo>
                  <a:pt x="614482" y="2053049"/>
                </a:lnTo>
                <a:lnTo>
                  <a:pt x="589465" y="2046703"/>
                </a:lnTo>
                <a:lnTo>
                  <a:pt x="566830" y="2040358"/>
                </a:lnTo>
                <a:lnTo>
                  <a:pt x="556903" y="2037185"/>
                </a:lnTo>
                <a:lnTo>
                  <a:pt x="547769" y="2034012"/>
                </a:lnTo>
                <a:lnTo>
                  <a:pt x="529503" y="2026874"/>
                </a:lnTo>
                <a:lnTo>
                  <a:pt x="520767" y="2022908"/>
                </a:lnTo>
                <a:lnTo>
                  <a:pt x="512031" y="2018149"/>
                </a:lnTo>
                <a:lnTo>
                  <a:pt x="502898" y="2013786"/>
                </a:lnTo>
                <a:lnTo>
                  <a:pt x="493765" y="2009027"/>
                </a:lnTo>
                <a:lnTo>
                  <a:pt x="485426" y="2003871"/>
                </a:lnTo>
                <a:lnTo>
                  <a:pt x="477087" y="1998319"/>
                </a:lnTo>
                <a:lnTo>
                  <a:pt x="468747" y="1992370"/>
                </a:lnTo>
                <a:lnTo>
                  <a:pt x="461203" y="1986421"/>
                </a:lnTo>
                <a:lnTo>
                  <a:pt x="453658" y="1979679"/>
                </a:lnTo>
                <a:lnTo>
                  <a:pt x="446113" y="1972541"/>
                </a:lnTo>
                <a:lnTo>
                  <a:pt x="439362" y="1965402"/>
                </a:lnTo>
                <a:lnTo>
                  <a:pt x="433009" y="1957470"/>
                </a:lnTo>
                <a:lnTo>
                  <a:pt x="427052" y="1949538"/>
                </a:lnTo>
                <a:lnTo>
                  <a:pt x="421890" y="1941210"/>
                </a:lnTo>
                <a:lnTo>
                  <a:pt x="400050" y="1903930"/>
                </a:lnTo>
                <a:lnTo>
                  <a:pt x="616864" y="1518045"/>
                </a:lnTo>
                <a:lnTo>
                  <a:pt x="1115616" y="1514475"/>
                </a:lnTo>
                <a:close/>
                <a:moveTo>
                  <a:pt x="1644538" y="1244600"/>
                </a:moveTo>
                <a:lnTo>
                  <a:pt x="1644538" y="1533950"/>
                </a:lnTo>
                <a:lnTo>
                  <a:pt x="1919386" y="1532757"/>
                </a:lnTo>
                <a:lnTo>
                  <a:pt x="2309813" y="1530372"/>
                </a:lnTo>
                <a:lnTo>
                  <a:pt x="2054824" y="1965986"/>
                </a:lnTo>
                <a:lnTo>
                  <a:pt x="2049263" y="1974333"/>
                </a:lnTo>
                <a:lnTo>
                  <a:pt x="2043703" y="1983077"/>
                </a:lnTo>
                <a:lnTo>
                  <a:pt x="2036951" y="1991423"/>
                </a:lnTo>
                <a:lnTo>
                  <a:pt x="2029802" y="1999373"/>
                </a:lnTo>
                <a:lnTo>
                  <a:pt x="2021858" y="2006924"/>
                </a:lnTo>
                <a:lnTo>
                  <a:pt x="2017092" y="2010501"/>
                </a:lnTo>
                <a:lnTo>
                  <a:pt x="2012326" y="2014078"/>
                </a:lnTo>
                <a:lnTo>
                  <a:pt x="2007162" y="2017656"/>
                </a:lnTo>
                <a:lnTo>
                  <a:pt x="2001999" y="2020835"/>
                </a:lnTo>
                <a:lnTo>
                  <a:pt x="1996439" y="2024412"/>
                </a:lnTo>
                <a:lnTo>
                  <a:pt x="1990481" y="2027592"/>
                </a:lnTo>
                <a:lnTo>
                  <a:pt x="1984126" y="2030772"/>
                </a:lnTo>
                <a:lnTo>
                  <a:pt x="1977771" y="2033554"/>
                </a:lnTo>
                <a:lnTo>
                  <a:pt x="1970622" y="2036336"/>
                </a:lnTo>
                <a:lnTo>
                  <a:pt x="1963075" y="2038721"/>
                </a:lnTo>
                <a:lnTo>
                  <a:pt x="1955132" y="2041503"/>
                </a:lnTo>
                <a:lnTo>
                  <a:pt x="1947188" y="2043490"/>
                </a:lnTo>
                <a:lnTo>
                  <a:pt x="1938450" y="2045875"/>
                </a:lnTo>
                <a:lnTo>
                  <a:pt x="1929712" y="2047862"/>
                </a:lnTo>
                <a:lnTo>
                  <a:pt x="1919783" y="2049452"/>
                </a:lnTo>
                <a:lnTo>
                  <a:pt x="1909853" y="2051042"/>
                </a:lnTo>
                <a:lnTo>
                  <a:pt x="1899527" y="2052632"/>
                </a:lnTo>
                <a:lnTo>
                  <a:pt x="1888406" y="2053824"/>
                </a:lnTo>
                <a:lnTo>
                  <a:pt x="1877285" y="2055017"/>
                </a:lnTo>
                <a:lnTo>
                  <a:pt x="1864972" y="2055812"/>
                </a:lnTo>
                <a:lnTo>
                  <a:pt x="1839155" y="2057004"/>
                </a:lnTo>
                <a:lnTo>
                  <a:pt x="1687036" y="2060979"/>
                </a:lnTo>
                <a:lnTo>
                  <a:pt x="1642552" y="2062171"/>
                </a:lnTo>
                <a:lnTo>
                  <a:pt x="1644140" y="2327275"/>
                </a:lnTo>
                <a:lnTo>
                  <a:pt x="1273175" y="1801439"/>
                </a:lnTo>
                <a:lnTo>
                  <a:pt x="1644538" y="1244600"/>
                </a:lnTo>
                <a:close/>
                <a:moveTo>
                  <a:pt x="639492" y="806450"/>
                </a:moveTo>
                <a:lnTo>
                  <a:pt x="939800" y="1403808"/>
                </a:lnTo>
                <a:lnTo>
                  <a:pt x="688684" y="1261221"/>
                </a:lnTo>
                <a:lnTo>
                  <a:pt x="554200" y="1500720"/>
                </a:lnTo>
                <a:lnTo>
                  <a:pt x="363781" y="1841500"/>
                </a:lnTo>
                <a:lnTo>
                  <a:pt x="111078" y="1404603"/>
                </a:lnTo>
                <a:lnTo>
                  <a:pt x="106318" y="1395865"/>
                </a:lnTo>
                <a:lnTo>
                  <a:pt x="101954" y="1386730"/>
                </a:lnTo>
                <a:lnTo>
                  <a:pt x="97987" y="1376403"/>
                </a:lnTo>
                <a:lnTo>
                  <a:pt x="94813" y="1366473"/>
                </a:lnTo>
                <a:lnTo>
                  <a:pt x="92036" y="1355750"/>
                </a:lnTo>
                <a:lnTo>
                  <a:pt x="91243" y="1349792"/>
                </a:lnTo>
                <a:lnTo>
                  <a:pt x="90449" y="1344231"/>
                </a:lnTo>
                <a:lnTo>
                  <a:pt x="90053" y="1337877"/>
                </a:lnTo>
                <a:lnTo>
                  <a:pt x="89656" y="1331919"/>
                </a:lnTo>
                <a:lnTo>
                  <a:pt x="89656" y="1325167"/>
                </a:lnTo>
                <a:lnTo>
                  <a:pt x="89656" y="1318415"/>
                </a:lnTo>
                <a:lnTo>
                  <a:pt x="90053" y="1311265"/>
                </a:lnTo>
                <a:lnTo>
                  <a:pt x="90846" y="1304116"/>
                </a:lnTo>
                <a:lnTo>
                  <a:pt x="92036" y="1296967"/>
                </a:lnTo>
                <a:lnTo>
                  <a:pt x="93226" y="1289421"/>
                </a:lnTo>
                <a:lnTo>
                  <a:pt x="95210" y="1281080"/>
                </a:lnTo>
                <a:lnTo>
                  <a:pt x="97193" y="1272739"/>
                </a:lnTo>
                <a:lnTo>
                  <a:pt x="99574" y="1264398"/>
                </a:lnTo>
                <a:lnTo>
                  <a:pt x="101954" y="1255263"/>
                </a:lnTo>
                <a:lnTo>
                  <a:pt x="105127" y="1246128"/>
                </a:lnTo>
                <a:lnTo>
                  <a:pt x="108698" y="1236596"/>
                </a:lnTo>
                <a:lnTo>
                  <a:pt x="112665" y="1226666"/>
                </a:lnTo>
                <a:lnTo>
                  <a:pt x="116632" y="1216737"/>
                </a:lnTo>
                <a:lnTo>
                  <a:pt x="121392" y="1206013"/>
                </a:lnTo>
                <a:lnTo>
                  <a:pt x="126550" y="1195289"/>
                </a:lnTo>
                <a:lnTo>
                  <a:pt x="138451" y="1172253"/>
                </a:lnTo>
                <a:lnTo>
                  <a:pt x="209462" y="1038006"/>
                </a:lnTo>
                <a:lnTo>
                  <a:pt x="230884" y="998685"/>
                </a:lnTo>
                <a:lnTo>
                  <a:pt x="0" y="869205"/>
                </a:lnTo>
                <a:lnTo>
                  <a:pt x="639492" y="806450"/>
                </a:lnTo>
                <a:close/>
                <a:moveTo>
                  <a:pt x="2139688" y="762000"/>
                </a:moveTo>
                <a:lnTo>
                  <a:pt x="2216641" y="898525"/>
                </a:lnTo>
                <a:lnTo>
                  <a:pt x="2276537" y="1004887"/>
                </a:lnTo>
                <a:lnTo>
                  <a:pt x="2318583" y="1079897"/>
                </a:lnTo>
                <a:lnTo>
                  <a:pt x="2324533" y="1091406"/>
                </a:lnTo>
                <a:lnTo>
                  <a:pt x="2330483" y="1103709"/>
                </a:lnTo>
                <a:lnTo>
                  <a:pt x="2336432" y="1116409"/>
                </a:lnTo>
                <a:lnTo>
                  <a:pt x="2341986" y="1129109"/>
                </a:lnTo>
                <a:lnTo>
                  <a:pt x="2347142" y="1141809"/>
                </a:lnTo>
                <a:lnTo>
                  <a:pt x="2352299" y="1155303"/>
                </a:lnTo>
                <a:lnTo>
                  <a:pt x="2357059" y="1168400"/>
                </a:lnTo>
                <a:lnTo>
                  <a:pt x="2361422" y="1181497"/>
                </a:lnTo>
                <a:lnTo>
                  <a:pt x="2369355" y="1207690"/>
                </a:lnTo>
                <a:lnTo>
                  <a:pt x="2376099" y="1232297"/>
                </a:lnTo>
                <a:lnTo>
                  <a:pt x="2382048" y="1255315"/>
                </a:lnTo>
                <a:lnTo>
                  <a:pt x="2384032" y="1265634"/>
                </a:lnTo>
                <a:lnTo>
                  <a:pt x="2385618" y="1275556"/>
                </a:lnTo>
                <a:lnTo>
                  <a:pt x="2388395" y="1294606"/>
                </a:lnTo>
                <a:lnTo>
                  <a:pt x="2389188" y="1304528"/>
                </a:lnTo>
                <a:lnTo>
                  <a:pt x="2389982" y="1314053"/>
                </a:lnTo>
                <a:lnTo>
                  <a:pt x="2390378" y="1323975"/>
                </a:lnTo>
                <a:lnTo>
                  <a:pt x="2390775" y="1334294"/>
                </a:lnTo>
                <a:lnTo>
                  <a:pt x="2390378" y="1344215"/>
                </a:lnTo>
                <a:lnTo>
                  <a:pt x="2389585" y="1354137"/>
                </a:lnTo>
                <a:lnTo>
                  <a:pt x="2388792" y="1364059"/>
                </a:lnTo>
                <a:lnTo>
                  <a:pt x="2387205" y="1373981"/>
                </a:lnTo>
                <a:lnTo>
                  <a:pt x="2385222" y="1384300"/>
                </a:lnTo>
                <a:lnTo>
                  <a:pt x="2382842" y="1393825"/>
                </a:lnTo>
                <a:lnTo>
                  <a:pt x="2379272" y="1403350"/>
                </a:lnTo>
                <a:lnTo>
                  <a:pt x="2375702" y="1412478"/>
                </a:lnTo>
                <a:lnTo>
                  <a:pt x="2371735" y="1421606"/>
                </a:lnTo>
                <a:lnTo>
                  <a:pt x="2366975" y="1430734"/>
                </a:lnTo>
                <a:lnTo>
                  <a:pt x="2345556" y="1467644"/>
                </a:lnTo>
                <a:lnTo>
                  <a:pt x="1902485" y="1470025"/>
                </a:lnTo>
                <a:lnTo>
                  <a:pt x="1654175" y="1038225"/>
                </a:lnTo>
                <a:lnTo>
                  <a:pt x="2139688" y="762000"/>
                </a:lnTo>
                <a:close/>
                <a:moveTo>
                  <a:pt x="1068388" y="0"/>
                </a:moveTo>
                <a:lnTo>
                  <a:pt x="1572620" y="0"/>
                </a:lnTo>
                <a:lnTo>
                  <a:pt x="1582538" y="0"/>
                </a:lnTo>
                <a:lnTo>
                  <a:pt x="1592853" y="794"/>
                </a:lnTo>
                <a:lnTo>
                  <a:pt x="1603565" y="2384"/>
                </a:lnTo>
                <a:lnTo>
                  <a:pt x="1613879" y="4767"/>
                </a:lnTo>
                <a:lnTo>
                  <a:pt x="1624591" y="7946"/>
                </a:lnTo>
                <a:lnTo>
                  <a:pt x="1629748" y="9932"/>
                </a:lnTo>
                <a:lnTo>
                  <a:pt x="1635302" y="11919"/>
                </a:lnTo>
                <a:lnTo>
                  <a:pt x="1640856" y="14700"/>
                </a:lnTo>
                <a:lnTo>
                  <a:pt x="1646807" y="17481"/>
                </a:lnTo>
                <a:lnTo>
                  <a:pt x="1652361" y="20659"/>
                </a:lnTo>
                <a:lnTo>
                  <a:pt x="1657915" y="24235"/>
                </a:lnTo>
                <a:lnTo>
                  <a:pt x="1663866" y="27810"/>
                </a:lnTo>
                <a:lnTo>
                  <a:pt x="1669420" y="32181"/>
                </a:lnTo>
                <a:lnTo>
                  <a:pt x="1675371" y="36948"/>
                </a:lnTo>
                <a:lnTo>
                  <a:pt x="1681322" y="41716"/>
                </a:lnTo>
                <a:lnTo>
                  <a:pt x="1687273" y="47675"/>
                </a:lnTo>
                <a:lnTo>
                  <a:pt x="1693620" y="53634"/>
                </a:lnTo>
                <a:lnTo>
                  <a:pt x="1699968" y="59991"/>
                </a:lnTo>
                <a:lnTo>
                  <a:pt x="1706315" y="66745"/>
                </a:lnTo>
                <a:lnTo>
                  <a:pt x="1712663" y="73896"/>
                </a:lnTo>
                <a:lnTo>
                  <a:pt x="1719010" y="81445"/>
                </a:lnTo>
                <a:lnTo>
                  <a:pt x="1725358" y="90185"/>
                </a:lnTo>
                <a:lnTo>
                  <a:pt x="1732102" y="98926"/>
                </a:lnTo>
                <a:lnTo>
                  <a:pt x="1739243" y="108063"/>
                </a:lnTo>
                <a:lnTo>
                  <a:pt x="1745987" y="117996"/>
                </a:lnTo>
                <a:lnTo>
                  <a:pt x="1759873" y="139847"/>
                </a:lnTo>
                <a:lnTo>
                  <a:pt x="1840010" y="268569"/>
                </a:lnTo>
                <a:lnTo>
                  <a:pt x="1863417" y="306709"/>
                </a:lnTo>
                <a:lnTo>
                  <a:pt x="2090738" y="171233"/>
                </a:lnTo>
                <a:lnTo>
                  <a:pt x="1824935" y="757238"/>
                </a:lnTo>
                <a:lnTo>
                  <a:pt x="1158047" y="718303"/>
                </a:lnTo>
                <a:lnTo>
                  <a:pt x="1407188" y="572100"/>
                </a:lnTo>
                <a:lnTo>
                  <a:pt x="1267145" y="335711"/>
                </a:lnTo>
                <a:lnTo>
                  <a:pt x="1068388" y="0"/>
                </a:lnTo>
                <a:close/>
                <a:moveTo>
                  <a:pt x="953254" y="0"/>
                </a:moveTo>
                <a:lnTo>
                  <a:pt x="996186" y="0"/>
                </a:lnTo>
                <a:lnTo>
                  <a:pt x="1222376" y="381372"/>
                </a:lnTo>
                <a:lnTo>
                  <a:pt x="975117" y="814388"/>
                </a:lnTo>
                <a:lnTo>
                  <a:pt x="490538" y="534318"/>
                </a:lnTo>
                <a:lnTo>
                  <a:pt x="569247" y="398851"/>
                </a:lnTo>
                <a:lnTo>
                  <a:pt x="630863" y="293180"/>
                </a:lnTo>
                <a:lnTo>
                  <a:pt x="674591" y="218891"/>
                </a:lnTo>
                <a:lnTo>
                  <a:pt x="681349" y="207768"/>
                </a:lnTo>
                <a:lnTo>
                  <a:pt x="689299" y="196645"/>
                </a:lnTo>
                <a:lnTo>
                  <a:pt x="697249" y="185521"/>
                </a:lnTo>
                <a:lnTo>
                  <a:pt x="705200" y="174001"/>
                </a:lnTo>
                <a:lnTo>
                  <a:pt x="713945" y="162877"/>
                </a:lnTo>
                <a:lnTo>
                  <a:pt x="722691" y="151754"/>
                </a:lnTo>
                <a:lnTo>
                  <a:pt x="731834" y="141028"/>
                </a:lnTo>
                <a:lnTo>
                  <a:pt x="740977" y="130302"/>
                </a:lnTo>
                <a:lnTo>
                  <a:pt x="759263" y="110439"/>
                </a:lnTo>
                <a:lnTo>
                  <a:pt x="777549" y="92165"/>
                </a:lnTo>
                <a:lnTo>
                  <a:pt x="794245" y="75480"/>
                </a:lnTo>
                <a:lnTo>
                  <a:pt x="802195" y="68329"/>
                </a:lnTo>
                <a:lnTo>
                  <a:pt x="809748" y="61973"/>
                </a:lnTo>
                <a:lnTo>
                  <a:pt x="824854" y="50452"/>
                </a:lnTo>
                <a:lnTo>
                  <a:pt x="832804" y="44493"/>
                </a:lnTo>
                <a:lnTo>
                  <a:pt x="841152" y="38534"/>
                </a:lnTo>
                <a:lnTo>
                  <a:pt x="849500" y="33370"/>
                </a:lnTo>
                <a:lnTo>
                  <a:pt x="857848" y="28206"/>
                </a:lnTo>
                <a:lnTo>
                  <a:pt x="866991" y="23438"/>
                </a:lnTo>
                <a:lnTo>
                  <a:pt x="876134" y="19068"/>
                </a:lnTo>
                <a:lnTo>
                  <a:pt x="884880" y="14699"/>
                </a:lnTo>
                <a:lnTo>
                  <a:pt x="894420" y="11123"/>
                </a:lnTo>
                <a:lnTo>
                  <a:pt x="903961" y="7945"/>
                </a:lnTo>
                <a:lnTo>
                  <a:pt x="913899" y="5164"/>
                </a:lnTo>
                <a:lnTo>
                  <a:pt x="923439" y="2781"/>
                </a:lnTo>
                <a:lnTo>
                  <a:pt x="933377" y="1192"/>
                </a:lnTo>
                <a:lnTo>
                  <a:pt x="943316" y="397"/>
                </a:lnTo>
                <a:lnTo>
                  <a:pt x="953254" y="0"/>
                </a:lnTo>
                <a:close/>
              </a:path>
            </a:pathLst>
          </a:custGeom>
          <a:solidFill>
            <a:schemeClr val="bg1"/>
          </a:solidFill>
          <a:ln>
            <a:noFill/>
          </a:ln>
        </p:spPr>
        <p:txBody>
          <a:bodyPr anchor="ctr">
            <a:scene3d>
              <a:camera prst="orthographicFront"/>
              <a:lightRig rig="threePt" dir="t"/>
            </a:scene3d>
            <a:sp3d contourW="12700">
              <a:contourClr>
                <a:srgbClr val="FFFFFF"/>
              </a:contourClr>
            </a:sp3d>
          </a:bodyPr>
          <a:lstStyle/>
          <a:p>
            <a:pPr algn="ctr">
              <a:defRPr/>
            </a:pPr>
            <a:endParaRPr lang="zh-CN" altLang="en-US" sz="2260">
              <a:solidFill>
                <a:srgbClr val="FFFFFF"/>
              </a:solidFill>
              <a:ea typeface="宋体" panose="02010600030101010101" pitchFamily="2" charset="-122"/>
            </a:endParaRPr>
          </a:p>
        </p:txBody>
      </p:sp>
      <p:sp>
        <p:nvSpPr>
          <p:cNvPr id="17" name="文本框 16"/>
          <p:cNvSpPr txBox="1"/>
          <p:nvPr/>
        </p:nvSpPr>
        <p:spPr>
          <a:xfrm>
            <a:off x="753438" y="4641647"/>
            <a:ext cx="3005951" cy="523220"/>
          </a:xfrm>
          <a:prstGeom prst="rect">
            <a:avLst/>
          </a:prstGeom>
          <a:noFill/>
        </p:spPr>
        <p:txBody>
          <a:bodyPr wrap="none" rtlCol="0">
            <a:spAutoFit/>
          </a:bodyPr>
          <a:lstStyle/>
          <a:p>
            <a:r>
              <a:rPr kumimoji="1" lang="en-US" altLang="zh-CN" sz="2800" dirty="0">
                <a:solidFill>
                  <a:schemeClr val="tx1">
                    <a:lumMod val="75000"/>
                    <a:lumOff val="25000"/>
                  </a:schemeClr>
                </a:solidFill>
                <a:latin typeface="+mj-ea"/>
                <a:ea typeface="+mj-ea"/>
              </a:rPr>
              <a:t>BUSINESS</a:t>
            </a:r>
            <a:r>
              <a:rPr kumimoji="1" lang="zh-CN" altLang="en-US" sz="2800" dirty="0">
                <a:solidFill>
                  <a:schemeClr val="tx1">
                    <a:lumMod val="75000"/>
                    <a:lumOff val="25000"/>
                  </a:schemeClr>
                </a:solidFill>
                <a:latin typeface="+mj-ea"/>
                <a:ea typeface="+mj-ea"/>
              </a:rPr>
              <a:t> </a:t>
            </a:r>
            <a:r>
              <a:rPr kumimoji="1" lang="en-US" altLang="zh-CN" sz="2800" dirty="0">
                <a:solidFill>
                  <a:schemeClr val="tx1">
                    <a:lumMod val="75000"/>
                    <a:lumOff val="25000"/>
                  </a:schemeClr>
                </a:solidFill>
                <a:latin typeface="+mj-ea"/>
                <a:ea typeface="+mj-ea"/>
              </a:rPr>
              <a:t>DATA</a:t>
            </a:r>
            <a:endParaRPr kumimoji="1" lang="zh-CN" altLang="en-US" sz="2800" dirty="0">
              <a:solidFill>
                <a:schemeClr val="tx1">
                  <a:lumMod val="75000"/>
                  <a:lumOff val="25000"/>
                </a:schemeClr>
              </a:solidFill>
              <a:latin typeface="+mj-ea"/>
              <a:ea typeface="+mj-ea"/>
            </a:endParaRPr>
          </a:p>
        </p:txBody>
      </p:sp>
      <p:sp>
        <p:nvSpPr>
          <p:cNvPr id="18" name="文本框 17"/>
          <p:cNvSpPr txBox="1"/>
          <p:nvPr/>
        </p:nvSpPr>
        <p:spPr>
          <a:xfrm>
            <a:off x="766690" y="4285567"/>
            <a:ext cx="1811714" cy="369332"/>
          </a:xfrm>
          <a:prstGeom prst="rect">
            <a:avLst/>
          </a:prstGeom>
          <a:noFill/>
        </p:spPr>
        <p:txBody>
          <a:bodyPr wrap="none" rtlCol="0">
            <a:spAutoFit/>
          </a:bodyPr>
          <a:lstStyle/>
          <a:p>
            <a:r>
              <a:rPr kumimoji="1" lang="en-US" altLang="zh-CN" dirty="0">
                <a:solidFill>
                  <a:schemeClr val="bg1">
                    <a:lumMod val="75000"/>
                  </a:schemeClr>
                </a:solidFill>
                <a:latin typeface="+mn-ea"/>
              </a:rPr>
              <a:t>PPT</a:t>
            </a:r>
            <a:r>
              <a:rPr kumimoji="1" lang="zh-CN" altLang="en-US" dirty="0">
                <a:solidFill>
                  <a:schemeClr val="bg1">
                    <a:lumMod val="75000"/>
                  </a:schemeClr>
                </a:solidFill>
                <a:latin typeface="+mn-ea"/>
              </a:rPr>
              <a:t> </a:t>
            </a:r>
            <a:r>
              <a:rPr kumimoji="1" lang="en-US" altLang="zh-CN" dirty="0">
                <a:solidFill>
                  <a:schemeClr val="bg1">
                    <a:lumMod val="75000"/>
                  </a:schemeClr>
                </a:solidFill>
                <a:latin typeface="+mn-ea"/>
              </a:rPr>
              <a:t>TEMPLATE</a:t>
            </a:r>
            <a:endParaRPr kumimoji="1" lang="zh-CN" altLang="en-US" dirty="0">
              <a:solidFill>
                <a:schemeClr val="bg1">
                  <a:lumMod val="75000"/>
                </a:schemeClr>
              </a:solidFill>
              <a:latin typeface="+mn-ea"/>
            </a:endParaRPr>
          </a:p>
        </p:txBody>
      </p:sp>
      <p:sp>
        <p:nvSpPr>
          <p:cNvPr id="19" name="文本框 18"/>
          <p:cNvSpPr txBox="1"/>
          <p:nvPr/>
        </p:nvSpPr>
        <p:spPr>
          <a:xfrm>
            <a:off x="753438" y="1898374"/>
            <a:ext cx="2926475" cy="2080506"/>
          </a:xfrm>
          <a:prstGeom prst="rect">
            <a:avLst/>
          </a:prstGeom>
          <a:noFill/>
        </p:spPr>
        <p:txBody>
          <a:bodyPr wrap="square" rtlCol="0">
            <a:spAutoFit/>
          </a:bodyPr>
          <a:lstStyle/>
          <a:p>
            <a:pPr>
              <a:lnSpc>
                <a:spcPct val="150000"/>
              </a:lnSpc>
            </a:pPr>
            <a:r>
              <a:rPr kumimoji="1" lang="zh-CN" altLang="en-US" sz="1100" dirty="0">
                <a:solidFill>
                  <a:schemeClr val="tx1">
                    <a:lumMod val="50000"/>
                    <a:lumOff val="50000"/>
                  </a:schemeClr>
                </a:solidFill>
                <a:latin typeface="+mn-ea"/>
                <a:cs typeface="+mn-ea"/>
                <a:sym typeface="+mn-lt"/>
              </a:rPr>
              <a:t>感谢您使用我们的</a:t>
            </a:r>
            <a:r>
              <a:rPr kumimoji="1" lang="en-US" altLang="zh-CN" sz="1100" dirty="0">
                <a:solidFill>
                  <a:schemeClr val="tx1">
                    <a:lumMod val="50000"/>
                    <a:lumOff val="50000"/>
                  </a:schemeClr>
                </a:solidFill>
                <a:latin typeface="+mn-ea"/>
                <a:cs typeface="+mn-ea"/>
                <a:sym typeface="+mn-lt"/>
              </a:rPr>
              <a:t>PPT</a:t>
            </a:r>
            <a:r>
              <a:rPr kumimoji="1" lang="zh-CN" altLang="en-US" sz="1100" dirty="0">
                <a:solidFill>
                  <a:schemeClr val="tx1">
                    <a:lumMod val="50000"/>
                    <a:lumOff val="50000"/>
                  </a:schemeClr>
                </a:solidFill>
                <a:latin typeface="+mn-ea"/>
                <a:cs typeface="+mn-ea"/>
                <a:sym typeface="+mn-lt"/>
              </a:rPr>
              <a:t>模板，请在此输入您需要的文字内容，感谢您使用我们的</a:t>
            </a:r>
            <a:r>
              <a:rPr kumimoji="1" lang="en-US" altLang="zh-CN" sz="1100" dirty="0">
                <a:solidFill>
                  <a:schemeClr val="tx1">
                    <a:lumMod val="50000"/>
                    <a:lumOff val="50000"/>
                  </a:schemeClr>
                </a:solidFill>
                <a:latin typeface="+mn-ea"/>
                <a:cs typeface="+mn-ea"/>
                <a:sym typeface="+mn-lt"/>
              </a:rPr>
              <a:t>PPT</a:t>
            </a:r>
            <a:r>
              <a:rPr kumimoji="1" lang="zh-CN" altLang="en-US" sz="1100" dirty="0">
                <a:solidFill>
                  <a:schemeClr val="tx1">
                    <a:lumMod val="50000"/>
                    <a:lumOff val="50000"/>
                  </a:schemeClr>
                </a:solidFill>
                <a:latin typeface="+mn-ea"/>
                <a:cs typeface="+mn-ea"/>
                <a:sym typeface="+mn-lt"/>
              </a:rPr>
              <a:t>模板。感谢您使用我们的</a:t>
            </a:r>
            <a:r>
              <a:rPr kumimoji="1" lang="en-US" altLang="zh-CN" sz="1100" dirty="0">
                <a:solidFill>
                  <a:schemeClr val="tx1">
                    <a:lumMod val="50000"/>
                    <a:lumOff val="50000"/>
                  </a:schemeClr>
                </a:solidFill>
                <a:latin typeface="+mn-ea"/>
                <a:cs typeface="+mn-ea"/>
                <a:sym typeface="+mn-lt"/>
              </a:rPr>
              <a:t>PPT</a:t>
            </a:r>
            <a:r>
              <a:rPr kumimoji="1" lang="zh-CN" altLang="en-US" sz="1100" dirty="0">
                <a:solidFill>
                  <a:schemeClr val="tx1">
                    <a:lumMod val="50000"/>
                    <a:lumOff val="50000"/>
                  </a:schemeClr>
                </a:solidFill>
                <a:latin typeface="+mn-ea"/>
                <a:cs typeface="+mn-ea"/>
                <a:sym typeface="+mn-lt"/>
              </a:rPr>
              <a:t>模板，请在此输入您需要的文字内容，感谢您使用我们的</a:t>
            </a:r>
            <a:r>
              <a:rPr kumimoji="1" lang="en-US" altLang="zh-CN" sz="1100" dirty="0">
                <a:solidFill>
                  <a:schemeClr val="tx1">
                    <a:lumMod val="50000"/>
                    <a:lumOff val="50000"/>
                  </a:schemeClr>
                </a:solidFill>
                <a:latin typeface="+mn-ea"/>
                <a:cs typeface="+mn-ea"/>
                <a:sym typeface="+mn-lt"/>
              </a:rPr>
              <a:t>PPT</a:t>
            </a:r>
            <a:r>
              <a:rPr kumimoji="1" lang="zh-CN" altLang="en-US" sz="1100" dirty="0">
                <a:solidFill>
                  <a:schemeClr val="tx1">
                    <a:lumMod val="50000"/>
                    <a:lumOff val="50000"/>
                  </a:schemeClr>
                </a:solidFill>
                <a:latin typeface="+mn-ea"/>
                <a:cs typeface="+mn-ea"/>
                <a:sym typeface="+mn-lt"/>
              </a:rPr>
              <a:t>模板。感谢您使用我们的</a:t>
            </a:r>
            <a:r>
              <a:rPr kumimoji="1" lang="en-US" altLang="zh-CN" sz="1100" dirty="0">
                <a:solidFill>
                  <a:schemeClr val="tx1">
                    <a:lumMod val="50000"/>
                    <a:lumOff val="50000"/>
                  </a:schemeClr>
                </a:solidFill>
                <a:latin typeface="+mn-ea"/>
                <a:cs typeface="+mn-ea"/>
                <a:sym typeface="+mn-lt"/>
              </a:rPr>
              <a:t>PPT</a:t>
            </a:r>
            <a:r>
              <a:rPr kumimoji="1" lang="zh-CN" altLang="en-US" sz="1100" dirty="0">
                <a:solidFill>
                  <a:schemeClr val="tx1">
                    <a:lumMod val="50000"/>
                    <a:lumOff val="50000"/>
                  </a:schemeClr>
                </a:solidFill>
                <a:latin typeface="+mn-ea"/>
                <a:cs typeface="+mn-ea"/>
                <a:sym typeface="+mn-lt"/>
              </a:rPr>
              <a:t>模板，请在此输入您需要的文字内容，感谢您使用我们的</a:t>
            </a:r>
            <a:r>
              <a:rPr kumimoji="1" lang="en-US" altLang="zh-CN" sz="1100" dirty="0">
                <a:solidFill>
                  <a:schemeClr val="tx1">
                    <a:lumMod val="50000"/>
                    <a:lumOff val="50000"/>
                  </a:schemeClr>
                </a:solidFill>
                <a:latin typeface="+mn-ea"/>
                <a:cs typeface="+mn-ea"/>
                <a:sym typeface="+mn-lt"/>
              </a:rPr>
              <a:t>PPT</a:t>
            </a:r>
            <a:r>
              <a:rPr kumimoji="1" lang="zh-CN" altLang="en-US" sz="1100" dirty="0">
                <a:solidFill>
                  <a:schemeClr val="tx1">
                    <a:lumMod val="50000"/>
                    <a:lumOff val="50000"/>
                  </a:schemeClr>
                </a:solidFill>
                <a:latin typeface="+mn-ea"/>
                <a:cs typeface="+mn-ea"/>
                <a:sym typeface="+mn-lt"/>
              </a:rPr>
              <a:t>模板。请在此输入您需要的文字内容，感谢您使用我们的</a:t>
            </a:r>
            <a:r>
              <a:rPr kumimoji="1" lang="en-US" altLang="zh-CN" sz="1100" dirty="0">
                <a:solidFill>
                  <a:schemeClr val="tx1">
                    <a:lumMod val="50000"/>
                    <a:lumOff val="50000"/>
                  </a:schemeClr>
                </a:solidFill>
                <a:latin typeface="+mn-ea"/>
                <a:cs typeface="+mn-ea"/>
                <a:sym typeface="+mn-lt"/>
              </a:rPr>
              <a:t>PPT</a:t>
            </a:r>
            <a:r>
              <a:rPr kumimoji="1" lang="zh-CN" altLang="en-US" sz="1100" dirty="0">
                <a:solidFill>
                  <a:schemeClr val="tx1">
                    <a:lumMod val="50000"/>
                    <a:lumOff val="50000"/>
                  </a:schemeClr>
                </a:solidFill>
                <a:latin typeface="+mn-ea"/>
                <a:cs typeface="+mn-ea"/>
                <a:sym typeface="+mn-lt"/>
              </a:rPr>
              <a:t>模板。</a:t>
            </a:r>
            <a:endParaRPr kumimoji="1" lang="zh-CN" altLang="en-US" sz="1100" dirty="0">
              <a:solidFill>
                <a:schemeClr val="tx1">
                  <a:lumMod val="50000"/>
                  <a:lumOff val="50000"/>
                </a:schemeClr>
              </a:solidFill>
              <a:latin typeface="+mn-ea"/>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advTm="3000"/>
    </mc:Choice>
    <mc:Fallback>
      <p:transition spd="slow" advTm="3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heckerboard(across)">
                                      <p:cBhvr>
                                        <p:cTn id="7" dur="500"/>
                                        <p:tgtEl>
                                          <p:spTgt spid="2"/>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checkerboard(across)">
                                      <p:cBhvr>
                                        <p:cTn id="10" dur="500"/>
                                        <p:tgtEl>
                                          <p:spTgt spid="3"/>
                                        </p:tgtEl>
                                      </p:cBhvr>
                                    </p:animEffect>
                                  </p:childTnLst>
                                </p:cTn>
                              </p:par>
                              <p:par>
                                <p:cTn id="11" presetID="5" presetClass="entr" presetSubtype="1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checkerboard(across)">
                                      <p:cBhvr>
                                        <p:cTn id="13" dur="500"/>
                                        <p:tgtEl>
                                          <p:spTgt spid="4"/>
                                        </p:tgtEl>
                                      </p:cBhvr>
                                    </p:animEffect>
                                  </p:childTnLst>
                                </p:cTn>
                              </p:par>
                              <p:par>
                                <p:cTn id="14" presetID="5" presetClass="entr" presetSubtype="10" fill="hold" grpId="0" nodeType="with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checkerboard(across)">
                                      <p:cBhvr>
                                        <p:cTn id="16" dur="500"/>
                                        <p:tgtEl>
                                          <p:spTgt spid="5"/>
                                        </p:tgtEl>
                                      </p:cBhvr>
                                    </p:animEffect>
                                  </p:childTnLst>
                                </p:cTn>
                              </p:par>
                              <p:par>
                                <p:cTn id="17" presetID="5" presetClass="entr" presetSubtype="10" fill="hold" grpId="0" nodeType="with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checkerboard(across)">
                                      <p:cBhvr>
                                        <p:cTn id="19" dur="500"/>
                                        <p:tgtEl>
                                          <p:spTgt spid="6"/>
                                        </p:tgtEl>
                                      </p:cBhvr>
                                    </p:animEffect>
                                  </p:childTnLst>
                                </p:cTn>
                              </p:par>
                              <p:par>
                                <p:cTn id="20" presetID="5" presetClass="entr" presetSubtype="10" fill="hold" grpId="0"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checkerboard(across)">
                                      <p:cBhvr>
                                        <p:cTn id="22" dur="500"/>
                                        <p:tgtEl>
                                          <p:spTgt spid="7"/>
                                        </p:tgtEl>
                                      </p:cBhvr>
                                    </p:animEffect>
                                  </p:childTnLst>
                                </p:cTn>
                              </p:par>
                              <p:par>
                                <p:cTn id="23" presetID="5" presetClass="entr" presetSubtype="10"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checkerboard(across)">
                                      <p:cBhvr>
                                        <p:cTn id="25" dur="500"/>
                                        <p:tgtEl>
                                          <p:spTgt spid="8"/>
                                        </p:tgtEl>
                                      </p:cBhvr>
                                    </p:animEffect>
                                  </p:childTnLst>
                                </p:cTn>
                              </p:par>
                              <p:par>
                                <p:cTn id="26" presetID="5" presetClass="entr" presetSubtype="10" fill="hold" grpId="0" nodeType="with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checkerboard(across)">
                                      <p:cBhvr>
                                        <p:cTn id="28" dur="500"/>
                                        <p:tgtEl>
                                          <p:spTgt spid="9"/>
                                        </p:tgtEl>
                                      </p:cBhvr>
                                    </p:animEffect>
                                  </p:childTnLst>
                                </p:cTn>
                              </p:par>
                              <p:par>
                                <p:cTn id="29" presetID="5" presetClass="entr" presetSubtype="10" fill="hold" grpId="0" nodeType="with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checkerboard(across)">
                                      <p:cBhvr>
                                        <p:cTn id="31" dur="500"/>
                                        <p:tgtEl>
                                          <p:spTgt spid="10"/>
                                        </p:tgtEl>
                                      </p:cBhvr>
                                    </p:animEffect>
                                  </p:childTnLst>
                                </p:cTn>
                              </p:par>
                              <p:par>
                                <p:cTn id="32" presetID="5" presetClass="entr" presetSubtype="10" fill="hold" grpId="0" nodeType="with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checkerboard(across)">
                                      <p:cBhvr>
                                        <p:cTn id="34" dur="500"/>
                                        <p:tgtEl>
                                          <p:spTgt spid="11"/>
                                        </p:tgtEl>
                                      </p:cBhvr>
                                    </p:animEffect>
                                  </p:childTnLst>
                                </p:cTn>
                              </p:par>
                              <p:par>
                                <p:cTn id="35" presetID="5" presetClass="entr" presetSubtype="10" fill="hold" grpId="0" nodeType="with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checkerboard(across)">
                                      <p:cBhvr>
                                        <p:cTn id="37" dur="500"/>
                                        <p:tgtEl>
                                          <p:spTgt spid="12"/>
                                        </p:tgtEl>
                                      </p:cBhvr>
                                    </p:animEffect>
                                  </p:childTnLst>
                                </p:cTn>
                              </p:par>
                              <p:par>
                                <p:cTn id="38" presetID="5" presetClass="entr" presetSubtype="10" fill="hold" grpId="0" nodeType="withEffect">
                                  <p:stCondLst>
                                    <p:cond delay="0"/>
                                  </p:stCondLst>
                                  <p:childTnLst>
                                    <p:set>
                                      <p:cBhvr>
                                        <p:cTn id="39" dur="1" fill="hold">
                                          <p:stCondLst>
                                            <p:cond delay="0"/>
                                          </p:stCondLst>
                                        </p:cTn>
                                        <p:tgtEl>
                                          <p:spTgt spid="13"/>
                                        </p:tgtEl>
                                        <p:attrNameLst>
                                          <p:attrName>style.visibility</p:attrName>
                                        </p:attrNameLst>
                                      </p:cBhvr>
                                      <p:to>
                                        <p:strVal val="visible"/>
                                      </p:to>
                                    </p:set>
                                    <p:animEffect transition="in" filter="checkerboard(across)">
                                      <p:cBhvr>
                                        <p:cTn id="40" dur="500"/>
                                        <p:tgtEl>
                                          <p:spTgt spid="13"/>
                                        </p:tgtEl>
                                      </p:cBhvr>
                                    </p:animEffect>
                                  </p:childTnLst>
                                </p:cTn>
                              </p:par>
                              <p:par>
                                <p:cTn id="41" presetID="5" presetClass="entr" presetSubtype="10" fill="hold" grpId="0" nodeType="withEffect">
                                  <p:stCondLst>
                                    <p:cond delay="0"/>
                                  </p:stCondLst>
                                  <p:childTnLst>
                                    <p:set>
                                      <p:cBhvr>
                                        <p:cTn id="42" dur="1" fill="hold">
                                          <p:stCondLst>
                                            <p:cond delay="0"/>
                                          </p:stCondLst>
                                        </p:cTn>
                                        <p:tgtEl>
                                          <p:spTgt spid="14"/>
                                        </p:tgtEl>
                                        <p:attrNameLst>
                                          <p:attrName>style.visibility</p:attrName>
                                        </p:attrNameLst>
                                      </p:cBhvr>
                                      <p:to>
                                        <p:strVal val="visible"/>
                                      </p:to>
                                    </p:set>
                                    <p:animEffect transition="in" filter="checkerboard(across)">
                                      <p:cBhvr>
                                        <p:cTn id="43" dur="500"/>
                                        <p:tgtEl>
                                          <p:spTgt spid="14"/>
                                        </p:tgtEl>
                                      </p:cBhvr>
                                    </p:animEffect>
                                  </p:childTnLst>
                                </p:cTn>
                              </p:par>
                              <p:par>
                                <p:cTn id="44" presetID="5" presetClass="entr" presetSubtype="10" fill="hold" grpId="0" nodeType="withEffect">
                                  <p:stCondLst>
                                    <p:cond delay="0"/>
                                  </p:stCondLst>
                                  <p:childTnLst>
                                    <p:set>
                                      <p:cBhvr>
                                        <p:cTn id="45" dur="1" fill="hold">
                                          <p:stCondLst>
                                            <p:cond delay="0"/>
                                          </p:stCondLst>
                                        </p:cTn>
                                        <p:tgtEl>
                                          <p:spTgt spid="15"/>
                                        </p:tgtEl>
                                        <p:attrNameLst>
                                          <p:attrName>style.visibility</p:attrName>
                                        </p:attrNameLst>
                                      </p:cBhvr>
                                      <p:to>
                                        <p:strVal val="visible"/>
                                      </p:to>
                                    </p:set>
                                    <p:animEffect transition="in" filter="checkerboard(across)">
                                      <p:cBhvr>
                                        <p:cTn id="46" dur="500"/>
                                        <p:tgtEl>
                                          <p:spTgt spid="15"/>
                                        </p:tgtEl>
                                      </p:cBhvr>
                                    </p:animEffect>
                                  </p:childTnLst>
                                </p:cTn>
                              </p:par>
                              <p:par>
                                <p:cTn id="47" presetID="5" presetClass="entr" presetSubtype="10" fill="hold" grpId="0" nodeType="withEffect">
                                  <p:stCondLst>
                                    <p:cond delay="0"/>
                                  </p:stCondLst>
                                  <p:childTnLst>
                                    <p:set>
                                      <p:cBhvr>
                                        <p:cTn id="48" dur="1" fill="hold">
                                          <p:stCondLst>
                                            <p:cond delay="0"/>
                                          </p:stCondLst>
                                        </p:cTn>
                                        <p:tgtEl>
                                          <p:spTgt spid="16"/>
                                        </p:tgtEl>
                                        <p:attrNameLst>
                                          <p:attrName>style.visibility</p:attrName>
                                        </p:attrNameLst>
                                      </p:cBhvr>
                                      <p:to>
                                        <p:strVal val="visible"/>
                                      </p:to>
                                    </p:set>
                                    <p:animEffect transition="in" filter="checkerboard(across)">
                                      <p:cBhvr>
                                        <p:cTn id="49" dur="500"/>
                                        <p:tgtEl>
                                          <p:spTgt spid="16"/>
                                        </p:tgtEl>
                                      </p:cBhvr>
                                    </p:animEffect>
                                  </p:childTnLst>
                                </p:cTn>
                              </p:par>
                              <p:par>
                                <p:cTn id="50" presetID="5" presetClass="entr" presetSubtype="10" fill="hold" grpId="0" nodeType="with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checkerboard(across)">
                                      <p:cBhvr>
                                        <p:cTn id="52" dur="500"/>
                                        <p:tgtEl>
                                          <p:spTgt spid="17"/>
                                        </p:tgtEl>
                                      </p:cBhvr>
                                    </p:animEffect>
                                  </p:childTnLst>
                                </p:cTn>
                              </p:par>
                              <p:par>
                                <p:cTn id="53" presetID="5" presetClass="entr" presetSubtype="10" fill="hold" grpId="0" nodeType="withEffect">
                                  <p:stCondLst>
                                    <p:cond delay="0"/>
                                  </p:stCondLst>
                                  <p:childTnLst>
                                    <p:set>
                                      <p:cBhvr>
                                        <p:cTn id="54" dur="1" fill="hold">
                                          <p:stCondLst>
                                            <p:cond delay="0"/>
                                          </p:stCondLst>
                                        </p:cTn>
                                        <p:tgtEl>
                                          <p:spTgt spid="18"/>
                                        </p:tgtEl>
                                        <p:attrNameLst>
                                          <p:attrName>style.visibility</p:attrName>
                                        </p:attrNameLst>
                                      </p:cBhvr>
                                      <p:to>
                                        <p:strVal val="visible"/>
                                      </p:to>
                                    </p:set>
                                    <p:animEffect transition="in" filter="checkerboard(across)">
                                      <p:cBhvr>
                                        <p:cTn id="55" dur="500"/>
                                        <p:tgtEl>
                                          <p:spTgt spid="18"/>
                                        </p:tgtEl>
                                      </p:cBhvr>
                                    </p:animEffect>
                                  </p:childTnLst>
                                </p:cTn>
                              </p:par>
                              <p:par>
                                <p:cTn id="56" presetID="5" presetClass="entr" presetSubtype="10" fill="hold" grpId="0" nodeType="withEffect">
                                  <p:stCondLst>
                                    <p:cond delay="0"/>
                                  </p:stCondLst>
                                  <p:childTnLst>
                                    <p:set>
                                      <p:cBhvr>
                                        <p:cTn id="57" dur="1" fill="hold">
                                          <p:stCondLst>
                                            <p:cond delay="0"/>
                                          </p:stCondLst>
                                        </p:cTn>
                                        <p:tgtEl>
                                          <p:spTgt spid="19"/>
                                        </p:tgtEl>
                                        <p:attrNameLst>
                                          <p:attrName>style.visibility</p:attrName>
                                        </p:attrNameLst>
                                      </p:cBhvr>
                                      <p:to>
                                        <p:strVal val="visible"/>
                                      </p:to>
                                    </p:set>
                                    <p:animEffect transition="in" filter="checkerboard(across)">
                                      <p:cBhvr>
                                        <p:cTn id="58"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p:bldP spid="4" grpId="0"/>
      <p:bldP spid="5" grpId="0" animBg="1"/>
      <p:bldP spid="6" grpId="0" animBg="1"/>
      <p:bldP spid="7" grpId="0" animBg="1"/>
      <p:bldP spid="8" grpId="0"/>
      <p:bldP spid="9" grpId="0"/>
      <p:bldP spid="10" grpId="0" animBg="1"/>
      <p:bldP spid="11" grpId="0" animBg="1"/>
      <p:bldP spid="12" grpId="0"/>
      <p:bldP spid="13" grpId="0"/>
      <p:bldP spid="14" grpId="0" animBg="1"/>
      <p:bldP spid="15" grpId="0" animBg="1"/>
      <p:bldP spid="16" grpId="0" animBg="1"/>
      <p:bldP spid="17" grpId="0"/>
      <p:bldP spid="18" grpId="0"/>
      <p:bldP spid="19"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图形"/>
          <p:cNvCxnSpPr>
            <a:stCxn id="13" idx="4"/>
            <a:endCxn id="14" idx="0"/>
          </p:cNvCxnSpPr>
          <p:nvPr/>
        </p:nvCxnSpPr>
        <p:spPr>
          <a:xfrm>
            <a:off x="1458595" y="2271561"/>
            <a:ext cx="0" cy="1191895"/>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 name="图形"/>
          <p:cNvCxnSpPr>
            <a:stCxn id="14" idx="4"/>
            <a:endCxn id="15" idx="0"/>
          </p:cNvCxnSpPr>
          <p:nvPr/>
        </p:nvCxnSpPr>
        <p:spPr>
          <a:xfrm>
            <a:off x="1458595" y="3618396"/>
            <a:ext cx="0" cy="118618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4" name="图形"/>
          <p:cNvSpPr txBox="1"/>
          <p:nvPr/>
        </p:nvSpPr>
        <p:spPr>
          <a:xfrm>
            <a:off x="2557780" y="2056248"/>
            <a:ext cx="3538220" cy="630016"/>
          </a:xfrm>
          <a:prstGeom prst="rect">
            <a:avLst/>
          </a:prstGeom>
        </p:spPr>
        <p:txBody>
          <a:bodyPr vert="horz" wrap="square" lIns="121893" tIns="60946" rIns="121893" bIns="60946" rtlCol="0" anchor="ctr">
            <a:spAutoFit/>
          </a:bodyPr>
          <a:lstStyle>
            <a:lvl1pPr algn="ctr" defTabSz="457200" rtl="0" eaLnBrk="1" latinLnBrk="0" hangingPunct="1">
              <a:spcBef>
                <a:spcPct val="0"/>
              </a:spcBef>
              <a:buNone/>
              <a:defRPr sz="2900" kern="1200">
                <a:solidFill>
                  <a:schemeClr val="accent6"/>
                </a:solidFill>
                <a:latin typeface="Source Sans Pro ExtraLight"/>
                <a:ea typeface="+mj-ea"/>
                <a:cs typeface="Source Sans Pro ExtraLight"/>
              </a:defRPr>
            </a:lvl1pPr>
          </a:lstStyle>
          <a:p>
            <a:pPr algn="l">
              <a:lnSpc>
                <a:spcPct val="150000"/>
              </a:lnSpc>
            </a:pPr>
            <a:r>
              <a:rPr lang="zh-CN" altLang="en-US" sz="1200">
                <a:solidFill>
                  <a:schemeClr val="tx1">
                    <a:lumMod val="75000"/>
                    <a:lumOff val="25000"/>
                  </a:schemeClr>
                </a:solidFill>
                <a:latin typeface="Source Han Sans CN Regular" panose="020B0500000000000000" pitchFamily="34" charset="-128"/>
                <a:ea typeface="Source Han Sans CN Regular" panose="020B0500000000000000" pitchFamily="34" charset="-128"/>
                <a:cs typeface="字魂58号-创中黑" panose="00000500000000000000" charset="-122"/>
                <a:sym typeface="+mn-ea"/>
              </a:rPr>
              <a:t>在此处添加您的文本内容在此处添加您的文本内容在此处添加您的文本内容在此处添加您的文本</a:t>
            </a:r>
            <a:endParaRPr kumimoji="0" lang="en-US" sz="1200" u="none" strike="noStrike" kern="1200" cap="none" spc="0" normalizeH="0" baseline="0" noProof="0" dirty="0">
              <a:ln>
                <a:noFill/>
              </a:ln>
              <a:solidFill>
                <a:srgbClr val="455F51"/>
              </a:solidFill>
              <a:effectLst/>
              <a:uLnTx/>
              <a:uFillTx/>
              <a:latin typeface="Source Han Sans CN Regular" panose="020B0500000000000000" pitchFamily="34" charset="-128"/>
              <a:ea typeface="Source Han Sans CN Regular" panose="020B0500000000000000" pitchFamily="34" charset="-128"/>
              <a:cs typeface="字魂58号-创中黑" panose="00000500000000000000" charset="-122"/>
              <a:sym typeface="字魂58号-创中黑" panose="00000500000000000000" charset="-122"/>
            </a:endParaRPr>
          </a:p>
        </p:txBody>
      </p:sp>
      <p:sp>
        <p:nvSpPr>
          <p:cNvPr id="5" name="图形"/>
          <p:cNvSpPr txBox="1"/>
          <p:nvPr/>
        </p:nvSpPr>
        <p:spPr>
          <a:xfrm>
            <a:off x="2548255" y="1778801"/>
            <a:ext cx="3538220" cy="343492"/>
          </a:xfrm>
          <a:prstGeom prst="rect">
            <a:avLst/>
          </a:prstGeom>
          <a:noFill/>
        </p:spPr>
        <p:txBody>
          <a:bodyPr wrap="square" rtlCol="0">
            <a:spAutoFit/>
          </a:bodyPr>
          <a:lstStyle/>
          <a:p>
            <a:pPr algn="l">
              <a:lnSpc>
                <a:spcPct val="120000"/>
              </a:lnSpc>
            </a:pPr>
            <a:r>
              <a:rPr lang="en-US" altLang="zh-CN" sz="1600" dirty="0">
                <a:solidFill>
                  <a:schemeClr val="tx1">
                    <a:lumMod val="75000"/>
                    <a:lumOff val="25000"/>
                  </a:schemeClr>
                </a:solidFill>
                <a:latin typeface="Source Han Sans CN Regular" panose="020B0500000000000000" pitchFamily="34" charset="-128"/>
                <a:ea typeface="Source Han Sans CN Regular" panose="020B0500000000000000" pitchFamily="34" charset="-128"/>
                <a:cs typeface="思源黑体 CN Medium" panose="020B0600000000000000" pitchFamily="34" charset="-122"/>
                <a:sym typeface="+mn-ea"/>
              </a:rPr>
              <a:t>01.</a:t>
            </a:r>
            <a:r>
              <a:rPr lang="zh-CN" altLang="en-US" sz="1600" dirty="0">
                <a:solidFill>
                  <a:schemeClr val="tx1">
                    <a:lumMod val="75000"/>
                    <a:lumOff val="25000"/>
                  </a:schemeClr>
                </a:solidFill>
                <a:latin typeface="Source Han Sans CN Regular" panose="020B0500000000000000" pitchFamily="34" charset="-128"/>
                <a:ea typeface="Source Han Sans CN Regular" panose="020B0500000000000000" pitchFamily="34" charset="-128"/>
                <a:cs typeface="思源黑体 CN Medium" panose="020B0600000000000000" pitchFamily="34" charset="-122"/>
                <a:sym typeface="+mn-ea"/>
              </a:rPr>
              <a:t>预设标题文本</a:t>
            </a:r>
            <a:endParaRPr kumimoji="0" lang="id-ID" sz="1600" u="none" strike="noStrike" kern="1200" cap="none" spc="0" normalizeH="0" baseline="0" noProof="0" dirty="0">
              <a:ln>
                <a:noFill/>
              </a:ln>
              <a:solidFill>
                <a:srgbClr val="455F51"/>
              </a:solidFill>
              <a:effectLst/>
              <a:uLnTx/>
              <a:uFillTx/>
              <a:latin typeface="Source Han Sans CN Regular" panose="020B0500000000000000" pitchFamily="34" charset="-128"/>
              <a:ea typeface="Source Han Sans CN Regular" panose="020B0500000000000000" pitchFamily="34" charset="-128"/>
              <a:cs typeface="思源黑体 CN Medium" panose="020B0600000000000000" pitchFamily="34" charset="-122"/>
              <a:sym typeface="字魂58号-创中黑" panose="00000500000000000000" charset="-122"/>
            </a:endParaRPr>
          </a:p>
        </p:txBody>
      </p:sp>
      <p:sp>
        <p:nvSpPr>
          <p:cNvPr id="6" name="图形"/>
          <p:cNvSpPr txBox="1"/>
          <p:nvPr/>
        </p:nvSpPr>
        <p:spPr>
          <a:xfrm>
            <a:off x="2557780" y="3403083"/>
            <a:ext cx="3538220" cy="630016"/>
          </a:xfrm>
          <a:prstGeom prst="rect">
            <a:avLst/>
          </a:prstGeom>
        </p:spPr>
        <p:txBody>
          <a:bodyPr vert="horz" wrap="square" lIns="121893" tIns="60946" rIns="121893" bIns="60946" rtlCol="0" anchor="ctr">
            <a:spAutoFit/>
          </a:bodyPr>
          <a:lstStyle>
            <a:lvl1pPr algn="ctr" defTabSz="457200" rtl="0" eaLnBrk="1" latinLnBrk="0" hangingPunct="1">
              <a:spcBef>
                <a:spcPct val="0"/>
              </a:spcBef>
              <a:buNone/>
              <a:defRPr sz="2900" kern="1200">
                <a:solidFill>
                  <a:schemeClr val="accent6"/>
                </a:solidFill>
                <a:latin typeface="Source Sans Pro ExtraLight"/>
                <a:ea typeface="+mj-ea"/>
                <a:cs typeface="Source Sans Pro ExtraLight"/>
              </a:defRPr>
            </a:lvl1pPr>
          </a:lstStyle>
          <a:p>
            <a:pPr algn="l">
              <a:lnSpc>
                <a:spcPct val="150000"/>
              </a:lnSpc>
            </a:pPr>
            <a:r>
              <a:rPr lang="zh-CN" altLang="en-US" sz="1200">
                <a:solidFill>
                  <a:schemeClr val="tx1">
                    <a:lumMod val="75000"/>
                    <a:lumOff val="25000"/>
                  </a:schemeClr>
                </a:solidFill>
                <a:latin typeface="Source Han Sans CN Regular" panose="020B0500000000000000" pitchFamily="34" charset="-128"/>
                <a:ea typeface="Source Han Sans CN Regular" panose="020B0500000000000000" pitchFamily="34" charset="-128"/>
                <a:cs typeface="字魂58号-创中黑" panose="00000500000000000000" charset="-122"/>
                <a:sym typeface="+mn-ea"/>
              </a:rPr>
              <a:t>在此处添加您的文本内容在此处添加您的文本内容在此处添加您的文本内容在此处添加您的文本</a:t>
            </a:r>
            <a:endParaRPr kumimoji="0" lang="en-US" sz="1200" u="none" strike="noStrike" kern="1200" cap="none" spc="0" normalizeH="0" baseline="0" noProof="0" dirty="0">
              <a:ln>
                <a:noFill/>
              </a:ln>
              <a:solidFill>
                <a:srgbClr val="455F51"/>
              </a:solidFill>
              <a:effectLst/>
              <a:uLnTx/>
              <a:uFillTx/>
              <a:latin typeface="Source Han Sans CN Regular" panose="020B0500000000000000" pitchFamily="34" charset="-128"/>
              <a:ea typeface="Source Han Sans CN Regular" panose="020B0500000000000000" pitchFamily="34" charset="-128"/>
              <a:cs typeface="字魂58号-创中黑" panose="00000500000000000000" charset="-122"/>
              <a:sym typeface="字魂58号-创中黑" panose="00000500000000000000" charset="-122"/>
            </a:endParaRPr>
          </a:p>
        </p:txBody>
      </p:sp>
      <p:sp>
        <p:nvSpPr>
          <p:cNvPr id="7" name="图形"/>
          <p:cNvSpPr txBox="1"/>
          <p:nvPr/>
        </p:nvSpPr>
        <p:spPr>
          <a:xfrm>
            <a:off x="2548255" y="3125636"/>
            <a:ext cx="3538220" cy="343492"/>
          </a:xfrm>
          <a:prstGeom prst="rect">
            <a:avLst/>
          </a:prstGeom>
          <a:noFill/>
        </p:spPr>
        <p:txBody>
          <a:bodyPr wrap="square" rtlCol="0">
            <a:spAutoFit/>
          </a:bodyPr>
          <a:lstStyle/>
          <a:p>
            <a:pPr algn="l">
              <a:lnSpc>
                <a:spcPct val="120000"/>
              </a:lnSpc>
            </a:pPr>
            <a:r>
              <a:rPr lang="en-US" altLang="zh-CN" sz="1600">
                <a:solidFill>
                  <a:schemeClr val="tx1">
                    <a:lumMod val="75000"/>
                    <a:lumOff val="25000"/>
                  </a:schemeClr>
                </a:solidFill>
                <a:latin typeface="Source Han Sans CN Regular" panose="020B0500000000000000" pitchFamily="34" charset="-128"/>
                <a:ea typeface="Source Han Sans CN Regular" panose="020B0500000000000000" pitchFamily="34" charset="-128"/>
                <a:cs typeface="思源黑体 CN Medium" panose="020B0600000000000000" pitchFamily="34" charset="-122"/>
                <a:sym typeface="+mn-ea"/>
              </a:rPr>
              <a:t>02.</a:t>
            </a:r>
            <a:r>
              <a:rPr lang="zh-CN" altLang="en-US" sz="1600">
                <a:solidFill>
                  <a:schemeClr val="tx1">
                    <a:lumMod val="75000"/>
                    <a:lumOff val="25000"/>
                  </a:schemeClr>
                </a:solidFill>
                <a:latin typeface="Source Han Sans CN Regular" panose="020B0500000000000000" pitchFamily="34" charset="-128"/>
                <a:ea typeface="Source Han Sans CN Regular" panose="020B0500000000000000" pitchFamily="34" charset="-128"/>
                <a:cs typeface="思源黑体 CN Medium" panose="020B0600000000000000" pitchFamily="34" charset="-122"/>
                <a:sym typeface="+mn-ea"/>
              </a:rPr>
              <a:t>预设标题文本</a:t>
            </a:r>
            <a:endParaRPr kumimoji="0" lang="id-ID" sz="1600" u="none" strike="noStrike" kern="1200" cap="none" spc="0" normalizeH="0" baseline="0" noProof="0" dirty="0">
              <a:ln>
                <a:noFill/>
              </a:ln>
              <a:solidFill>
                <a:srgbClr val="455F51"/>
              </a:solidFill>
              <a:effectLst/>
              <a:uLnTx/>
              <a:uFillTx/>
              <a:latin typeface="Source Han Sans CN Regular" panose="020B0500000000000000" pitchFamily="34" charset="-128"/>
              <a:ea typeface="Source Han Sans CN Regular" panose="020B0500000000000000" pitchFamily="34" charset="-128"/>
              <a:cs typeface="思源黑体 CN Medium" panose="020B0600000000000000" pitchFamily="34" charset="-122"/>
              <a:sym typeface="字魂58号-创中黑" panose="00000500000000000000" charset="-122"/>
            </a:endParaRPr>
          </a:p>
        </p:txBody>
      </p:sp>
      <p:sp>
        <p:nvSpPr>
          <p:cNvPr id="8" name="图形"/>
          <p:cNvSpPr txBox="1"/>
          <p:nvPr/>
        </p:nvSpPr>
        <p:spPr>
          <a:xfrm>
            <a:off x="2557780" y="4749918"/>
            <a:ext cx="3538220" cy="630016"/>
          </a:xfrm>
          <a:prstGeom prst="rect">
            <a:avLst/>
          </a:prstGeom>
        </p:spPr>
        <p:txBody>
          <a:bodyPr vert="horz" wrap="square" lIns="121893" tIns="60946" rIns="121893" bIns="60946" rtlCol="0" anchor="ctr">
            <a:spAutoFit/>
          </a:bodyPr>
          <a:lstStyle>
            <a:lvl1pPr algn="ctr" defTabSz="457200" rtl="0" eaLnBrk="1" latinLnBrk="0" hangingPunct="1">
              <a:spcBef>
                <a:spcPct val="0"/>
              </a:spcBef>
              <a:buNone/>
              <a:defRPr sz="2900" kern="1200">
                <a:solidFill>
                  <a:schemeClr val="accent6"/>
                </a:solidFill>
                <a:latin typeface="Source Sans Pro ExtraLight"/>
                <a:ea typeface="+mj-ea"/>
                <a:cs typeface="Source Sans Pro ExtraLight"/>
              </a:defRPr>
            </a:lvl1pPr>
          </a:lstStyle>
          <a:p>
            <a:pPr algn="l">
              <a:lnSpc>
                <a:spcPct val="150000"/>
              </a:lnSpc>
            </a:pPr>
            <a:r>
              <a:rPr lang="zh-CN" altLang="en-US" sz="1200">
                <a:solidFill>
                  <a:schemeClr val="tx1">
                    <a:lumMod val="75000"/>
                    <a:lumOff val="25000"/>
                  </a:schemeClr>
                </a:solidFill>
                <a:latin typeface="Source Han Sans CN Regular" panose="020B0500000000000000" pitchFamily="34" charset="-128"/>
                <a:ea typeface="Source Han Sans CN Regular" panose="020B0500000000000000" pitchFamily="34" charset="-128"/>
                <a:cs typeface="字魂58号-创中黑" panose="00000500000000000000" charset="-122"/>
                <a:sym typeface="+mn-ea"/>
              </a:rPr>
              <a:t>在此处添加您的文本内容在此处添加您的文本内容在此处添加您的文本内容在此处添加您的文本</a:t>
            </a:r>
            <a:endParaRPr kumimoji="0" lang="en-US" sz="1200" u="none" strike="noStrike" kern="1200" cap="none" spc="0" normalizeH="0" baseline="0" noProof="0" dirty="0">
              <a:ln>
                <a:noFill/>
              </a:ln>
              <a:solidFill>
                <a:srgbClr val="455F51"/>
              </a:solidFill>
              <a:effectLst/>
              <a:uLnTx/>
              <a:uFillTx/>
              <a:latin typeface="Source Han Sans CN Regular" panose="020B0500000000000000" pitchFamily="34" charset="-128"/>
              <a:ea typeface="Source Han Sans CN Regular" panose="020B0500000000000000" pitchFamily="34" charset="-128"/>
              <a:cs typeface="字魂58号-创中黑" panose="00000500000000000000" charset="-122"/>
              <a:sym typeface="字魂58号-创中黑" panose="00000500000000000000" charset="-122"/>
            </a:endParaRPr>
          </a:p>
        </p:txBody>
      </p:sp>
      <p:sp>
        <p:nvSpPr>
          <p:cNvPr id="9" name="图形"/>
          <p:cNvSpPr txBox="1"/>
          <p:nvPr/>
        </p:nvSpPr>
        <p:spPr>
          <a:xfrm>
            <a:off x="2557780" y="4472471"/>
            <a:ext cx="3538220" cy="343492"/>
          </a:xfrm>
          <a:prstGeom prst="rect">
            <a:avLst/>
          </a:prstGeom>
          <a:noFill/>
        </p:spPr>
        <p:txBody>
          <a:bodyPr wrap="square" rtlCol="0">
            <a:spAutoFit/>
          </a:bodyPr>
          <a:lstStyle/>
          <a:p>
            <a:pPr algn="l">
              <a:lnSpc>
                <a:spcPct val="120000"/>
              </a:lnSpc>
            </a:pPr>
            <a:r>
              <a:rPr lang="en-US" altLang="zh-CN" sz="1600">
                <a:solidFill>
                  <a:schemeClr val="tx1">
                    <a:lumMod val="75000"/>
                    <a:lumOff val="25000"/>
                  </a:schemeClr>
                </a:solidFill>
                <a:latin typeface="Source Han Sans CN Regular" panose="020B0500000000000000" pitchFamily="34" charset="-128"/>
                <a:ea typeface="Source Han Sans CN Regular" panose="020B0500000000000000" pitchFamily="34" charset="-128"/>
                <a:cs typeface="思源黑体 CN Medium" panose="020B0600000000000000" pitchFamily="34" charset="-122"/>
                <a:sym typeface="+mn-ea"/>
              </a:rPr>
              <a:t>03.</a:t>
            </a:r>
            <a:r>
              <a:rPr lang="zh-CN" altLang="en-US" sz="1600">
                <a:solidFill>
                  <a:schemeClr val="tx1">
                    <a:lumMod val="75000"/>
                    <a:lumOff val="25000"/>
                  </a:schemeClr>
                </a:solidFill>
                <a:latin typeface="Source Han Sans CN Regular" panose="020B0500000000000000" pitchFamily="34" charset="-128"/>
                <a:ea typeface="Source Han Sans CN Regular" panose="020B0500000000000000" pitchFamily="34" charset="-128"/>
                <a:cs typeface="思源黑体 CN Medium" panose="020B0600000000000000" pitchFamily="34" charset="-122"/>
                <a:sym typeface="+mn-ea"/>
              </a:rPr>
              <a:t>预设标题文本</a:t>
            </a:r>
            <a:endParaRPr kumimoji="0" lang="id-ID" sz="1600" u="none" strike="noStrike" kern="1200" cap="none" spc="0" normalizeH="0" baseline="0" noProof="0" dirty="0">
              <a:ln>
                <a:noFill/>
              </a:ln>
              <a:solidFill>
                <a:srgbClr val="455F51"/>
              </a:solidFill>
              <a:effectLst/>
              <a:uLnTx/>
              <a:uFillTx/>
              <a:latin typeface="Source Han Sans CN Regular" panose="020B0500000000000000" pitchFamily="34" charset="-128"/>
              <a:ea typeface="Source Han Sans CN Regular" panose="020B0500000000000000" pitchFamily="34" charset="-128"/>
              <a:cs typeface="思源黑体 CN Medium" panose="020B0600000000000000" pitchFamily="34" charset="-122"/>
              <a:sym typeface="字魂58号-创中黑" panose="00000500000000000000" charset="-122"/>
            </a:endParaRPr>
          </a:p>
        </p:txBody>
      </p:sp>
      <p:sp>
        <p:nvSpPr>
          <p:cNvPr id="10" name="图形"/>
          <p:cNvSpPr>
            <a:spLocks noChangeArrowheads="1"/>
          </p:cNvSpPr>
          <p:nvPr/>
        </p:nvSpPr>
        <p:spPr bwMode="auto">
          <a:xfrm>
            <a:off x="1868805" y="4575976"/>
            <a:ext cx="592455" cy="611505"/>
          </a:xfrm>
          <a:custGeom>
            <a:avLst/>
            <a:gdLst>
              <a:gd name="T0" fmla="*/ 111726 w 444"/>
              <a:gd name="T1" fmla="*/ 150538 h 462"/>
              <a:gd name="T2" fmla="*/ 111726 w 444"/>
              <a:gd name="T3" fmla="*/ 150538 h 462"/>
              <a:gd name="T4" fmla="*/ 144162 w 444"/>
              <a:gd name="T5" fmla="*/ 114802 h 462"/>
              <a:gd name="T6" fmla="*/ 199574 w 444"/>
              <a:gd name="T7" fmla="*/ 31716 h 462"/>
              <a:gd name="T8" fmla="*/ 191916 w 444"/>
              <a:gd name="T9" fmla="*/ 23675 h 462"/>
              <a:gd name="T10" fmla="*/ 155875 w 444"/>
              <a:gd name="T11" fmla="*/ 23675 h 462"/>
              <a:gd name="T12" fmla="*/ 100013 w 444"/>
              <a:gd name="T13" fmla="*/ 0 h 462"/>
              <a:gd name="T14" fmla="*/ 44150 w 444"/>
              <a:gd name="T15" fmla="*/ 23675 h 462"/>
              <a:gd name="T16" fmla="*/ 8109 w 444"/>
              <a:gd name="T17" fmla="*/ 23675 h 462"/>
              <a:gd name="T18" fmla="*/ 0 w 444"/>
              <a:gd name="T19" fmla="*/ 31716 h 462"/>
              <a:gd name="T20" fmla="*/ 55863 w 444"/>
              <a:gd name="T21" fmla="*/ 114802 h 462"/>
              <a:gd name="T22" fmla="*/ 87849 w 444"/>
              <a:gd name="T23" fmla="*/ 150538 h 462"/>
              <a:gd name="T24" fmla="*/ 87849 w 444"/>
              <a:gd name="T25" fmla="*/ 166172 h 462"/>
              <a:gd name="T26" fmla="*/ 48204 w 444"/>
              <a:gd name="T27" fmla="*/ 185827 h 462"/>
              <a:gd name="T28" fmla="*/ 100013 w 444"/>
              <a:gd name="T29" fmla="*/ 205928 h 462"/>
              <a:gd name="T30" fmla="*/ 147766 w 444"/>
              <a:gd name="T31" fmla="*/ 185827 h 462"/>
              <a:gd name="T32" fmla="*/ 111726 w 444"/>
              <a:gd name="T33" fmla="*/ 166172 h 462"/>
              <a:gd name="T34" fmla="*/ 111726 w 444"/>
              <a:gd name="T35" fmla="*/ 150538 h 462"/>
              <a:gd name="T36" fmla="*/ 144162 w 444"/>
              <a:gd name="T37" fmla="*/ 94700 h 462"/>
              <a:gd name="T38" fmla="*/ 144162 w 444"/>
              <a:gd name="T39" fmla="*/ 94700 h 462"/>
              <a:gd name="T40" fmla="*/ 155875 w 444"/>
              <a:gd name="T41" fmla="*/ 39756 h 462"/>
              <a:gd name="T42" fmla="*/ 183807 w 444"/>
              <a:gd name="T43" fmla="*/ 39756 h 462"/>
              <a:gd name="T44" fmla="*/ 144162 w 444"/>
              <a:gd name="T45" fmla="*/ 94700 h 462"/>
              <a:gd name="T46" fmla="*/ 100013 w 444"/>
              <a:gd name="T47" fmla="*/ 16081 h 462"/>
              <a:gd name="T48" fmla="*/ 100013 w 444"/>
              <a:gd name="T49" fmla="*/ 16081 h 462"/>
              <a:gd name="T50" fmla="*/ 144162 w 444"/>
              <a:gd name="T51" fmla="*/ 31716 h 462"/>
              <a:gd name="T52" fmla="*/ 100013 w 444"/>
              <a:gd name="T53" fmla="*/ 51370 h 462"/>
              <a:gd name="T54" fmla="*/ 55863 w 444"/>
              <a:gd name="T55" fmla="*/ 31716 h 462"/>
              <a:gd name="T56" fmla="*/ 100013 w 444"/>
              <a:gd name="T57" fmla="*/ 16081 h 462"/>
              <a:gd name="T58" fmla="*/ 16218 w 444"/>
              <a:gd name="T59" fmla="*/ 39756 h 462"/>
              <a:gd name="T60" fmla="*/ 16218 w 444"/>
              <a:gd name="T61" fmla="*/ 39756 h 462"/>
              <a:gd name="T62" fmla="*/ 44150 w 444"/>
              <a:gd name="T63" fmla="*/ 39756 h 462"/>
              <a:gd name="T64" fmla="*/ 55863 w 444"/>
              <a:gd name="T65" fmla="*/ 94700 h 462"/>
              <a:gd name="T66" fmla="*/ 16218 w 444"/>
              <a:gd name="T67" fmla="*/ 39756 h 462"/>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444" h="462">
                <a:moveTo>
                  <a:pt x="248" y="337"/>
                </a:moveTo>
                <a:lnTo>
                  <a:pt x="248" y="337"/>
                </a:lnTo>
                <a:cubicBezTo>
                  <a:pt x="248" y="302"/>
                  <a:pt x="275" y="283"/>
                  <a:pt x="320" y="257"/>
                </a:cubicBezTo>
                <a:cubicBezTo>
                  <a:pt x="373" y="221"/>
                  <a:pt x="443" y="177"/>
                  <a:pt x="443" y="71"/>
                </a:cubicBezTo>
                <a:cubicBezTo>
                  <a:pt x="443" y="62"/>
                  <a:pt x="434" y="53"/>
                  <a:pt x="426" y="53"/>
                </a:cubicBezTo>
                <a:cubicBezTo>
                  <a:pt x="346" y="53"/>
                  <a:pt x="346" y="53"/>
                  <a:pt x="346" y="53"/>
                </a:cubicBezTo>
                <a:cubicBezTo>
                  <a:pt x="328" y="27"/>
                  <a:pt x="293" y="0"/>
                  <a:pt x="222" y="0"/>
                </a:cubicBezTo>
                <a:cubicBezTo>
                  <a:pt x="151" y="0"/>
                  <a:pt x="116" y="27"/>
                  <a:pt x="98" y="53"/>
                </a:cubicBezTo>
                <a:cubicBezTo>
                  <a:pt x="18" y="53"/>
                  <a:pt x="18" y="53"/>
                  <a:pt x="18" y="53"/>
                </a:cubicBezTo>
                <a:cubicBezTo>
                  <a:pt x="9" y="53"/>
                  <a:pt x="0" y="62"/>
                  <a:pt x="0" y="71"/>
                </a:cubicBezTo>
                <a:cubicBezTo>
                  <a:pt x="0" y="177"/>
                  <a:pt x="62" y="221"/>
                  <a:pt x="124" y="257"/>
                </a:cubicBezTo>
                <a:cubicBezTo>
                  <a:pt x="169" y="283"/>
                  <a:pt x="195" y="302"/>
                  <a:pt x="195" y="337"/>
                </a:cubicBezTo>
                <a:cubicBezTo>
                  <a:pt x="195" y="372"/>
                  <a:pt x="195" y="372"/>
                  <a:pt x="195" y="372"/>
                </a:cubicBezTo>
                <a:cubicBezTo>
                  <a:pt x="142" y="381"/>
                  <a:pt x="107" y="399"/>
                  <a:pt x="107" y="416"/>
                </a:cubicBezTo>
                <a:cubicBezTo>
                  <a:pt x="107" y="443"/>
                  <a:pt x="160" y="461"/>
                  <a:pt x="222" y="461"/>
                </a:cubicBezTo>
                <a:cubicBezTo>
                  <a:pt x="283" y="461"/>
                  <a:pt x="328" y="443"/>
                  <a:pt x="328" y="416"/>
                </a:cubicBezTo>
                <a:cubicBezTo>
                  <a:pt x="328" y="399"/>
                  <a:pt x="302" y="381"/>
                  <a:pt x="248" y="372"/>
                </a:cubicBezTo>
                <a:lnTo>
                  <a:pt x="248" y="337"/>
                </a:lnTo>
                <a:close/>
                <a:moveTo>
                  <a:pt x="320" y="212"/>
                </a:moveTo>
                <a:lnTo>
                  <a:pt x="320" y="212"/>
                </a:lnTo>
                <a:cubicBezTo>
                  <a:pt x="337" y="186"/>
                  <a:pt x="346" y="142"/>
                  <a:pt x="346" y="89"/>
                </a:cubicBezTo>
                <a:cubicBezTo>
                  <a:pt x="408" y="89"/>
                  <a:pt x="408" y="89"/>
                  <a:pt x="408" y="89"/>
                </a:cubicBezTo>
                <a:cubicBezTo>
                  <a:pt x="399" y="151"/>
                  <a:pt x="364" y="186"/>
                  <a:pt x="320" y="212"/>
                </a:cubicBezTo>
                <a:close/>
                <a:moveTo>
                  <a:pt x="222" y="36"/>
                </a:moveTo>
                <a:lnTo>
                  <a:pt x="222" y="36"/>
                </a:lnTo>
                <a:cubicBezTo>
                  <a:pt x="293" y="36"/>
                  <a:pt x="320" y="62"/>
                  <a:pt x="320" y="71"/>
                </a:cubicBezTo>
                <a:cubicBezTo>
                  <a:pt x="320" y="80"/>
                  <a:pt x="293" y="106"/>
                  <a:pt x="222" y="115"/>
                </a:cubicBezTo>
                <a:cubicBezTo>
                  <a:pt x="151" y="106"/>
                  <a:pt x="124" y="80"/>
                  <a:pt x="124" y="71"/>
                </a:cubicBezTo>
                <a:cubicBezTo>
                  <a:pt x="124" y="62"/>
                  <a:pt x="151" y="36"/>
                  <a:pt x="222" y="36"/>
                </a:cubicBezTo>
                <a:close/>
                <a:moveTo>
                  <a:pt x="36" y="89"/>
                </a:moveTo>
                <a:lnTo>
                  <a:pt x="36" y="89"/>
                </a:lnTo>
                <a:cubicBezTo>
                  <a:pt x="98" y="89"/>
                  <a:pt x="98" y="89"/>
                  <a:pt x="98" y="89"/>
                </a:cubicBezTo>
                <a:cubicBezTo>
                  <a:pt x="98" y="142"/>
                  <a:pt x="107" y="186"/>
                  <a:pt x="124" y="212"/>
                </a:cubicBezTo>
                <a:cubicBezTo>
                  <a:pt x="80" y="186"/>
                  <a:pt x="36" y="151"/>
                  <a:pt x="36" y="89"/>
                </a:cubicBezTo>
                <a:close/>
              </a:path>
            </a:pathLst>
          </a:custGeom>
          <a:solidFill>
            <a:schemeClr val="tx1">
              <a:lumMod val="75000"/>
              <a:lumOff val="25000"/>
            </a:schemeClr>
          </a:solidFill>
          <a:ln w="12700" cap="flat" cmpd="sng" algn="ctr">
            <a:noFill/>
            <a:prstDash val="solid"/>
            <a:miter lim="800000"/>
          </a:ln>
          <a:effectLst/>
        </p:spPr>
        <p:txBody>
          <a:bodyPr rtlCol="0" anchor="ctr"/>
          <a:lstStyle/>
          <a:p>
            <a:pPr algn="ctr"/>
            <a:endParaRPr lang="en-US" kern="0">
              <a:solidFill>
                <a:srgbClr val="3D485D"/>
              </a:solidFill>
              <a:latin typeface="Source Han Sans CN Regular" panose="020B0500000000000000" pitchFamily="34" charset="-128"/>
              <a:ea typeface="Source Han Sans CN Regular" panose="020B0500000000000000" pitchFamily="34" charset="-128"/>
              <a:cs typeface="字魂58号-创中黑" panose="00000500000000000000" charset="-122"/>
              <a:sym typeface="字魂58号-创中黑" panose="00000500000000000000" charset="-122"/>
            </a:endParaRPr>
          </a:p>
        </p:txBody>
      </p:sp>
      <p:sp>
        <p:nvSpPr>
          <p:cNvPr id="11" name="图形"/>
          <p:cNvSpPr>
            <a:spLocks noChangeArrowheads="1"/>
          </p:cNvSpPr>
          <p:nvPr/>
        </p:nvSpPr>
        <p:spPr bwMode="auto">
          <a:xfrm>
            <a:off x="1885315" y="1910881"/>
            <a:ext cx="559435" cy="554990"/>
          </a:xfrm>
          <a:custGeom>
            <a:avLst/>
            <a:gdLst>
              <a:gd name="T0" fmla="*/ 172604 w 417"/>
              <a:gd name="T1" fmla="*/ 91192 h 417"/>
              <a:gd name="T2" fmla="*/ 172604 w 417"/>
              <a:gd name="T3" fmla="*/ 91192 h 417"/>
              <a:gd name="T4" fmla="*/ 188460 w 417"/>
              <a:gd name="T5" fmla="*/ 63340 h 417"/>
              <a:gd name="T6" fmla="*/ 184836 w 417"/>
              <a:gd name="T7" fmla="*/ 47617 h 417"/>
              <a:gd name="T8" fmla="*/ 152671 w 417"/>
              <a:gd name="T9" fmla="*/ 35488 h 417"/>
              <a:gd name="T10" fmla="*/ 144516 w 417"/>
              <a:gd name="T11" fmla="*/ 7637 h 417"/>
              <a:gd name="T12" fmla="*/ 124583 w 417"/>
              <a:gd name="T13" fmla="*/ 0 h 417"/>
              <a:gd name="T14" fmla="*/ 96495 w 417"/>
              <a:gd name="T15" fmla="*/ 15723 h 417"/>
              <a:gd name="T16" fmla="*/ 68407 w 417"/>
              <a:gd name="T17" fmla="*/ 0 h 417"/>
              <a:gd name="T18" fmla="*/ 48474 w 417"/>
              <a:gd name="T19" fmla="*/ 7637 h 417"/>
              <a:gd name="T20" fmla="*/ 40320 w 417"/>
              <a:gd name="T21" fmla="*/ 35488 h 417"/>
              <a:gd name="T22" fmla="*/ 8155 w 417"/>
              <a:gd name="T23" fmla="*/ 47617 h 417"/>
              <a:gd name="T24" fmla="*/ 0 w 417"/>
              <a:gd name="T25" fmla="*/ 63340 h 417"/>
              <a:gd name="T26" fmla="*/ 19933 w 417"/>
              <a:gd name="T27" fmla="*/ 91192 h 417"/>
              <a:gd name="T28" fmla="*/ 0 w 417"/>
              <a:gd name="T29" fmla="*/ 123536 h 417"/>
              <a:gd name="T30" fmla="*/ 8155 w 417"/>
              <a:gd name="T31" fmla="*/ 139258 h 417"/>
              <a:gd name="T32" fmla="*/ 40320 w 417"/>
              <a:gd name="T33" fmla="*/ 147344 h 417"/>
              <a:gd name="T34" fmla="*/ 48474 w 417"/>
              <a:gd name="T35" fmla="*/ 178790 h 417"/>
              <a:gd name="T36" fmla="*/ 68407 w 417"/>
              <a:gd name="T37" fmla="*/ 186876 h 417"/>
              <a:gd name="T38" fmla="*/ 96495 w 417"/>
              <a:gd name="T39" fmla="*/ 167110 h 417"/>
              <a:gd name="T40" fmla="*/ 124583 w 417"/>
              <a:gd name="T41" fmla="*/ 186876 h 417"/>
              <a:gd name="T42" fmla="*/ 144516 w 417"/>
              <a:gd name="T43" fmla="*/ 178790 h 417"/>
              <a:gd name="T44" fmla="*/ 152671 w 417"/>
              <a:gd name="T45" fmla="*/ 147344 h 417"/>
              <a:gd name="T46" fmla="*/ 184836 w 417"/>
              <a:gd name="T47" fmla="*/ 139258 h 417"/>
              <a:gd name="T48" fmla="*/ 188460 w 417"/>
              <a:gd name="T49" fmla="*/ 119043 h 417"/>
              <a:gd name="T50" fmla="*/ 172604 w 417"/>
              <a:gd name="T51" fmla="*/ 91192 h 417"/>
              <a:gd name="T52" fmla="*/ 96495 w 417"/>
              <a:gd name="T53" fmla="*/ 131172 h 417"/>
              <a:gd name="T54" fmla="*/ 96495 w 417"/>
              <a:gd name="T55" fmla="*/ 131172 h 417"/>
              <a:gd name="T56" fmla="*/ 56629 w 417"/>
              <a:gd name="T57" fmla="*/ 91192 h 417"/>
              <a:gd name="T58" fmla="*/ 96495 w 417"/>
              <a:gd name="T59" fmla="*/ 51660 h 417"/>
              <a:gd name="T60" fmla="*/ 136362 w 417"/>
              <a:gd name="T61" fmla="*/ 91192 h 417"/>
              <a:gd name="T62" fmla="*/ 96495 w 417"/>
              <a:gd name="T63" fmla="*/ 131172 h 417"/>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417" h="417">
                <a:moveTo>
                  <a:pt x="381" y="203"/>
                </a:moveTo>
                <a:lnTo>
                  <a:pt x="381" y="203"/>
                </a:lnTo>
                <a:cubicBezTo>
                  <a:pt x="381" y="177"/>
                  <a:pt x="399" y="159"/>
                  <a:pt x="416" y="141"/>
                </a:cubicBezTo>
                <a:cubicBezTo>
                  <a:pt x="416" y="132"/>
                  <a:pt x="408" y="115"/>
                  <a:pt x="408" y="106"/>
                </a:cubicBezTo>
                <a:cubicBezTo>
                  <a:pt x="372" y="115"/>
                  <a:pt x="354" y="97"/>
                  <a:pt x="337" y="79"/>
                </a:cubicBezTo>
                <a:cubicBezTo>
                  <a:pt x="319" y="62"/>
                  <a:pt x="310" y="44"/>
                  <a:pt x="319" y="17"/>
                </a:cubicBezTo>
                <a:cubicBezTo>
                  <a:pt x="310" y="9"/>
                  <a:pt x="293" y="0"/>
                  <a:pt x="275" y="0"/>
                </a:cubicBezTo>
                <a:cubicBezTo>
                  <a:pt x="266" y="17"/>
                  <a:pt x="240" y="35"/>
                  <a:pt x="213" y="35"/>
                </a:cubicBezTo>
                <a:cubicBezTo>
                  <a:pt x="187" y="35"/>
                  <a:pt x="160" y="17"/>
                  <a:pt x="151" y="0"/>
                </a:cubicBezTo>
                <a:cubicBezTo>
                  <a:pt x="133" y="0"/>
                  <a:pt x="116" y="9"/>
                  <a:pt x="107" y="17"/>
                </a:cubicBezTo>
                <a:cubicBezTo>
                  <a:pt x="116" y="44"/>
                  <a:pt x="107" y="62"/>
                  <a:pt x="89" y="79"/>
                </a:cubicBezTo>
                <a:cubicBezTo>
                  <a:pt x="72" y="97"/>
                  <a:pt x="44" y="115"/>
                  <a:pt x="18" y="106"/>
                </a:cubicBezTo>
                <a:cubicBezTo>
                  <a:pt x="18" y="115"/>
                  <a:pt x="9" y="132"/>
                  <a:pt x="0" y="141"/>
                </a:cubicBezTo>
                <a:cubicBezTo>
                  <a:pt x="27" y="159"/>
                  <a:pt x="44" y="177"/>
                  <a:pt x="44" y="203"/>
                </a:cubicBezTo>
                <a:cubicBezTo>
                  <a:pt x="44" y="230"/>
                  <a:pt x="27" y="256"/>
                  <a:pt x="0" y="275"/>
                </a:cubicBezTo>
                <a:cubicBezTo>
                  <a:pt x="9" y="283"/>
                  <a:pt x="18" y="301"/>
                  <a:pt x="18" y="310"/>
                </a:cubicBezTo>
                <a:cubicBezTo>
                  <a:pt x="44" y="310"/>
                  <a:pt x="72" y="310"/>
                  <a:pt x="89" y="328"/>
                </a:cubicBezTo>
                <a:cubicBezTo>
                  <a:pt x="107" y="345"/>
                  <a:pt x="116" y="372"/>
                  <a:pt x="107" y="398"/>
                </a:cubicBezTo>
                <a:cubicBezTo>
                  <a:pt x="116" y="407"/>
                  <a:pt x="133" y="407"/>
                  <a:pt x="151" y="416"/>
                </a:cubicBezTo>
                <a:cubicBezTo>
                  <a:pt x="160" y="389"/>
                  <a:pt x="187" y="372"/>
                  <a:pt x="213" y="372"/>
                </a:cubicBezTo>
                <a:cubicBezTo>
                  <a:pt x="240" y="372"/>
                  <a:pt x="266" y="389"/>
                  <a:pt x="275" y="416"/>
                </a:cubicBezTo>
                <a:cubicBezTo>
                  <a:pt x="293" y="407"/>
                  <a:pt x="310" y="407"/>
                  <a:pt x="319" y="398"/>
                </a:cubicBezTo>
                <a:cubicBezTo>
                  <a:pt x="310" y="372"/>
                  <a:pt x="319" y="345"/>
                  <a:pt x="337" y="328"/>
                </a:cubicBezTo>
                <a:cubicBezTo>
                  <a:pt x="354" y="310"/>
                  <a:pt x="372" y="301"/>
                  <a:pt x="408" y="310"/>
                </a:cubicBezTo>
                <a:cubicBezTo>
                  <a:pt x="408" y="292"/>
                  <a:pt x="416" y="283"/>
                  <a:pt x="416" y="265"/>
                </a:cubicBezTo>
                <a:cubicBezTo>
                  <a:pt x="399" y="256"/>
                  <a:pt x="381" y="230"/>
                  <a:pt x="381" y="203"/>
                </a:cubicBezTo>
                <a:close/>
                <a:moveTo>
                  <a:pt x="213" y="292"/>
                </a:moveTo>
                <a:lnTo>
                  <a:pt x="213" y="292"/>
                </a:lnTo>
                <a:cubicBezTo>
                  <a:pt x="160" y="292"/>
                  <a:pt x="125" y="256"/>
                  <a:pt x="125" y="203"/>
                </a:cubicBezTo>
                <a:cubicBezTo>
                  <a:pt x="125" y="159"/>
                  <a:pt x="160" y="115"/>
                  <a:pt x="213" y="115"/>
                </a:cubicBezTo>
                <a:cubicBezTo>
                  <a:pt x="266" y="115"/>
                  <a:pt x="301" y="159"/>
                  <a:pt x="301" y="203"/>
                </a:cubicBezTo>
                <a:cubicBezTo>
                  <a:pt x="301" y="256"/>
                  <a:pt x="266" y="292"/>
                  <a:pt x="213" y="292"/>
                </a:cubicBezTo>
                <a:close/>
              </a:path>
            </a:pathLst>
          </a:custGeom>
          <a:solidFill>
            <a:schemeClr val="tx1">
              <a:lumMod val="75000"/>
              <a:lumOff val="25000"/>
            </a:schemeClr>
          </a:solidFill>
          <a:ln w="12700" cap="flat" cmpd="sng" algn="ctr">
            <a:noFill/>
            <a:prstDash val="solid"/>
            <a:miter lim="800000"/>
          </a:ln>
          <a:effectLst/>
        </p:spPr>
        <p:txBody>
          <a:bodyPr rtlCol="0" anchor="ctr"/>
          <a:lstStyle/>
          <a:p>
            <a:pPr algn="ctr"/>
            <a:endParaRPr lang="en-US" kern="0">
              <a:solidFill>
                <a:srgbClr val="3D485D"/>
              </a:solidFill>
              <a:latin typeface="Source Han Sans CN Regular" panose="020B0500000000000000" pitchFamily="34" charset="-128"/>
              <a:ea typeface="Source Han Sans CN Regular" panose="020B0500000000000000" pitchFamily="34" charset="-128"/>
              <a:cs typeface="字魂58号-创中黑" panose="00000500000000000000" charset="-122"/>
              <a:sym typeface="字魂58号-创中黑" panose="00000500000000000000" charset="-122"/>
            </a:endParaRPr>
          </a:p>
        </p:txBody>
      </p:sp>
      <p:sp>
        <p:nvSpPr>
          <p:cNvPr id="12" name="图形"/>
          <p:cNvSpPr>
            <a:spLocks noChangeArrowheads="1"/>
          </p:cNvSpPr>
          <p:nvPr/>
        </p:nvSpPr>
        <p:spPr bwMode="auto">
          <a:xfrm>
            <a:off x="1868805" y="3229141"/>
            <a:ext cx="592455" cy="611505"/>
          </a:xfrm>
          <a:custGeom>
            <a:avLst/>
            <a:gdLst>
              <a:gd name="T0" fmla="*/ 179798 w 445"/>
              <a:gd name="T1" fmla="*/ 71025 h 462"/>
              <a:gd name="T2" fmla="*/ 179798 w 445"/>
              <a:gd name="T3" fmla="*/ 71025 h 462"/>
              <a:gd name="T4" fmla="*/ 119566 w 445"/>
              <a:gd name="T5" fmla="*/ 3574 h 462"/>
              <a:gd name="T6" fmla="*/ 16182 w 445"/>
              <a:gd name="T7" fmla="*/ 110781 h 462"/>
              <a:gd name="T8" fmla="*/ 4045 w 445"/>
              <a:gd name="T9" fmla="*/ 142497 h 462"/>
              <a:gd name="T10" fmla="*/ 36409 w 445"/>
              <a:gd name="T11" fmla="*/ 158578 h 462"/>
              <a:gd name="T12" fmla="*/ 44050 w 445"/>
              <a:gd name="T13" fmla="*/ 154558 h 462"/>
              <a:gd name="T14" fmla="*/ 60232 w 445"/>
              <a:gd name="T15" fmla="*/ 166172 h 462"/>
              <a:gd name="T16" fmla="*/ 71919 w 445"/>
              <a:gd name="T17" fmla="*/ 193867 h 462"/>
              <a:gd name="T18" fmla="*/ 84055 w 445"/>
              <a:gd name="T19" fmla="*/ 201908 h 462"/>
              <a:gd name="T20" fmla="*/ 107879 w 445"/>
              <a:gd name="T21" fmla="*/ 193867 h 462"/>
              <a:gd name="T22" fmla="*/ 111924 w 445"/>
              <a:gd name="T23" fmla="*/ 185827 h 462"/>
              <a:gd name="T24" fmla="*/ 103833 w 445"/>
              <a:gd name="T25" fmla="*/ 174213 h 462"/>
              <a:gd name="T26" fmla="*/ 91697 w 445"/>
              <a:gd name="T27" fmla="*/ 150538 h 462"/>
              <a:gd name="T28" fmla="*/ 103833 w 445"/>
              <a:gd name="T29" fmla="*/ 138477 h 462"/>
              <a:gd name="T30" fmla="*/ 187439 w 445"/>
              <a:gd name="T31" fmla="*/ 158578 h 462"/>
              <a:gd name="T32" fmla="*/ 179798 w 445"/>
              <a:gd name="T33" fmla="*/ 71025 h 462"/>
              <a:gd name="T34" fmla="*/ 175303 w 445"/>
              <a:gd name="T35" fmla="*/ 138477 h 462"/>
              <a:gd name="T36" fmla="*/ 175303 w 445"/>
              <a:gd name="T37" fmla="*/ 138477 h 462"/>
              <a:gd name="T38" fmla="*/ 135747 w 445"/>
              <a:gd name="T39" fmla="*/ 91127 h 462"/>
              <a:gd name="T40" fmla="*/ 127656 w 445"/>
              <a:gd name="T41" fmla="*/ 27695 h 462"/>
              <a:gd name="T42" fmla="*/ 163616 w 445"/>
              <a:gd name="T43" fmla="*/ 79066 h 462"/>
              <a:gd name="T44" fmla="*/ 175303 w 445"/>
              <a:gd name="T45" fmla="*/ 138477 h 462"/>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445" h="462">
                <a:moveTo>
                  <a:pt x="400" y="159"/>
                </a:moveTo>
                <a:lnTo>
                  <a:pt x="400" y="159"/>
                </a:lnTo>
                <a:cubicBezTo>
                  <a:pt x="364" y="71"/>
                  <a:pt x="302" y="0"/>
                  <a:pt x="266" y="8"/>
                </a:cubicBezTo>
                <a:cubicBezTo>
                  <a:pt x="213" y="36"/>
                  <a:pt x="302" y="142"/>
                  <a:pt x="36" y="248"/>
                </a:cubicBezTo>
                <a:cubicBezTo>
                  <a:pt x="9" y="257"/>
                  <a:pt x="0" y="292"/>
                  <a:pt x="9" y="319"/>
                </a:cubicBezTo>
                <a:cubicBezTo>
                  <a:pt x="18" y="337"/>
                  <a:pt x="53" y="363"/>
                  <a:pt x="81" y="355"/>
                </a:cubicBezTo>
                <a:lnTo>
                  <a:pt x="98" y="346"/>
                </a:lnTo>
                <a:cubicBezTo>
                  <a:pt x="116" y="372"/>
                  <a:pt x="134" y="355"/>
                  <a:pt x="134" y="372"/>
                </a:cubicBezTo>
                <a:cubicBezTo>
                  <a:pt x="143" y="390"/>
                  <a:pt x="160" y="425"/>
                  <a:pt x="160" y="434"/>
                </a:cubicBezTo>
                <a:cubicBezTo>
                  <a:pt x="169" y="443"/>
                  <a:pt x="178" y="461"/>
                  <a:pt x="187" y="452"/>
                </a:cubicBezTo>
                <a:cubicBezTo>
                  <a:pt x="196" y="452"/>
                  <a:pt x="231" y="443"/>
                  <a:pt x="240" y="434"/>
                </a:cubicBezTo>
                <a:cubicBezTo>
                  <a:pt x="257" y="434"/>
                  <a:pt x="257" y="425"/>
                  <a:pt x="249" y="416"/>
                </a:cubicBezTo>
                <a:cubicBezTo>
                  <a:pt x="249" y="408"/>
                  <a:pt x="231" y="399"/>
                  <a:pt x="231" y="390"/>
                </a:cubicBezTo>
                <a:cubicBezTo>
                  <a:pt x="222" y="381"/>
                  <a:pt x="213" y="346"/>
                  <a:pt x="204" y="337"/>
                </a:cubicBezTo>
                <a:cubicBezTo>
                  <a:pt x="196" y="328"/>
                  <a:pt x="213" y="310"/>
                  <a:pt x="231" y="310"/>
                </a:cubicBezTo>
                <a:cubicBezTo>
                  <a:pt x="355" y="302"/>
                  <a:pt x="373" y="372"/>
                  <a:pt x="417" y="355"/>
                </a:cubicBezTo>
                <a:cubicBezTo>
                  <a:pt x="444" y="346"/>
                  <a:pt x="444" y="248"/>
                  <a:pt x="400" y="159"/>
                </a:cubicBezTo>
                <a:close/>
                <a:moveTo>
                  <a:pt x="390" y="310"/>
                </a:moveTo>
                <a:lnTo>
                  <a:pt x="390" y="310"/>
                </a:lnTo>
                <a:cubicBezTo>
                  <a:pt x="381" y="310"/>
                  <a:pt x="328" y="275"/>
                  <a:pt x="302" y="204"/>
                </a:cubicBezTo>
                <a:cubicBezTo>
                  <a:pt x="275" y="133"/>
                  <a:pt x="275" y="62"/>
                  <a:pt x="284" y="62"/>
                </a:cubicBezTo>
                <a:cubicBezTo>
                  <a:pt x="293" y="62"/>
                  <a:pt x="337" y="106"/>
                  <a:pt x="364" y="177"/>
                </a:cubicBezTo>
                <a:cubicBezTo>
                  <a:pt x="400" y="248"/>
                  <a:pt x="390" y="302"/>
                  <a:pt x="390" y="310"/>
                </a:cubicBezTo>
                <a:close/>
              </a:path>
            </a:pathLst>
          </a:custGeom>
          <a:solidFill>
            <a:schemeClr val="tx1">
              <a:lumMod val="75000"/>
              <a:lumOff val="25000"/>
            </a:schemeClr>
          </a:solidFill>
          <a:ln w="12700" cap="flat" cmpd="sng" algn="ctr">
            <a:noFill/>
            <a:prstDash val="solid"/>
            <a:miter lim="800000"/>
          </a:ln>
          <a:effectLst/>
        </p:spPr>
        <p:txBody>
          <a:bodyPr rtlCol="0" anchor="ctr"/>
          <a:lstStyle/>
          <a:p>
            <a:pPr algn="ctr"/>
            <a:endParaRPr lang="en-US" kern="0">
              <a:solidFill>
                <a:srgbClr val="3D485D"/>
              </a:solidFill>
              <a:latin typeface="Source Han Sans CN Regular" panose="020B0500000000000000" pitchFamily="34" charset="-128"/>
              <a:ea typeface="Source Han Sans CN Regular" panose="020B0500000000000000" pitchFamily="34" charset="-128"/>
              <a:cs typeface="字魂58号-创中黑" panose="00000500000000000000" charset="-122"/>
              <a:sym typeface="字魂58号-创中黑" panose="00000500000000000000" charset="-122"/>
            </a:endParaRPr>
          </a:p>
        </p:txBody>
      </p:sp>
      <p:sp>
        <p:nvSpPr>
          <p:cNvPr id="13" name="图形"/>
          <p:cNvSpPr/>
          <p:nvPr/>
        </p:nvSpPr>
        <p:spPr>
          <a:xfrm>
            <a:off x="1381125" y="2116621"/>
            <a:ext cx="154940" cy="154940"/>
          </a:xfrm>
          <a:prstGeom prst="ellipse">
            <a:avLst/>
          </a:prstGeom>
          <a:solidFill>
            <a:schemeClr val="tx1">
              <a:lumMod val="75000"/>
              <a:lumOff val="25000"/>
            </a:schemeClr>
          </a:solidFill>
          <a:ln w="381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u="none" strike="noStrike" kern="1200" cap="none" spc="0" normalizeH="0" baseline="0" noProof="0" dirty="0">
              <a:ln>
                <a:noFill/>
              </a:ln>
              <a:solidFill>
                <a:prstClr val="white"/>
              </a:solidFill>
              <a:effectLst/>
              <a:uLnTx/>
              <a:uFillTx/>
              <a:latin typeface="Source Han Sans CN Regular" panose="020B0500000000000000" pitchFamily="34" charset="-128"/>
              <a:ea typeface="Source Han Sans CN Regular" panose="020B0500000000000000" pitchFamily="34" charset="-128"/>
              <a:cs typeface="字魂58号-创中黑" panose="00000500000000000000" charset="-122"/>
              <a:sym typeface="字魂58号-创中黑" panose="00000500000000000000" charset="-122"/>
            </a:endParaRPr>
          </a:p>
        </p:txBody>
      </p:sp>
      <p:sp>
        <p:nvSpPr>
          <p:cNvPr id="14" name="图形"/>
          <p:cNvSpPr/>
          <p:nvPr/>
        </p:nvSpPr>
        <p:spPr>
          <a:xfrm>
            <a:off x="1381125" y="3463456"/>
            <a:ext cx="154940" cy="154940"/>
          </a:xfrm>
          <a:prstGeom prst="ellipse">
            <a:avLst/>
          </a:prstGeom>
          <a:solidFill>
            <a:schemeClr val="tx1">
              <a:lumMod val="75000"/>
              <a:lumOff val="25000"/>
            </a:schemeClr>
          </a:solidFill>
          <a:ln w="381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u="none" strike="noStrike" kern="1200" cap="none" spc="0" normalizeH="0" baseline="0" noProof="0">
              <a:ln>
                <a:noFill/>
              </a:ln>
              <a:solidFill>
                <a:prstClr val="white"/>
              </a:solidFill>
              <a:effectLst/>
              <a:uLnTx/>
              <a:uFillTx/>
              <a:latin typeface="Source Han Sans CN Regular" panose="020B0500000000000000" pitchFamily="34" charset="-128"/>
              <a:ea typeface="Source Han Sans CN Regular" panose="020B0500000000000000" pitchFamily="34" charset="-128"/>
              <a:cs typeface="字魂58号-创中黑" panose="00000500000000000000" charset="-122"/>
              <a:sym typeface="字魂58号-创中黑" panose="00000500000000000000" charset="-122"/>
            </a:endParaRPr>
          </a:p>
        </p:txBody>
      </p:sp>
      <p:sp>
        <p:nvSpPr>
          <p:cNvPr id="15" name="图形"/>
          <p:cNvSpPr/>
          <p:nvPr/>
        </p:nvSpPr>
        <p:spPr>
          <a:xfrm>
            <a:off x="1381125" y="4803941"/>
            <a:ext cx="154940" cy="154940"/>
          </a:xfrm>
          <a:prstGeom prst="ellipse">
            <a:avLst/>
          </a:prstGeom>
          <a:solidFill>
            <a:schemeClr val="tx1">
              <a:lumMod val="75000"/>
              <a:lumOff val="25000"/>
            </a:schemeClr>
          </a:solidFill>
          <a:ln w="381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u="none" strike="noStrike" kern="1200" cap="none" spc="0" normalizeH="0" baseline="0" noProof="0">
              <a:ln>
                <a:noFill/>
              </a:ln>
              <a:solidFill>
                <a:prstClr val="white"/>
              </a:solidFill>
              <a:effectLst/>
              <a:uLnTx/>
              <a:uFillTx/>
              <a:latin typeface="Source Han Sans CN Regular" panose="020B0500000000000000" pitchFamily="34" charset="-128"/>
              <a:ea typeface="Source Han Sans CN Regular" panose="020B0500000000000000" pitchFamily="34" charset="-128"/>
              <a:cs typeface="字魂58号-创中黑" panose="00000500000000000000" charset="-122"/>
              <a:sym typeface="字魂58号-创中黑" panose="00000500000000000000" charset="-122"/>
            </a:endParaRPr>
          </a:p>
        </p:txBody>
      </p:sp>
      <p:cxnSp>
        <p:nvCxnSpPr>
          <p:cNvPr id="16" name="图形"/>
          <p:cNvCxnSpPr>
            <a:stCxn id="15" idx="4"/>
          </p:cNvCxnSpPr>
          <p:nvPr/>
        </p:nvCxnSpPr>
        <p:spPr>
          <a:xfrm>
            <a:off x="1458595" y="4958881"/>
            <a:ext cx="0" cy="313055"/>
          </a:xfrm>
          <a:prstGeom prst="line">
            <a:avLst/>
          </a:prstGeom>
          <a:ln>
            <a:solidFill>
              <a:schemeClr val="bg1">
                <a:lumMod val="85000"/>
              </a:schemeClr>
            </a:solidFill>
            <a:tailEnd type="oval"/>
          </a:ln>
        </p:spPr>
        <p:style>
          <a:lnRef idx="1">
            <a:schemeClr val="accent1"/>
          </a:lnRef>
          <a:fillRef idx="0">
            <a:schemeClr val="accent1"/>
          </a:fillRef>
          <a:effectRef idx="0">
            <a:schemeClr val="accent1"/>
          </a:effectRef>
          <a:fontRef idx="minor">
            <a:schemeClr val="tx1"/>
          </a:fontRef>
        </p:style>
      </p:cxnSp>
      <p:cxnSp>
        <p:nvCxnSpPr>
          <p:cNvPr id="17" name="图形"/>
          <p:cNvCxnSpPr>
            <a:endCxn id="13" idx="0"/>
          </p:cNvCxnSpPr>
          <p:nvPr/>
        </p:nvCxnSpPr>
        <p:spPr>
          <a:xfrm>
            <a:off x="1458595" y="1803566"/>
            <a:ext cx="0" cy="313055"/>
          </a:xfrm>
          <a:prstGeom prst="line">
            <a:avLst/>
          </a:prstGeom>
          <a:ln>
            <a:solidFill>
              <a:schemeClr val="bg1">
                <a:lumMod val="85000"/>
              </a:schemeClr>
            </a:solidFill>
            <a:headEnd type="oval"/>
          </a:ln>
        </p:spPr>
        <p:style>
          <a:lnRef idx="1">
            <a:schemeClr val="accent1"/>
          </a:lnRef>
          <a:fillRef idx="0">
            <a:schemeClr val="accent1"/>
          </a:fillRef>
          <a:effectRef idx="0">
            <a:schemeClr val="accent1"/>
          </a:effectRef>
          <a:fontRef idx="minor">
            <a:schemeClr val="tx1"/>
          </a:fontRef>
        </p:style>
      </p:cxnSp>
      <p:sp>
        <p:nvSpPr>
          <p:cNvPr id="18" name="矩形 17"/>
          <p:cNvSpPr/>
          <p:nvPr/>
        </p:nvSpPr>
        <p:spPr>
          <a:xfrm>
            <a:off x="6578849" y="2385391"/>
            <a:ext cx="4154540" cy="2802090"/>
          </a:xfrm>
          <a:prstGeom prst="rect">
            <a:avLst/>
          </a:prstGeom>
          <a:blipFill>
            <a:blip r:embed="rId1" cstate="screen"/>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Tm="3000"/>
    </mc:Choice>
    <mc:Fallback>
      <p:transition spd="slow" advTm="3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heckerboard(across)">
                                      <p:cBhvr>
                                        <p:cTn id="7" dur="500"/>
                                        <p:tgtEl>
                                          <p:spTgt spid="2"/>
                                        </p:tgtEl>
                                      </p:cBhvr>
                                    </p:animEffect>
                                  </p:childTnLst>
                                </p:cTn>
                              </p:par>
                              <p:par>
                                <p:cTn id="8" presetID="5" presetClass="entr" presetSubtype="10"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checkerboard(across)">
                                      <p:cBhvr>
                                        <p:cTn id="10" dur="500"/>
                                        <p:tgtEl>
                                          <p:spTgt spid="3"/>
                                        </p:tgtEl>
                                      </p:cBhvr>
                                    </p:animEffect>
                                  </p:childTnLst>
                                </p:cTn>
                              </p:par>
                              <p:par>
                                <p:cTn id="11" presetID="5" presetClass="entr" presetSubtype="1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checkerboard(across)">
                                      <p:cBhvr>
                                        <p:cTn id="13" dur="500"/>
                                        <p:tgtEl>
                                          <p:spTgt spid="4"/>
                                        </p:tgtEl>
                                      </p:cBhvr>
                                    </p:animEffect>
                                  </p:childTnLst>
                                </p:cTn>
                              </p:par>
                              <p:par>
                                <p:cTn id="14" presetID="5" presetClass="entr" presetSubtype="10" fill="hold" grpId="0" nodeType="with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checkerboard(across)">
                                      <p:cBhvr>
                                        <p:cTn id="16" dur="500"/>
                                        <p:tgtEl>
                                          <p:spTgt spid="5"/>
                                        </p:tgtEl>
                                      </p:cBhvr>
                                    </p:animEffect>
                                  </p:childTnLst>
                                </p:cTn>
                              </p:par>
                              <p:par>
                                <p:cTn id="17" presetID="5" presetClass="entr" presetSubtype="10" fill="hold" grpId="0" nodeType="with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checkerboard(across)">
                                      <p:cBhvr>
                                        <p:cTn id="19" dur="500"/>
                                        <p:tgtEl>
                                          <p:spTgt spid="6"/>
                                        </p:tgtEl>
                                      </p:cBhvr>
                                    </p:animEffect>
                                  </p:childTnLst>
                                </p:cTn>
                              </p:par>
                              <p:par>
                                <p:cTn id="20" presetID="5" presetClass="entr" presetSubtype="10" fill="hold" grpId="0"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checkerboard(across)">
                                      <p:cBhvr>
                                        <p:cTn id="22" dur="500"/>
                                        <p:tgtEl>
                                          <p:spTgt spid="7"/>
                                        </p:tgtEl>
                                      </p:cBhvr>
                                    </p:animEffect>
                                  </p:childTnLst>
                                </p:cTn>
                              </p:par>
                              <p:par>
                                <p:cTn id="23" presetID="5" presetClass="entr" presetSubtype="10"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checkerboard(across)">
                                      <p:cBhvr>
                                        <p:cTn id="25" dur="500"/>
                                        <p:tgtEl>
                                          <p:spTgt spid="8"/>
                                        </p:tgtEl>
                                      </p:cBhvr>
                                    </p:animEffect>
                                  </p:childTnLst>
                                </p:cTn>
                              </p:par>
                              <p:par>
                                <p:cTn id="26" presetID="5" presetClass="entr" presetSubtype="10" fill="hold" grpId="0" nodeType="with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checkerboard(across)">
                                      <p:cBhvr>
                                        <p:cTn id="28" dur="500"/>
                                        <p:tgtEl>
                                          <p:spTgt spid="9"/>
                                        </p:tgtEl>
                                      </p:cBhvr>
                                    </p:animEffect>
                                  </p:childTnLst>
                                </p:cTn>
                              </p:par>
                              <p:par>
                                <p:cTn id="29" presetID="5" presetClass="entr" presetSubtype="10" fill="hold" grpId="0" nodeType="with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checkerboard(across)">
                                      <p:cBhvr>
                                        <p:cTn id="31" dur="500"/>
                                        <p:tgtEl>
                                          <p:spTgt spid="10"/>
                                        </p:tgtEl>
                                      </p:cBhvr>
                                    </p:animEffect>
                                  </p:childTnLst>
                                </p:cTn>
                              </p:par>
                              <p:par>
                                <p:cTn id="32" presetID="5" presetClass="entr" presetSubtype="10" fill="hold" grpId="0" nodeType="with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checkerboard(across)">
                                      <p:cBhvr>
                                        <p:cTn id="34" dur="500"/>
                                        <p:tgtEl>
                                          <p:spTgt spid="11"/>
                                        </p:tgtEl>
                                      </p:cBhvr>
                                    </p:animEffect>
                                  </p:childTnLst>
                                </p:cTn>
                              </p:par>
                              <p:par>
                                <p:cTn id="35" presetID="5" presetClass="entr" presetSubtype="10" fill="hold" grpId="0" nodeType="with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checkerboard(across)">
                                      <p:cBhvr>
                                        <p:cTn id="37" dur="500"/>
                                        <p:tgtEl>
                                          <p:spTgt spid="12"/>
                                        </p:tgtEl>
                                      </p:cBhvr>
                                    </p:animEffect>
                                  </p:childTnLst>
                                </p:cTn>
                              </p:par>
                              <p:par>
                                <p:cTn id="38" presetID="5" presetClass="entr" presetSubtype="10" fill="hold" grpId="0" nodeType="withEffect">
                                  <p:stCondLst>
                                    <p:cond delay="0"/>
                                  </p:stCondLst>
                                  <p:childTnLst>
                                    <p:set>
                                      <p:cBhvr>
                                        <p:cTn id="39" dur="1" fill="hold">
                                          <p:stCondLst>
                                            <p:cond delay="0"/>
                                          </p:stCondLst>
                                        </p:cTn>
                                        <p:tgtEl>
                                          <p:spTgt spid="13"/>
                                        </p:tgtEl>
                                        <p:attrNameLst>
                                          <p:attrName>style.visibility</p:attrName>
                                        </p:attrNameLst>
                                      </p:cBhvr>
                                      <p:to>
                                        <p:strVal val="visible"/>
                                      </p:to>
                                    </p:set>
                                    <p:animEffect transition="in" filter="checkerboard(across)">
                                      <p:cBhvr>
                                        <p:cTn id="40" dur="500"/>
                                        <p:tgtEl>
                                          <p:spTgt spid="13"/>
                                        </p:tgtEl>
                                      </p:cBhvr>
                                    </p:animEffect>
                                  </p:childTnLst>
                                </p:cTn>
                              </p:par>
                              <p:par>
                                <p:cTn id="41" presetID="5" presetClass="entr" presetSubtype="10" fill="hold" grpId="0" nodeType="withEffect">
                                  <p:stCondLst>
                                    <p:cond delay="0"/>
                                  </p:stCondLst>
                                  <p:childTnLst>
                                    <p:set>
                                      <p:cBhvr>
                                        <p:cTn id="42" dur="1" fill="hold">
                                          <p:stCondLst>
                                            <p:cond delay="0"/>
                                          </p:stCondLst>
                                        </p:cTn>
                                        <p:tgtEl>
                                          <p:spTgt spid="14"/>
                                        </p:tgtEl>
                                        <p:attrNameLst>
                                          <p:attrName>style.visibility</p:attrName>
                                        </p:attrNameLst>
                                      </p:cBhvr>
                                      <p:to>
                                        <p:strVal val="visible"/>
                                      </p:to>
                                    </p:set>
                                    <p:animEffect transition="in" filter="checkerboard(across)">
                                      <p:cBhvr>
                                        <p:cTn id="43" dur="500"/>
                                        <p:tgtEl>
                                          <p:spTgt spid="14"/>
                                        </p:tgtEl>
                                      </p:cBhvr>
                                    </p:animEffect>
                                  </p:childTnLst>
                                </p:cTn>
                              </p:par>
                              <p:par>
                                <p:cTn id="44" presetID="5" presetClass="entr" presetSubtype="10" fill="hold" grpId="0" nodeType="withEffect">
                                  <p:stCondLst>
                                    <p:cond delay="0"/>
                                  </p:stCondLst>
                                  <p:childTnLst>
                                    <p:set>
                                      <p:cBhvr>
                                        <p:cTn id="45" dur="1" fill="hold">
                                          <p:stCondLst>
                                            <p:cond delay="0"/>
                                          </p:stCondLst>
                                        </p:cTn>
                                        <p:tgtEl>
                                          <p:spTgt spid="15"/>
                                        </p:tgtEl>
                                        <p:attrNameLst>
                                          <p:attrName>style.visibility</p:attrName>
                                        </p:attrNameLst>
                                      </p:cBhvr>
                                      <p:to>
                                        <p:strVal val="visible"/>
                                      </p:to>
                                    </p:set>
                                    <p:animEffect transition="in" filter="checkerboard(across)">
                                      <p:cBhvr>
                                        <p:cTn id="46" dur="500"/>
                                        <p:tgtEl>
                                          <p:spTgt spid="15"/>
                                        </p:tgtEl>
                                      </p:cBhvr>
                                    </p:animEffect>
                                  </p:childTnLst>
                                </p:cTn>
                              </p:par>
                              <p:par>
                                <p:cTn id="47" presetID="5" presetClass="entr" presetSubtype="10" fill="hold" nodeType="withEffect">
                                  <p:stCondLst>
                                    <p:cond delay="0"/>
                                  </p:stCondLst>
                                  <p:childTnLst>
                                    <p:set>
                                      <p:cBhvr>
                                        <p:cTn id="48" dur="1" fill="hold">
                                          <p:stCondLst>
                                            <p:cond delay="0"/>
                                          </p:stCondLst>
                                        </p:cTn>
                                        <p:tgtEl>
                                          <p:spTgt spid="16"/>
                                        </p:tgtEl>
                                        <p:attrNameLst>
                                          <p:attrName>style.visibility</p:attrName>
                                        </p:attrNameLst>
                                      </p:cBhvr>
                                      <p:to>
                                        <p:strVal val="visible"/>
                                      </p:to>
                                    </p:set>
                                    <p:animEffect transition="in" filter="checkerboard(across)">
                                      <p:cBhvr>
                                        <p:cTn id="49" dur="500"/>
                                        <p:tgtEl>
                                          <p:spTgt spid="16"/>
                                        </p:tgtEl>
                                      </p:cBhvr>
                                    </p:animEffect>
                                  </p:childTnLst>
                                </p:cTn>
                              </p:par>
                              <p:par>
                                <p:cTn id="50" presetID="5" presetClass="entr" presetSubtype="10" fill="hold" nodeType="with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checkerboard(across)">
                                      <p:cBhvr>
                                        <p:cTn id="52"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8" grpId="0"/>
      <p:bldP spid="9" grpId="0"/>
      <p:bldP spid="10" grpId="0" animBg="1"/>
      <p:bldP spid="11" grpId="0" animBg="1"/>
      <p:bldP spid="12" grpId="0" animBg="1"/>
      <p:bldP spid="13" grpId="0" animBg="1"/>
      <p:bldP spid="14" grpId="0" animBg="1"/>
      <p:bldP spid="15"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Straight Arrow Connector 48"/>
          <p:cNvCxnSpPr/>
          <p:nvPr/>
        </p:nvCxnSpPr>
        <p:spPr>
          <a:xfrm>
            <a:off x="0" y="3641159"/>
            <a:ext cx="10906992" cy="0"/>
          </a:xfrm>
          <a:prstGeom prst="straightConnector1">
            <a:avLst/>
          </a:prstGeom>
          <a:noFill/>
          <a:ln w="114300" cap="flat" cmpd="sng" algn="ctr">
            <a:solidFill>
              <a:schemeClr val="bg1">
                <a:lumMod val="75000"/>
              </a:schemeClr>
            </a:solidFill>
            <a:prstDash val="solid"/>
            <a:miter lim="800000"/>
            <a:tailEnd type="triangle"/>
          </a:ln>
          <a:effectLst/>
        </p:spPr>
      </p:cxnSp>
      <p:sp>
        <p:nvSpPr>
          <p:cNvPr id="3" name="Rectangle 51"/>
          <p:cNvSpPr/>
          <p:nvPr/>
        </p:nvSpPr>
        <p:spPr>
          <a:xfrm>
            <a:off x="6987118" y="3304917"/>
            <a:ext cx="2046120" cy="105342"/>
          </a:xfrm>
          <a:prstGeom prst="rect">
            <a:avLst/>
          </a:prstGeom>
          <a:solidFill>
            <a:schemeClr val="tx1">
              <a:lumMod val="75000"/>
              <a:lumOff val="25000"/>
            </a:schemeClr>
          </a:solidFill>
          <a:ln w="12700" cap="flat" cmpd="sng" algn="ctr">
            <a:noFill/>
            <a:prstDash val="solid"/>
            <a:miter lim="800000"/>
          </a:ln>
          <a:effectLst/>
        </p:spPr>
        <p:txBody>
          <a:bodyPr rtlCol="0" anchor="ct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marL="0" marR="0" lvl="0" indent="0" algn="just" defTabSz="914400" eaLnBrk="1" fontAlgn="auto" latinLnBrk="0" hangingPunct="1">
              <a:lnSpc>
                <a:spcPct val="120000"/>
              </a:lnSpc>
              <a:spcBef>
                <a:spcPts val="0"/>
              </a:spcBef>
              <a:spcAft>
                <a:spcPts val="0"/>
              </a:spcAft>
              <a:buClrTx/>
              <a:buSzTx/>
              <a:buFontTx/>
              <a:buNone/>
              <a:defRPr/>
            </a:pPr>
            <a:endParaRPr kumimoji="0" lang="id-ID" sz="700" b="0" i="0" u="none" strike="noStrike" kern="0" cap="none" spc="0" normalizeH="0" baseline="0" noProof="0" dirty="0">
              <a:ln>
                <a:noFill/>
              </a:ln>
              <a:solidFill>
                <a:sysClr val="window" lastClr="FFFFFF"/>
              </a:solidFill>
              <a:effectLst/>
              <a:uLnTx/>
              <a:uFillTx/>
              <a:latin typeface="+mn-lt"/>
              <a:ea typeface="+mn-ea"/>
              <a:cs typeface="+mn-ea"/>
              <a:sym typeface="+mn-lt"/>
            </a:endParaRPr>
          </a:p>
        </p:txBody>
      </p:sp>
      <p:sp>
        <p:nvSpPr>
          <p:cNvPr id="4" name="Oval 57"/>
          <p:cNvSpPr/>
          <p:nvPr/>
        </p:nvSpPr>
        <p:spPr>
          <a:xfrm>
            <a:off x="8945393" y="3233405"/>
            <a:ext cx="248364" cy="248366"/>
          </a:xfrm>
          <a:prstGeom prst="ellipse">
            <a:avLst/>
          </a:prstGeom>
          <a:solidFill>
            <a:schemeClr val="tx1">
              <a:lumMod val="75000"/>
              <a:lumOff val="25000"/>
            </a:schemeClr>
          </a:solidFill>
          <a:ln w="12700" cap="flat" cmpd="sng" algn="ctr">
            <a:noFill/>
            <a:prstDash val="solid"/>
            <a:miter lim="800000"/>
          </a:ln>
          <a:effectLst/>
        </p:spPr>
        <p:txBody>
          <a:bodyPr rtlCol="0" anchor="ct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marL="0" marR="0" lvl="0" indent="0" algn="just" defTabSz="914400" eaLnBrk="1" fontAlgn="auto" latinLnBrk="0" hangingPunct="1">
              <a:lnSpc>
                <a:spcPct val="120000"/>
              </a:lnSpc>
              <a:spcBef>
                <a:spcPts val="0"/>
              </a:spcBef>
              <a:spcAft>
                <a:spcPts val="0"/>
              </a:spcAft>
              <a:buClrTx/>
              <a:buSzTx/>
              <a:buFontTx/>
              <a:buNone/>
              <a:defRPr/>
            </a:pPr>
            <a:endParaRPr kumimoji="0" lang="id-ID" sz="700" b="0" i="0" u="none" strike="noStrike" kern="0" cap="none" spc="0" normalizeH="0" baseline="0" noProof="0" dirty="0">
              <a:ln>
                <a:noFill/>
              </a:ln>
              <a:solidFill>
                <a:sysClr val="window" lastClr="FFFFFF"/>
              </a:solidFill>
              <a:effectLst/>
              <a:uLnTx/>
              <a:uFillTx/>
              <a:latin typeface="+mn-lt"/>
              <a:ea typeface="+mn-ea"/>
              <a:cs typeface="+mn-ea"/>
              <a:sym typeface="+mn-lt"/>
            </a:endParaRPr>
          </a:p>
        </p:txBody>
      </p:sp>
      <p:sp>
        <p:nvSpPr>
          <p:cNvPr id="5" name="Rectangle 72"/>
          <p:cNvSpPr/>
          <p:nvPr/>
        </p:nvSpPr>
        <p:spPr>
          <a:xfrm>
            <a:off x="6987118" y="3897542"/>
            <a:ext cx="2046120" cy="105342"/>
          </a:xfrm>
          <a:prstGeom prst="rect">
            <a:avLst/>
          </a:prstGeom>
          <a:solidFill>
            <a:schemeClr val="tx1">
              <a:lumMod val="75000"/>
              <a:lumOff val="25000"/>
            </a:schemeClr>
          </a:solidFill>
          <a:ln w="12700" cap="flat" cmpd="sng" algn="ctr">
            <a:noFill/>
            <a:prstDash val="solid"/>
            <a:miter lim="800000"/>
          </a:ln>
          <a:effectLst/>
        </p:spPr>
        <p:txBody>
          <a:bodyPr rtlCol="0" anchor="ct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marL="0" marR="0" lvl="0" indent="0" algn="just" defTabSz="914400" eaLnBrk="1" fontAlgn="auto" latinLnBrk="0" hangingPunct="1">
              <a:lnSpc>
                <a:spcPct val="120000"/>
              </a:lnSpc>
              <a:spcBef>
                <a:spcPts val="0"/>
              </a:spcBef>
              <a:spcAft>
                <a:spcPts val="0"/>
              </a:spcAft>
              <a:buClrTx/>
              <a:buSzTx/>
              <a:buFontTx/>
              <a:buNone/>
              <a:defRPr/>
            </a:pPr>
            <a:endParaRPr kumimoji="0" lang="id-ID" sz="700" b="0" i="0" u="none" strike="noStrike" kern="0" cap="none" spc="0" normalizeH="0" baseline="0" noProof="0" dirty="0">
              <a:ln>
                <a:noFill/>
              </a:ln>
              <a:solidFill>
                <a:sysClr val="window" lastClr="FFFFFF"/>
              </a:solidFill>
              <a:effectLst/>
              <a:uLnTx/>
              <a:uFillTx/>
              <a:latin typeface="+mn-lt"/>
              <a:ea typeface="+mn-ea"/>
              <a:cs typeface="+mn-ea"/>
              <a:sym typeface="+mn-lt"/>
            </a:endParaRPr>
          </a:p>
        </p:txBody>
      </p:sp>
      <p:sp>
        <p:nvSpPr>
          <p:cNvPr id="6" name="Oval 78"/>
          <p:cNvSpPr/>
          <p:nvPr/>
        </p:nvSpPr>
        <p:spPr>
          <a:xfrm>
            <a:off x="8945393" y="3826030"/>
            <a:ext cx="248364" cy="248366"/>
          </a:xfrm>
          <a:prstGeom prst="ellipse">
            <a:avLst/>
          </a:prstGeom>
          <a:solidFill>
            <a:schemeClr val="tx1">
              <a:lumMod val="75000"/>
              <a:lumOff val="25000"/>
            </a:schemeClr>
          </a:solidFill>
          <a:ln w="12700" cap="flat" cmpd="sng" algn="ctr">
            <a:noFill/>
            <a:prstDash val="solid"/>
            <a:miter lim="800000"/>
          </a:ln>
          <a:effectLst/>
        </p:spPr>
        <p:txBody>
          <a:bodyPr rtlCol="0" anchor="ct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marL="0" marR="0" lvl="0" indent="0" algn="just" defTabSz="914400" eaLnBrk="1" fontAlgn="auto" latinLnBrk="0" hangingPunct="1">
              <a:lnSpc>
                <a:spcPct val="120000"/>
              </a:lnSpc>
              <a:spcBef>
                <a:spcPts val="0"/>
              </a:spcBef>
              <a:spcAft>
                <a:spcPts val="0"/>
              </a:spcAft>
              <a:buClrTx/>
              <a:buSzTx/>
              <a:buFontTx/>
              <a:buNone/>
              <a:defRPr/>
            </a:pPr>
            <a:endParaRPr kumimoji="0" lang="id-ID" sz="700" b="0" i="0" u="none" strike="noStrike" kern="0" cap="none" spc="0" normalizeH="0" baseline="0" noProof="0" dirty="0">
              <a:ln>
                <a:noFill/>
              </a:ln>
              <a:solidFill>
                <a:sysClr val="window" lastClr="FFFFFF"/>
              </a:solidFill>
              <a:effectLst/>
              <a:uLnTx/>
              <a:uFillTx/>
              <a:latin typeface="+mn-lt"/>
              <a:ea typeface="+mn-ea"/>
              <a:cs typeface="+mn-ea"/>
              <a:sym typeface="+mn-lt"/>
            </a:endParaRPr>
          </a:p>
        </p:txBody>
      </p:sp>
      <p:sp>
        <p:nvSpPr>
          <p:cNvPr id="7" name="Rectangle 50"/>
          <p:cNvSpPr/>
          <p:nvPr/>
        </p:nvSpPr>
        <p:spPr>
          <a:xfrm>
            <a:off x="4904661" y="3304917"/>
            <a:ext cx="2046120" cy="105342"/>
          </a:xfrm>
          <a:prstGeom prst="rect">
            <a:avLst/>
          </a:prstGeom>
          <a:solidFill>
            <a:schemeClr val="tx1">
              <a:lumMod val="75000"/>
              <a:lumOff val="25000"/>
            </a:schemeClr>
          </a:solidFill>
          <a:ln w="12700" cap="flat" cmpd="sng" algn="ctr">
            <a:noFill/>
            <a:prstDash val="solid"/>
            <a:miter lim="800000"/>
          </a:ln>
          <a:effectLst/>
        </p:spPr>
        <p:txBody>
          <a:bodyPr rtlCol="0" anchor="ct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marL="0" marR="0" lvl="0" indent="0" algn="just" defTabSz="914400" eaLnBrk="1" fontAlgn="auto" latinLnBrk="0" hangingPunct="1">
              <a:lnSpc>
                <a:spcPct val="120000"/>
              </a:lnSpc>
              <a:spcBef>
                <a:spcPts val="0"/>
              </a:spcBef>
              <a:spcAft>
                <a:spcPts val="0"/>
              </a:spcAft>
              <a:buClrTx/>
              <a:buSzTx/>
              <a:buFontTx/>
              <a:buNone/>
              <a:defRPr/>
            </a:pPr>
            <a:endParaRPr kumimoji="0" lang="id-ID" sz="700" b="0" i="0" u="none" strike="noStrike" kern="0" cap="none" spc="0" normalizeH="0" baseline="0" noProof="0" dirty="0">
              <a:ln>
                <a:noFill/>
              </a:ln>
              <a:solidFill>
                <a:sysClr val="window" lastClr="FFFFFF"/>
              </a:solidFill>
              <a:effectLst/>
              <a:uLnTx/>
              <a:uFillTx/>
              <a:latin typeface="+mn-lt"/>
              <a:ea typeface="+mn-ea"/>
              <a:cs typeface="+mn-ea"/>
              <a:sym typeface="+mn-lt"/>
            </a:endParaRPr>
          </a:p>
        </p:txBody>
      </p:sp>
      <p:sp>
        <p:nvSpPr>
          <p:cNvPr id="8" name="Oval 56"/>
          <p:cNvSpPr/>
          <p:nvPr/>
        </p:nvSpPr>
        <p:spPr>
          <a:xfrm>
            <a:off x="6862936" y="3233405"/>
            <a:ext cx="248364" cy="248366"/>
          </a:xfrm>
          <a:prstGeom prst="ellipse">
            <a:avLst/>
          </a:prstGeom>
          <a:solidFill>
            <a:schemeClr val="tx1">
              <a:lumMod val="75000"/>
              <a:lumOff val="25000"/>
            </a:schemeClr>
          </a:solidFill>
          <a:ln w="12700" cap="flat" cmpd="sng" algn="ctr">
            <a:noFill/>
            <a:prstDash val="solid"/>
            <a:miter lim="800000"/>
          </a:ln>
          <a:effectLst/>
        </p:spPr>
        <p:txBody>
          <a:bodyPr rtlCol="0" anchor="ct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marL="0" marR="0" lvl="0" indent="0" algn="just" defTabSz="914400" eaLnBrk="1" fontAlgn="auto" latinLnBrk="0" hangingPunct="1">
              <a:lnSpc>
                <a:spcPct val="120000"/>
              </a:lnSpc>
              <a:spcBef>
                <a:spcPts val="0"/>
              </a:spcBef>
              <a:spcAft>
                <a:spcPts val="0"/>
              </a:spcAft>
              <a:buClrTx/>
              <a:buSzTx/>
              <a:buFontTx/>
              <a:buNone/>
              <a:defRPr/>
            </a:pPr>
            <a:endParaRPr kumimoji="0" lang="id-ID" sz="700" b="0" i="0" u="none" strike="noStrike" kern="0" cap="none" spc="0" normalizeH="0" baseline="0" noProof="0" dirty="0">
              <a:ln>
                <a:noFill/>
              </a:ln>
              <a:solidFill>
                <a:sysClr val="window" lastClr="FFFFFF"/>
              </a:solidFill>
              <a:effectLst/>
              <a:uLnTx/>
              <a:uFillTx/>
              <a:latin typeface="+mn-lt"/>
              <a:ea typeface="+mn-ea"/>
              <a:cs typeface="+mn-ea"/>
              <a:sym typeface="+mn-lt"/>
            </a:endParaRPr>
          </a:p>
        </p:txBody>
      </p:sp>
      <p:sp>
        <p:nvSpPr>
          <p:cNvPr id="9" name="Rectangle 71"/>
          <p:cNvSpPr/>
          <p:nvPr/>
        </p:nvSpPr>
        <p:spPr>
          <a:xfrm>
            <a:off x="4904661" y="3897542"/>
            <a:ext cx="2046120" cy="105342"/>
          </a:xfrm>
          <a:prstGeom prst="rect">
            <a:avLst/>
          </a:prstGeom>
          <a:solidFill>
            <a:schemeClr val="tx1">
              <a:lumMod val="75000"/>
              <a:lumOff val="25000"/>
            </a:schemeClr>
          </a:solidFill>
          <a:ln w="12700" cap="flat" cmpd="sng" algn="ctr">
            <a:noFill/>
            <a:prstDash val="solid"/>
            <a:miter lim="800000"/>
          </a:ln>
          <a:effectLst/>
        </p:spPr>
        <p:txBody>
          <a:bodyPr rtlCol="0" anchor="ct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marL="0" marR="0" lvl="0" indent="0" algn="just" defTabSz="914400" eaLnBrk="1" fontAlgn="auto" latinLnBrk="0" hangingPunct="1">
              <a:lnSpc>
                <a:spcPct val="120000"/>
              </a:lnSpc>
              <a:spcBef>
                <a:spcPts val="0"/>
              </a:spcBef>
              <a:spcAft>
                <a:spcPts val="0"/>
              </a:spcAft>
              <a:buClrTx/>
              <a:buSzTx/>
              <a:buFontTx/>
              <a:buNone/>
              <a:defRPr/>
            </a:pPr>
            <a:endParaRPr kumimoji="0" lang="id-ID" sz="700" b="0" i="0" u="none" strike="noStrike" kern="0" cap="none" spc="0" normalizeH="0" baseline="0" noProof="0" dirty="0">
              <a:ln>
                <a:noFill/>
              </a:ln>
              <a:solidFill>
                <a:sysClr val="window" lastClr="FFFFFF"/>
              </a:solidFill>
              <a:effectLst/>
              <a:uLnTx/>
              <a:uFillTx/>
              <a:latin typeface="+mn-lt"/>
              <a:ea typeface="+mn-ea"/>
              <a:cs typeface="+mn-ea"/>
              <a:sym typeface="+mn-lt"/>
            </a:endParaRPr>
          </a:p>
        </p:txBody>
      </p:sp>
      <p:sp>
        <p:nvSpPr>
          <p:cNvPr id="10" name="Oval 77"/>
          <p:cNvSpPr/>
          <p:nvPr/>
        </p:nvSpPr>
        <p:spPr>
          <a:xfrm>
            <a:off x="6862936" y="3826030"/>
            <a:ext cx="248364" cy="248366"/>
          </a:xfrm>
          <a:prstGeom prst="ellipse">
            <a:avLst/>
          </a:prstGeom>
          <a:solidFill>
            <a:schemeClr val="tx1">
              <a:lumMod val="75000"/>
              <a:lumOff val="25000"/>
            </a:schemeClr>
          </a:solidFill>
          <a:ln w="12700" cap="flat" cmpd="sng" algn="ctr">
            <a:noFill/>
            <a:prstDash val="solid"/>
            <a:miter lim="800000"/>
          </a:ln>
          <a:effectLst/>
        </p:spPr>
        <p:txBody>
          <a:bodyPr rtlCol="0" anchor="ct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marL="0" marR="0" lvl="0" indent="0" algn="just" defTabSz="914400" eaLnBrk="1" fontAlgn="auto" latinLnBrk="0" hangingPunct="1">
              <a:lnSpc>
                <a:spcPct val="120000"/>
              </a:lnSpc>
              <a:spcBef>
                <a:spcPts val="0"/>
              </a:spcBef>
              <a:spcAft>
                <a:spcPts val="0"/>
              </a:spcAft>
              <a:buClrTx/>
              <a:buSzTx/>
              <a:buFontTx/>
              <a:buNone/>
              <a:defRPr/>
            </a:pPr>
            <a:endParaRPr kumimoji="0" lang="id-ID" sz="700" b="0" i="0" u="none" strike="noStrike" kern="0" cap="none" spc="0" normalizeH="0" baseline="0" noProof="0" dirty="0">
              <a:ln>
                <a:noFill/>
              </a:ln>
              <a:solidFill>
                <a:sysClr val="window" lastClr="FFFFFF"/>
              </a:solidFill>
              <a:effectLst/>
              <a:uLnTx/>
              <a:uFillTx/>
              <a:latin typeface="+mn-lt"/>
              <a:ea typeface="+mn-ea"/>
              <a:cs typeface="+mn-ea"/>
              <a:sym typeface="+mn-lt"/>
            </a:endParaRPr>
          </a:p>
        </p:txBody>
      </p:sp>
      <p:sp>
        <p:nvSpPr>
          <p:cNvPr id="11" name="Rectangle 53"/>
          <p:cNvSpPr/>
          <p:nvPr/>
        </p:nvSpPr>
        <p:spPr>
          <a:xfrm>
            <a:off x="2899497" y="3304917"/>
            <a:ext cx="2046120" cy="105342"/>
          </a:xfrm>
          <a:prstGeom prst="rect">
            <a:avLst/>
          </a:prstGeom>
          <a:solidFill>
            <a:schemeClr val="tx1">
              <a:lumMod val="75000"/>
              <a:lumOff val="25000"/>
            </a:schemeClr>
          </a:solidFill>
          <a:ln w="12700" cap="flat" cmpd="sng" algn="ctr">
            <a:noFill/>
            <a:prstDash val="solid"/>
            <a:miter lim="800000"/>
          </a:ln>
          <a:effectLst/>
        </p:spPr>
        <p:txBody>
          <a:bodyPr rtlCol="0" anchor="ct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marL="0" marR="0" lvl="0" indent="0" algn="just" defTabSz="914400" eaLnBrk="1" fontAlgn="auto" latinLnBrk="0" hangingPunct="1">
              <a:lnSpc>
                <a:spcPct val="120000"/>
              </a:lnSpc>
              <a:spcBef>
                <a:spcPts val="0"/>
              </a:spcBef>
              <a:spcAft>
                <a:spcPts val="0"/>
              </a:spcAft>
              <a:buClrTx/>
              <a:buSzTx/>
              <a:buFontTx/>
              <a:buNone/>
              <a:defRPr/>
            </a:pPr>
            <a:endParaRPr kumimoji="0" lang="id-ID" sz="700" b="0" i="0" u="none" strike="noStrike" kern="0" cap="none" spc="0" normalizeH="0" baseline="0" noProof="0" dirty="0">
              <a:ln>
                <a:noFill/>
              </a:ln>
              <a:solidFill>
                <a:sysClr val="window" lastClr="FFFFFF"/>
              </a:solidFill>
              <a:effectLst/>
              <a:uLnTx/>
              <a:uFillTx/>
              <a:latin typeface="+mn-lt"/>
              <a:ea typeface="+mn-ea"/>
              <a:cs typeface="+mn-ea"/>
              <a:sym typeface="+mn-lt"/>
            </a:endParaRPr>
          </a:p>
        </p:txBody>
      </p:sp>
      <p:sp>
        <p:nvSpPr>
          <p:cNvPr id="12" name="Oval 54"/>
          <p:cNvSpPr/>
          <p:nvPr/>
        </p:nvSpPr>
        <p:spPr>
          <a:xfrm>
            <a:off x="4780479" y="3233405"/>
            <a:ext cx="248364" cy="248366"/>
          </a:xfrm>
          <a:prstGeom prst="ellipse">
            <a:avLst/>
          </a:prstGeom>
          <a:solidFill>
            <a:schemeClr val="tx1">
              <a:lumMod val="75000"/>
              <a:lumOff val="25000"/>
            </a:schemeClr>
          </a:solidFill>
          <a:ln w="12700" cap="flat" cmpd="sng" algn="ctr">
            <a:noFill/>
            <a:prstDash val="solid"/>
            <a:miter lim="800000"/>
          </a:ln>
          <a:effectLst/>
        </p:spPr>
        <p:txBody>
          <a:bodyPr rtlCol="0" anchor="ct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marL="0" marR="0" lvl="0" indent="0" algn="just" defTabSz="914400" eaLnBrk="1" fontAlgn="auto" latinLnBrk="0" hangingPunct="1">
              <a:lnSpc>
                <a:spcPct val="120000"/>
              </a:lnSpc>
              <a:spcBef>
                <a:spcPts val="0"/>
              </a:spcBef>
              <a:spcAft>
                <a:spcPts val="0"/>
              </a:spcAft>
              <a:buClrTx/>
              <a:buSzTx/>
              <a:buFontTx/>
              <a:buNone/>
              <a:defRPr/>
            </a:pPr>
            <a:endParaRPr kumimoji="0" lang="id-ID" sz="700" b="0" i="0" u="none" strike="noStrike" kern="0" cap="none" spc="0" normalizeH="0" baseline="0" noProof="0" dirty="0">
              <a:ln>
                <a:noFill/>
              </a:ln>
              <a:solidFill>
                <a:sysClr val="window" lastClr="FFFFFF"/>
              </a:solidFill>
              <a:effectLst/>
              <a:uLnTx/>
              <a:uFillTx/>
              <a:latin typeface="+mn-lt"/>
              <a:ea typeface="+mn-ea"/>
              <a:cs typeface="+mn-ea"/>
              <a:sym typeface="+mn-lt"/>
            </a:endParaRPr>
          </a:p>
        </p:txBody>
      </p:sp>
      <p:sp>
        <p:nvSpPr>
          <p:cNvPr id="13" name="Rectangle 52"/>
          <p:cNvSpPr/>
          <p:nvPr/>
        </p:nvSpPr>
        <p:spPr>
          <a:xfrm>
            <a:off x="0" y="3304917"/>
            <a:ext cx="2811911" cy="105342"/>
          </a:xfrm>
          <a:prstGeom prst="rect">
            <a:avLst/>
          </a:prstGeom>
          <a:solidFill>
            <a:schemeClr val="tx1">
              <a:lumMod val="75000"/>
              <a:lumOff val="25000"/>
            </a:schemeClr>
          </a:solidFill>
          <a:ln w="12700" cap="flat" cmpd="sng" algn="ctr">
            <a:noFill/>
            <a:prstDash val="solid"/>
            <a:miter lim="800000"/>
          </a:ln>
          <a:effectLst/>
        </p:spPr>
        <p:txBody>
          <a:bodyPr rtlCol="0" anchor="ct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marL="0" marR="0" lvl="0" indent="0" algn="just" defTabSz="914400" eaLnBrk="1" fontAlgn="auto" latinLnBrk="0" hangingPunct="1">
              <a:lnSpc>
                <a:spcPct val="120000"/>
              </a:lnSpc>
              <a:spcBef>
                <a:spcPts val="0"/>
              </a:spcBef>
              <a:spcAft>
                <a:spcPts val="0"/>
              </a:spcAft>
              <a:buClrTx/>
              <a:buSzTx/>
              <a:buFontTx/>
              <a:buNone/>
              <a:defRPr/>
            </a:pPr>
            <a:endParaRPr kumimoji="0" lang="id-ID" sz="700" b="0" i="0" u="none" strike="noStrike" kern="0" cap="none" spc="0" normalizeH="0" baseline="0" noProof="0" dirty="0">
              <a:ln>
                <a:noFill/>
              </a:ln>
              <a:solidFill>
                <a:sysClr val="window" lastClr="FFFFFF"/>
              </a:solidFill>
              <a:effectLst/>
              <a:uLnTx/>
              <a:uFillTx/>
              <a:latin typeface="+mn-lt"/>
              <a:ea typeface="+mn-ea"/>
              <a:cs typeface="+mn-ea"/>
              <a:sym typeface="+mn-lt"/>
            </a:endParaRPr>
          </a:p>
        </p:txBody>
      </p:sp>
      <p:sp>
        <p:nvSpPr>
          <p:cNvPr id="14" name="Oval 55"/>
          <p:cNvSpPr/>
          <p:nvPr/>
        </p:nvSpPr>
        <p:spPr>
          <a:xfrm>
            <a:off x="2698023" y="3233405"/>
            <a:ext cx="248364" cy="248366"/>
          </a:xfrm>
          <a:prstGeom prst="ellipse">
            <a:avLst/>
          </a:prstGeom>
          <a:solidFill>
            <a:schemeClr val="tx1">
              <a:lumMod val="75000"/>
              <a:lumOff val="25000"/>
            </a:schemeClr>
          </a:solidFill>
          <a:ln w="12700" cap="flat" cmpd="sng" algn="ctr">
            <a:noFill/>
            <a:prstDash val="solid"/>
            <a:miter lim="800000"/>
          </a:ln>
          <a:effectLst/>
        </p:spPr>
        <p:txBody>
          <a:bodyPr rtlCol="0" anchor="ct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marL="0" marR="0" lvl="0" indent="0" algn="just" defTabSz="914400" eaLnBrk="1" fontAlgn="auto" latinLnBrk="0" hangingPunct="1">
              <a:lnSpc>
                <a:spcPct val="120000"/>
              </a:lnSpc>
              <a:spcBef>
                <a:spcPts val="0"/>
              </a:spcBef>
              <a:spcAft>
                <a:spcPts val="0"/>
              </a:spcAft>
              <a:buClrTx/>
              <a:buSzTx/>
              <a:buFontTx/>
              <a:buNone/>
              <a:defRPr/>
            </a:pPr>
            <a:endParaRPr kumimoji="0" lang="id-ID" sz="700" b="0" i="0" u="none" strike="noStrike" kern="0" cap="none" spc="0" normalizeH="0" baseline="0" noProof="0" dirty="0">
              <a:ln>
                <a:noFill/>
              </a:ln>
              <a:solidFill>
                <a:sysClr val="window" lastClr="FFFFFF"/>
              </a:solidFill>
              <a:effectLst/>
              <a:uLnTx/>
              <a:uFillTx/>
              <a:latin typeface="+mn-lt"/>
              <a:ea typeface="+mn-ea"/>
              <a:cs typeface="+mn-ea"/>
              <a:sym typeface="+mn-lt"/>
            </a:endParaRPr>
          </a:p>
        </p:txBody>
      </p:sp>
      <p:sp>
        <p:nvSpPr>
          <p:cNvPr id="15" name="Rectangle 74"/>
          <p:cNvSpPr/>
          <p:nvPr/>
        </p:nvSpPr>
        <p:spPr>
          <a:xfrm>
            <a:off x="2899497" y="3897542"/>
            <a:ext cx="2046120" cy="105342"/>
          </a:xfrm>
          <a:prstGeom prst="rect">
            <a:avLst/>
          </a:prstGeom>
          <a:solidFill>
            <a:schemeClr val="tx1">
              <a:lumMod val="75000"/>
              <a:lumOff val="25000"/>
            </a:schemeClr>
          </a:solidFill>
          <a:ln w="12700" cap="flat" cmpd="sng" algn="ctr">
            <a:noFill/>
            <a:prstDash val="solid"/>
            <a:miter lim="800000"/>
          </a:ln>
          <a:effectLst/>
        </p:spPr>
        <p:txBody>
          <a:bodyPr rtlCol="0" anchor="ct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marL="0" marR="0" lvl="0" indent="0" algn="just" defTabSz="914400" eaLnBrk="1" fontAlgn="auto" latinLnBrk="0" hangingPunct="1">
              <a:lnSpc>
                <a:spcPct val="120000"/>
              </a:lnSpc>
              <a:spcBef>
                <a:spcPts val="0"/>
              </a:spcBef>
              <a:spcAft>
                <a:spcPts val="0"/>
              </a:spcAft>
              <a:buClrTx/>
              <a:buSzTx/>
              <a:buFontTx/>
              <a:buNone/>
              <a:defRPr/>
            </a:pPr>
            <a:endParaRPr kumimoji="0" lang="id-ID" sz="700" b="0" i="0" u="none" strike="noStrike" kern="0" cap="none" spc="0" normalizeH="0" baseline="0" noProof="0" dirty="0">
              <a:ln>
                <a:noFill/>
              </a:ln>
              <a:solidFill>
                <a:sysClr val="window" lastClr="FFFFFF"/>
              </a:solidFill>
              <a:effectLst/>
              <a:uLnTx/>
              <a:uFillTx/>
              <a:latin typeface="+mn-lt"/>
              <a:ea typeface="+mn-ea"/>
              <a:cs typeface="+mn-ea"/>
              <a:sym typeface="+mn-lt"/>
            </a:endParaRPr>
          </a:p>
        </p:txBody>
      </p:sp>
      <p:sp>
        <p:nvSpPr>
          <p:cNvPr id="16" name="Oval 75"/>
          <p:cNvSpPr/>
          <p:nvPr/>
        </p:nvSpPr>
        <p:spPr>
          <a:xfrm>
            <a:off x="4780479" y="3826030"/>
            <a:ext cx="248364" cy="248366"/>
          </a:xfrm>
          <a:prstGeom prst="ellipse">
            <a:avLst/>
          </a:prstGeom>
          <a:solidFill>
            <a:schemeClr val="tx1">
              <a:lumMod val="75000"/>
              <a:lumOff val="25000"/>
            </a:schemeClr>
          </a:solidFill>
          <a:ln w="12700" cap="flat" cmpd="sng" algn="ctr">
            <a:noFill/>
            <a:prstDash val="solid"/>
            <a:miter lim="800000"/>
          </a:ln>
          <a:effectLst/>
        </p:spPr>
        <p:txBody>
          <a:bodyPr rtlCol="0" anchor="ct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marL="0" marR="0" lvl="0" indent="0" algn="just" defTabSz="914400" eaLnBrk="1" fontAlgn="auto" latinLnBrk="0" hangingPunct="1">
              <a:lnSpc>
                <a:spcPct val="120000"/>
              </a:lnSpc>
              <a:spcBef>
                <a:spcPts val="0"/>
              </a:spcBef>
              <a:spcAft>
                <a:spcPts val="0"/>
              </a:spcAft>
              <a:buClrTx/>
              <a:buSzTx/>
              <a:buFontTx/>
              <a:buNone/>
              <a:defRPr/>
            </a:pPr>
            <a:endParaRPr kumimoji="0" lang="id-ID" sz="700" b="0" i="0" u="none" strike="noStrike" kern="0" cap="none" spc="0" normalizeH="0" baseline="0" noProof="0" dirty="0">
              <a:ln>
                <a:noFill/>
              </a:ln>
              <a:solidFill>
                <a:sysClr val="window" lastClr="FFFFFF"/>
              </a:solidFill>
              <a:effectLst/>
              <a:uLnTx/>
              <a:uFillTx/>
              <a:latin typeface="+mn-lt"/>
              <a:ea typeface="+mn-ea"/>
              <a:cs typeface="+mn-ea"/>
              <a:sym typeface="+mn-lt"/>
            </a:endParaRPr>
          </a:p>
        </p:txBody>
      </p:sp>
      <p:sp>
        <p:nvSpPr>
          <p:cNvPr id="17" name="Rectangle 73"/>
          <p:cNvSpPr/>
          <p:nvPr/>
        </p:nvSpPr>
        <p:spPr>
          <a:xfrm>
            <a:off x="0" y="3897542"/>
            <a:ext cx="2852170" cy="105342"/>
          </a:xfrm>
          <a:prstGeom prst="rect">
            <a:avLst/>
          </a:prstGeom>
          <a:solidFill>
            <a:schemeClr val="tx1">
              <a:lumMod val="75000"/>
              <a:lumOff val="25000"/>
            </a:schemeClr>
          </a:solidFill>
          <a:ln w="12700" cap="flat" cmpd="sng" algn="ctr">
            <a:noFill/>
            <a:prstDash val="solid"/>
            <a:miter lim="800000"/>
          </a:ln>
          <a:effectLst/>
        </p:spPr>
        <p:txBody>
          <a:bodyPr rtlCol="0" anchor="ct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marL="0" marR="0" lvl="0" indent="0" algn="just" defTabSz="914400" eaLnBrk="1" fontAlgn="auto" latinLnBrk="0" hangingPunct="1">
              <a:lnSpc>
                <a:spcPct val="120000"/>
              </a:lnSpc>
              <a:spcBef>
                <a:spcPts val="0"/>
              </a:spcBef>
              <a:spcAft>
                <a:spcPts val="0"/>
              </a:spcAft>
              <a:buClrTx/>
              <a:buSzTx/>
              <a:buFontTx/>
              <a:buNone/>
              <a:defRPr/>
            </a:pPr>
            <a:endParaRPr kumimoji="0" lang="id-ID" sz="700" b="0" i="0" u="none" strike="noStrike" kern="0" cap="none" spc="0" normalizeH="0" baseline="0" noProof="0" dirty="0">
              <a:ln>
                <a:noFill/>
              </a:ln>
              <a:solidFill>
                <a:sysClr val="window" lastClr="FFFFFF"/>
              </a:solidFill>
              <a:effectLst/>
              <a:uLnTx/>
              <a:uFillTx/>
              <a:latin typeface="+mn-lt"/>
              <a:ea typeface="+mn-ea"/>
              <a:cs typeface="+mn-ea"/>
              <a:sym typeface="+mn-lt"/>
            </a:endParaRPr>
          </a:p>
        </p:txBody>
      </p:sp>
      <p:sp>
        <p:nvSpPr>
          <p:cNvPr id="18" name="Oval 76"/>
          <p:cNvSpPr/>
          <p:nvPr/>
        </p:nvSpPr>
        <p:spPr>
          <a:xfrm>
            <a:off x="2698023" y="3826030"/>
            <a:ext cx="248364" cy="248366"/>
          </a:xfrm>
          <a:prstGeom prst="ellipse">
            <a:avLst/>
          </a:prstGeom>
          <a:solidFill>
            <a:schemeClr val="tx1">
              <a:lumMod val="75000"/>
              <a:lumOff val="25000"/>
            </a:schemeClr>
          </a:solidFill>
          <a:ln w="12700" cap="flat" cmpd="sng" algn="ctr">
            <a:noFill/>
            <a:prstDash val="solid"/>
            <a:miter lim="800000"/>
          </a:ln>
          <a:effectLst/>
        </p:spPr>
        <p:txBody>
          <a:bodyPr rtlCol="0" anchor="ct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marL="0" marR="0" lvl="0" indent="0" algn="just" defTabSz="914400" eaLnBrk="1" fontAlgn="auto" latinLnBrk="0" hangingPunct="1">
              <a:lnSpc>
                <a:spcPct val="120000"/>
              </a:lnSpc>
              <a:spcBef>
                <a:spcPts val="0"/>
              </a:spcBef>
              <a:spcAft>
                <a:spcPts val="0"/>
              </a:spcAft>
              <a:buClrTx/>
              <a:buSzTx/>
              <a:buFontTx/>
              <a:buNone/>
              <a:defRPr/>
            </a:pPr>
            <a:endParaRPr kumimoji="0" lang="id-ID" sz="700" b="0" i="0" u="none" strike="noStrike" kern="0" cap="none" spc="0" normalizeH="0" baseline="0" noProof="0" dirty="0">
              <a:ln>
                <a:noFill/>
              </a:ln>
              <a:solidFill>
                <a:sysClr val="window" lastClr="FFFFFF"/>
              </a:solidFill>
              <a:effectLst/>
              <a:uLnTx/>
              <a:uFillTx/>
              <a:latin typeface="+mn-lt"/>
              <a:ea typeface="+mn-ea"/>
              <a:cs typeface="+mn-ea"/>
              <a:sym typeface="+mn-lt"/>
            </a:endParaRPr>
          </a:p>
        </p:txBody>
      </p:sp>
      <p:sp>
        <p:nvSpPr>
          <p:cNvPr id="19" name="Oval 60"/>
          <p:cNvSpPr>
            <a:spLocks noChangeAspect="1"/>
          </p:cNvSpPr>
          <p:nvPr/>
        </p:nvSpPr>
        <p:spPr>
          <a:xfrm>
            <a:off x="2546681" y="1720772"/>
            <a:ext cx="538400" cy="538400"/>
          </a:xfrm>
          <a:prstGeom prst="ellipse">
            <a:avLst/>
          </a:prstGeom>
          <a:solidFill>
            <a:schemeClr val="tx1">
              <a:lumMod val="75000"/>
              <a:lumOff val="25000"/>
            </a:schemeClr>
          </a:solidFill>
          <a:ln w="12700" cap="flat" cmpd="sng" algn="ctr">
            <a:noFill/>
            <a:prstDash val="solid"/>
            <a:miter lim="800000"/>
          </a:ln>
          <a:effectLst/>
        </p:spPr>
        <p:txBody>
          <a:bodyPr rot="0" spcFirstLastPara="0" vert="horz" wrap="square" lIns="0" tIns="0" rIns="0" bIns="0" numCol="1" spcCol="0" rtlCol="0" fromWordArt="0" anchor="ctr" anchorCtr="1" forceAA="0" compatLnSpc="1">
            <a:noAutofit/>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eaLnBrk="1" fontAlgn="auto" latinLnBrk="0" hangingPunct="1">
              <a:lnSpc>
                <a:spcPct val="120000"/>
              </a:lnSpc>
              <a:spcBef>
                <a:spcPts val="0"/>
              </a:spcBef>
              <a:spcAft>
                <a:spcPts val="0"/>
              </a:spcAft>
              <a:buClrTx/>
              <a:buSzTx/>
              <a:buFontTx/>
              <a:buNone/>
              <a:defRPr/>
            </a:pPr>
            <a:r>
              <a:rPr kumimoji="0" lang="zh-CN" altLang="en-US" sz="1200" u="none" strike="noStrike" kern="0" cap="none" spc="0" normalizeH="0" baseline="0" noProof="0" dirty="0">
                <a:ln>
                  <a:noFill/>
                </a:ln>
                <a:solidFill>
                  <a:srgbClr val="FFFFFF"/>
                </a:solidFill>
                <a:effectLst/>
                <a:uLnTx/>
                <a:uFillTx/>
                <a:latin typeface="Source Han Sans CN Regular" panose="020B0500000000000000" pitchFamily="34" charset="-128"/>
                <a:ea typeface="Source Han Sans CN Regular" panose="020B0500000000000000" pitchFamily="34" charset="-128"/>
                <a:cs typeface="+mn-ea"/>
                <a:sym typeface="+mn-lt"/>
              </a:rPr>
              <a:t>文字</a:t>
            </a:r>
            <a:endParaRPr kumimoji="0" lang="en-US" altLang="zh-CN" sz="1200" u="none" strike="noStrike" kern="0" cap="none" spc="0" normalizeH="0" baseline="0" noProof="0" dirty="0">
              <a:ln>
                <a:noFill/>
              </a:ln>
              <a:solidFill>
                <a:srgbClr val="FFFFFF"/>
              </a:solidFill>
              <a:effectLst/>
              <a:uLnTx/>
              <a:uFillTx/>
              <a:latin typeface="Source Han Sans CN Regular" panose="020B0500000000000000" pitchFamily="34" charset="-128"/>
              <a:ea typeface="Source Han Sans CN Regular" panose="020B0500000000000000" pitchFamily="34" charset="-128"/>
              <a:cs typeface="+mn-ea"/>
              <a:sym typeface="+mn-lt"/>
            </a:endParaRPr>
          </a:p>
        </p:txBody>
      </p:sp>
      <p:sp>
        <p:nvSpPr>
          <p:cNvPr id="20" name="Oval 63"/>
          <p:cNvSpPr>
            <a:spLocks noChangeAspect="1"/>
          </p:cNvSpPr>
          <p:nvPr/>
        </p:nvSpPr>
        <p:spPr>
          <a:xfrm>
            <a:off x="6681582" y="1720772"/>
            <a:ext cx="538400" cy="538400"/>
          </a:xfrm>
          <a:prstGeom prst="ellipse">
            <a:avLst/>
          </a:prstGeom>
          <a:solidFill>
            <a:schemeClr val="tx1">
              <a:lumMod val="75000"/>
              <a:lumOff val="25000"/>
            </a:schemeClr>
          </a:solidFill>
          <a:ln w="12700" cap="flat" cmpd="sng" algn="ctr">
            <a:noFill/>
            <a:prstDash val="solid"/>
            <a:miter lim="800000"/>
          </a:ln>
          <a:effectLst/>
        </p:spPr>
        <p:txBody>
          <a:bodyPr rot="0" spcFirstLastPara="0" vert="horz" wrap="square" lIns="0" tIns="0" rIns="0" bIns="0" numCol="1" spcCol="0" rtlCol="0" fromWordArt="0" anchor="ctr" anchorCtr="1" forceAA="0" compatLnSpc="1">
            <a:noAutofit/>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eaLnBrk="1" fontAlgn="auto" latinLnBrk="0" hangingPunct="1">
              <a:lnSpc>
                <a:spcPct val="120000"/>
              </a:lnSpc>
              <a:spcBef>
                <a:spcPts val="0"/>
              </a:spcBef>
              <a:spcAft>
                <a:spcPts val="0"/>
              </a:spcAft>
              <a:buClrTx/>
              <a:buSzTx/>
              <a:buFontTx/>
              <a:buNone/>
              <a:defRPr/>
            </a:pPr>
            <a:r>
              <a:rPr kumimoji="0" lang="zh-CN" altLang="en-US" sz="1200" u="none" strike="noStrike" kern="0" cap="none" spc="0" normalizeH="0" baseline="0" noProof="0" dirty="0">
                <a:ln>
                  <a:noFill/>
                </a:ln>
                <a:solidFill>
                  <a:srgbClr val="FFFFFF"/>
                </a:solidFill>
                <a:effectLst/>
                <a:uLnTx/>
                <a:uFillTx/>
                <a:latin typeface="Source Han Sans CN Regular" panose="020B0500000000000000" pitchFamily="34" charset="-128"/>
                <a:ea typeface="Source Han Sans CN Regular" panose="020B0500000000000000" pitchFamily="34" charset="-128"/>
                <a:cs typeface="+mn-ea"/>
                <a:sym typeface="+mn-lt"/>
              </a:rPr>
              <a:t>文字</a:t>
            </a:r>
            <a:endParaRPr kumimoji="0" lang="en-US" altLang="zh-CN" sz="1200" u="none" strike="noStrike" kern="0" cap="none" spc="0" normalizeH="0" baseline="0" noProof="0" dirty="0">
              <a:ln>
                <a:noFill/>
              </a:ln>
              <a:solidFill>
                <a:srgbClr val="FFFFFF"/>
              </a:solidFill>
              <a:effectLst/>
              <a:uLnTx/>
              <a:uFillTx/>
              <a:latin typeface="Source Han Sans CN Regular" panose="020B0500000000000000" pitchFamily="34" charset="-128"/>
              <a:ea typeface="Source Han Sans CN Regular" panose="020B0500000000000000" pitchFamily="34" charset="-128"/>
              <a:cs typeface="+mn-ea"/>
              <a:sym typeface="+mn-lt"/>
            </a:endParaRPr>
          </a:p>
        </p:txBody>
      </p:sp>
      <p:sp>
        <p:nvSpPr>
          <p:cNvPr id="21" name="文本框 20"/>
          <p:cNvSpPr txBox="1"/>
          <p:nvPr/>
        </p:nvSpPr>
        <p:spPr>
          <a:xfrm>
            <a:off x="1770018" y="2387367"/>
            <a:ext cx="2083786" cy="745589"/>
          </a:xfrm>
          <a:prstGeom prst="rect">
            <a:avLst/>
          </a:prstGeom>
          <a:noFill/>
        </p:spPr>
        <p:txBody>
          <a:bodyPr wrap="square" rtlCol="0">
            <a:spAutoFit/>
          </a:bodyPr>
          <a:lstStyle/>
          <a:p>
            <a:pPr algn="ctr">
              <a:lnSpc>
                <a:spcPct val="150000"/>
              </a:lnSpc>
            </a:pPr>
            <a:r>
              <a:rPr lang="zh-CN" altLang="en-US" sz="1000" dirty="0">
                <a:solidFill>
                  <a:schemeClr val="tx1">
                    <a:lumMod val="75000"/>
                    <a:lumOff val="25000"/>
                  </a:schemeClr>
                </a:solidFill>
                <a:latin typeface="Source Han Sans CN Regular" panose="020B0500000000000000" pitchFamily="34" charset="-128"/>
                <a:ea typeface="Source Han Sans CN Regular" panose="020B0500000000000000" pitchFamily="34" charset="-128"/>
                <a:cs typeface="+mn-ea"/>
                <a:sym typeface="+mn-lt"/>
              </a:rPr>
              <a:t>此处为预设文本，请将内容复制粘贴到这里，字体、字号、颜色皆可根据自己的喜好进行更改</a:t>
            </a:r>
            <a:endParaRPr lang="zh-CN" altLang="en-US" sz="1000" dirty="0">
              <a:solidFill>
                <a:schemeClr val="tx1">
                  <a:lumMod val="75000"/>
                  <a:lumOff val="25000"/>
                </a:schemeClr>
              </a:solidFill>
              <a:latin typeface="Source Han Sans CN Regular" panose="020B0500000000000000" pitchFamily="34" charset="-128"/>
              <a:ea typeface="Source Han Sans CN Regular" panose="020B0500000000000000" pitchFamily="34" charset="-128"/>
              <a:cs typeface="+mn-ea"/>
              <a:sym typeface="+mn-lt"/>
            </a:endParaRPr>
          </a:p>
        </p:txBody>
      </p:sp>
      <p:sp>
        <p:nvSpPr>
          <p:cNvPr id="22" name="文本框 21"/>
          <p:cNvSpPr txBox="1"/>
          <p:nvPr/>
        </p:nvSpPr>
        <p:spPr>
          <a:xfrm>
            <a:off x="5908888" y="2387367"/>
            <a:ext cx="2083786" cy="745589"/>
          </a:xfrm>
          <a:prstGeom prst="rect">
            <a:avLst/>
          </a:prstGeom>
          <a:noFill/>
        </p:spPr>
        <p:txBody>
          <a:bodyPr wrap="square" rtlCol="0">
            <a:spAutoFit/>
          </a:bodyPr>
          <a:lstStyle/>
          <a:p>
            <a:pPr lvl="0" algn="ctr">
              <a:lnSpc>
                <a:spcPct val="150000"/>
              </a:lnSpc>
            </a:pPr>
            <a:r>
              <a:rPr lang="zh-CN" altLang="en-US" sz="1000" dirty="0">
                <a:solidFill>
                  <a:srgbClr val="000000">
                    <a:lumMod val="75000"/>
                    <a:lumOff val="25000"/>
                  </a:srgbClr>
                </a:solidFill>
                <a:latin typeface="Source Han Sans CN Regular" panose="020B0500000000000000" pitchFamily="34" charset="-128"/>
                <a:ea typeface="Source Han Sans CN Regular" panose="020B0500000000000000" pitchFamily="34" charset="-128"/>
                <a:cs typeface="+mn-ea"/>
                <a:sym typeface="+mn-lt"/>
              </a:rPr>
              <a:t>此处为预设文本，请将内容复制粘贴到这里，字体、字号、颜色皆可根据自己的喜好进行更改</a:t>
            </a:r>
            <a:endParaRPr lang="zh-CN" altLang="en-US" sz="1000" dirty="0">
              <a:solidFill>
                <a:srgbClr val="000000">
                  <a:lumMod val="75000"/>
                  <a:lumOff val="25000"/>
                </a:srgbClr>
              </a:solidFill>
              <a:latin typeface="Source Han Sans CN Regular" panose="020B0500000000000000" pitchFamily="34" charset="-128"/>
              <a:ea typeface="Source Han Sans CN Regular" panose="020B0500000000000000" pitchFamily="34" charset="-128"/>
              <a:cs typeface="+mn-ea"/>
              <a:sym typeface="+mn-lt"/>
            </a:endParaRPr>
          </a:p>
        </p:txBody>
      </p:sp>
      <p:sp>
        <p:nvSpPr>
          <p:cNvPr id="23" name="Oval 84"/>
          <p:cNvSpPr>
            <a:spLocks noChangeAspect="1"/>
          </p:cNvSpPr>
          <p:nvPr/>
        </p:nvSpPr>
        <p:spPr>
          <a:xfrm>
            <a:off x="4635462" y="4410206"/>
            <a:ext cx="538400" cy="538400"/>
          </a:xfrm>
          <a:prstGeom prst="ellipse">
            <a:avLst/>
          </a:prstGeom>
          <a:solidFill>
            <a:schemeClr val="tx1">
              <a:lumMod val="75000"/>
              <a:lumOff val="25000"/>
            </a:schemeClr>
          </a:solidFill>
          <a:ln w="12700" cap="flat" cmpd="sng" algn="ctr">
            <a:noFill/>
            <a:prstDash val="solid"/>
            <a:miter lim="800000"/>
          </a:ln>
          <a:effectLst/>
        </p:spPr>
        <p:txBody>
          <a:bodyPr rot="0" spcFirstLastPara="0" vert="horz" wrap="square" lIns="0" tIns="0" rIns="0" bIns="0" numCol="1" spcCol="0" rtlCol="0" fromWordArt="0" anchor="ctr" anchorCtr="1" forceAA="0" compatLnSpc="1">
            <a:noAutofit/>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eaLnBrk="1" fontAlgn="auto" latinLnBrk="0" hangingPunct="1">
              <a:lnSpc>
                <a:spcPct val="120000"/>
              </a:lnSpc>
              <a:spcBef>
                <a:spcPts val="0"/>
              </a:spcBef>
              <a:spcAft>
                <a:spcPts val="0"/>
              </a:spcAft>
              <a:buClrTx/>
              <a:buSzTx/>
              <a:buFontTx/>
              <a:buNone/>
              <a:defRPr/>
            </a:pPr>
            <a:r>
              <a:rPr kumimoji="0" lang="zh-CN" altLang="en-US" sz="1200" u="none" strike="noStrike" kern="0" cap="none" spc="0" normalizeH="0" baseline="0" noProof="0" dirty="0">
                <a:ln>
                  <a:noFill/>
                </a:ln>
                <a:solidFill>
                  <a:srgbClr val="FFFFFF"/>
                </a:solidFill>
                <a:effectLst/>
                <a:uLnTx/>
                <a:uFillTx/>
                <a:latin typeface="Source Han Sans CN Regular" panose="020B0500000000000000" pitchFamily="34" charset="-128"/>
                <a:ea typeface="Source Han Sans CN Regular" panose="020B0500000000000000" pitchFamily="34" charset="-128"/>
                <a:cs typeface="+mn-ea"/>
                <a:sym typeface="+mn-lt"/>
              </a:rPr>
              <a:t>文字</a:t>
            </a:r>
            <a:endParaRPr kumimoji="0" lang="en-US" sz="1200" u="none" strike="noStrike" kern="0" cap="none" spc="0" normalizeH="0" baseline="0" noProof="0" dirty="0">
              <a:ln>
                <a:noFill/>
              </a:ln>
              <a:solidFill>
                <a:srgbClr val="FFFFFF"/>
              </a:solidFill>
              <a:effectLst/>
              <a:uLnTx/>
              <a:uFillTx/>
              <a:latin typeface="Source Han Sans CN Regular" panose="020B0500000000000000" pitchFamily="34" charset="-128"/>
              <a:ea typeface="Source Han Sans CN Regular" panose="020B0500000000000000" pitchFamily="34" charset="-128"/>
              <a:cs typeface="+mn-ea"/>
              <a:sym typeface="+mn-lt"/>
            </a:endParaRPr>
          </a:p>
        </p:txBody>
      </p:sp>
      <p:sp>
        <p:nvSpPr>
          <p:cNvPr id="24" name="Oval 90"/>
          <p:cNvSpPr>
            <a:spLocks noChangeAspect="1"/>
          </p:cNvSpPr>
          <p:nvPr/>
        </p:nvSpPr>
        <p:spPr>
          <a:xfrm>
            <a:off x="8798402" y="4410206"/>
            <a:ext cx="538400" cy="538400"/>
          </a:xfrm>
          <a:prstGeom prst="ellipse">
            <a:avLst/>
          </a:prstGeom>
          <a:solidFill>
            <a:schemeClr val="tx1">
              <a:lumMod val="75000"/>
              <a:lumOff val="25000"/>
            </a:schemeClr>
          </a:solidFill>
          <a:ln w="12700" cap="flat" cmpd="sng" algn="ctr">
            <a:noFill/>
            <a:prstDash val="solid"/>
            <a:miter lim="800000"/>
          </a:ln>
          <a:effectLst/>
        </p:spPr>
        <p:txBody>
          <a:bodyPr rot="0" spcFirstLastPara="0" vert="horz" wrap="square" lIns="0" tIns="0" rIns="0" bIns="0" numCol="1" spcCol="0" rtlCol="0" fromWordArt="0" anchor="ctr" anchorCtr="1" forceAA="0" compatLnSpc="1">
            <a:noAutofit/>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eaLnBrk="1" fontAlgn="auto" latinLnBrk="0" hangingPunct="1">
              <a:lnSpc>
                <a:spcPct val="120000"/>
              </a:lnSpc>
              <a:spcBef>
                <a:spcPts val="0"/>
              </a:spcBef>
              <a:spcAft>
                <a:spcPts val="0"/>
              </a:spcAft>
              <a:buClrTx/>
              <a:buSzTx/>
              <a:buFontTx/>
              <a:buNone/>
              <a:defRPr/>
            </a:pPr>
            <a:r>
              <a:rPr kumimoji="0" lang="zh-CN" altLang="en-US" sz="1200" u="none" strike="noStrike" kern="0" cap="none" spc="0" normalizeH="0" baseline="0" noProof="0" dirty="0">
                <a:ln>
                  <a:noFill/>
                </a:ln>
                <a:solidFill>
                  <a:srgbClr val="FFFFFF"/>
                </a:solidFill>
                <a:effectLst/>
                <a:uLnTx/>
                <a:uFillTx/>
                <a:latin typeface="Source Han Sans CN Regular" panose="020B0500000000000000" pitchFamily="34" charset="-128"/>
                <a:ea typeface="Source Han Sans CN Regular" panose="020B0500000000000000" pitchFamily="34" charset="-128"/>
                <a:cs typeface="+mn-ea"/>
                <a:sym typeface="+mn-lt"/>
              </a:rPr>
              <a:t>文字</a:t>
            </a:r>
            <a:endParaRPr kumimoji="0" lang="en-US" altLang="zh-CN" sz="1200" u="none" strike="noStrike" kern="0" cap="none" spc="0" normalizeH="0" baseline="0" noProof="0" dirty="0">
              <a:ln>
                <a:noFill/>
              </a:ln>
              <a:solidFill>
                <a:srgbClr val="FFFFFF"/>
              </a:solidFill>
              <a:effectLst/>
              <a:uLnTx/>
              <a:uFillTx/>
              <a:latin typeface="Source Han Sans CN Regular" panose="020B0500000000000000" pitchFamily="34" charset="-128"/>
              <a:ea typeface="Source Han Sans CN Regular" panose="020B0500000000000000" pitchFamily="34" charset="-128"/>
              <a:cs typeface="+mn-ea"/>
              <a:sym typeface="+mn-lt"/>
            </a:endParaRPr>
          </a:p>
        </p:txBody>
      </p:sp>
      <p:sp>
        <p:nvSpPr>
          <p:cNvPr id="25" name="文本框 24"/>
          <p:cNvSpPr txBox="1"/>
          <p:nvPr/>
        </p:nvSpPr>
        <p:spPr>
          <a:xfrm>
            <a:off x="3853804" y="5074245"/>
            <a:ext cx="2083786" cy="745589"/>
          </a:xfrm>
          <a:prstGeom prst="rect">
            <a:avLst/>
          </a:prstGeom>
          <a:noFill/>
        </p:spPr>
        <p:txBody>
          <a:bodyPr wrap="square" rtlCol="0">
            <a:spAutoFit/>
          </a:bodyPr>
          <a:lstStyle/>
          <a:p>
            <a:pPr algn="ctr">
              <a:lnSpc>
                <a:spcPct val="150000"/>
              </a:lnSpc>
            </a:pPr>
            <a:r>
              <a:rPr lang="zh-CN" altLang="en-US" sz="1000" dirty="0">
                <a:solidFill>
                  <a:schemeClr val="tx1">
                    <a:lumMod val="75000"/>
                    <a:lumOff val="25000"/>
                  </a:schemeClr>
                </a:solidFill>
                <a:latin typeface="Source Han Sans CN Regular" panose="020B0500000000000000" pitchFamily="34" charset="-128"/>
                <a:ea typeface="Source Han Sans CN Regular" panose="020B0500000000000000" pitchFamily="34" charset="-128"/>
                <a:cs typeface="+mn-ea"/>
                <a:sym typeface="+mn-lt"/>
              </a:rPr>
              <a:t>此处为预设文本，请将内容复制粘贴到这里，字体、字号、颜色皆可根据自己的喜好进行更改</a:t>
            </a:r>
            <a:endParaRPr lang="zh-CN" altLang="en-US" sz="1000" dirty="0">
              <a:solidFill>
                <a:schemeClr val="tx1">
                  <a:lumMod val="75000"/>
                  <a:lumOff val="25000"/>
                </a:schemeClr>
              </a:solidFill>
              <a:latin typeface="Source Han Sans CN Regular" panose="020B0500000000000000" pitchFamily="34" charset="-128"/>
              <a:ea typeface="Source Han Sans CN Regular" panose="020B0500000000000000" pitchFamily="34" charset="-128"/>
              <a:cs typeface="+mn-ea"/>
              <a:sym typeface="+mn-lt"/>
            </a:endParaRPr>
          </a:p>
        </p:txBody>
      </p:sp>
      <p:sp>
        <p:nvSpPr>
          <p:cNvPr id="26" name="文本框 25"/>
          <p:cNvSpPr txBox="1"/>
          <p:nvPr/>
        </p:nvSpPr>
        <p:spPr>
          <a:xfrm>
            <a:off x="7992674" y="5074245"/>
            <a:ext cx="2083786" cy="745589"/>
          </a:xfrm>
          <a:prstGeom prst="rect">
            <a:avLst/>
          </a:prstGeom>
          <a:noFill/>
        </p:spPr>
        <p:txBody>
          <a:bodyPr wrap="square" rtlCol="0">
            <a:spAutoFit/>
          </a:bodyPr>
          <a:lstStyle/>
          <a:p>
            <a:pPr lvl="0" algn="ctr">
              <a:lnSpc>
                <a:spcPct val="150000"/>
              </a:lnSpc>
            </a:pPr>
            <a:r>
              <a:rPr lang="zh-CN" altLang="en-US" sz="1000" dirty="0">
                <a:solidFill>
                  <a:srgbClr val="000000">
                    <a:lumMod val="75000"/>
                    <a:lumOff val="25000"/>
                  </a:srgbClr>
                </a:solidFill>
                <a:latin typeface="Source Han Sans CN Regular" panose="020B0500000000000000" pitchFamily="34" charset="-128"/>
                <a:ea typeface="Source Han Sans CN Regular" panose="020B0500000000000000" pitchFamily="34" charset="-128"/>
                <a:cs typeface="+mn-ea"/>
                <a:sym typeface="+mn-lt"/>
              </a:rPr>
              <a:t>此处为预设文本，请将内容复制粘贴到这里，字体、字号、颜色皆可根据自己的喜好进行更改</a:t>
            </a:r>
            <a:endParaRPr lang="zh-CN" altLang="en-US" sz="1000" dirty="0">
              <a:solidFill>
                <a:srgbClr val="000000">
                  <a:lumMod val="75000"/>
                  <a:lumOff val="25000"/>
                </a:srgbClr>
              </a:solidFill>
              <a:latin typeface="Source Han Sans CN Regular" panose="020B0500000000000000" pitchFamily="34" charset="-128"/>
              <a:ea typeface="Source Han Sans CN Regular" panose="020B0500000000000000" pitchFamily="34" charset="-128"/>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advTm="3000"/>
    </mc:Choice>
    <mc:Fallback>
      <p:transition spd="slow" advTm="3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heckerboard(across)">
                                      <p:cBhvr>
                                        <p:cTn id="7" dur="500"/>
                                        <p:tgtEl>
                                          <p:spTgt spid="2"/>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checkerboard(across)">
                                      <p:cBhvr>
                                        <p:cTn id="10" dur="500"/>
                                        <p:tgtEl>
                                          <p:spTgt spid="3"/>
                                        </p:tgtEl>
                                      </p:cBhvr>
                                    </p:animEffect>
                                  </p:childTnLst>
                                </p:cTn>
                              </p:par>
                              <p:par>
                                <p:cTn id="11" presetID="5" presetClass="entr" presetSubtype="1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checkerboard(across)">
                                      <p:cBhvr>
                                        <p:cTn id="13" dur="500"/>
                                        <p:tgtEl>
                                          <p:spTgt spid="4"/>
                                        </p:tgtEl>
                                      </p:cBhvr>
                                    </p:animEffect>
                                  </p:childTnLst>
                                </p:cTn>
                              </p:par>
                              <p:par>
                                <p:cTn id="14" presetID="5" presetClass="entr" presetSubtype="10" fill="hold" grpId="0" nodeType="with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checkerboard(across)">
                                      <p:cBhvr>
                                        <p:cTn id="16" dur="500"/>
                                        <p:tgtEl>
                                          <p:spTgt spid="5"/>
                                        </p:tgtEl>
                                      </p:cBhvr>
                                    </p:animEffect>
                                  </p:childTnLst>
                                </p:cTn>
                              </p:par>
                              <p:par>
                                <p:cTn id="17" presetID="5" presetClass="entr" presetSubtype="10" fill="hold" grpId="0" nodeType="with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checkerboard(across)">
                                      <p:cBhvr>
                                        <p:cTn id="19" dur="500"/>
                                        <p:tgtEl>
                                          <p:spTgt spid="6"/>
                                        </p:tgtEl>
                                      </p:cBhvr>
                                    </p:animEffect>
                                  </p:childTnLst>
                                </p:cTn>
                              </p:par>
                              <p:par>
                                <p:cTn id="20" presetID="5" presetClass="entr" presetSubtype="10" fill="hold" grpId="0"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checkerboard(across)">
                                      <p:cBhvr>
                                        <p:cTn id="22" dur="500"/>
                                        <p:tgtEl>
                                          <p:spTgt spid="7"/>
                                        </p:tgtEl>
                                      </p:cBhvr>
                                    </p:animEffect>
                                  </p:childTnLst>
                                </p:cTn>
                              </p:par>
                              <p:par>
                                <p:cTn id="23" presetID="5" presetClass="entr" presetSubtype="10"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checkerboard(across)">
                                      <p:cBhvr>
                                        <p:cTn id="25" dur="500"/>
                                        <p:tgtEl>
                                          <p:spTgt spid="8"/>
                                        </p:tgtEl>
                                      </p:cBhvr>
                                    </p:animEffect>
                                  </p:childTnLst>
                                </p:cTn>
                              </p:par>
                              <p:par>
                                <p:cTn id="26" presetID="5" presetClass="entr" presetSubtype="10" fill="hold" grpId="0" nodeType="with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checkerboard(across)">
                                      <p:cBhvr>
                                        <p:cTn id="28" dur="500"/>
                                        <p:tgtEl>
                                          <p:spTgt spid="9"/>
                                        </p:tgtEl>
                                      </p:cBhvr>
                                    </p:animEffect>
                                  </p:childTnLst>
                                </p:cTn>
                              </p:par>
                              <p:par>
                                <p:cTn id="29" presetID="5" presetClass="entr" presetSubtype="10" fill="hold" grpId="0" nodeType="with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checkerboard(across)">
                                      <p:cBhvr>
                                        <p:cTn id="31" dur="500"/>
                                        <p:tgtEl>
                                          <p:spTgt spid="10"/>
                                        </p:tgtEl>
                                      </p:cBhvr>
                                    </p:animEffect>
                                  </p:childTnLst>
                                </p:cTn>
                              </p:par>
                              <p:par>
                                <p:cTn id="32" presetID="5" presetClass="entr" presetSubtype="10" fill="hold" grpId="0" nodeType="with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checkerboard(across)">
                                      <p:cBhvr>
                                        <p:cTn id="34" dur="500"/>
                                        <p:tgtEl>
                                          <p:spTgt spid="11"/>
                                        </p:tgtEl>
                                      </p:cBhvr>
                                    </p:animEffect>
                                  </p:childTnLst>
                                </p:cTn>
                              </p:par>
                              <p:par>
                                <p:cTn id="35" presetID="5" presetClass="entr" presetSubtype="10" fill="hold" grpId="0" nodeType="with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checkerboard(across)">
                                      <p:cBhvr>
                                        <p:cTn id="37" dur="500"/>
                                        <p:tgtEl>
                                          <p:spTgt spid="12"/>
                                        </p:tgtEl>
                                      </p:cBhvr>
                                    </p:animEffect>
                                  </p:childTnLst>
                                </p:cTn>
                              </p:par>
                              <p:par>
                                <p:cTn id="38" presetID="5" presetClass="entr" presetSubtype="10" fill="hold" grpId="0" nodeType="withEffect">
                                  <p:stCondLst>
                                    <p:cond delay="0"/>
                                  </p:stCondLst>
                                  <p:childTnLst>
                                    <p:set>
                                      <p:cBhvr>
                                        <p:cTn id="39" dur="1" fill="hold">
                                          <p:stCondLst>
                                            <p:cond delay="0"/>
                                          </p:stCondLst>
                                        </p:cTn>
                                        <p:tgtEl>
                                          <p:spTgt spid="13"/>
                                        </p:tgtEl>
                                        <p:attrNameLst>
                                          <p:attrName>style.visibility</p:attrName>
                                        </p:attrNameLst>
                                      </p:cBhvr>
                                      <p:to>
                                        <p:strVal val="visible"/>
                                      </p:to>
                                    </p:set>
                                    <p:animEffect transition="in" filter="checkerboard(across)">
                                      <p:cBhvr>
                                        <p:cTn id="40" dur="500"/>
                                        <p:tgtEl>
                                          <p:spTgt spid="13"/>
                                        </p:tgtEl>
                                      </p:cBhvr>
                                    </p:animEffect>
                                  </p:childTnLst>
                                </p:cTn>
                              </p:par>
                              <p:par>
                                <p:cTn id="41" presetID="5" presetClass="entr" presetSubtype="10" fill="hold" grpId="0" nodeType="withEffect">
                                  <p:stCondLst>
                                    <p:cond delay="0"/>
                                  </p:stCondLst>
                                  <p:childTnLst>
                                    <p:set>
                                      <p:cBhvr>
                                        <p:cTn id="42" dur="1" fill="hold">
                                          <p:stCondLst>
                                            <p:cond delay="0"/>
                                          </p:stCondLst>
                                        </p:cTn>
                                        <p:tgtEl>
                                          <p:spTgt spid="14"/>
                                        </p:tgtEl>
                                        <p:attrNameLst>
                                          <p:attrName>style.visibility</p:attrName>
                                        </p:attrNameLst>
                                      </p:cBhvr>
                                      <p:to>
                                        <p:strVal val="visible"/>
                                      </p:to>
                                    </p:set>
                                    <p:animEffect transition="in" filter="checkerboard(across)">
                                      <p:cBhvr>
                                        <p:cTn id="43" dur="500"/>
                                        <p:tgtEl>
                                          <p:spTgt spid="14"/>
                                        </p:tgtEl>
                                      </p:cBhvr>
                                    </p:animEffect>
                                  </p:childTnLst>
                                </p:cTn>
                              </p:par>
                              <p:par>
                                <p:cTn id="44" presetID="5" presetClass="entr" presetSubtype="10" fill="hold" grpId="0" nodeType="withEffect">
                                  <p:stCondLst>
                                    <p:cond delay="0"/>
                                  </p:stCondLst>
                                  <p:childTnLst>
                                    <p:set>
                                      <p:cBhvr>
                                        <p:cTn id="45" dur="1" fill="hold">
                                          <p:stCondLst>
                                            <p:cond delay="0"/>
                                          </p:stCondLst>
                                        </p:cTn>
                                        <p:tgtEl>
                                          <p:spTgt spid="15"/>
                                        </p:tgtEl>
                                        <p:attrNameLst>
                                          <p:attrName>style.visibility</p:attrName>
                                        </p:attrNameLst>
                                      </p:cBhvr>
                                      <p:to>
                                        <p:strVal val="visible"/>
                                      </p:to>
                                    </p:set>
                                    <p:animEffect transition="in" filter="checkerboard(across)">
                                      <p:cBhvr>
                                        <p:cTn id="46" dur="500"/>
                                        <p:tgtEl>
                                          <p:spTgt spid="15"/>
                                        </p:tgtEl>
                                      </p:cBhvr>
                                    </p:animEffect>
                                  </p:childTnLst>
                                </p:cTn>
                              </p:par>
                              <p:par>
                                <p:cTn id="47" presetID="5" presetClass="entr" presetSubtype="10" fill="hold" grpId="0" nodeType="withEffect">
                                  <p:stCondLst>
                                    <p:cond delay="0"/>
                                  </p:stCondLst>
                                  <p:childTnLst>
                                    <p:set>
                                      <p:cBhvr>
                                        <p:cTn id="48" dur="1" fill="hold">
                                          <p:stCondLst>
                                            <p:cond delay="0"/>
                                          </p:stCondLst>
                                        </p:cTn>
                                        <p:tgtEl>
                                          <p:spTgt spid="16"/>
                                        </p:tgtEl>
                                        <p:attrNameLst>
                                          <p:attrName>style.visibility</p:attrName>
                                        </p:attrNameLst>
                                      </p:cBhvr>
                                      <p:to>
                                        <p:strVal val="visible"/>
                                      </p:to>
                                    </p:set>
                                    <p:animEffect transition="in" filter="checkerboard(across)">
                                      <p:cBhvr>
                                        <p:cTn id="49" dur="500"/>
                                        <p:tgtEl>
                                          <p:spTgt spid="16"/>
                                        </p:tgtEl>
                                      </p:cBhvr>
                                    </p:animEffect>
                                  </p:childTnLst>
                                </p:cTn>
                              </p:par>
                              <p:par>
                                <p:cTn id="50" presetID="5" presetClass="entr" presetSubtype="10" fill="hold" grpId="0" nodeType="with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checkerboard(across)">
                                      <p:cBhvr>
                                        <p:cTn id="52" dur="500"/>
                                        <p:tgtEl>
                                          <p:spTgt spid="17"/>
                                        </p:tgtEl>
                                      </p:cBhvr>
                                    </p:animEffect>
                                  </p:childTnLst>
                                </p:cTn>
                              </p:par>
                              <p:par>
                                <p:cTn id="53" presetID="5" presetClass="entr" presetSubtype="10" fill="hold" grpId="0" nodeType="withEffect">
                                  <p:stCondLst>
                                    <p:cond delay="0"/>
                                  </p:stCondLst>
                                  <p:childTnLst>
                                    <p:set>
                                      <p:cBhvr>
                                        <p:cTn id="54" dur="1" fill="hold">
                                          <p:stCondLst>
                                            <p:cond delay="0"/>
                                          </p:stCondLst>
                                        </p:cTn>
                                        <p:tgtEl>
                                          <p:spTgt spid="18"/>
                                        </p:tgtEl>
                                        <p:attrNameLst>
                                          <p:attrName>style.visibility</p:attrName>
                                        </p:attrNameLst>
                                      </p:cBhvr>
                                      <p:to>
                                        <p:strVal val="visible"/>
                                      </p:to>
                                    </p:set>
                                    <p:animEffect transition="in" filter="checkerboard(across)">
                                      <p:cBhvr>
                                        <p:cTn id="55" dur="500"/>
                                        <p:tgtEl>
                                          <p:spTgt spid="18"/>
                                        </p:tgtEl>
                                      </p:cBhvr>
                                    </p:animEffect>
                                  </p:childTnLst>
                                </p:cTn>
                              </p:par>
                              <p:par>
                                <p:cTn id="56" presetID="5" presetClass="entr" presetSubtype="10" fill="hold" grpId="0" nodeType="withEffect">
                                  <p:stCondLst>
                                    <p:cond delay="0"/>
                                  </p:stCondLst>
                                  <p:childTnLst>
                                    <p:set>
                                      <p:cBhvr>
                                        <p:cTn id="57" dur="1" fill="hold">
                                          <p:stCondLst>
                                            <p:cond delay="0"/>
                                          </p:stCondLst>
                                        </p:cTn>
                                        <p:tgtEl>
                                          <p:spTgt spid="19"/>
                                        </p:tgtEl>
                                        <p:attrNameLst>
                                          <p:attrName>style.visibility</p:attrName>
                                        </p:attrNameLst>
                                      </p:cBhvr>
                                      <p:to>
                                        <p:strVal val="visible"/>
                                      </p:to>
                                    </p:set>
                                    <p:animEffect transition="in" filter="checkerboard(across)">
                                      <p:cBhvr>
                                        <p:cTn id="58" dur="500"/>
                                        <p:tgtEl>
                                          <p:spTgt spid="19"/>
                                        </p:tgtEl>
                                      </p:cBhvr>
                                    </p:animEffect>
                                  </p:childTnLst>
                                </p:cTn>
                              </p:par>
                              <p:par>
                                <p:cTn id="59" presetID="5" presetClass="entr" presetSubtype="10" fill="hold" grpId="0" nodeType="withEffect">
                                  <p:stCondLst>
                                    <p:cond delay="0"/>
                                  </p:stCondLst>
                                  <p:childTnLst>
                                    <p:set>
                                      <p:cBhvr>
                                        <p:cTn id="60" dur="1" fill="hold">
                                          <p:stCondLst>
                                            <p:cond delay="0"/>
                                          </p:stCondLst>
                                        </p:cTn>
                                        <p:tgtEl>
                                          <p:spTgt spid="20"/>
                                        </p:tgtEl>
                                        <p:attrNameLst>
                                          <p:attrName>style.visibility</p:attrName>
                                        </p:attrNameLst>
                                      </p:cBhvr>
                                      <p:to>
                                        <p:strVal val="visible"/>
                                      </p:to>
                                    </p:set>
                                    <p:animEffect transition="in" filter="checkerboard(across)">
                                      <p:cBhvr>
                                        <p:cTn id="61" dur="500"/>
                                        <p:tgtEl>
                                          <p:spTgt spid="20"/>
                                        </p:tgtEl>
                                      </p:cBhvr>
                                    </p:animEffect>
                                  </p:childTnLst>
                                </p:cTn>
                              </p:par>
                              <p:par>
                                <p:cTn id="62" presetID="5" presetClass="entr" presetSubtype="10" fill="hold" grpId="0" nodeType="withEffect">
                                  <p:stCondLst>
                                    <p:cond delay="0"/>
                                  </p:stCondLst>
                                  <p:childTnLst>
                                    <p:set>
                                      <p:cBhvr>
                                        <p:cTn id="63" dur="1" fill="hold">
                                          <p:stCondLst>
                                            <p:cond delay="0"/>
                                          </p:stCondLst>
                                        </p:cTn>
                                        <p:tgtEl>
                                          <p:spTgt spid="21"/>
                                        </p:tgtEl>
                                        <p:attrNameLst>
                                          <p:attrName>style.visibility</p:attrName>
                                        </p:attrNameLst>
                                      </p:cBhvr>
                                      <p:to>
                                        <p:strVal val="visible"/>
                                      </p:to>
                                    </p:set>
                                    <p:animEffect transition="in" filter="checkerboard(across)">
                                      <p:cBhvr>
                                        <p:cTn id="64" dur="500"/>
                                        <p:tgtEl>
                                          <p:spTgt spid="21"/>
                                        </p:tgtEl>
                                      </p:cBhvr>
                                    </p:animEffect>
                                  </p:childTnLst>
                                </p:cTn>
                              </p:par>
                              <p:par>
                                <p:cTn id="65" presetID="5" presetClass="entr" presetSubtype="10" fill="hold" grpId="0" nodeType="withEffect">
                                  <p:stCondLst>
                                    <p:cond delay="0"/>
                                  </p:stCondLst>
                                  <p:childTnLst>
                                    <p:set>
                                      <p:cBhvr>
                                        <p:cTn id="66" dur="1" fill="hold">
                                          <p:stCondLst>
                                            <p:cond delay="0"/>
                                          </p:stCondLst>
                                        </p:cTn>
                                        <p:tgtEl>
                                          <p:spTgt spid="22"/>
                                        </p:tgtEl>
                                        <p:attrNameLst>
                                          <p:attrName>style.visibility</p:attrName>
                                        </p:attrNameLst>
                                      </p:cBhvr>
                                      <p:to>
                                        <p:strVal val="visible"/>
                                      </p:to>
                                    </p:set>
                                    <p:animEffect transition="in" filter="checkerboard(across)">
                                      <p:cBhvr>
                                        <p:cTn id="67" dur="500"/>
                                        <p:tgtEl>
                                          <p:spTgt spid="22"/>
                                        </p:tgtEl>
                                      </p:cBhvr>
                                    </p:animEffect>
                                  </p:childTnLst>
                                </p:cTn>
                              </p:par>
                              <p:par>
                                <p:cTn id="68" presetID="5" presetClass="entr" presetSubtype="10" fill="hold" grpId="0" nodeType="withEffect">
                                  <p:stCondLst>
                                    <p:cond delay="0"/>
                                  </p:stCondLst>
                                  <p:childTnLst>
                                    <p:set>
                                      <p:cBhvr>
                                        <p:cTn id="69" dur="1" fill="hold">
                                          <p:stCondLst>
                                            <p:cond delay="0"/>
                                          </p:stCondLst>
                                        </p:cTn>
                                        <p:tgtEl>
                                          <p:spTgt spid="23"/>
                                        </p:tgtEl>
                                        <p:attrNameLst>
                                          <p:attrName>style.visibility</p:attrName>
                                        </p:attrNameLst>
                                      </p:cBhvr>
                                      <p:to>
                                        <p:strVal val="visible"/>
                                      </p:to>
                                    </p:set>
                                    <p:animEffect transition="in" filter="checkerboard(across)">
                                      <p:cBhvr>
                                        <p:cTn id="70" dur="500"/>
                                        <p:tgtEl>
                                          <p:spTgt spid="23"/>
                                        </p:tgtEl>
                                      </p:cBhvr>
                                    </p:animEffect>
                                  </p:childTnLst>
                                </p:cTn>
                              </p:par>
                              <p:par>
                                <p:cTn id="71" presetID="5" presetClass="entr" presetSubtype="10" fill="hold" grpId="0" nodeType="withEffect">
                                  <p:stCondLst>
                                    <p:cond delay="0"/>
                                  </p:stCondLst>
                                  <p:childTnLst>
                                    <p:set>
                                      <p:cBhvr>
                                        <p:cTn id="72" dur="1" fill="hold">
                                          <p:stCondLst>
                                            <p:cond delay="0"/>
                                          </p:stCondLst>
                                        </p:cTn>
                                        <p:tgtEl>
                                          <p:spTgt spid="24"/>
                                        </p:tgtEl>
                                        <p:attrNameLst>
                                          <p:attrName>style.visibility</p:attrName>
                                        </p:attrNameLst>
                                      </p:cBhvr>
                                      <p:to>
                                        <p:strVal val="visible"/>
                                      </p:to>
                                    </p:set>
                                    <p:animEffect transition="in" filter="checkerboard(across)">
                                      <p:cBhvr>
                                        <p:cTn id="73" dur="500"/>
                                        <p:tgtEl>
                                          <p:spTgt spid="24"/>
                                        </p:tgtEl>
                                      </p:cBhvr>
                                    </p:animEffect>
                                  </p:childTnLst>
                                </p:cTn>
                              </p:par>
                              <p:par>
                                <p:cTn id="74" presetID="5" presetClass="entr" presetSubtype="10" fill="hold" grpId="0" nodeType="withEffect">
                                  <p:stCondLst>
                                    <p:cond delay="0"/>
                                  </p:stCondLst>
                                  <p:childTnLst>
                                    <p:set>
                                      <p:cBhvr>
                                        <p:cTn id="75" dur="1" fill="hold">
                                          <p:stCondLst>
                                            <p:cond delay="0"/>
                                          </p:stCondLst>
                                        </p:cTn>
                                        <p:tgtEl>
                                          <p:spTgt spid="25"/>
                                        </p:tgtEl>
                                        <p:attrNameLst>
                                          <p:attrName>style.visibility</p:attrName>
                                        </p:attrNameLst>
                                      </p:cBhvr>
                                      <p:to>
                                        <p:strVal val="visible"/>
                                      </p:to>
                                    </p:set>
                                    <p:animEffect transition="in" filter="checkerboard(across)">
                                      <p:cBhvr>
                                        <p:cTn id="76" dur="500"/>
                                        <p:tgtEl>
                                          <p:spTgt spid="25"/>
                                        </p:tgtEl>
                                      </p:cBhvr>
                                    </p:animEffect>
                                  </p:childTnLst>
                                </p:cTn>
                              </p:par>
                              <p:par>
                                <p:cTn id="77" presetID="5" presetClass="entr" presetSubtype="10" fill="hold" grpId="0" nodeType="withEffect">
                                  <p:stCondLst>
                                    <p:cond delay="0"/>
                                  </p:stCondLst>
                                  <p:childTnLst>
                                    <p:set>
                                      <p:cBhvr>
                                        <p:cTn id="78" dur="1" fill="hold">
                                          <p:stCondLst>
                                            <p:cond delay="0"/>
                                          </p:stCondLst>
                                        </p:cTn>
                                        <p:tgtEl>
                                          <p:spTgt spid="26"/>
                                        </p:tgtEl>
                                        <p:attrNameLst>
                                          <p:attrName>style.visibility</p:attrName>
                                        </p:attrNameLst>
                                      </p:cBhvr>
                                      <p:to>
                                        <p:strVal val="visible"/>
                                      </p:to>
                                    </p:set>
                                    <p:animEffect transition="in" filter="checkerboard(across)">
                                      <p:cBhvr>
                                        <p:cTn id="79"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p:bldP spid="22" grpId="0"/>
      <p:bldP spid="23" grpId="0" animBg="1"/>
      <p:bldP spid="24" grpId="0" animBg="1"/>
      <p:bldP spid="25" grpId="0"/>
      <p:bldP spid="26"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 y="0"/>
            <a:ext cx="12192002" cy="6096000"/>
          </a:xfrm>
          <a:custGeom>
            <a:avLst/>
            <a:gdLst>
              <a:gd name="connsiteX0" fmla="*/ 0 w 11033761"/>
              <a:gd name="connsiteY0" fmla="*/ 0 h 6096000"/>
              <a:gd name="connsiteX1" fmla="*/ 11033761 w 11033761"/>
              <a:gd name="connsiteY1" fmla="*/ 0 h 6096000"/>
              <a:gd name="connsiteX2" fmla="*/ 11033761 w 11033761"/>
              <a:gd name="connsiteY2" fmla="*/ 6096000 h 6096000"/>
              <a:gd name="connsiteX3" fmla="*/ 0 w 11033761"/>
              <a:gd name="connsiteY3" fmla="*/ 6096000 h 6096000"/>
              <a:gd name="connsiteX4" fmla="*/ 0 w 11033761"/>
              <a:gd name="connsiteY4" fmla="*/ 0 h 6096000"/>
              <a:gd name="connsiteX0-1" fmla="*/ 0 w 11033761"/>
              <a:gd name="connsiteY0-2" fmla="*/ 0 h 6096000"/>
              <a:gd name="connsiteX1-3" fmla="*/ 11033761 w 11033761"/>
              <a:gd name="connsiteY1-4" fmla="*/ 0 h 6096000"/>
              <a:gd name="connsiteX2-5" fmla="*/ 11023601 w 11033761"/>
              <a:gd name="connsiteY2-6" fmla="*/ 1727200 h 6096000"/>
              <a:gd name="connsiteX3-7" fmla="*/ 11033761 w 11033761"/>
              <a:gd name="connsiteY3-8" fmla="*/ 6096000 h 6096000"/>
              <a:gd name="connsiteX4-9" fmla="*/ 0 w 11033761"/>
              <a:gd name="connsiteY4-10" fmla="*/ 6096000 h 6096000"/>
              <a:gd name="connsiteX5" fmla="*/ 0 w 11033761"/>
              <a:gd name="connsiteY5" fmla="*/ 0 h 6096000"/>
              <a:gd name="connsiteX0-11" fmla="*/ 0 w 11033761"/>
              <a:gd name="connsiteY0-12" fmla="*/ 0 h 6096000"/>
              <a:gd name="connsiteX1-13" fmla="*/ 11033761 w 11033761"/>
              <a:gd name="connsiteY1-14" fmla="*/ 0 h 6096000"/>
              <a:gd name="connsiteX2-15" fmla="*/ 11023601 w 11033761"/>
              <a:gd name="connsiteY2-16" fmla="*/ 1727200 h 6096000"/>
              <a:gd name="connsiteX3-17" fmla="*/ 5648961 w 11033761"/>
              <a:gd name="connsiteY3-18" fmla="*/ 2540000 h 6096000"/>
              <a:gd name="connsiteX4-19" fmla="*/ 0 w 11033761"/>
              <a:gd name="connsiteY4-20" fmla="*/ 6096000 h 6096000"/>
              <a:gd name="connsiteX5-21" fmla="*/ 0 w 11033761"/>
              <a:gd name="connsiteY5-22" fmla="*/ 0 h 6096000"/>
              <a:gd name="connsiteX0-23" fmla="*/ 0 w 11033761"/>
              <a:gd name="connsiteY0-24" fmla="*/ 0 h 6096000"/>
              <a:gd name="connsiteX1-25" fmla="*/ 11033761 w 11033761"/>
              <a:gd name="connsiteY1-26" fmla="*/ 0 h 6096000"/>
              <a:gd name="connsiteX2-27" fmla="*/ 11023601 w 11033761"/>
              <a:gd name="connsiteY2-28" fmla="*/ 1727200 h 6096000"/>
              <a:gd name="connsiteX3-29" fmla="*/ 5648961 w 11033761"/>
              <a:gd name="connsiteY3-30" fmla="*/ 2540000 h 6096000"/>
              <a:gd name="connsiteX4-31" fmla="*/ 0 w 11033761"/>
              <a:gd name="connsiteY4-32" fmla="*/ 6096000 h 6096000"/>
              <a:gd name="connsiteX5-33" fmla="*/ 0 w 11033761"/>
              <a:gd name="connsiteY5-34" fmla="*/ 0 h 6096000"/>
              <a:gd name="connsiteX0-35" fmla="*/ 0 w 11033761"/>
              <a:gd name="connsiteY0-36" fmla="*/ 0 h 6096000"/>
              <a:gd name="connsiteX1-37" fmla="*/ 11033761 w 11033761"/>
              <a:gd name="connsiteY1-38" fmla="*/ 0 h 6096000"/>
              <a:gd name="connsiteX2-39" fmla="*/ 11023601 w 11033761"/>
              <a:gd name="connsiteY2-40" fmla="*/ 1727200 h 6096000"/>
              <a:gd name="connsiteX3-41" fmla="*/ 5648961 w 11033761"/>
              <a:gd name="connsiteY3-42" fmla="*/ 2540000 h 6096000"/>
              <a:gd name="connsiteX4-43" fmla="*/ 0 w 11033761"/>
              <a:gd name="connsiteY4-44" fmla="*/ 6096000 h 6096000"/>
              <a:gd name="connsiteX5-45" fmla="*/ 0 w 11033761"/>
              <a:gd name="connsiteY5-46" fmla="*/ 0 h 6096000"/>
              <a:gd name="connsiteX0-47" fmla="*/ 0 w 11033761"/>
              <a:gd name="connsiteY0-48" fmla="*/ 0 h 6096000"/>
              <a:gd name="connsiteX1-49" fmla="*/ 11033761 w 11033761"/>
              <a:gd name="connsiteY1-50" fmla="*/ 0 h 6096000"/>
              <a:gd name="connsiteX2-51" fmla="*/ 11023601 w 11033761"/>
              <a:gd name="connsiteY2-52" fmla="*/ 1727200 h 6096000"/>
              <a:gd name="connsiteX3-53" fmla="*/ 5648961 w 11033761"/>
              <a:gd name="connsiteY3-54" fmla="*/ 2540000 h 6096000"/>
              <a:gd name="connsiteX4-55" fmla="*/ 0 w 11033761"/>
              <a:gd name="connsiteY4-56" fmla="*/ 6096000 h 6096000"/>
              <a:gd name="connsiteX5-57" fmla="*/ 0 w 11033761"/>
              <a:gd name="connsiteY5-58" fmla="*/ 0 h 6096000"/>
              <a:gd name="connsiteX0-59" fmla="*/ 0 w 11033761"/>
              <a:gd name="connsiteY0-60" fmla="*/ 0 h 6096000"/>
              <a:gd name="connsiteX1-61" fmla="*/ 11033761 w 11033761"/>
              <a:gd name="connsiteY1-62" fmla="*/ 0 h 6096000"/>
              <a:gd name="connsiteX2-63" fmla="*/ 11023601 w 11033761"/>
              <a:gd name="connsiteY2-64" fmla="*/ 1727200 h 6096000"/>
              <a:gd name="connsiteX3-65" fmla="*/ 5648961 w 11033761"/>
              <a:gd name="connsiteY3-66" fmla="*/ 2540000 h 6096000"/>
              <a:gd name="connsiteX4-67" fmla="*/ 0 w 11033761"/>
              <a:gd name="connsiteY4-68" fmla="*/ 6096000 h 6096000"/>
              <a:gd name="connsiteX5-69" fmla="*/ 0 w 11033761"/>
              <a:gd name="connsiteY5-70" fmla="*/ 0 h 6096000"/>
              <a:gd name="connsiteX0-71" fmla="*/ 0 w 11033761"/>
              <a:gd name="connsiteY0-72" fmla="*/ 0 h 6096000"/>
              <a:gd name="connsiteX1-73" fmla="*/ 11033761 w 11033761"/>
              <a:gd name="connsiteY1-74" fmla="*/ 0 h 6096000"/>
              <a:gd name="connsiteX2-75" fmla="*/ 11023601 w 11033761"/>
              <a:gd name="connsiteY2-76" fmla="*/ 1727200 h 6096000"/>
              <a:gd name="connsiteX3-77" fmla="*/ 5648961 w 11033761"/>
              <a:gd name="connsiteY3-78" fmla="*/ 2540000 h 6096000"/>
              <a:gd name="connsiteX4-79" fmla="*/ 0 w 11033761"/>
              <a:gd name="connsiteY4-80" fmla="*/ 6096000 h 6096000"/>
              <a:gd name="connsiteX5-81" fmla="*/ 0 w 11033761"/>
              <a:gd name="connsiteY5-82" fmla="*/ 0 h 6096000"/>
              <a:gd name="connsiteX0-83" fmla="*/ 0 w 11033761"/>
              <a:gd name="connsiteY0-84" fmla="*/ 0 h 6096000"/>
              <a:gd name="connsiteX1-85" fmla="*/ 11033761 w 11033761"/>
              <a:gd name="connsiteY1-86" fmla="*/ 0 h 6096000"/>
              <a:gd name="connsiteX2-87" fmla="*/ 11023601 w 11033761"/>
              <a:gd name="connsiteY2-88" fmla="*/ 1727200 h 6096000"/>
              <a:gd name="connsiteX3-89" fmla="*/ 5648961 w 11033761"/>
              <a:gd name="connsiteY3-90" fmla="*/ 2540000 h 6096000"/>
              <a:gd name="connsiteX4-91" fmla="*/ 0 w 11033761"/>
              <a:gd name="connsiteY4-92" fmla="*/ 6096000 h 6096000"/>
              <a:gd name="connsiteX5-93" fmla="*/ 0 w 11033761"/>
              <a:gd name="connsiteY5-94" fmla="*/ 0 h 6096000"/>
              <a:gd name="connsiteX0-95" fmla="*/ 0 w 11033761"/>
              <a:gd name="connsiteY0-96" fmla="*/ 0 h 6096000"/>
              <a:gd name="connsiteX1-97" fmla="*/ 11033761 w 11033761"/>
              <a:gd name="connsiteY1-98" fmla="*/ 0 h 6096000"/>
              <a:gd name="connsiteX2-99" fmla="*/ 11023601 w 11033761"/>
              <a:gd name="connsiteY2-100" fmla="*/ 1727200 h 6096000"/>
              <a:gd name="connsiteX3-101" fmla="*/ 5445761 w 11033761"/>
              <a:gd name="connsiteY3-102" fmla="*/ 2956560 h 6096000"/>
              <a:gd name="connsiteX4-103" fmla="*/ 0 w 11033761"/>
              <a:gd name="connsiteY4-104" fmla="*/ 6096000 h 6096000"/>
              <a:gd name="connsiteX5-105" fmla="*/ 0 w 11033761"/>
              <a:gd name="connsiteY5-106" fmla="*/ 0 h 6096000"/>
              <a:gd name="connsiteX0-107" fmla="*/ 0 w 11033761"/>
              <a:gd name="connsiteY0-108" fmla="*/ 0 h 6096000"/>
              <a:gd name="connsiteX1-109" fmla="*/ 11033761 w 11033761"/>
              <a:gd name="connsiteY1-110" fmla="*/ 0 h 6096000"/>
              <a:gd name="connsiteX2-111" fmla="*/ 11023601 w 11033761"/>
              <a:gd name="connsiteY2-112" fmla="*/ 1727200 h 6096000"/>
              <a:gd name="connsiteX3-113" fmla="*/ 5445761 w 11033761"/>
              <a:gd name="connsiteY3-114" fmla="*/ 2956560 h 6096000"/>
              <a:gd name="connsiteX4-115" fmla="*/ 0 w 11033761"/>
              <a:gd name="connsiteY4-116" fmla="*/ 6096000 h 6096000"/>
              <a:gd name="connsiteX5-117" fmla="*/ 0 w 11033761"/>
              <a:gd name="connsiteY5-118" fmla="*/ 0 h 6096000"/>
              <a:gd name="connsiteX0-119" fmla="*/ 0 w 11033761"/>
              <a:gd name="connsiteY0-120" fmla="*/ 0 h 6096000"/>
              <a:gd name="connsiteX1-121" fmla="*/ 11033761 w 11033761"/>
              <a:gd name="connsiteY1-122" fmla="*/ 0 h 6096000"/>
              <a:gd name="connsiteX2-123" fmla="*/ 11023601 w 11033761"/>
              <a:gd name="connsiteY2-124" fmla="*/ 1727200 h 6096000"/>
              <a:gd name="connsiteX3-125" fmla="*/ 5445761 w 11033761"/>
              <a:gd name="connsiteY3-126" fmla="*/ 2956560 h 6096000"/>
              <a:gd name="connsiteX4-127" fmla="*/ 0 w 11033761"/>
              <a:gd name="connsiteY4-128" fmla="*/ 6096000 h 6096000"/>
              <a:gd name="connsiteX5-129" fmla="*/ 0 w 11033761"/>
              <a:gd name="connsiteY5-130" fmla="*/ 0 h 609600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21" y="connsiteY5-22"/>
              </a:cxn>
            </a:cxnLst>
            <a:rect l="l" t="t" r="r" b="b"/>
            <a:pathLst>
              <a:path w="11033761" h="6096000">
                <a:moveTo>
                  <a:pt x="0" y="0"/>
                </a:moveTo>
                <a:lnTo>
                  <a:pt x="11033761" y="0"/>
                </a:lnTo>
                <a:cubicBezTo>
                  <a:pt x="11030374" y="575733"/>
                  <a:pt x="11026988" y="1151467"/>
                  <a:pt x="11023601" y="1727200"/>
                </a:cubicBezTo>
                <a:cubicBezTo>
                  <a:pt x="10793308" y="1659467"/>
                  <a:pt x="6407574" y="179493"/>
                  <a:pt x="5445761" y="2956560"/>
                </a:cubicBezTo>
                <a:cubicBezTo>
                  <a:pt x="4152054" y="6001173"/>
                  <a:pt x="1882987" y="4910667"/>
                  <a:pt x="0" y="6096000"/>
                </a:cubicBezTo>
                <a:lnTo>
                  <a:pt x="0" y="0"/>
                </a:lnTo>
                <a:close/>
              </a:path>
            </a:pathLst>
          </a:custGeom>
          <a:gradFill flip="none" rotWithShape="1">
            <a:gsLst>
              <a:gs pos="35000">
                <a:schemeClr val="bg1">
                  <a:lumMod val="85000"/>
                </a:schemeClr>
              </a:gs>
              <a:gs pos="100000">
                <a:srgbClr val="F4F4F4">
                  <a:alpha val="66271"/>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 name="文本框 1"/>
          <p:cNvSpPr txBox="1"/>
          <p:nvPr/>
        </p:nvSpPr>
        <p:spPr>
          <a:xfrm>
            <a:off x="2122703" y="2579186"/>
            <a:ext cx="7946593" cy="1015663"/>
          </a:xfrm>
          <a:prstGeom prst="rect">
            <a:avLst/>
          </a:prstGeom>
          <a:noFill/>
        </p:spPr>
        <p:txBody>
          <a:bodyPr wrap="square" rtlCol="0">
            <a:spAutoFit/>
          </a:bodyPr>
          <a:lstStyle/>
          <a:p>
            <a:pPr algn="dist"/>
            <a:r>
              <a:rPr kumimoji="1" lang="en-US" altLang="zh-CN" sz="6000" dirty="0">
                <a:solidFill>
                  <a:schemeClr val="tx1">
                    <a:lumMod val="75000"/>
                    <a:lumOff val="25000"/>
                  </a:schemeClr>
                </a:solidFill>
                <a:latin typeface="Bahnschrift" panose="020B0502040204020203" pitchFamily="34" charset="0"/>
                <a:ea typeface="+mj-ea"/>
              </a:rPr>
              <a:t>THANKS FOR WATCHING</a:t>
            </a:r>
            <a:endParaRPr kumimoji="1" lang="en-US" altLang="zh-CN" sz="6000" dirty="0">
              <a:solidFill>
                <a:schemeClr val="tx1">
                  <a:lumMod val="75000"/>
                  <a:lumOff val="25000"/>
                </a:schemeClr>
              </a:solidFill>
              <a:latin typeface="Bahnschrift" panose="020B0502040204020203" pitchFamily="34" charset="0"/>
              <a:ea typeface="+mj-ea"/>
            </a:endParaRPr>
          </a:p>
        </p:txBody>
      </p:sp>
      <p:sp>
        <p:nvSpPr>
          <p:cNvPr id="3" name="文本框 2"/>
          <p:cNvSpPr txBox="1"/>
          <p:nvPr/>
        </p:nvSpPr>
        <p:spPr>
          <a:xfrm>
            <a:off x="9216737" y="415311"/>
            <a:ext cx="2690141" cy="246221"/>
          </a:xfrm>
          <a:prstGeom prst="rect">
            <a:avLst/>
          </a:prstGeom>
          <a:noFill/>
        </p:spPr>
        <p:txBody>
          <a:bodyPr wrap="square" rtlCol="0">
            <a:spAutoFit/>
          </a:bodyPr>
          <a:lstStyle/>
          <a:p>
            <a:pPr algn="dist"/>
            <a:r>
              <a:rPr kumimoji="1" lang="en-US" altLang="zh-CN" sz="1000" dirty="0">
                <a:solidFill>
                  <a:schemeClr val="bg1"/>
                </a:solidFill>
                <a:latin typeface="+mn-ea"/>
              </a:rPr>
              <a:t>SENYAN2023/PPT</a:t>
            </a:r>
            <a:endParaRPr kumimoji="1" lang="en-US" altLang="zh-CN" sz="1000" dirty="0">
              <a:solidFill>
                <a:schemeClr val="bg1"/>
              </a:solidFill>
              <a:latin typeface="+mn-ea"/>
            </a:endParaRPr>
          </a:p>
        </p:txBody>
      </p:sp>
      <p:sp>
        <p:nvSpPr>
          <p:cNvPr id="7" name="加号 6"/>
          <p:cNvSpPr/>
          <p:nvPr/>
        </p:nvSpPr>
        <p:spPr>
          <a:xfrm>
            <a:off x="11201400" y="3048000"/>
            <a:ext cx="258418" cy="258418"/>
          </a:xfrm>
          <a:prstGeom prst="mathPlus">
            <a:avLst>
              <a:gd name="adj1" fmla="val 8613"/>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加号 7"/>
          <p:cNvSpPr/>
          <p:nvPr/>
        </p:nvSpPr>
        <p:spPr>
          <a:xfrm>
            <a:off x="1115833" y="1340984"/>
            <a:ext cx="258418" cy="258418"/>
          </a:xfrm>
          <a:prstGeom prst="mathPlus">
            <a:avLst>
              <a:gd name="adj1" fmla="val 8613"/>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9" name="同心圆 8"/>
          <p:cNvSpPr/>
          <p:nvPr/>
        </p:nvSpPr>
        <p:spPr>
          <a:xfrm>
            <a:off x="9211941" y="5243183"/>
            <a:ext cx="178906" cy="178906"/>
          </a:xfrm>
          <a:prstGeom prst="donut">
            <a:avLst>
              <a:gd name="adj" fmla="val 10213"/>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grpSp>
        <p:nvGrpSpPr>
          <p:cNvPr id="55" name="组合 54"/>
          <p:cNvGrpSpPr/>
          <p:nvPr/>
        </p:nvGrpSpPr>
        <p:grpSpPr>
          <a:xfrm>
            <a:off x="553595" y="4196260"/>
            <a:ext cx="413468" cy="1264919"/>
            <a:chOff x="8998226" y="-487017"/>
            <a:chExt cx="413468" cy="1264919"/>
          </a:xfrm>
        </p:grpSpPr>
        <p:sp>
          <p:nvSpPr>
            <p:cNvPr id="10" name="椭圆 9"/>
            <p:cNvSpPr/>
            <p:nvPr/>
          </p:nvSpPr>
          <p:spPr>
            <a:xfrm>
              <a:off x="8998226" y="-487017"/>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 name="椭圆 10"/>
            <p:cNvSpPr/>
            <p:nvPr/>
          </p:nvSpPr>
          <p:spPr>
            <a:xfrm>
              <a:off x="9120809" y="-487017"/>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2" name="椭圆 11"/>
            <p:cNvSpPr/>
            <p:nvPr/>
          </p:nvSpPr>
          <p:spPr>
            <a:xfrm>
              <a:off x="9243392" y="-487017"/>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 name="椭圆 12"/>
            <p:cNvSpPr/>
            <p:nvPr/>
          </p:nvSpPr>
          <p:spPr>
            <a:xfrm>
              <a:off x="9365975" y="-487017"/>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6" name="椭圆 15"/>
            <p:cNvSpPr/>
            <p:nvPr/>
          </p:nvSpPr>
          <p:spPr>
            <a:xfrm>
              <a:off x="8998226" y="-334617"/>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7" name="椭圆 16"/>
            <p:cNvSpPr/>
            <p:nvPr/>
          </p:nvSpPr>
          <p:spPr>
            <a:xfrm>
              <a:off x="9120809" y="-334617"/>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椭圆 17"/>
            <p:cNvSpPr/>
            <p:nvPr/>
          </p:nvSpPr>
          <p:spPr>
            <a:xfrm>
              <a:off x="9243392" y="-334617"/>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9" name="椭圆 18"/>
            <p:cNvSpPr/>
            <p:nvPr/>
          </p:nvSpPr>
          <p:spPr>
            <a:xfrm>
              <a:off x="9365975" y="-334617"/>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1" name="椭圆 20"/>
            <p:cNvSpPr/>
            <p:nvPr/>
          </p:nvSpPr>
          <p:spPr>
            <a:xfrm>
              <a:off x="8998226" y="-182217"/>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2" name="椭圆 21"/>
            <p:cNvSpPr/>
            <p:nvPr/>
          </p:nvSpPr>
          <p:spPr>
            <a:xfrm>
              <a:off x="9120809" y="-182217"/>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3" name="椭圆 22"/>
            <p:cNvSpPr/>
            <p:nvPr/>
          </p:nvSpPr>
          <p:spPr>
            <a:xfrm>
              <a:off x="9243392" y="-182217"/>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4" name="椭圆 23"/>
            <p:cNvSpPr/>
            <p:nvPr/>
          </p:nvSpPr>
          <p:spPr>
            <a:xfrm>
              <a:off x="9365975" y="-182217"/>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6" name="椭圆 25"/>
            <p:cNvSpPr/>
            <p:nvPr/>
          </p:nvSpPr>
          <p:spPr>
            <a:xfrm>
              <a:off x="8998226" y="-29817"/>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7" name="椭圆 26"/>
            <p:cNvSpPr/>
            <p:nvPr/>
          </p:nvSpPr>
          <p:spPr>
            <a:xfrm>
              <a:off x="9120809" y="-29817"/>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8" name="椭圆 27"/>
            <p:cNvSpPr/>
            <p:nvPr/>
          </p:nvSpPr>
          <p:spPr>
            <a:xfrm>
              <a:off x="9243392" y="-29817"/>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9" name="椭圆 28"/>
            <p:cNvSpPr/>
            <p:nvPr/>
          </p:nvSpPr>
          <p:spPr>
            <a:xfrm>
              <a:off x="9365975" y="-29817"/>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1" name="椭圆 30"/>
            <p:cNvSpPr/>
            <p:nvPr/>
          </p:nvSpPr>
          <p:spPr>
            <a:xfrm>
              <a:off x="8998226" y="122583"/>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2" name="椭圆 31"/>
            <p:cNvSpPr/>
            <p:nvPr/>
          </p:nvSpPr>
          <p:spPr>
            <a:xfrm>
              <a:off x="9120809" y="122583"/>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3" name="椭圆 32"/>
            <p:cNvSpPr/>
            <p:nvPr/>
          </p:nvSpPr>
          <p:spPr>
            <a:xfrm>
              <a:off x="9243392" y="122583"/>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4" name="椭圆 33"/>
            <p:cNvSpPr/>
            <p:nvPr/>
          </p:nvSpPr>
          <p:spPr>
            <a:xfrm>
              <a:off x="9365975" y="122583"/>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6" name="椭圆 35"/>
            <p:cNvSpPr/>
            <p:nvPr/>
          </p:nvSpPr>
          <p:spPr>
            <a:xfrm>
              <a:off x="8998226" y="274983"/>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7" name="椭圆 36"/>
            <p:cNvSpPr/>
            <p:nvPr/>
          </p:nvSpPr>
          <p:spPr>
            <a:xfrm>
              <a:off x="9120809" y="274983"/>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8" name="椭圆 37"/>
            <p:cNvSpPr/>
            <p:nvPr/>
          </p:nvSpPr>
          <p:spPr>
            <a:xfrm>
              <a:off x="9243392" y="274983"/>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9" name="椭圆 38"/>
            <p:cNvSpPr/>
            <p:nvPr/>
          </p:nvSpPr>
          <p:spPr>
            <a:xfrm>
              <a:off x="9365975" y="274983"/>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1" name="椭圆 40"/>
            <p:cNvSpPr/>
            <p:nvPr/>
          </p:nvSpPr>
          <p:spPr>
            <a:xfrm>
              <a:off x="8998226" y="427383"/>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2" name="椭圆 41"/>
            <p:cNvSpPr/>
            <p:nvPr/>
          </p:nvSpPr>
          <p:spPr>
            <a:xfrm>
              <a:off x="9120809" y="427383"/>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3" name="椭圆 42"/>
            <p:cNvSpPr/>
            <p:nvPr/>
          </p:nvSpPr>
          <p:spPr>
            <a:xfrm>
              <a:off x="9243392" y="427383"/>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4" name="椭圆 43"/>
            <p:cNvSpPr/>
            <p:nvPr/>
          </p:nvSpPr>
          <p:spPr>
            <a:xfrm>
              <a:off x="9365975" y="427383"/>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6" name="椭圆 45"/>
            <p:cNvSpPr/>
            <p:nvPr/>
          </p:nvSpPr>
          <p:spPr>
            <a:xfrm>
              <a:off x="8998226" y="579783"/>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7" name="椭圆 46"/>
            <p:cNvSpPr/>
            <p:nvPr/>
          </p:nvSpPr>
          <p:spPr>
            <a:xfrm>
              <a:off x="9120809" y="579783"/>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8" name="椭圆 47"/>
            <p:cNvSpPr/>
            <p:nvPr/>
          </p:nvSpPr>
          <p:spPr>
            <a:xfrm>
              <a:off x="9243392" y="579783"/>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9" name="椭圆 48"/>
            <p:cNvSpPr/>
            <p:nvPr/>
          </p:nvSpPr>
          <p:spPr>
            <a:xfrm>
              <a:off x="9365975" y="579783"/>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1" name="椭圆 50"/>
            <p:cNvSpPr/>
            <p:nvPr/>
          </p:nvSpPr>
          <p:spPr>
            <a:xfrm>
              <a:off x="8998226" y="732183"/>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2" name="椭圆 51"/>
            <p:cNvSpPr/>
            <p:nvPr/>
          </p:nvSpPr>
          <p:spPr>
            <a:xfrm>
              <a:off x="9120809" y="732183"/>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3" name="椭圆 52"/>
            <p:cNvSpPr/>
            <p:nvPr/>
          </p:nvSpPr>
          <p:spPr>
            <a:xfrm>
              <a:off x="9243392" y="732183"/>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4" name="椭圆 53"/>
            <p:cNvSpPr/>
            <p:nvPr/>
          </p:nvSpPr>
          <p:spPr>
            <a:xfrm>
              <a:off x="9365975" y="732183"/>
              <a:ext cx="45719" cy="4571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grpSp>
        <p:nvGrpSpPr>
          <p:cNvPr id="71" name="组合 70"/>
          <p:cNvGrpSpPr/>
          <p:nvPr/>
        </p:nvGrpSpPr>
        <p:grpSpPr>
          <a:xfrm>
            <a:off x="10551869" y="1459456"/>
            <a:ext cx="182391" cy="713336"/>
            <a:chOff x="9975400" y="1600014"/>
            <a:chExt cx="288238" cy="1127306"/>
          </a:xfrm>
        </p:grpSpPr>
        <p:cxnSp>
          <p:nvCxnSpPr>
            <p:cNvPr id="57" name="直线连接符 56"/>
            <p:cNvCxnSpPr/>
            <p:nvPr/>
          </p:nvCxnSpPr>
          <p:spPr>
            <a:xfrm>
              <a:off x="9975400" y="1600200"/>
              <a:ext cx="188844" cy="188844"/>
            </a:xfrm>
            <a:prstGeom prst="line">
              <a:avLst/>
            </a:prstGeom>
            <a:ln w="158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 name="直线连接符 57"/>
            <p:cNvCxnSpPr/>
            <p:nvPr/>
          </p:nvCxnSpPr>
          <p:spPr>
            <a:xfrm flipH="1">
              <a:off x="9985340" y="1789044"/>
              <a:ext cx="188844" cy="188844"/>
            </a:xfrm>
            <a:prstGeom prst="line">
              <a:avLst/>
            </a:prstGeom>
            <a:ln w="158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 name="直线连接符 58"/>
            <p:cNvCxnSpPr/>
            <p:nvPr/>
          </p:nvCxnSpPr>
          <p:spPr>
            <a:xfrm>
              <a:off x="9975400" y="1977888"/>
              <a:ext cx="188844" cy="188844"/>
            </a:xfrm>
            <a:prstGeom prst="line">
              <a:avLst/>
            </a:prstGeom>
            <a:ln w="158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0" name="直线连接符 59"/>
            <p:cNvCxnSpPr/>
            <p:nvPr/>
          </p:nvCxnSpPr>
          <p:spPr>
            <a:xfrm flipH="1">
              <a:off x="9985340" y="2166732"/>
              <a:ext cx="188844" cy="188844"/>
            </a:xfrm>
            <a:prstGeom prst="line">
              <a:avLst/>
            </a:prstGeom>
            <a:ln w="158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1" name="直线连接符 60"/>
            <p:cNvCxnSpPr/>
            <p:nvPr/>
          </p:nvCxnSpPr>
          <p:spPr>
            <a:xfrm>
              <a:off x="9975400" y="2349632"/>
              <a:ext cx="188844" cy="188844"/>
            </a:xfrm>
            <a:prstGeom prst="line">
              <a:avLst/>
            </a:prstGeom>
            <a:ln w="158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2" name="直线连接符 61"/>
            <p:cNvCxnSpPr/>
            <p:nvPr/>
          </p:nvCxnSpPr>
          <p:spPr>
            <a:xfrm flipH="1">
              <a:off x="9985340" y="2538476"/>
              <a:ext cx="188844" cy="188844"/>
            </a:xfrm>
            <a:prstGeom prst="line">
              <a:avLst/>
            </a:prstGeom>
            <a:ln w="158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5" name="直线连接符 64"/>
            <p:cNvCxnSpPr/>
            <p:nvPr/>
          </p:nvCxnSpPr>
          <p:spPr>
            <a:xfrm>
              <a:off x="10064854" y="1600014"/>
              <a:ext cx="188844" cy="188844"/>
            </a:xfrm>
            <a:prstGeom prst="line">
              <a:avLst/>
            </a:prstGeom>
            <a:ln w="158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6" name="直线连接符 65"/>
            <p:cNvCxnSpPr/>
            <p:nvPr/>
          </p:nvCxnSpPr>
          <p:spPr>
            <a:xfrm flipH="1">
              <a:off x="10074794" y="1788858"/>
              <a:ext cx="188844" cy="188844"/>
            </a:xfrm>
            <a:prstGeom prst="line">
              <a:avLst/>
            </a:prstGeom>
            <a:ln w="158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7" name="直线连接符 66"/>
            <p:cNvCxnSpPr/>
            <p:nvPr/>
          </p:nvCxnSpPr>
          <p:spPr>
            <a:xfrm>
              <a:off x="10064854" y="1977702"/>
              <a:ext cx="188844" cy="188844"/>
            </a:xfrm>
            <a:prstGeom prst="line">
              <a:avLst/>
            </a:prstGeom>
            <a:ln w="158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8" name="直线连接符 67"/>
            <p:cNvCxnSpPr/>
            <p:nvPr/>
          </p:nvCxnSpPr>
          <p:spPr>
            <a:xfrm flipH="1">
              <a:off x="10074794" y="2166546"/>
              <a:ext cx="188844" cy="188844"/>
            </a:xfrm>
            <a:prstGeom prst="line">
              <a:avLst/>
            </a:prstGeom>
            <a:ln w="158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9" name="直线连接符 68"/>
            <p:cNvCxnSpPr/>
            <p:nvPr/>
          </p:nvCxnSpPr>
          <p:spPr>
            <a:xfrm>
              <a:off x="10064854" y="2349446"/>
              <a:ext cx="188844" cy="188844"/>
            </a:xfrm>
            <a:prstGeom prst="line">
              <a:avLst/>
            </a:prstGeom>
            <a:ln w="158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0" name="直线连接符 69"/>
            <p:cNvCxnSpPr/>
            <p:nvPr/>
          </p:nvCxnSpPr>
          <p:spPr>
            <a:xfrm flipH="1">
              <a:off x="10074794" y="2538290"/>
              <a:ext cx="188844" cy="188844"/>
            </a:xfrm>
            <a:prstGeom prst="line">
              <a:avLst/>
            </a:prstGeom>
            <a:ln w="158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76" name="任意形状 75"/>
          <p:cNvSpPr/>
          <p:nvPr/>
        </p:nvSpPr>
        <p:spPr>
          <a:xfrm>
            <a:off x="9798352" y="4487033"/>
            <a:ext cx="2393649" cy="2370967"/>
          </a:xfrm>
          <a:custGeom>
            <a:avLst/>
            <a:gdLst>
              <a:gd name="connsiteX0" fmla="*/ 1608968 w 2393649"/>
              <a:gd name="connsiteY0" fmla="*/ 0 h 2370967"/>
              <a:gd name="connsiteX1" fmla="*/ 2375898 w 2393649"/>
              <a:gd name="connsiteY1" fmla="*/ 194194 h 2370967"/>
              <a:gd name="connsiteX2" fmla="*/ 2393649 w 2393649"/>
              <a:gd name="connsiteY2" fmla="*/ 204978 h 2370967"/>
              <a:gd name="connsiteX3" fmla="*/ 2393649 w 2393649"/>
              <a:gd name="connsiteY3" fmla="*/ 2370967 h 2370967"/>
              <a:gd name="connsiteX4" fmla="*/ 191819 w 2393649"/>
              <a:gd name="connsiteY4" fmla="*/ 2370967 h 2370967"/>
              <a:gd name="connsiteX5" fmla="*/ 126441 w 2393649"/>
              <a:gd name="connsiteY5" fmla="*/ 2235251 h 2370967"/>
              <a:gd name="connsiteX6" fmla="*/ 0 w 2393649"/>
              <a:gd name="connsiteY6" fmla="*/ 1608968 h 2370967"/>
              <a:gd name="connsiteX7" fmla="*/ 1608968 w 2393649"/>
              <a:gd name="connsiteY7" fmla="*/ 0 h 2370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93649" h="2370967">
                <a:moveTo>
                  <a:pt x="1608968" y="0"/>
                </a:moveTo>
                <a:cubicBezTo>
                  <a:pt x="1886658" y="0"/>
                  <a:pt x="2147918" y="70348"/>
                  <a:pt x="2375898" y="194194"/>
                </a:cubicBezTo>
                <a:lnTo>
                  <a:pt x="2393649" y="204978"/>
                </a:lnTo>
                <a:lnTo>
                  <a:pt x="2393649" y="2370967"/>
                </a:lnTo>
                <a:lnTo>
                  <a:pt x="191819" y="2370967"/>
                </a:lnTo>
                <a:lnTo>
                  <a:pt x="126441" y="2235251"/>
                </a:lnTo>
                <a:cubicBezTo>
                  <a:pt x="45023" y="2042757"/>
                  <a:pt x="0" y="1831120"/>
                  <a:pt x="0" y="1608968"/>
                </a:cubicBezTo>
                <a:cubicBezTo>
                  <a:pt x="0" y="720360"/>
                  <a:pt x="720360" y="0"/>
                  <a:pt x="1608968" y="0"/>
                </a:cubicBezTo>
                <a:close/>
              </a:path>
            </a:pathLst>
          </a:custGeom>
          <a:pattFill prst="wdUpDiag">
            <a:fgClr>
              <a:schemeClr val="bg1">
                <a:lumMod val="85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a:p>
        </p:txBody>
      </p:sp>
      <p:sp>
        <p:nvSpPr>
          <p:cNvPr id="78" name="圆角矩形 77"/>
          <p:cNvSpPr/>
          <p:nvPr/>
        </p:nvSpPr>
        <p:spPr>
          <a:xfrm>
            <a:off x="545959" y="385681"/>
            <a:ext cx="785192" cy="366380"/>
          </a:xfrm>
          <a:prstGeom prst="round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9" name="文本框 78"/>
          <p:cNvSpPr txBox="1"/>
          <p:nvPr/>
        </p:nvSpPr>
        <p:spPr>
          <a:xfrm>
            <a:off x="522736" y="375742"/>
            <a:ext cx="851515" cy="369332"/>
          </a:xfrm>
          <a:prstGeom prst="rect">
            <a:avLst/>
          </a:prstGeom>
          <a:noFill/>
        </p:spPr>
        <p:txBody>
          <a:bodyPr wrap="none" rtlCol="0">
            <a:spAutoFit/>
          </a:bodyPr>
          <a:lstStyle/>
          <a:p>
            <a:r>
              <a:rPr kumimoji="1" lang="en-US" altLang="zh-CN" dirty="0">
                <a:solidFill>
                  <a:schemeClr val="bg1"/>
                </a:solidFill>
                <a:latin typeface="+mj-ea"/>
                <a:ea typeface="+mj-ea"/>
              </a:rPr>
              <a:t>LOGO</a:t>
            </a:r>
            <a:endParaRPr kumimoji="1" lang="zh-CN" altLang="en-US" dirty="0">
              <a:solidFill>
                <a:schemeClr val="bg1"/>
              </a:solidFill>
              <a:latin typeface="+mj-ea"/>
              <a:ea typeface="+mj-ea"/>
            </a:endParaRPr>
          </a:p>
        </p:txBody>
      </p:sp>
      <p:sp>
        <p:nvSpPr>
          <p:cNvPr id="80" name="文本框 79"/>
          <p:cNvSpPr txBox="1"/>
          <p:nvPr/>
        </p:nvSpPr>
        <p:spPr>
          <a:xfrm>
            <a:off x="3902085" y="3739818"/>
            <a:ext cx="4387830" cy="523220"/>
          </a:xfrm>
          <a:prstGeom prst="rect">
            <a:avLst/>
          </a:prstGeom>
          <a:noFill/>
        </p:spPr>
        <p:txBody>
          <a:bodyPr wrap="square" rtlCol="0">
            <a:spAutoFit/>
          </a:bodyPr>
          <a:lstStyle/>
          <a:p>
            <a:pPr algn="dist"/>
            <a:r>
              <a:rPr kumimoji="1" lang="zh-CN" altLang="en-US" sz="2800" dirty="0">
                <a:solidFill>
                  <a:schemeClr val="tx1">
                    <a:lumMod val="75000"/>
                    <a:lumOff val="25000"/>
                  </a:schemeClr>
                </a:solidFill>
                <a:latin typeface="思源黑体 CN Light" panose="020B0300000000000000" pitchFamily="34" charset="-122"/>
                <a:ea typeface="思源黑体 CN Light" panose="020B0300000000000000" pitchFamily="34" charset="-122"/>
              </a:rPr>
              <a:t>极简风通用工作总结</a:t>
            </a:r>
            <a:endParaRPr kumimoji="1" lang="zh-CN" altLang="en-US" sz="2800" dirty="0">
              <a:solidFill>
                <a:schemeClr val="tx1">
                  <a:lumMod val="75000"/>
                  <a:lumOff val="25000"/>
                </a:schemeClr>
              </a:solidFill>
              <a:latin typeface="思源黑体 CN Light" panose="020B0300000000000000" pitchFamily="34" charset="-122"/>
              <a:ea typeface="思源黑体 CN Light" panose="020B0300000000000000" pitchFamily="34" charset="-122"/>
            </a:endParaRPr>
          </a:p>
        </p:txBody>
      </p:sp>
      <p:sp>
        <p:nvSpPr>
          <p:cNvPr id="81" name="文本框 80"/>
          <p:cNvSpPr txBox="1"/>
          <p:nvPr/>
        </p:nvSpPr>
        <p:spPr>
          <a:xfrm>
            <a:off x="417946" y="6412571"/>
            <a:ext cx="2733261" cy="261610"/>
          </a:xfrm>
          <a:prstGeom prst="rect">
            <a:avLst/>
          </a:prstGeom>
          <a:noFill/>
        </p:spPr>
        <p:txBody>
          <a:bodyPr wrap="square" rtlCol="0">
            <a:spAutoFit/>
          </a:bodyPr>
          <a:lstStyle/>
          <a:p>
            <a:pPr algn="dist"/>
            <a:r>
              <a:rPr kumimoji="1" lang="en-US" altLang="zh-CN" sz="1100" dirty="0">
                <a:solidFill>
                  <a:schemeClr val="bg1">
                    <a:lumMod val="50000"/>
                  </a:schemeClr>
                </a:solidFill>
                <a:latin typeface="+mn-ea"/>
              </a:rPr>
              <a:t>2023</a:t>
            </a:r>
            <a:r>
              <a:rPr kumimoji="1" lang="zh-CN" altLang="en-US" sz="1100" dirty="0">
                <a:solidFill>
                  <a:schemeClr val="bg1">
                    <a:lumMod val="50000"/>
                  </a:schemeClr>
                </a:solidFill>
                <a:latin typeface="+mn-ea"/>
              </a:rPr>
              <a:t> </a:t>
            </a:r>
            <a:r>
              <a:rPr kumimoji="1" lang="en-US" altLang="zh-CN" sz="1100" dirty="0">
                <a:solidFill>
                  <a:schemeClr val="bg1">
                    <a:lumMod val="50000"/>
                  </a:schemeClr>
                </a:solidFill>
                <a:latin typeface="+mn-ea"/>
              </a:rPr>
              <a:t>BUSINESS</a:t>
            </a:r>
            <a:r>
              <a:rPr kumimoji="1" lang="zh-CN" altLang="en-US" sz="1100" dirty="0">
                <a:solidFill>
                  <a:schemeClr val="bg1">
                    <a:lumMod val="50000"/>
                  </a:schemeClr>
                </a:solidFill>
                <a:latin typeface="+mn-ea"/>
              </a:rPr>
              <a:t> </a:t>
            </a:r>
            <a:r>
              <a:rPr kumimoji="1" lang="en-US" altLang="zh-CN" sz="1100" dirty="0">
                <a:solidFill>
                  <a:schemeClr val="bg1">
                    <a:lumMod val="50000"/>
                  </a:schemeClr>
                </a:solidFill>
                <a:latin typeface="+mn-ea"/>
              </a:rPr>
              <a:t>WORK</a:t>
            </a:r>
            <a:r>
              <a:rPr kumimoji="1" lang="zh-CN" altLang="en-US" sz="1100" dirty="0">
                <a:solidFill>
                  <a:schemeClr val="bg1">
                    <a:lumMod val="50000"/>
                  </a:schemeClr>
                </a:solidFill>
                <a:latin typeface="+mn-ea"/>
              </a:rPr>
              <a:t> </a:t>
            </a:r>
            <a:r>
              <a:rPr kumimoji="1" lang="en-US" altLang="zh-CN" sz="1100" dirty="0">
                <a:solidFill>
                  <a:schemeClr val="bg1">
                    <a:lumMod val="50000"/>
                  </a:schemeClr>
                </a:solidFill>
                <a:latin typeface="+mn-ea"/>
              </a:rPr>
              <a:t>REPORT</a:t>
            </a:r>
            <a:endParaRPr kumimoji="1" lang="zh-CN" altLang="en-US" sz="1100" dirty="0">
              <a:solidFill>
                <a:schemeClr val="bg1">
                  <a:lumMod val="50000"/>
                </a:schemeClr>
              </a:solidFill>
              <a:latin typeface="+mn-ea"/>
            </a:endParaRPr>
          </a:p>
        </p:txBody>
      </p:sp>
      <p:sp>
        <p:nvSpPr>
          <p:cNvPr id="82" name="文本框 81"/>
          <p:cNvSpPr txBox="1"/>
          <p:nvPr/>
        </p:nvSpPr>
        <p:spPr>
          <a:xfrm>
            <a:off x="5158978" y="4710403"/>
            <a:ext cx="1874043" cy="275590"/>
          </a:xfrm>
          <a:prstGeom prst="rect">
            <a:avLst/>
          </a:prstGeom>
          <a:noFill/>
        </p:spPr>
        <p:txBody>
          <a:bodyPr wrap="square" rtlCol="0">
            <a:spAutoFit/>
          </a:bodyPr>
          <a:lstStyle/>
          <a:p>
            <a:pPr algn="dist"/>
            <a:r>
              <a:rPr kumimoji="1" lang="en-US" altLang="zh-CN" sz="1200" dirty="0">
                <a:solidFill>
                  <a:schemeClr val="tx1">
                    <a:lumMod val="65000"/>
                    <a:lumOff val="35000"/>
                  </a:schemeClr>
                </a:solidFill>
              </a:rPr>
              <a:t>XXXXXX</a:t>
            </a:r>
            <a:endParaRPr kumimoji="1" lang="zh-CN" altLang="en-US" sz="1200" dirty="0">
              <a:solidFill>
                <a:schemeClr val="tx1">
                  <a:lumMod val="65000"/>
                  <a:lumOff val="35000"/>
                </a:schemeClr>
              </a:solidFill>
            </a:endParaRPr>
          </a:p>
        </p:txBody>
      </p:sp>
    </p:spTree>
  </p:cSld>
  <p:clrMapOvr>
    <a:masterClrMapping/>
  </p:clrMapOvr>
  <mc:AlternateContent xmlns:mc="http://schemas.openxmlformats.org/markup-compatibility/2006">
    <mc:Choice xmlns:p14="http://schemas.microsoft.com/office/powerpoint/2010/main" Requires="p14">
      <p:transition spd="slow" p14:dur="1500" advTm="3000">
        <p:split orient="vert"/>
      </p:transition>
    </mc:Choice>
    <mc:Fallback>
      <p:transition spd="slow" advTm="3000">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heckerboard(across)">
                                      <p:cBhvr>
                                        <p:cTn id="7" dur="500"/>
                                        <p:tgtEl>
                                          <p:spTgt spid="2"/>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80"/>
                                        </p:tgtEl>
                                        <p:attrNameLst>
                                          <p:attrName>style.visibility</p:attrName>
                                        </p:attrNameLst>
                                      </p:cBhvr>
                                      <p:to>
                                        <p:strVal val="visible"/>
                                      </p:to>
                                    </p:set>
                                    <p:animEffect transition="in" filter="checkerboard(across)">
                                      <p:cBhvr>
                                        <p:cTn id="10" dur="500"/>
                                        <p:tgtEl>
                                          <p:spTgt spid="80"/>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82"/>
                                        </p:tgtEl>
                                        <p:attrNameLst>
                                          <p:attrName>style.visibility</p:attrName>
                                        </p:attrNameLst>
                                      </p:cBhvr>
                                      <p:to>
                                        <p:strVal val="visible"/>
                                      </p:to>
                                    </p:set>
                                    <p:animEffect transition="in" filter="blinds(horizontal)">
                                      <p:cBhvr>
                                        <p:cTn id="15" dur="500"/>
                                        <p:tgtEl>
                                          <p:spTgt spid="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80" grpId="0"/>
      <p:bldP spid="82" grpId="0"/>
    </p:bldLst>
  </p:timing>
</p:sld>
</file>

<file path=ppt/tags/tag1.xml><?xml version="1.0" encoding="utf-8"?>
<p:tagLst xmlns:p="http://schemas.openxmlformats.org/presentationml/2006/main">
  <p:tag name="ISPRING_PRESENTATION_TITLE" val="PowerPoint 演示文稿"/>
  <p:tag name="ISPRING_FIRST_PUBLISH" val="1"/>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588ku">
      <a:majorFont>
        <a:latin typeface="Arial Black"/>
        <a:ea typeface="思源黑体 CN Bold"/>
        <a:cs typeface=""/>
      </a:majorFont>
      <a:minorFont>
        <a:latin typeface="Arial"/>
        <a:ea typeface="思源黑体 CN Regular"/>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DengXian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DengXian"/>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DengXian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DengXian"/>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4221</Words>
  <Application>WPS 演示</Application>
  <PresentationFormat>宽屏</PresentationFormat>
  <Paragraphs>317</Paragraphs>
  <Slides>20</Slides>
  <Notes>20</Notes>
  <HiddenSlides>0</HiddenSlides>
  <MMClips>0</MMClips>
  <ScaleCrop>false</ScaleCrop>
  <HeadingPairs>
    <vt:vector size="6" baseType="variant">
      <vt:variant>
        <vt:lpstr>已用的字体</vt:lpstr>
      </vt:variant>
      <vt:variant>
        <vt:i4>23</vt:i4>
      </vt:variant>
      <vt:variant>
        <vt:lpstr>主题</vt:lpstr>
      </vt:variant>
      <vt:variant>
        <vt:i4>1</vt:i4>
      </vt:variant>
      <vt:variant>
        <vt:lpstr>幻灯片标题</vt:lpstr>
      </vt:variant>
      <vt:variant>
        <vt:i4>20</vt:i4>
      </vt:variant>
    </vt:vector>
  </HeadingPairs>
  <TitlesOfParts>
    <vt:vector size="44" baseType="lpstr">
      <vt:lpstr>Arial</vt:lpstr>
      <vt:lpstr>宋体</vt:lpstr>
      <vt:lpstr>Wingdings</vt:lpstr>
      <vt:lpstr>Arial</vt:lpstr>
      <vt:lpstr>Source Han Sans CN Light</vt:lpstr>
      <vt:lpstr>Yu Gothic UI</vt:lpstr>
      <vt:lpstr>Bahnschrift</vt:lpstr>
      <vt:lpstr>思源黑体 CN Light</vt:lpstr>
      <vt:lpstr>黑体</vt:lpstr>
      <vt:lpstr>思源黑体 CN Medium</vt:lpstr>
      <vt:lpstr>Times New Roman</vt:lpstr>
      <vt:lpstr>微软雅黑</vt:lpstr>
      <vt:lpstr>Source Han Sans CN Regular</vt:lpstr>
      <vt:lpstr>思源黑体 CN Regular</vt:lpstr>
      <vt:lpstr>思源黑体 CN Bold</vt:lpstr>
      <vt:lpstr>Arial Unicode MS</vt:lpstr>
      <vt:lpstr>等线</vt:lpstr>
      <vt:lpstr>Source Han Sans CN Bold</vt:lpstr>
      <vt:lpstr>字魂105号-简雅黑</vt:lpstr>
      <vt:lpstr>Fira Sans</vt:lpstr>
      <vt:lpstr>Source Sans Pro ExtraLight</vt:lpstr>
      <vt:lpstr>字魂58号-创中黑</vt:lpstr>
      <vt:lpstr>Segoe Print</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Microsoft Office 用户</dc:creator>
  <cp:lastModifiedBy>涵莜儿</cp:lastModifiedBy>
  <cp:revision>673</cp:revision>
  <dcterms:created xsi:type="dcterms:W3CDTF">2018-06-17T04:53:00Z</dcterms:created>
  <dcterms:modified xsi:type="dcterms:W3CDTF">2025-05-11T06:26:09Z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6C9A0243BD4E426DB628A35F8957CFF1_12</vt:lpwstr>
  </property>
  <property fmtid="{D5CDD505-2E9C-101B-9397-08002B2CF9AE}" pid="3" name="KSOProductBuildVer">
    <vt:lpwstr>2052-12.1.0.21171</vt:lpwstr>
  </property>
</Properties>
</file>