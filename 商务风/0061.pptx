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heme/themeOverride2.xml" ContentType="application/vnd.openxmlformats-officedocument.themeOverr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4.xml" ContentType="application/vnd.openxmlformats-officedocument.presentationml.tags+xml"/>
  <Override PartName="/ppt/theme/themeOverride3.xml" ContentType="application/vnd.openxmlformats-officedocument.themeOverride+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3" r:id="rId3"/>
    <p:sldId id="258" r:id="rId4"/>
    <p:sldId id="266" r:id="rId5"/>
    <p:sldId id="270" r:id="rId6"/>
    <p:sldId id="277" r:id="rId7"/>
    <p:sldId id="278" r:id="rId8"/>
    <p:sldId id="272" r:id="rId9"/>
    <p:sldId id="268" r:id="rId10"/>
    <p:sldId id="271" r:id="rId11"/>
    <p:sldId id="279" r:id="rId12"/>
    <p:sldId id="280" r:id="rId13"/>
    <p:sldId id="273" r:id="rId14"/>
    <p:sldId id="269" r:id="rId15"/>
    <p:sldId id="281" r:id="rId16"/>
    <p:sldId id="282" r:id="rId17"/>
    <p:sldId id="283" r:id="rId18"/>
    <p:sldId id="274" r:id="rId19"/>
    <p:sldId id="284" r:id="rId20"/>
    <p:sldId id="285" r:id="rId21"/>
    <p:sldId id="267" r:id="rId22"/>
    <p:sldId id="275" r:id="rId23"/>
    <p:sldId id="276" r:id="rId24"/>
    <p:sldId id="262"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79A7F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02" d="100"/>
          <a:sy n="102" d="100"/>
        </p:scale>
        <p:origin x="138"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Text here2</c:v>
                </c:pt>
              </c:strCache>
            </c:strRef>
          </c:tx>
          <c:spPr>
            <a:solidFill>
              <a:schemeClr val="accent5">
                <a:lumMod val="40000"/>
                <a:lumOff val="60000"/>
              </a:schemeClr>
            </a:solidFill>
            <a:ln>
              <a:noFill/>
            </a:ln>
            <a:effectLst/>
          </c:spPr>
          <c:invertIfNegative val="0"/>
          <c:dPt>
            <c:idx val="0"/>
            <c:invertIfNegative val="0"/>
            <c:bubble3D val="0"/>
            <c:spPr>
              <a:gradFill>
                <a:gsLst>
                  <a:gs pos="0">
                    <a:schemeClr val="accent3">
                      <a:lumMod val="20000"/>
                      <a:lumOff val="80000"/>
                      <a:alpha val="79000"/>
                    </a:schemeClr>
                  </a:gs>
                  <a:gs pos="100000">
                    <a:schemeClr val="accent5">
                      <a:lumMod val="20000"/>
                      <a:lumOff val="80000"/>
                      <a:alpha val="50000"/>
                    </a:schemeClr>
                  </a:gs>
                </a:gsLst>
                <a:lin ang="0" scaled="0"/>
              </a:gradFill>
              <a:ln>
                <a:noFill/>
              </a:ln>
              <a:effectLst/>
            </c:spPr>
            <c:extLst>
              <c:ext xmlns:c16="http://schemas.microsoft.com/office/drawing/2014/chart" uri="{C3380CC4-5D6E-409C-BE32-E72D297353CC}">
                <c16:uniqueId val="{00000001-1060-4C60-A642-CFEBB51A030B}"/>
              </c:ext>
            </c:extLst>
          </c:dPt>
          <c:dPt>
            <c:idx val="1"/>
            <c:invertIfNegative val="0"/>
            <c:bubble3D val="0"/>
            <c:spPr>
              <a:gradFill>
                <a:gsLst>
                  <a:gs pos="0">
                    <a:schemeClr val="accent3">
                      <a:lumMod val="20000"/>
                      <a:lumOff val="80000"/>
                      <a:alpha val="79000"/>
                    </a:schemeClr>
                  </a:gs>
                  <a:gs pos="100000">
                    <a:schemeClr val="accent5">
                      <a:lumMod val="20000"/>
                      <a:lumOff val="80000"/>
                      <a:alpha val="50000"/>
                    </a:schemeClr>
                  </a:gs>
                </a:gsLst>
                <a:lin ang="0" scaled="0"/>
              </a:gradFill>
              <a:ln>
                <a:noFill/>
              </a:ln>
              <a:effectLst/>
            </c:spPr>
            <c:extLst>
              <c:ext xmlns:c16="http://schemas.microsoft.com/office/drawing/2014/chart" uri="{C3380CC4-5D6E-409C-BE32-E72D297353CC}">
                <c16:uniqueId val="{00000003-1060-4C60-A642-CFEBB51A030B}"/>
              </c:ext>
            </c:extLst>
          </c:dPt>
          <c:dPt>
            <c:idx val="2"/>
            <c:invertIfNegative val="0"/>
            <c:bubble3D val="0"/>
            <c:spPr>
              <a:gradFill>
                <a:gsLst>
                  <a:gs pos="0">
                    <a:schemeClr val="accent3">
                      <a:lumMod val="20000"/>
                      <a:lumOff val="80000"/>
                      <a:alpha val="79000"/>
                    </a:schemeClr>
                  </a:gs>
                  <a:gs pos="100000">
                    <a:schemeClr val="accent5">
                      <a:lumMod val="20000"/>
                      <a:lumOff val="80000"/>
                      <a:alpha val="50000"/>
                    </a:schemeClr>
                  </a:gs>
                </a:gsLst>
                <a:lin ang="0" scaled="0"/>
              </a:gradFill>
              <a:ln>
                <a:noFill/>
              </a:ln>
              <a:effectLst/>
            </c:spPr>
            <c:extLst>
              <c:ext xmlns:c16="http://schemas.microsoft.com/office/drawing/2014/chart" uri="{C3380CC4-5D6E-409C-BE32-E72D297353CC}">
                <c16:uniqueId val="{00000005-1060-4C60-A642-CFEBB51A030B}"/>
              </c:ext>
            </c:extLst>
          </c:dPt>
          <c:dPt>
            <c:idx val="3"/>
            <c:invertIfNegative val="0"/>
            <c:bubble3D val="0"/>
            <c:spPr>
              <a:gradFill>
                <a:gsLst>
                  <a:gs pos="0">
                    <a:schemeClr val="accent3">
                      <a:lumMod val="20000"/>
                      <a:lumOff val="80000"/>
                      <a:alpha val="79000"/>
                    </a:schemeClr>
                  </a:gs>
                  <a:gs pos="100000">
                    <a:schemeClr val="accent5">
                      <a:lumMod val="20000"/>
                      <a:lumOff val="80000"/>
                      <a:alpha val="50000"/>
                    </a:schemeClr>
                  </a:gs>
                </a:gsLst>
                <a:lin ang="0" scaled="0"/>
              </a:gradFill>
              <a:ln>
                <a:noFill/>
              </a:ln>
              <a:effectLst/>
            </c:spPr>
            <c:extLst>
              <c:ext xmlns:c16="http://schemas.microsoft.com/office/drawing/2014/chart" uri="{C3380CC4-5D6E-409C-BE32-E72D297353CC}">
                <c16:uniqueId val="{00000007-1060-4C60-A642-CFEBB51A030B}"/>
              </c:ext>
            </c:extLst>
          </c:dPt>
          <c:cat>
            <c:strRef>
              <c:f>Sheet1!$A$2:$A$5</c:f>
              <c:strCache>
                <c:ptCount val="4"/>
                <c:pt idx="0">
                  <c:v>Text here</c:v>
                </c:pt>
                <c:pt idx="1">
                  <c:v>Text here</c:v>
                </c:pt>
                <c:pt idx="2">
                  <c:v>Text here</c:v>
                </c:pt>
                <c:pt idx="3">
                  <c:v>Text here</c:v>
                </c:pt>
              </c:strCache>
            </c:strRef>
          </c:cat>
          <c:val>
            <c:numRef>
              <c:f>Sheet1!$B$2:$B$5</c:f>
              <c:numCache>
                <c:formatCode>General</c:formatCode>
                <c:ptCount val="4"/>
                <c:pt idx="0">
                  <c:v>2.2999999999999998</c:v>
                </c:pt>
                <c:pt idx="1">
                  <c:v>1.5</c:v>
                </c:pt>
                <c:pt idx="2">
                  <c:v>3.5</c:v>
                </c:pt>
                <c:pt idx="3">
                  <c:v>2.5</c:v>
                </c:pt>
              </c:numCache>
            </c:numRef>
          </c:val>
          <c:extLst>
            <c:ext xmlns:c16="http://schemas.microsoft.com/office/drawing/2014/chart" uri="{C3380CC4-5D6E-409C-BE32-E72D297353CC}">
              <c16:uniqueId val="{00000008-1060-4C60-A642-CFEBB51A030B}"/>
            </c:ext>
          </c:extLst>
        </c:ser>
        <c:ser>
          <c:idx val="1"/>
          <c:order val="1"/>
          <c:tx>
            <c:strRef>
              <c:f>Sheet1!$C$1</c:f>
              <c:strCache>
                <c:ptCount val="1"/>
                <c:pt idx="0">
                  <c:v>Text here</c:v>
                </c:pt>
              </c:strCache>
            </c:strRef>
          </c:tx>
          <c:spPr>
            <a:solidFill>
              <a:schemeClr val="accent1"/>
            </a:solidFill>
            <a:ln>
              <a:noFill/>
            </a:ln>
            <a:effectLst/>
          </c:spPr>
          <c:invertIfNegative val="0"/>
          <c:cat>
            <c:strRef>
              <c:f>Sheet1!$A$2:$A$5</c:f>
              <c:strCache>
                <c:ptCount val="4"/>
                <c:pt idx="0">
                  <c:v>Text here</c:v>
                </c:pt>
                <c:pt idx="1">
                  <c:v>Text here</c:v>
                </c:pt>
                <c:pt idx="2">
                  <c:v>Text here</c:v>
                </c:pt>
                <c:pt idx="3">
                  <c:v>Text here</c:v>
                </c:pt>
              </c:strCache>
            </c:strRef>
          </c:cat>
          <c:val>
            <c:numRef>
              <c:f>Sheet1!$C$2:$C$5</c:f>
              <c:numCache>
                <c:formatCode>General</c:formatCode>
                <c:ptCount val="4"/>
                <c:pt idx="0">
                  <c:v>4.4000000000000004</c:v>
                </c:pt>
                <c:pt idx="1">
                  <c:v>2.4</c:v>
                </c:pt>
                <c:pt idx="2">
                  <c:v>1.8</c:v>
                </c:pt>
                <c:pt idx="3">
                  <c:v>0.8</c:v>
                </c:pt>
              </c:numCache>
            </c:numRef>
          </c:val>
          <c:extLst>
            <c:ext xmlns:c16="http://schemas.microsoft.com/office/drawing/2014/chart" uri="{C3380CC4-5D6E-409C-BE32-E72D297353CC}">
              <c16:uniqueId val="{00000009-1060-4C60-A642-CFEBB51A030B}"/>
            </c:ext>
          </c:extLst>
        </c:ser>
        <c:dLbls>
          <c:showLegendKey val="0"/>
          <c:showVal val="0"/>
          <c:showCatName val="0"/>
          <c:showSerName val="0"/>
          <c:showPercent val="0"/>
          <c:showBubbleSize val="0"/>
        </c:dLbls>
        <c:gapWidth val="182"/>
        <c:axId val="679602848"/>
        <c:axId val="679603240"/>
      </c:barChart>
      <c:catAx>
        <c:axId val="6796028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zh-CN"/>
          </a:p>
        </c:txPr>
        <c:crossAx val="679603240"/>
        <c:crosses val="autoZero"/>
        <c:auto val="1"/>
        <c:lblAlgn val="ctr"/>
        <c:lblOffset val="100"/>
        <c:noMultiLvlLbl val="0"/>
      </c:catAx>
      <c:valAx>
        <c:axId val="679603240"/>
        <c:scaling>
          <c:orientation val="minMax"/>
        </c:scaling>
        <c:delete val="0"/>
        <c:axPos val="b"/>
        <c:majorGridlines>
          <c:spPr>
            <a:ln w="9525" cap="flat" cmpd="sng" algn="ctr">
              <a:solidFill>
                <a:schemeClr val="accent5">
                  <a:lumMod val="20000"/>
                  <a:lumOff val="80000"/>
                  <a:alpha val="30000"/>
                </a:schemeClr>
              </a:solidFill>
              <a:prstDash val="lg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en-US" altLang="zh-CN" sz="800" b="0" i="0" u="none" strike="noStrike" kern="1200" baseline="0">
                <a:solidFill>
                  <a:schemeClr val="tx1"/>
                </a:solidFill>
                <a:latin typeface="+mn-lt"/>
                <a:ea typeface="+mn-ea"/>
                <a:cs typeface="+mn-cs"/>
              </a:defRPr>
            </a:pPr>
            <a:endParaRPr lang="zh-CN"/>
          </a:p>
        </c:txPr>
        <c:crossAx val="6796028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2022/12/20</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extLst>
      <p:ext uri="{BB962C8B-B14F-4D97-AF65-F5344CB8AC3E}">
        <p14:creationId xmlns:p14="http://schemas.microsoft.com/office/powerpoint/2010/main" val="189854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1a3fd6f9-3f1f-4798-b400-7918110e715a.source.default.zh-Hans</a:t>
            </a:r>
            <a:endParaRPr lang="zh-CN" altLang="en-US"/>
          </a:p>
        </p:txBody>
      </p:sp>
      <p:sp>
        <p:nvSpPr>
          <p:cNvPr id="4" name="灯片编号占位符 3"/>
          <p:cNvSpPr>
            <a:spLocks noGrp="1"/>
          </p:cNvSpPr>
          <p:nvPr>
            <p:ph type="sldNum" sz="quarter" idx="10"/>
          </p:nvPr>
        </p:nvSpPr>
        <p:spPr/>
        <p:txBody>
          <a:bodyPr/>
          <a:lstStyle/>
          <a:p>
            <a:fld id="{2B735503-9D21-443F-BC18-5459550EB72F}" type="slidenum">
              <a:rPr lang="zh-CN" altLang="en-US" smtClean="0"/>
              <a:t>11</a:t>
            </a:fld>
            <a:endParaRPr lang="zh-CN" altLang="en-US"/>
          </a:p>
        </p:txBody>
      </p:sp>
    </p:spTree>
    <p:extLst>
      <p:ext uri="{BB962C8B-B14F-4D97-AF65-F5344CB8AC3E}">
        <p14:creationId xmlns:p14="http://schemas.microsoft.com/office/powerpoint/2010/main" val="2142005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1d12dec9-abe8-4e8e-b013-987b11f164f6.source.default.zh-Hans</a:t>
            </a:r>
            <a:endParaRPr lang="zh-CN" altLang="en-US"/>
          </a:p>
        </p:txBody>
      </p:sp>
      <p:sp>
        <p:nvSpPr>
          <p:cNvPr id="4" name="灯片编号占位符 3"/>
          <p:cNvSpPr>
            <a:spLocks noGrp="1"/>
          </p:cNvSpPr>
          <p:nvPr>
            <p:ph type="sldNum" sz="quarter" idx="10"/>
          </p:nvPr>
        </p:nvSpPr>
        <p:spPr/>
        <p:txBody>
          <a:bodyPr/>
          <a:lstStyle/>
          <a:p>
            <a:fld id="{2B735503-9D21-443F-BC18-5459550EB72F}" type="slidenum">
              <a:rPr lang="zh-CN" altLang="en-US" smtClean="0"/>
              <a:t>12</a:t>
            </a:fld>
            <a:endParaRPr lang="zh-CN" altLang="en-US"/>
          </a:p>
        </p:txBody>
      </p:sp>
    </p:spTree>
    <p:extLst>
      <p:ext uri="{BB962C8B-B14F-4D97-AF65-F5344CB8AC3E}">
        <p14:creationId xmlns:p14="http://schemas.microsoft.com/office/powerpoint/2010/main" val="3216919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787ba294-3ebd-4a93-b8f5-a7d363bc69f9.source.default.zh-Hans</a:t>
            </a:r>
            <a:endParaRPr lang="zh-CN" altLang="en-US"/>
          </a:p>
        </p:txBody>
      </p:sp>
      <p:sp>
        <p:nvSpPr>
          <p:cNvPr id="4" name="灯片编号占位符 3"/>
          <p:cNvSpPr>
            <a:spLocks noGrp="1"/>
          </p:cNvSpPr>
          <p:nvPr>
            <p:ph type="sldNum" sz="quarter" idx="10"/>
          </p:nvPr>
        </p:nvSpPr>
        <p:spPr/>
        <p:txBody>
          <a:bodyPr/>
          <a:lstStyle/>
          <a:p>
            <a:fld id="{2B735503-9D21-443F-BC18-5459550EB72F}" type="slidenum">
              <a:rPr lang="zh-CN" altLang="en-US" smtClean="0"/>
              <a:t>15</a:t>
            </a:fld>
            <a:endParaRPr lang="zh-CN" altLang="en-US"/>
          </a:p>
        </p:txBody>
      </p:sp>
    </p:spTree>
    <p:extLst>
      <p:ext uri="{BB962C8B-B14F-4D97-AF65-F5344CB8AC3E}">
        <p14:creationId xmlns:p14="http://schemas.microsoft.com/office/powerpoint/2010/main" val="4282402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c386ffa5-c55b-4009-97af-dc0ccdd1787f.source.default.zh-Hans</a:t>
            </a:r>
            <a:endParaRPr lang="zh-CN" altLang="en-US"/>
          </a:p>
        </p:txBody>
      </p:sp>
      <p:sp>
        <p:nvSpPr>
          <p:cNvPr id="4" name="灯片编号占位符 3"/>
          <p:cNvSpPr>
            <a:spLocks noGrp="1"/>
          </p:cNvSpPr>
          <p:nvPr>
            <p:ph type="sldNum" sz="quarter" idx="10"/>
          </p:nvPr>
        </p:nvSpPr>
        <p:spPr/>
        <p:txBody>
          <a:bodyPr/>
          <a:lstStyle/>
          <a:p>
            <a:fld id="{2B735503-9D21-443F-BC18-5459550EB72F}" type="slidenum">
              <a:rPr lang="zh-CN" altLang="en-US" smtClean="0"/>
              <a:t>16</a:t>
            </a:fld>
            <a:endParaRPr lang="zh-CN" altLang="en-US"/>
          </a:p>
        </p:txBody>
      </p:sp>
    </p:spTree>
    <p:extLst>
      <p:ext uri="{BB962C8B-B14F-4D97-AF65-F5344CB8AC3E}">
        <p14:creationId xmlns:p14="http://schemas.microsoft.com/office/powerpoint/2010/main" val="13492521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404E0E6B-3207-61F0-505D-A8C5E1990DD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72317"/>
          </a:xfrm>
          <a:prstGeom prst="rect">
            <a:avLst/>
          </a:prstGeom>
        </p:spPr>
      </p:pic>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0" y="2013915"/>
            <a:ext cx="10858500" cy="1572865"/>
          </a:xfrm>
        </p:spPr>
        <p:txBody>
          <a:bodyPr vert="horz" lIns="91440" tIns="45720" rIns="91440" bIns="45720" rtlCol="0" anchor="b">
            <a:normAutofit/>
          </a:bodyPr>
          <a:lstStyle>
            <a:lvl1pPr>
              <a:defRPr lang="zh-CN" altLang="en-US" sz="4800" b="1" dirty="0"/>
            </a:lvl1pPr>
          </a:lstStyle>
          <a:p>
            <a:pPr lvl="0" defTabSz="914354"/>
            <a:r>
              <a:rPr lang="en-US" altLang="zh-CN" dirty="0"/>
              <a:t>Click to edit </a:t>
            </a:r>
            <a:br>
              <a:rPr lang="en-US" altLang="zh-CN" dirty="0"/>
            </a:br>
            <a:r>
              <a:rPr lang="en-US" altLang="zh-CN" dirty="0"/>
              <a:t>Master title style</a:t>
            </a:r>
            <a:endParaRPr lang="zh-CN" altLang="en-US" dirty="0"/>
          </a:p>
        </p:txBody>
      </p:sp>
      <p:sp>
        <p:nvSpPr>
          <p:cNvPr id="3" name="副标题 2">
            <a:extLst>
              <a:ext uri="{FF2B5EF4-FFF2-40B4-BE49-F238E27FC236}">
                <a16:creationId xmlns:a16="http://schemas.microsoft.com/office/drawing/2014/main" id="{42DDB65F-C302-4F35-9CCB-12FB82E2590D}"/>
              </a:ext>
            </a:extLst>
          </p:cNvPr>
          <p:cNvSpPr>
            <a:spLocks noGrp="1"/>
          </p:cNvSpPr>
          <p:nvPr>
            <p:ph type="subTitle" idx="1"/>
          </p:nvPr>
        </p:nvSpPr>
        <p:spPr>
          <a:xfrm>
            <a:off x="660400" y="4324998"/>
            <a:ext cx="10858500" cy="535853"/>
          </a:xfrm>
        </p:spPr>
        <p:txBody>
          <a:bodyPr vert="horz" lIns="91440" tIns="45720" rIns="91440" bIns="45720" rtlCol="0" anchor="t">
            <a:normAutofit/>
          </a:bodyPr>
          <a:lstStyle>
            <a:lvl1pPr marL="0" indent="0">
              <a:spcBef>
                <a:spcPts val="0"/>
              </a:spcBef>
              <a:buNone/>
              <a:defRPr lang="zh-CN" altLang="en-US" sz="1600"/>
            </a:lvl1pPr>
          </a:lstStyle>
          <a:p>
            <a:pPr marL="228600" lvl="0" indent="-228600" defTabSz="914354"/>
            <a:r>
              <a:rPr lang="en-US" altLang="zh-CN" dirty="0"/>
              <a:t>Click to edit Master subtitle style</a:t>
            </a:r>
            <a:endParaRPr lang="zh-CN" altLang="en-US" dirty="0"/>
          </a:p>
        </p:txBody>
      </p:sp>
      <p:sp>
        <p:nvSpPr>
          <p:cNvPr id="8" name="文本占位符 7">
            <a:extLst>
              <a:ext uri="{FF2B5EF4-FFF2-40B4-BE49-F238E27FC236}">
                <a16:creationId xmlns:a16="http://schemas.microsoft.com/office/drawing/2014/main" id="{44C4A721-803B-47CB-B99E-1D01E8E0169F}"/>
              </a:ext>
            </a:extLst>
          </p:cNvPr>
          <p:cNvSpPr>
            <a:spLocks noGrp="1"/>
          </p:cNvSpPr>
          <p:nvPr>
            <p:ph type="body" sz="quarter" idx="13" hasCustomPrompt="1"/>
          </p:nvPr>
        </p:nvSpPr>
        <p:spPr>
          <a:xfrm>
            <a:off x="6389648" y="5837829"/>
            <a:ext cx="5129251" cy="296271"/>
          </a:xfrm>
        </p:spPr>
        <p:txBody>
          <a:bodyPr vert="horz" lIns="91440" tIns="45720" rIns="91440" bIns="45720" rtlCol="0" anchor="ctr">
            <a:normAutofit/>
          </a:bodyPr>
          <a:lstStyle>
            <a:lvl1pPr marL="0" indent="0" algn="r">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a:extLst>
              <a:ext uri="{FF2B5EF4-FFF2-40B4-BE49-F238E27FC236}">
                <a16:creationId xmlns:a16="http://schemas.microsoft.com/office/drawing/2014/main" id="{CA939A61-406D-45DC-B757-059EFAA05866}"/>
              </a:ext>
            </a:extLst>
          </p:cNvPr>
          <p:cNvSpPr>
            <a:spLocks noGrp="1"/>
          </p:cNvSpPr>
          <p:nvPr>
            <p:ph type="body" sz="quarter" idx="14" hasCustomPrompt="1"/>
          </p:nvPr>
        </p:nvSpPr>
        <p:spPr>
          <a:xfrm>
            <a:off x="660400" y="5837829"/>
            <a:ext cx="5129251" cy="296271"/>
          </a:xfrm>
        </p:spPr>
        <p:txBody>
          <a:bodyPr vert="horz"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www.islide.cc</a:t>
            </a:r>
            <a:endParaRPr lang="en-US" altLang="en-US" dirty="0"/>
          </a:p>
        </p:txBody>
      </p:sp>
      <p:sp>
        <p:nvSpPr>
          <p:cNvPr id="12" name="文本占位符 11">
            <a:extLst>
              <a:ext uri="{FF2B5EF4-FFF2-40B4-BE49-F238E27FC236}">
                <a16:creationId xmlns:a16="http://schemas.microsoft.com/office/drawing/2014/main" id="{4EF3F9F2-2DBE-4016-9D2B-F5CF4BE8EBCE}"/>
              </a:ext>
            </a:extLst>
          </p:cNvPr>
          <p:cNvSpPr>
            <a:spLocks noGrp="1"/>
          </p:cNvSpPr>
          <p:nvPr>
            <p:ph type="body" sz="quarter" idx="15" hasCustomPrompt="1"/>
          </p:nvPr>
        </p:nvSpPr>
        <p:spPr>
          <a:xfrm>
            <a:off x="660400" y="723900"/>
            <a:ext cx="1039091" cy="296271"/>
          </a:xfrm>
        </p:spPr>
        <p:txBody>
          <a:bodyPr vert="horz" wrap="none"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LGOO HERE</a:t>
            </a:r>
          </a:p>
        </p:txBody>
      </p:sp>
    </p:spTree>
    <p:extLst>
      <p:ext uri="{BB962C8B-B14F-4D97-AF65-F5344CB8AC3E}">
        <p14:creationId xmlns:p14="http://schemas.microsoft.com/office/powerpoint/2010/main" val="3218541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DC6DA8-D137-41D2-A934-63CB8FFB8B81}"/>
              </a:ext>
            </a:extLst>
          </p:cNvPr>
          <p:cNvSpPr>
            <a:spLocks noGrp="1"/>
          </p:cNvSpPr>
          <p:nvPr>
            <p:ph type="title"/>
          </p:nvPr>
        </p:nvSpPr>
        <p:spPr/>
        <p:txBody>
          <a:bodyPr/>
          <a:lstStyle/>
          <a:p>
            <a:r>
              <a:rPr lang="en-US" altLang="zh-CN" dirty="0"/>
              <a:t>Click to edit Master title style</a:t>
            </a:r>
            <a:endParaRPr lang="zh-CN" altLang="en-US" dirty="0"/>
          </a:p>
        </p:txBody>
      </p:sp>
      <p:sp>
        <p:nvSpPr>
          <p:cNvPr id="3" name="内容占位符 2">
            <a:extLst>
              <a:ext uri="{FF2B5EF4-FFF2-40B4-BE49-F238E27FC236}">
                <a16:creationId xmlns:a16="http://schemas.microsoft.com/office/drawing/2014/main" id="{0CED916A-3E34-4B9E-8F9F-7A8921A30F99}"/>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4" name="日期占位符 3">
            <a:extLst>
              <a:ext uri="{FF2B5EF4-FFF2-40B4-BE49-F238E27FC236}">
                <a16:creationId xmlns:a16="http://schemas.microsoft.com/office/drawing/2014/main" id="{57FE6FF3-E480-4C96-9DE0-054940E7CBC6}"/>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055DFAA1-D4C3-4306-A3AE-0641E35819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A3E0EBE-EC20-4150-A2C6-9837F3449581}"/>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82374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Layout">
    <p:spTree>
      <p:nvGrpSpPr>
        <p:cNvPr id="1" name=""/>
        <p:cNvGrpSpPr/>
        <p:nvPr/>
      </p:nvGrpSpPr>
      <p:grpSpPr>
        <a:xfrm>
          <a:off x="0" y="0"/>
          <a:ext cx="0" cy="0"/>
          <a:chOff x="0" y="0"/>
          <a:chExt cx="0" cy="0"/>
        </a:xfrm>
      </p:grpSpPr>
      <p:sp>
        <p:nvSpPr>
          <p:cNvPr id="9" name="文本占位符 8">
            <a:extLst>
              <a:ext uri="{FF2B5EF4-FFF2-40B4-BE49-F238E27FC236}">
                <a16:creationId xmlns:a16="http://schemas.microsoft.com/office/drawing/2014/main" id="{FDF03A82-401C-4A0E-BE21-BE588E874141}"/>
              </a:ext>
            </a:extLst>
          </p:cNvPr>
          <p:cNvSpPr>
            <a:spLocks noGrp="1"/>
          </p:cNvSpPr>
          <p:nvPr>
            <p:ph type="body" sz="quarter" idx="14" hasCustomPrompt="1"/>
          </p:nvPr>
        </p:nvSpPr>
        <p:spPr>
          <a:xfrm>
            <a:off x="660400" y="1500188"/>
            <a:ext cx="2836562" cy="594626"/>
          </a:xfrm>
        </p:spPr>
        <p:txBody>
          <a:bodyPr>
            <a:normAutofit/>
          </a:bodyPr>
          <a:lstStyle>
            <a:lvl1pPr marL="0" indent="0" algn="r">
              <a:buFont typeface="+mj-lt"/>
              <a:buNone/>
              <a:defRPr sz="2400" b="1"/>
            </a:lvl1pPr>
            <a:lvl2pPr marL="457200" indent="0">
              <a:buFont typeface="+mj-ea"/>
              <a:buNone/>
              <a:defRPr/>
            </a:lvl2pPr>
            <a:lvl3pPr marL="1257300" indent="-342900">
              <a:buFont typeface="+mj-lt"/>
              <a:buAutoNum type="alphaLcParenR"/>
              <a:defRPr/>
            </a:lvl3pPr>
          </a:lstStyle>
          <a:p>
            <a:pPr lvl="0"/>
            <a:r>
              <a:rPr lang="en-US" altLang="zh-CN" dirty="0"/>
              <a:t>CONTENTS</a:t>
            </a:r>
            <a:endParaRPr lang="zh-CN" altLang="en-US" dirty="0"/>
          </a:p>
        </p:txBody>
      </p:sp>
      <p:sp>
        <p:nvSpPr>
          <p:cNvPr id="7" name="文本占位符 6">
            <a:extLst>
              <a:ext uri="{FF2B5EF4-FFF2-40B4-BE49-F238E27FC236}">
                <a16:creationId xmlns:a16="http://schemas.microsoft.com/office/drawing/2014/main" id="{0BEF0FD1-3ACE-43A8-AF57-CC0D436DC7D0}"/>
              </a:ext>
            </a:extLst>
          </p:cNvPr>
          <p:cNvSpPr>
            <a:spLocks noGrp="1"/>
          </p:cNvSpPr>
          <p:nvPr>
            <p:ph type="body" sz="quarter" idx="13"/>
          </p:nvPr>
        </p:nvSpPr>
        <p:spPr>
          <a:xfrm>
            <a:off x="3647836" y="1500187"/>
            <a:ext cx="7871045" cy="4633913"/>
          </a:xfrm>
        </p:spPr>
        <p:txBody>
          <a:bodyPr/>
          <a:lstStyle>
            <a:lvl1pPr marL="342900" indent="-342900">
              <a:buFont typeface="+mj-lt"/>
              <a:buAutoNum type="arabicPeriod"/>
              <a:defRPr/>
            </a:lvl1pPr>
            <a:lvl2pPr marL="800100" indent="-342900">
              <a:buFont typeface="+mj-ea"/>
              <a:buAutoNum type="circleNumDbPlain"/>
              <a:defRPr/>
            </a:lvl2pPr>
            <a:lvl3pPr marL="1257300" indent="-342900">
              <a:buFont typeface="+mj-lt"/>
              <a:buAutoNum type="alphaLcParenR"/>
              <a:defRPr/>
            </a:lvl3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3" name="页脚占位符 2">
            <a:extLst>
              <a:ext uri="{FF2B5EF4-FFF2-40B4-BE49-F238E27FC236}">
                <a16:creationId xmlns:a16="http://schemas.microsoft.com/office/drawing/2014/main" id="{CAEA95BB-0FD6-4D94-81DB-8D38069818E5}"/>
              </a:ext>
            </a:extLst>
          </p:cNvPr>
          <p:cNvSpPr>
            <a:spLocks noGrp="1"/>
          </p:cNvSpPr>
          <p:nvPr>
            <p:ph type="ftr" sz="quarter" idx="10"/>
          </p:nvPr>
        </p:nvSpPr>
        <p:spPr/>
        <p:txBody>
          <a:bodyPr/>
          <a:lstStyle/>
          <a:p>
            <a:endParaRPr lang="zh-CN" altLang="en-US" dirty="0"/>
          </a:p>
        </p:txBody>
      </p:sp>
      <p:sp>
        <p:nvSpPr>
          <p:cNvPr id="4" name="日期占位符 3">
            <a:extLst>
              <a:ext uri="{FF2B5EF4-FFF2-40B4-BE49-F238E27FC236}">
                <a16:creationId xmlns:a16="http://schemas.microsoft.com/office/drawing/2014/main" id="{16C2568E-3CA5-4FDE-A375-CB503A7EDE34}"/>
              </a:ext>
            </a:extLst>
          </p:cNvPr>
          <p:cNvSpPr>
            <a:spLocks noGrp="1"/>
          </p:cNvSpPr>
          <p:nvPr>
            <p:ph type="dt" sz="half" idx="11"/>
          </p:nvPr>
        </p:nvSpPr>
        <p:spPr/>
        <p:txBody>
          <a:bodyPr/>
          <a:lstStyle/>
          <a:p>
            <a:endParaRPr lang="en-US" altLang="zh-CN"/>
          </a:p>
        </p:txBody>
      </p:sp>
      <p:sp>
        <p:nvSpPr>
          <p:cNvPr id="5" name="灯片编号占位符 4">
            <a:extLst>
              <a:ext uri="{FF2B5EF4-FFF2-40B4-BE49-F238E27FC236}">
                <a16:creationId xmlns:a16="http://schemas.microsoft.com/office/drawing/2014/main" id="{E3EAC383-637D-4997-B597-28ADC11AAC10}"/>
              </a:ext>
            </a:extLst>
          </p:cNvPr>
          <p:cNvSpPr>
            <a:spLocks noGrp="1"/>
          </p:cNvSpPr>
          <p:nvPr>
            <p:ph type="sldNum" sz="quarter" idx="12"/>
          </p:nvPr>
        </p:nvSpPr>
        <p:spPr/>
        <p:txBody>
          <a:bodyPr/>
          <a:lstStyle/>
          <a:p>
            <a:fld id="{7F65B630-C7FF-41C0-9923-C5E5E29EED81}" type="slidenum">
              <a:rPr lang="en-US" altLang="zh-CN" smtClean="0"/>
              <a:pPr/>
              <a:t>‹#›</a:t>
            </a:fld>
            <a:endParaRPr lang="en-US" altLang="zh-CN"/>
          </a:p>
        </p:txBody>
      </p:sp>
      <p:cxnSp>
        <p:nvCxnSpPr>
          <p:cNvPr id="10" name="î$ļíďé">
            <a:extLst>
              <a:ext uri="{FF2B5EF4-FFF2-40B4-BE49-F238E27FC236}">
                <a16:creationId xmlns:a16="http://schemas.microsoft.com/office/drawing/2014/main" id="{5866F782-5852-4C4E-B3FE-2AD687E8AC1B}"/>
              </a:ext>
            </a:extLst>
          </p:cNvPr>
          <p:cNvCxnSpPr>
            <a:cxnSpLocks/>
          </p:cNvCxnSpPr>
          <p:nvPr userDrawn="1"/>
        </p:nvCxnSpPr>
        <p:spPr>
          <a:xfrm>
            <a:off x="3621019" y="1500188"/>
            <a:ext cx="0" cy="4633913"/>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11" name="îŝ1ïḓe">
            <a:extLst>
              <a:ext uri="{FF2B5EF4-FFF2-40B4-BE49-F238E27FC236}">
                <a16:creationId xmlns:a16="http://schemas.microsoft.com/office/drawing/2014/main" id="{3CCCD118-A808-47B5-869B-310AF975DC9C}"/>
              </a:ext>
            </a:extLst>
          </p:cNvPr>
          <p:cNvSpPr>
            <a:spLocks noChangeAspect="1"/>
          </p:cNvSpPr>
          <p:nvPr userDrawn="1"/>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spTree>
    <p:extLst>
      <p:ext uri="{BB962C8B-B14F-4D97-AF65-F5344CB8AC3E}">
        <p14:creationId xmlns:p14="http://schemas.microsoft.com/office/powerpoint/2010/main" val="1929775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3D72DB93-F0D5-CBD3-5D17-98D98831587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
            <a:ext cx="12192000" cy="6872317"/>
          </a:xfrm>
          <a:prstGeom prst="rect">
            <a:avLst/>
          </a:prstGeom>
        </p:spPr>
      </p:pic>
      <p:sp>
        <p:nvSpPr>
          <p:cNvPr id="2" name="标题 1">
            <a:extLst>
              <a:ext uri="{FF2B5EF4-FFF2-40B4-BE49-F238E27FC236}">
                <a16:creationId xmlns:a16="http://schemas.microsoft.com/office/drawing/2014/main" id="{000C7662-4F6D-4B06-BB36-235FC06BF816}"/>
              </a:ext>
            </a:extLst>
          </p:cNvPr>
          <p:cNvSpPr>
            <a:spLocks noGrp="1"/>
          </p:cNvSpPr>
          <p:nvPr>
            <p:ph type="title"/>
          </p:nvPr>
        </p:nvSpPr>
        <p:spPr>
          <a:xfrm>
            <a:off x="3224068" y="2992592"/>
            <a:ext cx="5731164" cy="951057"/>
          </a:xfrm>
        </p:spPr>
        <p:txBody>
          <a:bodyPr vert="horz" lIns="91440" tIns="45720" rIns="91440" bIns="45720" rtlCol="0" anchor="b">
            <a:noAutofit/>
          </a:bodyPr>
          <a:lstStyle>
            <a:lvl1pPr algn="ctr">
              <a:defRPr lang="zh-CN" altLang="en-US" sz="3800"/>
            </a:lvl1pPr>
          </a:lstStyle>
          <a:p>
            <a:pPr lvl="0" defTabSz="914354"/>
            <a:r>
              <a:rPr lang="en-US" altLang="zh-CN" dirty="0"/>
              <a:t>Click to edit Master title style</a:t>
            </a:r>
            <a:endParaRPr lang="zh-CN" altLang="en-US" dirty="0"/>
          </a:p>
        </p:txBody>
      </p:sp>
      <p:sp>
        <p:nvSpPr>
          <p:cNvPr id="3" name="文本占位符 2">
            <a:extLst>
              <a:ext uri="{FF2B5EF4-FFF2-40B4-BE49-F238E27FC236}">
                <a16:creationId xmlns:a16="http://schemas.microsoft.com/office/drawing/2014/main" id="{9FF9930E-40DF-417D-8161-BD38EB172DC1}"/>
              </a:ext>
            </a:extLst>
          </p:cNvPr>
          <p:cNvSpPr>
            <a:spLocks noGrp="1"/>
          </p:cNvSpPr>
          <p:nvPr>
            <p:ph type="body" idx="1"/>
          </p:nvPr>
        </p:nvSpPr>
        <p:spPr>
          <a:xfrm>
            <a:off x="3224068" y="3986372"/>
            <a:ext cx="5731164" cy="735157"/>
          </a:xfrm>
        </p:spPr>
        <p:txBody>
          <a:bodyPr>
            <a:normAutofit/>
          </a:bodyPr>
          <a:lstStyle>
            <a:lvl1pPr marL="0" indent="0" algn="ctr">
              <a:buNone/>
              <a:defRPr lang="en-US" altLang="zh-CN" sz="1400" kern="120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Click to edit Master text styles</a:t>
            </a:r>
          </a:p>
        </p:txBody>
      </p:sp>
      <p:sp>
        <p:nvSpPr>
          <p:cNvPr id="4" name="日期占位符 3">
            <a:extLst>
              <a:ext uri="{FF2B5EF4-FFF2-40B4-BE49-F238E27FC236}">
                <a16:creationId xmlns:a16="http://schemas.microsoft.com/office/drawing/2014/main" id="{E5279D9A-DC49-4C12-80D3-3D89C2783F3A}"/>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51EF8C95-8814-4768-850F-851B6434A9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94C1D7-7C5A-49B3-9D05-119C615E16B1}"/>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641220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图片 8" descr="形状&#10;&#10;低可信度描述已自动生成">
            <a:extLst>
              <a:ext uri="{FF2B5EF4-FFF2-40B4-BE49-F238E27FC236}">
                <a16:creationId xmlns:a16="http://schemas.microsoft.com/office/drawing/2014/main" id="{9DB821EF-3889-ABD1-5402-1A38AE0433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91" y="202166"/>
            <a:ext cx="12190709" cy="4595813"/>
          </a:xfrm>
          <a:prstGeom prst="rect">
            <a:avLst/>
          </a:prstGeom>
        </p:spPr>
      </p:pic>
      <p:sp>
        <p:nvSpPr>
          <p:cNvPr id="7" name="文本框 6">
            <a:extLst>
              <a:ext uri="{FF2B5EF4-FFF2-40B4-BE49-F238E27FC236}">
                <a16:creationId xmlns:a16="http://schemas.microsoft.com/office/drawing/2014/main" id="{9D4AA7E2-B748-E0F9-7270-171A84A4AB19}"/>
              </a:ext>
            </a:extLst>
          </p:cNvPr>
          <p:cNvSpPr txBox="1"/>
          <p:nvPr userDrawn="1"/>
        </p:nvSpPr>
        <p:spPr>
          <a:xfrm>
            <a:off x="527050" y="335516"/>
            <a:ext cx="4356321" cy="523220"/>
          </a:xfrm>
          <a:prstGeom prst="rect">
            <a:avLst/>
          </a:prstGeom>
          <a:noFill/>
        </p:spPr>
        <p:txBody>
          <a:bodyPr wrap="none" rtlCol="0">
            <a:spAutoFit/>
          </a:bodyPr>
          <a:lstStyle/>
          <a:p>
            <a:r>
              <a:rPr lang="en-US" altLang="zh-CN" sz="2800" dirty="0">
                <a:latin typeface="思源黑体 Bold" panose="020B0800000000000000" pitchFamily="34" charset="-122"/>
                <a:ea typeface="思源黑体 Bold" panose="020B0800000000000000" pitchFamily="34" charset="-122"/>
              </a:rPr>
              <a:t>Use "Title Only" Layout</a:t>
            </a:r>
            <a:endParaRPr lang="zh-CN" altLang="en-US" sz="2800" dirty="0">
              <a:latin typeface="思源黑体 Bold" panose="020B0800000000000000" pitchFamily="34" charset="-122"/>
              <a:ea typeface="思源黑体 Bold" panose="020B0800000000000000" pitchFamily="34" charset="-122"/>
            </a:endParaRPr>
          </a:p>
        </p:txBody>
      </p:sp>
    </p:spTree>
    <p:extLst>
      <p:ext uri="{BB962C8B-B14F-4D97-AF65-F5344CB8AC3E}">
        <p14:creationId xmlns:p14="http://schemas.microsoft.com/office/powerpoint/2010/main" val="325764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C9D6027-F7C7-4EF3-85DD-09E27ACEEACA}"/>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66262BA1-A5A7-45F4-B365-E880E1C324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80CF1E8-0939-4B4D-A4D3-E47E208FC47E}"/>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1771624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575A5D8-81D4-BFBE-E1D7-4BCA276370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72317"/>
          </a:xfrm>
          <a:prstGeom prst="rect">
            <a:avLst/>
          </a:prstGeom>
        </p:spPr>
      </p:pic>
      <p:sp>
        <p:nvSpPr>
          <p:cNvPr id="7" name="文本占位符 6">
            <a:extLst>
              <a:ext uri="{FF2B5EF4-FFF2-40B4-BE49-F238E27FC236}">
                <a16:creationId xmlns:a16="http://schemas.microsoft.com/office/drawing/2014/main" id="{C2320649-ACD7-42E9-A261-E6ED46ACB452}"/>
              </a:ext>
            </a:extLst>
          </p:cNvPr>
          <p:cNvSpPr>
            <a:spLocks noGrp="1"/>
          </p:cNvSpPr>
          <p:nvPr>
            <p:ph type="body" sz="quarter" idx="13"/>
          </p:nvPr>
        </p:nvSpPr>
        <p:spPr>
          <a:xfrm>
            <a:off x="660400" y="2458694"/>
            <a:ext cx="10858500" cy="1643062"/>
          </a:xfrm>
        </p:spPr>
        <p:txBody>
          <a:bodyPr vert="horz" lIns="91440" tIns="45720" rIns="91440" bIns="45720" rtlCol="0" anchor="b">
            <a:normAutofit/>
          </a:bodyPr>
          <a:lstStyle>
            <a:lvl1pPr marL="0" indent="0" algn="ctr">
              <a:buNone/>
              <a:defRPr lang="en-US" altLang="zh-CN" sz="4800" b="1" smtClean="0">
                <a:latin typeface="+mj-lt"/>
                <a:ea typeface="+mj-ea"/>
                <a:cs typeface="+mj-cs"/>
              </a:defRPr>
            </a:lvl1pPr>
            <a:lvl2pPr marL="457200" indent="0">
              <a:buNone/>
              <a:defRPr lang="en-US" altLang="zh-CN" smtClean="0"/>
            </a:lvl2pPr>
            <a:lvl3pPr>
              <a:defRPr lang="en-US" altLang="zh-CN" smtClean="0"/>
            </a:lvl3pPr>
            <a:lvl4pPr>
              <a:defRPr lang="en-US" altLang="zh-CN" smtClean="0"/>
            </a:lvl4pPr>
            <a:lvl5pPr>
              <a:defRPr lang="zh-CN" altLang="en-US"/>
            </a:lvl5pPr>
          </a:lstStyle>
          <a:p>
            <a:pPr marL="228600" lvl="0" indent="-228600" defTabSz="914354">
              <a:spcBef>
                <a:spcPct val="0"/>
              </a:spcBef>
            </a:pPr>
            <a:r>
              <a:rPr lang="en-US" altLang="zh-CN" dirty="0"/>
              <a:t>Click to edit Master text styles</a:t>
            </a:r>
          </a:p>
        </p:txBody>
      </p:sp>
      <p:sp>
        <p:nvSpPr>
          <p:cNvPr id="8" name="文本占位符 7">
            <a:extLst>
              <a:ext uri="{FF2B5EF4-FFF2-40B4-BE49-F238E27FC236}">
                <a16:creationId xmlns:a16="http://schemas.microsoft.com/office/drawing/2014/main" id="{DC428848-58C6-4501-8214-B803889F273E}"/>
              </a:ext>
            </a:extLst>
          </p:cNvPr>
          <p:cNvSpPr>
            <a:spLocks noGrp="1"/>
          </p:cNvSpPr>
          <p:nvPr>
            <p:ph type="body" sz="quarter" idx="14" hasCustomPrompt="1"/>
          </p:nvPr>
        </p:nvSpPr>
        <p:spPr>
          <a:xfrm>
            <a:off x="6898578" y="5837829"/>
            <a:ext cx="4620322" cy="296271"/>
          </a:xfrm>
        </p:spPr>
        <p:txBody>
          <a:bodyPr vert="horz" lIns="91440" tIns="45720" rIns="91440" bIns="45720" rtlCol="0" anchor="ctr">
            <a:normAutofit/>
          </a:bodyPr>
          <a:lstStyle>
            <a:lvl1pPr marL="0" indent="0" algn="r">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a:extLst>
              <a:ext uri="{FF2B5EF4-FFF2-40B4-BE49-F238E27FC236}">
                <a16:creationId xmlns:a16="http://schemas.microsoft.com/office/drawing/2014/main" id="{A01EED25-4D2A-435D-A5F9-01DCC2F07486}"/>
              </a:ext>
            </a:extLst>
          </p:cNvPr>
          <p:cNvSpPr>
            <a:spLocks noGrp="1"/>
          </p:cNvSpPr>
          <p:nvPr>
            <p:ph type="body" sz="quarter" idx="15" hasCustomPrompt="1"/>
          </p:nvPr>
        </p:nvSpPr>
        <p:spPr>
          <a:xfrm>
            <a:off x="660400" y="5837829"/>
            <a:ext cx="4201532" cy="296271"/>
          </a:xfrm>
        </p:spPr>
        <p:txBody>
          <a:bodyPr vert="horz"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www.islide.cc</a:t>
            </a:r>
            <a:endParaRPr lang="en-US" altLang="en-US" dirty="0"/>
          </a:p>
        </p:txBody>
      </p:sp>
    </p:spTree>
    <p:extLst>
      <p:ext uri="{BB962C8B-B14F-4D97-AF65-F5344CB8AC3E}">
        <p14:creationId xmlns:p14="http://schemas.microsoft.com/office/powerpoint/2010/main" val="3444805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3" name="竖排内容占位符 2">
            <a:extLst>
              <a:ext uri="{FF2B5EF4-FFF2-40B4-BE49-F238E27FC236}">
                <a16:creationId xmlns:a16="http://schemas.microsoft.com/office/drawing/2014/main" id="{B1A122C2-D9E5-4D78-AC6E-D7A9936722F3}"/>
              </a:ext>
            </a:extLst>
          </p:cNvPr>
          <p:cNvSpPr>
            <a:spLocks noGrp="1"/>
          </p:cNvSpPr>
          <p:nvPr>
            <p:ph orient="vert" sz="quarter" idx="10"/>
          </p:nvPr>
        </p:nvSpPr>
        <p:spPr>
          <a:xfrm>
            <a:off x="2707798" y="843179"/>
            <a:ext cx="7705725" cy="468788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437981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9307103-D92B-4D3C-B386-9FD58793CACA}"/>
              </a:ext>
            </a:extLst>
          </p:cNvPr>
          <p:cNvSpPr>
            <a:spLocks noGrp="1"/>
          </p:cNvSpPr>
          <p:nvPr>
            <p:ph type="title"/>
          </p:nvPr>
        </p:nvSpPr>
        <p:spPr>
          <a:xfrm>
            <a:off x="660400" y="0"/>
            <a:ext cx="10858500" cy="1028700"/>
          </a:xfrm>
          <a:prstGeom prst="rect">
            <a:avLst/>
          </a:prstGeom>
        </p:spPr>
        <p:txBody>
          <a:bodyPr vert="horz" lIns="91440" tIns="45720" rIns="91440" bIns="45720" rtlCol="0" anchor="b">
            <a:normAutofit/>
          </a:bodyPr>
          <a:lstStyle/>
          <a:p>
            <a:pPr lvl="0" defTabSz="914354"/>
            <a:r>
              <a:rPr lang="en-US" altLang="zh-CN"/>
              <a:t>Click to edit Master title style</a:t>
            </a:r>
            <a:endParaRPr lang="zh-CN" altLang="en-US" dirty="0"/>
          </a:p>
        </p:txBody>
      </p:sp>
      <p:sp>
        <p:nvSpPr>
          <p:cNvPr id="3" name="文本占位符 2">
            <a:extLst>
              <a:ext uri="{FF2B5EF4-FFF2-40B4-BE49-F238E27FC236}">
                <a16:creationId xmlns:a16="http://schemas.microsoft.com/office/drawing/2014/main" id="{0F8920D0-E0E5-40BB-AEDA-3D7A0909240E}"/>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5" name="页脚占位符 4">
            <a:extLst>
              <a:ext uri="{FF2B5EF4-FFF2-40B4-BE49-F238E27FC236}">
                <a16:creationId xmlns:a16="http://schemas.microsoft.com/office/drawing/2014/main" id="{10B16C00-AE39-4635-9F10-B7233D2AC2F8}"/>
              </a:ext>
            </a:extLst>
          </p:cNvPr>
          <p:cNvSpPr>
            <a:spLocks noGrp="1"/>
          </p:cNvSpPr>
          <p:nvPr>
            <p:ph type="ftr" sz="quarter" idx="3"/>
          </p:nvPr>
        </p:nvSpPr>
        <p:spPr>
          <a:xfrm>
            <a:off x="660401" y="6438900"/>
            <a:ext cx="3992171" cy="215900"/>
          </a:xfrm>
          <a:prstGeom prst="rect">
            <a:avLst/>
          </a:prstGeom>
        </p:spPr>
        <p:txBody>
          <a:bodyPr vert="horz" lIns="91440" tIns="45720" rIns="91440" bIns="45720" rtlCol="0" anchor="ctr"/>
          <a:lstStyle>
            <a:lvl1pPr>
              <a:defRPr lang="zh-CN" altLang="en-US" sz="1000">
                <a:solidFill>
                  <a:schemeClr val="tx1">
                    <a:lumMod val="50000"/>
                    <a:lumOff val="50000"/>
                  </a:schemeClr>
                </a:solidFill>
              </a:defRPr>
            </a:lvl1pPr>
          </a:lstStyle>
          <a:p>
            <a:endParaRPr lang="zh-CN" altLang="en-US" dirty="0"/>
          </a:p>
        </p:txBody>
      </p:sp>
      <p:sp>
        <p:nvSpPr>
          <p:cNvPr id="4" name="日期占位符 3">
            <a:extLst>
              <a:ext uri="{FF2B5EF4-FFF2-40B4-BE49-F238E27FC236}">
                <a16:creationId xmlns:a16="http://schemas.microsoft.com/office/drawing/2014/main" id="{0C12D871-753D-4991-B44B-EFAE9F8682B5}"/>
              </a:ext>
            </a:extLst>
          </p:cNvPr>
          <p:cNvSpPr>
            <a:spLocks noGrp="1"/>
          </p:cNvSpPr>
          <p:nvPr>
            <p:ph type="dt" sz="half" idx="2"/>
          </p:nvPr>
        </p:nvSpPr>
        <p:spPr>
          <a:xfrm>
            <a:off x="5504656" y="6438900"/>
            <a:ext cx="1802924" cy="215900"/>
          </a:xfrm>
          <a:prstGeom prst="rect">
            <a:avLst/>
          </a:prstGeom>
        </p:spPr>
        <p:txBody>
          <a:bodyPr vert="horz" lIns="91440" tIns="45720" rIns="91440" bIns="45720" rtlCol="0" anchor="ctr"/>
          <a:lstStyle>
            <a:lvl1pPr algn="ctr">
              <a:defRPr lang="zh-CN" altLang="en-US" sz="1000" smtClean="0">
                <a:solidFill>
                  <a:schemeClr val="tx1">
                    <a:lumMod val="50000"/>
                    <a:lumOff val="50000"/>
                  </a:schemeClr>
                </a:solidFill>
              </a:defRPr>
            </a:lvl1pPr>
          </a:lstStyle>
          <a:p>
            <a:endParaRPr lang="en-US" altLang="zh-CN"/>
          </a:p>
        </p:txBody>
      </p:sp>
      <p:sp>
        <p:nvSpPr>
          <p:cNvPr id="6" name="灯片编号占位符 5">
            <a:extLst>
              <a:ext uri="{FF2B5EF4-FFF2-40B4-BE49-F238E27FC236}">
                <a16:creationId xmlns:a16="http://schemas.microsoft.com/office/drawing/2014/main" id="{6D23E9ED-4E00-42D1-BFBF-5EBD27D29806}"/>
              </a:ext>
            </a:extLst>
          </p:cNvPr>
          <p:cNvSpPr>
            <a:spLocks noGrp="1"/>
          </p:cNvSpPr>
          <p:nvPr>
            <p:ph type="sldNum" sz="quarter" idx="4"/>
          </p:nvPr>
        </p:nvSpPr>
        <p:spPr>
          <a:xfrm>
            <a:off x="8857452" y="6438900"/>
            <a:ext cx="2661448" cy="215900"/>
          </a:xfrm>
          <a:prstGeom prst="rect">
            <a:avLst/>
          </a:prstGeom>
        </p:spPr>
        <p:txBody>
          <a:bodyPr vert="horz" lIns="91440" tIns="45720" rIns="91440" bIns="45720" rtlCol="0" anchor="ctr"/>
          <a:lstStyle>
            <a:lvl1pPr algn="r">
              <a:defRPr lang="zh-CN" altLang="en-US" sz="1000" smtClean="0">
                <a:solidFill>
                  <a:schemeClr val="tx1">
                    <a:lumMod val="50000"/>
                    <a:lumOff val="50000"/>
                  </a:schemeClr>
                </a:solidFill>
              </a:defRPr>
            </a:lvl1pPr>
          </a:lstStyle>
          <a:p>
            <a:fld id="{7F65B630-C7FF-41C0-9923-C5E5E29EED81}" type="slidenum">
              <a:rPr lang="en-US" altLang="zh-CN" smtClean="0"/>
              <a:pPr/>
              <a:t>‹#›</a:t>
            </a:fld>
            <a:endParaRPr lang="en-US" altLang="zh-CN"/>
          </a:p>
        </p:txBody>
      </p:sp>
    </p:spTree>
    <p:extLst>
      <p:ext uri="{BB962C8B-B14F-4D97-AF65-F5344CB8AC3E}">
        <p14:creationId xmlns:p14="http://schemas.microsoft.com/office/powerpoint/2010/main" val="1467915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1" r:id="rId4"/>
    <p:sldLayoutId id="2147483654" r:id="rId5"/>
    <p:sldLayoutId id="2147483655" r:id="rId6"/>
    <p:sldLayoutId id="2147483656" r:id="rId7"/>
    <p:sldLayoutId id="2147483658" r:id="rId8"/>
  </p:sldLayoutIdLst>
  <p:hf sldNum="0"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5.xml"/><Relationship Id="rId1" Type="http://schemas.openxmlformats.org/officeDocument/2006/relationships/tags" Target="../tags/tag11.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5.xml"/><Relationship Id="rId1" Type="http://schemas.openxmlformats.org/officeDocument/2006/relationships/themeOverride" Target="../theme/themeOverr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íšľïḓê"/>
        <p:cNvGrpSpPr/>
        <p:nvPr/>
      </p:nvGrpSpPr>
      <p:grpSpPr>
        <a:xfrm>
          <a:off x="0" y="0"/>
          <a:ext cx="0" cy="0"/>
          <a:chOff x="0" y="0"/>
          <a:chExt cx="0" cy="0"/>
        </a:xfrm>
      </p:grpSpPr>
      <p:sp>
        <p:nvSpPr>
          <p:cNvPr id="9" name="íśļidè">
            <a:extLst>
              <a:ext uri="{FF2B5EF4-FFF2-40B4-BE49-F238E27FC236}">
                <a16:creationId xmlns:a16="http://schemas.microsoft.com/office/drawing/2014/main" id="{6C2532AA-A647-48FF-8A25-36777AF5B18D}"/>
              </a:ext>
            </a:extLst>
          </p:cNvPr>
          <p:cNvSpPr>
            <a:spLocks noGrp="1"/>
          </p:cNvSpPr>
          <p:nvPr>
            <p:ph type="ctrTitle"/>
          </p:nvPr>
        </p:nvSpPr>
        <p:spPr>
          <a:xfrm>
            <a:off x="660399" y="2416903"/>
            <a:ext cx="7116764" cy="1687225"/>
          </a:xfrm>
        </p:spPr>
        <p:txBody>
          <a:bodyPr>
            <a:noAutofit/>
          </a:bodyPr>
          <a:lstStyle/>
          <a:p>
            <a:pPr>
              <a:lnSpc>
                <a:spcPct val="100000"/>
              </a:lnSpc>
            </a:pPr>
            <a:r>
              <a:rPr lang="en-GB" altLang="zh-CN" sz="4800" dirty="0">
                <a:solidFill>
                  <a:schemeClr val="accent1"/>
                </a:solidFill>
              </a:rPr>
              <a:t>PowerPoint</a:t>
            </a:r>
            <a:r>
              <a:rPr lang="en-US" altLang="zh-CN" dirty="0"/>
              <a:t> Template</a:t>
            </a:r>
            <a:r>
              <a:rPr lang="en-GB" altLang="zh-CN" sz="4800" dirty="0">
                <a:solidFill>
                  <a:srgbClr val="080808"/>
                </a:solidFill>
              </a:rPr>
              <a:t> </a:t>
            </a:r>
            <a:br>
              <a:rPr lang="en-GB" altLang="zh-CN" sz="4800" dirty="0">
                <a:solidFill>
                  <a:srgbClr val="080808"/>
                </a:solidFill>
              </a:rPr>
            </a:br>
            <a:r>
              <a:rPr lang="zh-CN" altLang="en-US" sz="4800" dirty="0">
                <a:solidFill>
                  <a:srgbClr val="080808"/>
                </a:solidFill>
              </a:rPr>
              <a:t>蓝色</a:t>
            </a:r>
            <a:r>
              <a:rPr lang="zh-CN" altLang="en-US" dirty="0">
                <a:solidFill>
                  <a:srgbClr val="080808"/>
                </a:solidFill>
              </a:rPr>
              <a:t>述职通用</a:t>
            </a:r>
            <a:r>
              <a:rPr lang="en-US" altLang="zh-CN" dirty="0">
                <a:solidFill>
                  <a:srgbClr val="080808"/>
                </a:solidFill>
              </a:rPr>
              <a:t>PPT</a:t>
            </a:r>
            <a:r>
              <a:rPr lang="zh-CN" altLang="en-US" dirty="0">
                <a:solidFill>
                  <a:srgbClr val="080808"/>
                </a:solidFill>
              </a:rPr>
              <a:t>模板</a:t>
            </a:r>
            <a:endParaRPr lang="zh-CN" altLang="en-US" sz="4800" dirty="0">
              <a:solidFill>
                <a:srgbClr val="080808"/>
              </a:solidFill>
            </a:endParaRPr>
          </a:p>
        </p:txBody>
      </p:sp>
      <p:sp>
        <p:nvSpPr>
          <p:cNvPr id="10" name="îṩ1iḋé">
            <a:extLst>
              <a:ext uri="{FF2B5EF4-FFF2-40B4-BE49-F238E27FC236}">
                <a16:creationId xmlns:a16="http://schemas.microsoft.com/office/drawing/2014/main" id="{0102F8CF-8DD3-43E5-B521-501A3CF124F9}"/>
              </a:ext>
            </a:extLst>
          </p:cNvPr>
          <p:cNvSpPr>
            <a:spLocks noGrp="1"/>
          </p:cNvSpPr>
          <p:nvPr>
            <p:ph type="subTitle" idx="1"/>
          </p:nvPr>
        </p:nvSpPr>
        <p:spPr>
          <a:xfrm>
            <a:off x="660400" y="4324998"/>
            <a:ext cx="4902200" cy="535853"/>
          </a:xfrm>
        </p:spPr>
        <p:txBody>
          <a:bodyPr/>
          <a:lstStyle/>
          <a:p>
            <a:r>
              <a:rPr lang="en-GB" altLang="zh-CN" dirty="0">
                <a:solidFill>
                  <a:srgbClr val="080808"/>
                </a:solidFill>
              </a:rPr>
              <a:t>You can enter subtitle here</a:t>
            </a:r>
          </a:p>
        </p:txBody>
      </p:sp>
      <p:sp>
        <p:nvSpPr>
          <p:cNvPr id="11" name="íšlíḓé">
            <a:extLst>
              <a:ext uri="{FF2B5EF4-FFF2-40B4-BE49-F238E27FC236}">
                <a16:creationId xmlns:a16="http://schemas.microsoft.com/office/drawing/2014/main" id="{7E21516B-4ABB-4E09-987D-1ABA411225D2}"/>
              </a:ext>
            </a:extLst>
          </p:cNvPr>
          <p:cNvSpPr>
            <a:spLocks noGrp="1"/>
          </p:cNvSpPr>
          <p:nvPr>
            <p:ph type="body" sz="quarter" idx="13"/>
          </p:nvPr>
        </p:nvSpPr>
        <p:spPr/>
        <p:txBody>
          <a:bodyPr/>
          <a:lstStyle/>
          <a:p>
            <a:r>
              <a:rPr lang="en-GB" altLang="zh-CN" dirty="0">
                <a:solidFill>
                  <a:srgbClr val="080808"/>
                </a:solidFill>
              </a:rPr>
              <a:t>Speaker name and title</a:t>
            </a:r>
          </a:p>
        </p:txBody>
      </p:sp>
      <p:sp>
        <p:nvSpPr>
          <p:cNvPr id="13" name="ïṡḷíḍé">
            <a:extLst>
              <a:ext uri="{FF2B5EF4-FFF2-40B4-BE49-F238E27FC236}">
                <a16:creationId xmlns:a16="http://schemas.microsoft.com/office/drawing/2014/main" id="{F03171C0-8F5E-452D-80D2-8537CBEA6B12}"/>
              </a:ext>
            </a:extLst>
          </p:cNvPr>
          <p:cNvSpPr>
            <a:spLocks noGrp="1"/>
          </p:cNvSpPr>
          <p:nvPr>
            <p:ph type="body" sz="quarter" idx="15"/>
          </p:nvPr>
        </p:nvSpPr>
        <p:spPr/>
        <p:txBody>
          <a:bodyPr/>
          <a:lstStyle/>
          <a:p>
            <a:r>
              <a:rPr lang="en-GB" altLang="zh-CN" dirty="0">
                <a:solidFill>
                  <a:srgbClr val="080808"/>
                </a:solidFill>
              </a:rPr>
              <a:t>LOGO HERE</a:t>
            </a:r>
          </a:p>
        </p:txBody>
      </p:sp>
      <p:sp>
        <p:nvSpPr>
          <p:cNvPr id="14" name="îśḻiḓè">
            <a:extLst>
              <a:ext uri="{FF2B5EF4-FFF2-40B4-BE49-F238E27FC236}">
                <a16:creationId xmlns:a16="http://schemas.microsoft.com/office/drawing/2014/main" id="{B51D1917-1DC7-C7FB-E6CB-DCAE5F997DFB}"/>
              </a:ext>
            </a:extLst>
          </p:cNvPr>
          <p:cNvSpPr txBox="1">
            <a:spLocks/>
          </p:cNvSpPr>
          <p:nvPr/>
        </p:nvSpPr>
        <p:spPr>
          <a:xfrm>
            <a:off x="8286751" y="2991817"/>
            <a:ext cx="3028950" cy="106583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0"/>
              </a:spcBef>
              <a:buFont typeface="Arial" panose="020B0604020202020204" pitchFamily="34" charset="0"/>
              <a:buNone/>
              <a:defRPr lang="zh-CN" altLang="en-US"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altLang="zh-CN" sz="1200" dirty="0" err="1">
                <a:solidFill>
                  <a:srgbClr val="080808">
                    <a:alpha val="40000"/>
                  </a:srgbClr>
                </a:solidFill>
              </a:rPr>
              <a:t>Pellentesque</a:t>
            </a:r>
            <a:r>
              <a:rPr lang="en-GB" altLang="zh-CN" sz="1200" dirty="0">
                <a:solidFill>
                  <a:srgbClr val="080808">
                    <a:alpha val="40000"/>
                  </a:srgbClr>
                </a:solidFill>
              </a:rPr>
              <a:t> habitant morbi tristique senectus et netus et malesuada fames ac turpis egestas. Proin pharetra nonummy pede. Mauris et orci.</a:t>
            </a:r>
          </a:p>
          <a:p>
            <a:pPr>
              <a:lnSpc>
                <a:spcPct val="150000"/>
              </a:lnSpc>
            </a:pPr>
            <a:endParaRPr lang="en-GB" altLang="zh-CN" sz="1200" dirty="0">
              <a:solidFill>
                <a:srgbClr val="080808">
                  <a:alpha val="40000"/>
                </a:srgbClr>
              </a:solidFill>
            </a:endParaRPr>
          </a:p>
        </p:txBody>
      </p:sp>
      <p:cxnSp>
        <p:nvCxnSpPr>
          <p:cNvPr id="15" name="ïṣ1íḋè">
            <a:extLst>
              <a:ext uri="{FF2B5EF4-FFF2-40B4-BE49-F238E27FC236}">
                <a16:creationId xmlns:a16="http://schemas.microsoft.com/office/drawing/2014/main" id="{7D1F2ED9-4880-7C54-2DD3-E2F8EDA55FE3}"/>
              </a:ext>
            </a:extLst>
          </p:cNvPr>
          <p:cNvCxnSpPr>
            <a:cxnSpLocks/>
          </p:cNvCxnSpPr>
          <p:nvPr/>
        </p:nvCxnSpPr>
        <p:spPr>
          <a:xfrm flipH="1">
            <a:off x="8386763" y="2991817"/>
            <a:ext cx="347662" cy="0"/>
          </a:xfrm>
          <a:prstGeom prst="line">
            <a:avLst/>
          </a:prstGeom>
          <a:ln w="25400" cap="rnd">
            <a:solidFill>
              <a:srgbClr val="79A7F5"/>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2825869-ABD8-036D-0A2D-C585EA9C820B}"/>
              </a:ext>
            </a:extLst>
          </p:cNvPr>
          <p:cNvSpPr txBox="1"/>
          <p:nvPr/>
        </p:nvSpPr>
        <p:spPr>
          <a:xfrm>
            <a:off x="660399" y="1672813"/>
            <a:ext cx="1840568" cy="1046440"/>
          </a:xfrm>
          <a:prstGeom prst="rect">
            <a:avLst/>
          </a:prstGeom>
          <a:noFill/>
        </p:spPr>
        <p:txBody>
          <a:bodyPr wrap="none" rtlCol="0">
            <a:spAutoFit/>
          </a:bodyPr>
          <a:lstStyle/>
          <a:p>
            <a:r>
              <a:rPr lang="en-US" altLang="zh-CN" sz="6200" dirty="0">
                <a:latin typeface="Impact" panose="020B0806030902050204" pitchFamily="34" charset="0"/>
              </a:rPr>
              <a:t>2026</a:t>
            </a:r>
            <a:endParaRPr lang="zh-CN" altLang="en-US" sz="6200" dirty="0">
              <a:latin typeface="Impact" panose="020B0806030902050204" pitchFamily="34" charset="0"/>
            </a:endParaRPr>
          </a:p>
        </p:txBody>
      </p:sp>
    </p:spTree>
    <p:custDataLst>
      <p:tags r:id="rId2"/>
    </p:custDataLst>
    <p:extLst>
      <p:ext uri="{BB962C8B-B14F-4D97-AF65-F5344CB8AC3E}">
        <p14:creationId xmlns:p14="http://schemas.microsoft.com/office/powerpoint/2010/main" val="142142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 calcmode="lin" valueType="num">
                                      <p:cBhvr additive="base">
                                        <p:cTn id="15"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anim calcmode="lin" valueType="num">
                                      <p:cBhvr additive="base">
                                        <p:cTn id="25"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build="p"/>
      <p:bldP spid="11" grpId="0" build="p"/>
      <p:bldP spid="14"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îŝľîďê"/>
        <p:cNvGrpSpPr/>
        <p:nvPr/>
      </p:nvGrpSpPr>
      <p:grpSpPr>
        <a:xfrm>
          <a:off x="0" y="0"/>
          <a:ext cx="0" cy="0"/>
          <a:chOff x="0" y="0"/>
          <a:chExt cx="0" cy="0"/>
        </a:xfrm>
      </p:grpSpPr>
      <p:sp>
        <p:nvSpPr>
          <p:cNvPr id="38" name="îs1ïḓê">
            <a:extLst>
              <a:ext uri="{FF2B5EF4-FFF2-40B4-BE49-F238E27FC236}">
                <a16:creationId xmlns:a16="http://schemas.microsoft.com/office/drawing/2014/main" id="{3F3768BC-3B6C-ABA6-4BF3-5977E301C5F6}"/>
              </a:ext>
            </a:extLst>
          </p:cNvPr>
          <p:cNvSpPr/>
          <p:nvPr/>
        </p:nvSpPr>
        <p:spPr>
          <a:xfrm>
            <a:off x="0" y="5000625"/>
            <a:ext cx="1751890" cy="1857374"/>
          </a:xfrm>
          <a:custGeom>
            <a:avLst/>
            <a:gdLst>
              <a:gd name="connsiteX0" fmla="*/ 618415 w 1751890"/>
              <a:gd name="connsiteY0" fmla="*/ 0 h 1857374"/>
              <a:gd name="connsiteX1" fmla="*/ 1751890 w 1751890"/>
              <a:gd name="connsiteY1" fmla="*/ 1133475 h 1857374"/>
              <a:gd name="connsiteX2" fmla="*/ 1493059 w 1751890"/>
              <a:gd name="connsiteY2" fmla="*/ 1854471 h 1857374"/>
              <a:gd name="connsiteX3" fmla="*/ 1490420 w 1751890"/>
              <a:gd name="connsiteY3" fmla="*/ 1857374 h 1857374"/>
              <a:gd name="connsiteX4" fmla="*/ 0 w 1751890"/>
              <a:gd name="connsiteY4" fmla="*/ 1857374 h 1857374"/>
              <a:gd name="connsiteX5" fmla="*/ 0 w 1751890"/>
              <a:gd name="connsiteY5" fmla="*/ 184272 h 1857374"/>
              <a:gd name="connsiteX6" fmla="*/ 78134 w 1751890"/>
              <a:gd name="connsiteY6" fmla="*/ 136805 h 1857374"/>
              <a:gd name="connsiteX7" fmla="*/ 618415 w 1751890"/>
              <a:gd name="connsiteY7" fmla="*/ 0 h 1857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1890" h="1857374">
                <a:moveTo>
                  <a:pt x="618415" y="0"/>
                </a:moveTo>
                <a:cubicBezTo>
                  <a:pt x="1244416" y="0"/>
                  <a:pt x="1751890" y="507474"/>
                  <a:pt x="1751890" y="1133475"/>
                </a:cubicBezTo>
                <a:cubicBezTo>
                  <a:pt x="1751890" y="1407351"/>
                  <a:pt x="1654756" y="1658539"/>
                  <a:pt x="1493059" y="1854471"/>
                </a:cubicBezTo>
                <a:lnTo>
                  <a:pt x="1490420" y="1857374"/>
                </a:lnTo>
                <a:lnTo>
                  <a:pt x="0" y="1857374"/>
                </a:lnTo>
                <a:lnTo>
                  <a:pt x="0" y="184272"/>
                </a:lnTo>
                <a:lnTo>
                  <a:pt x="78134" y="136805"/>
                </a:lnTo>
                <a:cubicBezTo>
                  <a:pt x="238739" y="49558"/>
                  <a:pt x="422790" y="0"/>
                  <a:pt x="618415" y="0"/>
                </a:cubicBezTo>
                <a:close/>
              </a:path>
            </a:pathLst>
          </a:custGeom>
          <a:gradFill>
            <a:gsLst>
              <a:gs pos="7000">
                <a:schemeClr val="accent1">
                  <a:lumMod val="5000"/>
                  <a:lumOff val="95000"/>
                  <a:alpha val="0"/>
                </a:schemeClr>
              </a:gs>
              <a:gs pos="100000">
                <a:schemeClr val="accent1">
                  <a:lumMod val="30000"/>
                  <a:lumOff val="70000"/>
                  <a:alpha val="6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î$1íḑê">
            <a:extLst>
              <a:ext uri="{FF2B5EF4-FFF2-40B4-BE49-F238E27FC236}">
                <a16:creationId xmlns:a16="http://schemas.microsoft.com/office/drawing/2014/main" id="{204B87EC-407D-BD49-870F-FCE09A56983E}"/>
              </a:ext>
            </a:extLst>
          </p:cNvPr>
          <p:cNvGrpSpPr/>
          <p:nvPr/>
        </p:nvGrpSpPr>
        <p:grpSpPr>
          <a:xfrm>
            <a:off x="660400" y="921472"/>
            <a:ext cx="10872788" cy="4837752"/>
            <a:chOff x="660400" y="921472"/>
            <a:chExt cx="10872788" cy="4837752"/>
          </a:xfrm>
        </p:grpSpPr>
        <p:cxnSp>
          <p:nvCxnSpPr>
            <p:cNvPr id="5" name="î$1ïḋe">
              <a:extLst>
                <a:ext uri="{FF2B5EF4-FFF2-40B4-BE49-F238E27FC236}">
                  <a16:creationId xmlns:a16="http://schemas.microsoft.com/office/drawing/2014/main" id="{08C347C6-0CD1-FA3E-938B-FF56BD9CB2F7}"/>
                </a:ext>
              </a:extLst>
            </p:cNvPr>
            <p:cNvCxnSpPr/>
            <p:nvPr/>
          </p:nvCxnSpPr>
          <p:spPr>
            <a:xfrm>
              <a:off x="660400" y="5754029"/>
              <a:ext cx="10872788" cy="0"/>
            </a:xfrm>
            <a:prstGeom prst="line">
              <a:avLst/>
            </a:prstGeom>
            <a:ln w="12700">
              <a:solidFill>
                <a:schemeClr val="tx1">
                  <a:lumMod val="50000"/>
                  <a:lumOff val="50000"/>
                  <a:alpha val="20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p:nvGrpSpPr>
            <p:cNvPr id="6" name="îšļïḍê">
              <a:extLst>
                <a:ext uri="{FF2B5EF4-FFF2-40B4-BE49-F238E27FC236}">
                  <a16:creationId xmlns:a16="http://schemas.microsoft.com/office/drawing/2014/main" id="{DCF4EC78-4434-4D1C-5436-265966C501C9}"/>
                </a:ext>
              </a:extLst>
            </p:cNvPr>
            <p:cNvGrpSpPr/>
            <p:nvPr/>
          </p:nvGrpSpPr>
          <p:grpSpPr>
            <a:xfrm>
              <a:off x="1058351" y="3410756"/>
              <a:ext cx="2382622" cy="2348468"/>
              <a:chOff x="1058351" y="3410756"/>
              <a:chExt cx="2382622" cy="2348468"/>
            </a:xfrm>
          </p:grpSpPr>
          <p:cxnSp>
            <p:nvCxnSpPr>
              <p:cNvPr id="30" name="î$ľïḓe">
                <a:extLst>
                  <a:ext uri="{FF2B5EF4-FFF2-40B4-BE49-F238E27FC236}">
                    <a16:creationId xmlns:a16="http://schemas.microsoft.com/office/drawing/2014/main" id="{BFF7BC64-AF12-E20D-F7EA-5EC411DE9E91}"/>
                  </a:ext>
                </a:extLst>
              </p:cNvPr>
              <p:cNvCxnSpPr>
                <a:cxnSpLocks/>
              </p:cNvCxnSpPr>
              <p:nvPr/>
            </p:nvCxnSpPr>
            <p:spPr>
              <a:xfrm>
                <a:off x="1157380" y="3810452"/>
                <a:ext cx="0" cy="1948772"/>
              </a:xfrm>
              <a:prstGeom prst="line">
                <a:avLst/>
              </a:prstGeom>
              <a:ln w="12700">
                <a:solidFill>
                  <a:schemeClr val="tx1">
                    <a:lumMod val="50000"/>
                    <a:lumOff val="50000"/>
                    <a:alpha val="20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31" name="îṣļiḑé">
                <a:extLst>
                  <a:ext uri="{FF2B5EF4-FFF2-40B4-BE49-F238E27FC236}">
                    <a16:creationId xmlns:a16="http://schemas.microsoft.com/office/drawing/2014/main" id="{B37024BB-8EC7-7FF2-157C-8D09FEA7EB9A}"/>
                  </a:ext>
                </a:extLst>
              </p:cNvPr>
              <p:cNvSpPr/>
              <p:nvPr/>
            </p:nvSpPr>
            <p:spPr>
              <a:xfrm>
                <a:off x="1058351" y="3612393"/>
                <a:ext cx="198059" cy="198059"/>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endParaRPr>
              </a:p>
            </p:txBody>
          </p:sp>
          <p:grpSp>
            <p:nvGrpSpPr>
              <p:cNvPr id="32" name="îṡlíḓe">
                <a:extLst>
                  <a:ext uri="{FF2B5EF4-FFF2-40B4-BE49-F238E27FC236}">
                    <a16:creationId xmlns:a16="http://schemas.microsoft.com/office/drawing/2014/main" id="{4569A848-745B-8E5D-377B-C6032B0C5793}"/>
                  </a:ext>
                </a:extLst>
              </p:cNvPr>
              <p:cNvGrpSpPr/>
              <p:nvPr/>
            </p:nvGrpSpPr>
            <p:grpSpPr>
              <a:xfrm>
                <a:off x="1310153" y="3410756"/>
                <a:ext cx="2130820" cy="1523359"/>
                <a:chOff x="1400465" y="3438451"/>
                <a:chExt cx="2130820" cy="1523359"/>
              </a:xfrm>
            </p:grpSpPr>
            <p:sp>
              <p:nvSpPr>
                <p:cNvPr id="33" name="íṡ1íďê">
                  <a:extLst>
                    <a:ext uri="{FF2B5EF4-FFF2-40B4-BE49-F238E27FC236}">
                      <a16:creationId xmlns:a16="http://schemas.microsoft.com/office/drawing/2014/main" id="{EDBF81C0-EF97-86A1-B6A3-C111305704EE}"/>
                    </a:ext>
                  </a:extLst>
                </p:cNvPr>
                <p:cNvSpPr txBox="1"/>
                <p:nvPr/>
              </p:nvSpPr>
              <p:spPr>
                <a:xfrm>
                  <a:off x="1400465" y="4200870"/>
                  <a:ext cx="2130820" cy="284693"/>
                </a:xfrm>
                <a:prstGeom prst="rect">
                  <a:avLst/>
                </a:prstGeom>
                <a:noFill/>
              </p:spPr>
              <p:txBody>
                <a:bodyPr wrap="square" rtlCol="0">
                  <a:spAutoFit/>
                </a:bodyPr>
                <a:lstStyle>
                  <a:defPPr>
                    <a:defRPr lang="zh-CN"/>
                  </a:defPPr>
                  <a:lvl1pPr>
                    <a:lnSpc>
                      <a:spcPts val="1500"/>
                    </a:lnSpc>
                    <a:defRPr sz="900"/>
                  </a:lvl1pPr>
                </a:lstStyle>
                <a:p>
                  <a:pPr>
                    <a:buSzPct val="25000"/>
                  </a:pPr>
                  <a:r>
                    <a:rPr lang="zh-CN" altLang="en-US" sz="1400" b="1" dirty="0"/>
                    <a:t>工作内容概述</a:t>
                  </a:r>
                  <a:endParaRPr lang="en-US" altLang="zh-CN" sz="1400" b="1" dirty="0"/>
                </a:p>
              </p:txBody>
            </p:sp>
            <p:sp>
              <p:nvSpPr>
                <p:cNvPr id="34" name="îṧḷïḍê">
                  <a:extLst>
                    <a:ext uri="{FF2B5EF4-FFF2-40B4-BE49-F238E27FC236}">
                      <a16:creationId xmlns:a16="http://schemas.microsoft.com/office/drawing/2014/main" id="{2540A2B7-BAB6-65C8-2A0A-B39D375480EE}"/>
                    </a:ext>
                  </a:extLst>
                </p:cNvPr>
                <p:cNvSpPr txBox="1"/>
                <p:nvPr/>
              </p:nvSpPr>
              <p:spPr>
                <a:xfrm>
                  <a:off x="1400465" y="3438451"/>
                  <a:ext cx="2130820" cy="646331"/>
                </a:xfrm>
                <a:prstGeom prst="rect">
                  <a:avLst/>
                </a:prstGeom>
                <a:noFill/>
                <a:effectLst/>
              </p:spPr>
              <p:txBody>
                <a:bodyPr wrap="square" rtlCol="0" anchor="b" anchorCtr="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en-US" altLang="zh-CN" sz="3600" dirty="0">
                      <a:solidFill>
                        <a:schemeClr val="tx1"/>
                      </a:solidFill>
                      <a:effectLst/>
                    </a:rPr>
                    <a:t>01</a:t>
                  </a:r>
                </a:p>
              </p:txBody>
            </p:sp>
            <p:sp>
              <p:nvSpPr>
                <p:cNvPr id="35" name="iŝḷîďe">
                  <a:extLst>
                    <a:ext uri="{FF2B5EF4-FFF2-40B4-BE49-F238E27FC236}">
                      <a16:creationId xmlns:a16="http://schemas.microsoft.com/office/drawing/2014/main" id="{0DAB29DB-19AB-0B48-7F16-0C90CA9B185A}"/>
                    </a:ext>
                  </a:extLst>
                </p:cNvPr>
                <p:cNvSpPr txBox="1"/>
                <p:nvPr/>
              </p:nvSpPr>
              <p:spPr>
                <a:xfrm>
                  <a:off x="1400465" y="4506621"/>
                  <a:ext cx="2130820" cy="455189"/>
                </a:xfrm>
                <a:prstGeom prst="rect">
                  <a:avLst/>
                </a:prstGeom>
                <a:noFill/>
              </p:spPr>
              <p:txBody>
                <a:bodyPr wrap="square" rtlCol="0">
                  <a:spAutoFit/>
                </a:bodyPr>
                <a:lstStyle>
                  <a:defPPr>
                    <a:defRPr lang="zh-CN"/>
                  </a:defPPr>
                  <a:lvl1pPr>
                    <a:lnSpc>
                      <a:spcPts val="1500"/>
                    </a:lnSpc>
                    <a:defRPr sz="900"/>
                  </a:lvl1pPr>
                </a:lstStyle>
                <a:p>
                  <a:r>
                    <a:rPr lang="en-US" altLang="zh-CN" dirty="0"/>
                    <a:t>Theme  color makes PPT more convenient to change . </a:t>
                  </a:r>
                </a:p>
              </p:txBody>
            </p:sp>
          </p:grpSp>
        </p:grpSp>
        <p:grpSp>
          <p:nvGrpSpPr>
            <p:cNvPr id="7" name="íṣľïḓe">
              <a:extLst>
                <a:ext uri="{FF2B5EF4-FFF2-40B4-BE49-F238E27FC236}">
                  <a16:creationId xmlns:a16="http://schemas.microsoft.com/office/drawing/2014/main" id="{86CA8EB0-273F-148F-D08F-C1E435D428E7}"/>
                </a:ext>
              </a:extLst>
            </p:cNvPr>
            <p:cNvGrpSpPr/>
            <p:nvPr/>
          </p:nvGrpSpPr>
          <p:grpSpPr>
            <a:xfrm>
              <a:off x="3708059" y="3413354"/>
              <a:ext cx="2394463" cy="2343273"/>
              <a:chOff x="3603248" y="3410756"/>
              <a:chExt cx="2394463" cy="2343273"/>
            </a:xfrm>
          </p:grpSpPr>
          <p:cxnSp>
            <p:nvCxnSpPr>
              <p:cNvPr id="24" name="íṥļíḋê">
                <a:extLst>
                  <a:ext uri="{FF2B5EF4-FFF2-40B4-BE49-F238E27FC236}">
                    <a16:creationId xmlns:a16="http://schemas.microsoft.com/office/drawing/2014/main" id="{BFE4E036-271F-15A8-DFF6-D6EA3661E44A}"/>
                  </a:ext>
                </a:extLst>
              </p:cNvPr>
              <p:cNvCxnSpPr>
                <a:cxnSpLocks/>
              </p:cNvCxnSpPr>
              <p:nvPr/>
            </p:nvCxnSpPr>
            <p:spPr>
              <a:xfrm>
                <a:off x="3702277" y="3805257"/>
                <a:ext cx="0" cy="1948772"/>
              </a:xfrm>
              <a:prstGeom prst="line">
                <a:avLst/>
              </a:prstGeom>
              <a:ln w="12700">
                <a:solidFill>
                  <a:schemeClr val="tx1">
                    <a:lumMod val="50000"/>
                    <a:lumOff val="50000"/>
                    <a:alpha val="20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5" name="ï$1íḑe">
                <a:extLst>
                  <a:ext uri="{FF2B5EF4-FFF2-40B4-BE49-F238E27FC236}">
                    <a16:creationId xmlns:a16="http://schemas.microsoft.com/office/drawing/2014/main" id="{A818DC7A-1737-6BAB-DC3B-1D6DDAD01442}"/>
                  </a:ext>
                </a:extLst>
              </p:cNvPr>
              <p:cNvSpPr/>
              <p:nvPr/>
            </p:nvSpPr>
            <p:spPr>
              <a:xfrm>
                <a:off x="3603248" y="3607198"/>
                <a:ext cx="198059" cy="198059"/>
              </a:xfrm>
              <a:prstGeom prst="ellipse">
                <a:avLst/>
              </a:prstGeom>
              <a:solidFill>
                <a:schemeClr val="tx1">
                  <a:lumMod val="50000"/>
                  <a:lumOff val="50000"/>
                  <a:alpha val="30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algn="ctr" defTabSz="914354"/>
                <a:endParaRPr lang="zh-CN" altLang="en-US" sz="2000" b="1">
                  <a:solidFill>
                    <a:schemeClr val="bg1"/>
                  </a:solidFill>
                </a:endParaRPr>
              </a:p>
            </p:txBody>
          </p:sp>
          <p:grpSp>
            <p:nvGrpSpPr>
              <p:cNvPr id="26" name="ï$ľîḋê">
                <a:extLst>
                  <a:ext uri="{FF2B5EF4-FFF2-40B4-BE49-F238E27FC236}">
                    <a16:creationId xmlns:a16="http://schemas.microsoft.com/office/drawing/2014/main" id="{B9C21AD3-B8B1-D032-020A-A45619831AF7}"/>
                  </a:ext>
                </a:extLst>
              </p:cNvPr>
              <p:cNvGrpSpPr/>
              <p:nvPr/>
            </p:nvGrpSpPr>
            <p:grpSpPr>
              <a:xfrm>
                <a:off x="3866891" y="3410756"/>
                <a:ext cx="2130820" cy="1523359"/>
                <a:chOff x="1400465" y="3438451"/>
                <a:chExt cx="2130820" cy="1523359"/>
              </a:xfrm>
            </p:grpSpPr>
            <p:sp>
              <p:nvSpPr>
                <p:cNvPr id="27" name="íṣlîďê">
                  <a:extLst>
                    <a:ext uri="{FF2B5EF4-FFF2-40B4-BE49-F238E27FC236}">
                      <a16:creationId xmlns:a16="http://schemas.microsoft.com/office/drawing/2014/main" id="{8D23CB49-7B39-8D88-9B0A-9509C05B9D08}"/>
                    </a:ext>
                  </a:extLst>
                </p:cNvPr>
                <p:cNvSpPr txBox="1"/>
                <p:nvPr/>
              </p:nvSpPr>
              <p:spPr>
                <a:xfrm>
                  <a:off x="1400465" y="4200870"/>
                  <a:ext cx="2130820" cy="284693"/>
                </a:xfrm>
                <a:prstGeom prst="rect">
                  <a:avLst/>
                </a:prstGeom>
                <a:noFill/>
              </p:spPr>
              <p:txBody>
                <a:bodyPr wrap="square" rtlCol="0">
                  <a:spAutoFit/>
                </a:bodyPr>
                <a:lstStyle>
                  <a:defPPr>
                    <a:defRPr lang="zh-CN"/>
                  </a:defPPr>
                  <a:lvl1pPr>
                    <a:lnSpc>
                      <a:spcPts val="1500"/>
                    </a:lnSpc>
                    <a:defRPr sz="900"/>
                  </a:lvl1pPr>
                </a:lstStyle>
                <a:p>
                  <a:pPr>
                    <a:buSzPct val="25000"/>
                  </a:pPr>
                  <a:r>
                    <a:rPr lang="zh-CN" altLang="en-US" sz="1400" b="1" dirty="0"/>
                    <a:t>工作重点复盘</a:t>
                  </a:r>
                  <a:endParaRPr lang="en-US" altLang="zh-CN" sz="1400" b="1" dirty="0"/>
                </a:p>
              </p:txBody>
            </p:sp>
            <p:sp>
              <p:nvSpPr>
                <p:cNvPr id="28" name="ïşľide">
                  <a:extLst>
                    <a:ext uri="{FF2B5EF4-FFF2-40B4-BE49-F238E27FC236}">
                      <a16:creationId xmlns:a16="http://schemas.microsoft.com/office/drawing/2014/main" id="{2FCA6F36-EACE-702B-BDDD-50214DA440FF}"/>
                    </a:ext>
                  </a:extLst>
                </p:cNvPr>
                <p:cNvSpPr txBox="1"/>
                <p:nvPr/>
              </p:nvSpPr>
              <p:spPr>
                <a:xfrm>
                  <a:off x="1400465" y="3438451"/>
                  <a:ext cx="2130820" cy="646331"/>
                </a:xfrm>
                <a:prstGeom prst="rect">
                  <a:avLst/>
                </a:prstGeom>
                <a:noFill/>
                <a:effectLst/>
              </p:spPr>
              <p:txBody>
                <a:bodyPr wrap="square" rtlCol="0" anchor="b" anchorCtr="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en-US" altLang="zh-CN" sz="3600" dirty="0">
                      <a:solidFill>
                        <a:schemeClr val="tx1"/>
                      </a:solidFill>
                      <a:effectLst/>
                    </a:rPr>
                    <a:t>02</a:t>
                  </a:r>
                </a:p>
              </p:txBody>
            </p:sp>
            <p:sp>
              <p:nvSpPr>
                <p:cNvPr id="29" name="îṡļidè">
                  <a:extLst>
                    <a:ext uri="{FF2B5EF4-FFF2-40B4-BE49-F238E27FC236}">
                      <a16:creationId xmlns:a16="http://schemas.microsoft.com/office/drawing/2014/main" id="{D9AFA8D5-F705-08FC-239C-E8698EA33AF8}"/>
                    </a:ext>
                  </a:extLst>
                </p:cNvPr>
                <p:cNvSpPr txBox="1"/>
                <p:nvPr/>
              </p:nvSpPr>
              <p:spPr>
                <a:xfrm>
                  <a:off x="1400465" y="4506621"/>
                  <a:ext cx="2130820" cy="455189"/>
                </a:xfrm>
                <a:prstGeom prst="rect">
                  <a:avLst/>
                </a:prstGeom>
                <a:noFill/>
              </p:spPr>
              <p:txBody>
                <a:bodyPr wrap="square" rtlCol="0">
                  <a:spAutoFit/>
                </a:bodyPr>
                <a:lstStyle>
                  <a:defPPr>
                    <a:defRPr lang="zh-CN"/>
                  </a:defPPr>
                  <a:lvl1pPr>
                    <a:lnSpc>
                      <a:spcPts val="1500"/>
                    </a:lnSpc>
                    <a:defRPr sz="900"/>
                  </a:lvl1pPr>
                </a:lstStyle>
                <a:p>
                  <a:r>
                    <a:rPr lang="en-US" altLang="zh-CN" dirty="0"/>
                    <a:t>Theme  color makes PPT more convenient to change . </a:t>
                  </a:r>
                </a:p>
              </p:txBody>
            </p:sp>
          </p:grpSp>
        </p:grpSp>
        <p:grpSp>
          <p:nvGrpSpPr>
            <p:cNvPr id="8" name="iśļïde">
              <a:extLst>
                <a:ext uri="{FF2B5EF4-FFF2-40B4-BE49-F238E27FC236}">
                  <a16:creationId xmlns:a16="http://schemas.microsoft.com/office/drawing/2014/main" id="{8DAFB634-C6B0-09E0-FC88-E179C5177E7F}"/>
                </a:ext>
              </a:extLst>
            </p:cNvPr>
            <p:cNvGrpSpPr/>
            <p:nvPr/>
          </p:nvGrpSpPr>
          <p:grpSpPr>
            <a:xfrm>
              <a:off x="6369608" y="3415951"/>
              <a:ext cx="2406306" cy="2338078"/>
              <a:chOff x="6148143" y="3410756"/>
              <a:chExt cx="2406306" cy="2338078"/>
            </a:xfrm>
          </p:grpSpPr>
          <p:cxnSp>
            <p:nvCxnSpPr>
              <p:cNvPr id="18" name="îŝlïḓê">
                <a:extLst>
                  <a:ext uri="{FF2B5EF4-FFF2-40B4-BE49-F238E27FC236}">
                    <a16:creationId xmlns:a16="http://schemas.microsoft.com/office/drawing/2014/main" id="{5C5515C6-77FA-B37C-7C1A-ED0C5BD11881}"/>
                  </a:ext>
                </a:extLst>
              </p:cNvPr>
              <p:cNvCxnSpPr>
                <a:cxnSpLocks/>
              </p:cNvCxnSpPr>
              <p:nvPr/>
            </p:nvCxnSpPr>
            <p:spPr>
              <a:xfrm>
                <a:off x="6247172" y="3800062"/>
                <a:ext cx="0" cy="1948772"/>
              </a:xfrm>
              <a:prstGeom prst="line">
                <a:avLst/>
              </a:prstGeom>
              <a:ln w="12700">
                <a:solidFill>
                  <a:schemeClr val="tx1">
                    <a:lumMod val="50000"/>
                    <a:lumOff val="50000"/>
                    <a:alpha val="20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9" name="ïṧľíḍe">
                <a:extLst>
                  <a:ext uri="{FF2B5EF4-FFF2-40B4-BE49-F238E27FC236}">
                    <a16:creationId xmlns:a16="http://schemas.microsoft.com/office/drawing/2014/main" id="{C68968CD-FE74-E8AB-F233-D701725A5D95}"/>
                  </a:ext>
                </a:extLst>
              </p:cNvPr>
              <p:cNvSpPr/>
              <p:nvPr/>
            </p:nvSpPr>
            <p:spPr>
              <a:xfrm>
                <a:off x="6148143" y="3602003"/>
                <a:ext cx="198059" cy="198059"/>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endParaRPr>
              </a:p>
            </p:txBody>
          </p:sp>
          <p:grpSp>
            <p:nvGrpSpPr>
              <p:cNvPr id="20" name="îŝļïḑè">
                <a:extLst>
                  <a:ext uri="{FF2B5EF4-FFF2-40B4-BE49-F238E27FC236}">
                    <a16:creationId xmlns:a16="http://schemas.microsoft.com/office/drawing/2014/main" id="{523A8FB5-4024-E7E5-EDD8-596A333011C8}"/>
                  </a:ext>
                </a:extLst>
              </p:cNvPr>
              <p:cNvGrpSpPr/>
              <p:nvPr/>
            </p:nvGrpSpPr>
            <p:grpSpPr>
              <a:xfrm>
                <a:off x="6423629" y="3410756"/>
                <a:ext cx="2130820" cy="1523359"/>
                <a:chOff x="1400465" y="3438451"/>
                <a:chExt cx="2130820" cy="1523359"/>
              </a:xfrm>
            </p:grpSpPr>
            <p:sp>
              <p:nvSpPr>
                <p:cNvPr id="21" name="íŝ1iďe">
                  <a:extLst>
                    <a:ext uri="{FF2B5EF4-FFF2-40B4-BE49-F238E27FC236}">
                      <a16:creationId xmlns:a16="http://schemas.microsoft.com/office/drawing/2014/main" id="{EA7D1967-8663-9447-5580-305BCAF2C7FD}"/>
                    </a:ext>
                  </a:extLst>
                </p:cNvPr>
                <p:cNvSpPr txBox="1"/>
                <p:nvPr/>
              </p:nvSpPr>
              <p:spPr>
                <a:xfrm>
                  <a:off x="1400465" y="4200870"/>
                  <a:ext cx="2130820" cy="284693"/>
                </a:xfrm>
                <a:prstGeom prst="rect">
                  <a:avLst/>
                </a:prstGeom>
                <a:noFill/>
              </p:spPr>
              <p:txBody>
                <a:bodyPr wrap="square" rtlCol="0">
                  <a:spAutoFit/>
                </a:bodyPr>
                <a:lstStyle>
                  <a:defPPr>
                    <a:defRPr lang="zh-CN"/>
                  </a:defPPr>
                  <a:lvl1pPr>
                    <a:lnSpc>
                      <a:spcPts val="1500"/>
                    </a:lnSpc>
                    <a:defRPr sz="900"/>
                  </a:lvl1pPr>
                </a:lstStyle>
                <a:p>
                  <a:pPr>
                    <a:buSzPct val="25000"/>
                  </a:pPr>
                  <a:r>
                    <a:rPr lang="zh-CN" altLang="en-US" sz="1400" b="1" dirty="0"/>
                    <a:t>总结反思与改进</a:t>
                  </a:r>
                  <a:endParaRPr lang="en-US" altLang="zh-CN" sz="1400" b="1" dirty="0"/>
                </a:p>
              </p:txBody>
            </p:sp>
            <p:sp>
              <p:nvSpPr>
                <p:cNvPr id="22" name="íš1iḍê">
                  <a:extLst>
                    <a:ext uri="{FF2B5EF4-FFF2-40B4-BE49-F238E27FC236}">
                      <a16:creationId xmlns:a16="http://schemas.microsoft.com/office/drawing/2014/main" id="{A0A2AA78-04F9-2DEA-4202-7B58C80DB8F3}"/>
                    </a:ext>
                  </a:extLst>
                </p:cNvPr>
                <p:cNvSpPr txBox="1"/>
                <p:nvPr/>
              </p:nvSpPr>
              <p:spPr>
                <a:xfrm>
                  <a:off x="1400465" y="3438451"/>
                  <a:ext cx="2130820" cy="646331"/>
                </a:xfrm>
                <a:prstGeom prst="rect">
                  <a:avLst/>
                </a:prstGeom>
                <a:noFill/>
                <a:effectLst/>
              </p:spPr>
              <p:txBody>
                <a:bodyPr wrap="square" rtlCol="0" anchor="b" anchorCtr="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en-US" altLang="zh-CN" sz="3600" dirty="0">
                      <a:solidFill>
                        <a:schemeClr val="tx1"/>
                      </a:solidFill>
                      <a:effectLst/>
                    </a:rPr>
                    <a:t>03</a:t>
                  </a:r>
                </a:p>
              </p:txBody>
            </p:sp>
            <p:sp>
              <p:nvSpPr>
                <p:cNvPr id="23" name="íṥļiďe">
                  <a:extLst>
                    <a:ext uri="{FF2B5EF4-FFF2-40B4-BE49-F238E27FC236}">
                      <a16:creationId xmlns:a16="http://schemas.microsoft.com/office/drawing/2014/main" id="{406FDE9C-0F2A-DFA4-2A9A-97CA770F1345}"/>
                    </a:ext>
                  </a:extLst>
                </p:cNvPr>
                <p:cNvSpPr txBox="1"/>
                <p:nvPr/>
              </p:nvSpPr>
              <p:spPr>
                <a:xfrm>
                  <a:off x="1400465" y="4506621"/>
                  <a:ext cx="2130820" cy="455189"/>
                </a:xfrm>
                <a:prstGeom prst="rect">
                  <a:avLst/>
                </a:prstGeom>
                <a:noFill/>
              </p:spPr>
              <p:txBody>
                <a:bodyPr wrap="square" rtlCol="0">
                  <a:spAutoFit/>
                </a:bodyPr>
                <a:lstStyle>
                  <a:defPPr>
                    <a:defRPr lang="zh-CN"/>
                  </a:defPPr>
                  <a:lvl1pPr>
                    <a:lnSpc>
                      <a:spcPts val="1500"/>
                    </a:lnSpc>
                    <a:defRPr sz="900"/>
                  </a:lvl1pPr>
                </a:lstStyle>
                <a:p>
                  <a:r>
                    <a:rPr lang="en-US" altLang="zh-CN" dirty="0"/>
                    <a:t>Theme  color makes PPT more convenient to change . </a:t>
                  </a:r>
                </a:p>
              </p:txBody>
            </p:sp>
          </p:grpSp>
        </p:grpSp>
        <p:grpSp>
          <p:nvGrpSpPr>
            <p:cNvPr id="9" name="îş1îḍè">
              <a:extLst>
                <a:ext uri="{FF2B5EF4-FFF2-40B4-BE49-F238E27FC236}">
                  <a16:creationId xmlns:a16="http://schemas.microsoft.com/office/drawing/2014/main" id="{5B61D98E-09BD-D55B-F56C-DC4250ED6E2F}"/>
                </a:ext>
              </a:extLst>
            </p:cNvPr>
            <p:cNvGrpSpPr/>
            <p:nvPr/>
          </p:nvGrpSpPr>
          <p:grpSpPr>
            <a:xfrm>
              <a:off x="9042999" y="3418549"/>
              <a:ext cx="2418146" cy="2332883"/>
              <a:chOff x="8693040" y="3410756"/>
              <a:chExt cx="2418146" cy="2332883"/>
            </a:xfrm>
          </p:grpSpPr>
          <p:cxnSp>
            <p:nvCxnSpPr>
              <p:cNvPr id="12" name="î$ḻíḋè">
                <a:extLst>
                  <a:ext uri="{FF2B5EF4-FFF2-40B4-BE49-F238E27FC236}">
                    <a16:creationId xmlns:a16="http://schemas.microsoft.com/office/drawing/2014/main" id="{D0535B0C-C3E7-AC5C-4850-8148286A4F1E}"/>
                  </a:ext>
                </a:extLst>
              </p:cNvPr>
              <p:cNvCxnSpPr>
                <a:cxnSpLocks/>
              </p:cNvCxnSpPr>
              <p:nvPr/>
            </p:nvCxnSpPr>
            <p:spPr>
              <a:xfrm>
                <a:off x="8792069" y="3794867"/>
                <a:ext cx="0" cy="1948772"/>
              </a:xfrm>
              <a:prstGeom prst="line">
                <a:avLst/>
              </a:prstGeom>
              <a:ln w="12700">
                <a:solidFill>
                  <a:schemeClr val="tx1">
                    <a:lumMod val="50000"/>
                    <a:lumOff val="50000"/>
                    <a:alpha val="20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3" name="îṡḷiḍè">
                <a:extLst>
                  <a:ext uri="{FF2B5EF4-FFF2-40B4-BE49-F238E27FC236}">
                    <a16:creationId xmlns:a16="http://schemas.microsoft.com/office/drawing/2014/main" id="{62BAAF2B-7C96-92C1-1C60-CE023DF003B9}"/>
                  </a:ext>
                </a:extLst>
              </p:cNvPr>
              <p:cNvSpPr/>
              <p:nvPr/>
            </p:nvSpPr>
            <p:spPr>
              <a:xfrm>
                <a:off x="8693040" y="3596808"/>
                <a:ext cx="198059" cy="198059"/>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endParaRPr>
              </a:p>
            </p:txBody>
          </p:sp>
          <p:grpSp>
            <p:nvGrpSpPr>
              <p:cNvPr id="14" name="iṣḻiḋê">
                <a:extLst>
                  <a:ext uri="{FF2B5EF4-FFF2-40B4-BE49-F238E27FC236}">
                    <a16:creationId xmlns:a16="http://schemas.microsoft.com/office/drawing/2014/main" id="{09683D40-D61A-A379-3E8D-0E2D704089D8}"/>
                  </a:ext>
                </a:extLst>
              </p:cNvPr>
              <p:cNvGrpSpPr/>
              <p:nvPr/>
            </p:nvGrpSpPr>
            <p:grpSpPr>
              <a:xfrm>
                <a:off x="8980366" y="3410756"/>
                <a:ext cx="2130820" cy="1523359"/>
                <a:chOff x="1400465" y="3438451"/>
                <a:chExt cx="2130820" cy="1523359"/>
              </a:xfrm>
            </p:grpSpPr>
            <p:sp>
              <p:nvSpPr>
                <p:cNvPr id="15" name="îṧľídê">
                  <a:extLst>
                    <a:ext uri="{FF2B5EF4-FFF2-40B4-BE49-F238E27FC236}">
                      <a16:creationId xmlns:a16="http://schemas.microsoft.com/office/drawing/2014/main" id="{24E4FDA3-4251-F4B3-B16E-3EC2ADB2529E}"/>
                    </a:ext>
                  </a:extLst>
                </p:cNvPr>
                <p:cNvSpPr txBox="1"/>
                <p:nvPr/>
              </p:nvSpPr>
              <p:spPr>
                <a:xfrm>
                  <a:off x="1400465" y="4200870"/>
                  <a:ext cx="2130820" cy="284693"/>
                </a:xfrm>
                <a:prstGeom prst="rect">
                  <a:avLst/>
                </a:prstGeom>
                <a:noFill/>
              </p:spPr>
              <p:txBody>
                <a:bodyPr wrap="square" rtlCol="0">
                  <a:spAutoFit/>
                </a:bodyPr>
                <a:lstStyle>
                  <a:defPPr>
                    <a:defRPr lang="zh-CN"/>
                  </a:defPPr>
                  <a:lvl1pPr>
                    <a:lnSpc>
                      <a:spcPts val="1500"/>
                    </a:lnSpc>
                    <a:defRPr sz="900"/>
                  </a:lvl1pPr>
                </a:lstStyle>
                <a:p>
                  <a:pPr>
                    <a:buSzPct val="25000"/>
                  </a:pPr>
                  <a:r>
                    <a:rPr lang="zh-CN" altLang="en-US" sz="1400" b="1" dirty="0"/>
                    <a:t>未来工作计划</a:t>
                  </a:r>
                  <a:endParaRPr lang="en-US" altLang="zh-CN" sz="1400" b="1" dirty="0"/>
                </a:p>
              </p:txBody>
            </p:sp>
            <p:sp>
              <p:nvSpPr>
                <p:cNvPr id="16" name="îṣḷíḋé">
                  <a:extLst>
                    <a:ext uri="{FF2B5EF4-FFF2-40B4-BE49-F238E27FC236}">
                      <a16:creationId xmlns:a16="http://schemas.microsoft.com/office/drawing/2014/main" id="{DCACB636-80E2-B7B5-BCD4-99C917763284}"/>
                    </a:ext>
                  </a:extLst>
                </p:cNvPr>
                <p:cNvSpPr txBox="1"/>
                <p:nvPr/>
              </p:nvSpPr>
              <p:spPr>
                <a:xfrm>
                  <a:off x="1400465" y="3438451"/>
                  <a:ext cx="2130820" cy="646331"/>
                </a:xfrm>
                <a:prstGeom prst="rect">
                  <a:avLst/>
                </a:prstGeom>
                <a:noFill/>
                <a:effectLst/>
              </p:spPr>
              <p:txBody>
                <a:bodyPr wrap="square" rtlCol="0" anchor="b" anchorCtr="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en-US" altLang="zh-CN" sz="3600" dirty="0">
                      <a:solidFill>
                        <a:schemeClr val="tx1"/>
                      </a:solidFill>
                      <a:effectLst/>
                    </a:rPr>
                    <a:t>04</a:t>
                  </a:r>
                </a:p>
              </p:txBody>
            </p:sp>
            <p:sp>
              <p:nvSpPr>
                <p:cNvPr id="17" name="iṧľïḋé">
                  <a:extLst>
                    <a:ext uri="{FF2B5EF4-FFF2-40B4-BE49-F238E27FC236}">
                      <a16:creationId xmlns:a16="http://schemas.microsoft.com/office/drawing/2014/main" id="{F7543FBE-4D93-8FFF-1520-FAD4DB0A2194}"/>
                    </a:ext>
                  </a:extLst>
                </p:cNvPr>
                <p:cNvSpPr txBox="1"/>
                <p:nvPr/>
              </p:nvSpPr>
              <p:spPr>
                <a:xfrm>
                  <a:off x="1400465" y="4506621"/>
                  <a:ext cx="2130820" cy="455189"/>
                </a:xfrm>
                <a:prstGeom prst="rect">
                  <a:avLst/>
                </a:prstGeom>
                <a:noFill/>
              </p:spPr>
              <p:txBody>
                <a:bodyPr wrap="square" rtlCol="0">
                  <a:spAutoFit/>
                </a:bodyPr>
                <a:lstStyle>
                  <a:defPPr>
                    <a:defRPr lang="zh-CN"/>
                  </a:defPPr>
                  <a:lvl1pPr>
                    <a:lnSpc>
                      <a:spcPts val="1500"/>
                    </a:lnSpc>
                    <a:defRPr sz="900"/>
                  </a:lvl1pPr>
                </a:lstStyle>
                <a:p>
                  <a:r>
                    <a:rPr lang="en-US" altLang="zh-CN" dirty="0"/>
                    <a:t>Theme  color makes PPT more convenient to change . </a:t>
                  </a:r>
                </a:p>
              </p:txBody>
            </p:sp>
          </p:grpSp>
        </p:grpSp>
        <p:sp>
          <p:nvSpPr>
            <p:cNvPr id="10" name="i$ļîḍe">
              <a:extLst>
                <a:ext uri="{FF2B5EF4-FFF2-40B4-BE49-F238E27FC236}">
                  <a16:creationId xmlns:a16="http://schemas.microsoft.com/office/drawing/2014/main" id="{56F8B863-4817-6C5A-46A6-114C1C85EBD0}"/>
                </a:ext>
              </a:extLst>
            </p:cNvPr>
            <p:cNvSpPr txBox="1"/>
            <p:nvPr/>
          </p:nvSpPr>
          <p:spPr>
            <a:xfrm>
              <a:off x="953246" y="921472"/>
              <a:ext cx="6062075" cy="1107996"/>
            </a:xfrm>
            <a:prstGeom prst="rect">
              <a:avLst/>
            </a:prstGeom>
            <a:noFill/>
            <a:ln>
              <a:noFill/>
            </a:ln>
          </p:spPr>
          <p:txBody>
            <a:bodyPr wrap="square" lIns="91440" tIns="45720" rIns="91440" bIns="45720" anchor="b" anchorCtr="0">
              <a:spAutoFit/>
            </a:bodyPr>
            <a:lstStyle/>
            <a:p>
              <a:pPr marL="0" marR="0" lvl="0" indent="0" defTabSz="913765" rtl="0" eaLnBrk="1" fontAlgn="auto" latinLnBrk="0" hangingPunct="1">
                <a:lnSpc>
                  <a:spcPct val="100000"/>
                </a:lnSpc>
                <a:spcBef>
                  <a:spcPts val="0"/>
                </a:spcBef>
                <a:spcAft>
                  <a:spcPts val="0"/>
                </a:spcAft>
                <a:buClrTx/>
                <a:buSzPct val="25000"/>
                <a:buFontTx/>
                <a:buNone/>
                <a:defRPr/>
              </a:pPr>
              <a:r>
                <a:rPr lang="en-US" altLang="zh-CN" sz="6600" b="1" dirty="0"/>
                <a:t>C</a:t>
              </a:r>
              <a:r>
                <a:rPr kumimoji="0" lang="en-US" altLang="zh-CN" sz="6600" b="1" i="0" u="none" strike="noStrike" kern="1200" cap="none" spc="0" normalizeH="0" baseline="0" noProof="0" dirty="0" err="1">
                  <a:ln>
                    <a:noFill/>
                  </a:ln>
                  <a:effectLst/>
                  <a:uLnTx/>
                  <a:uFillTx/>
                </a:rPr>
                <a:t>ontens</a:t>
              </a:r>
              <a:endParaRPr kumimoji="0" lang="en-US" sz="6600" b="1" i="0" u="none" strike="noStrike" kern="1200" cap="none" spc="0" normalizeH="0" baseline="0" noProof="0" dirty="0">
                <a:ln>
                  <a:noFill/>
                </a:ln>
                <a:effectLst/>
                <a:uLnTx/>
                <a:uFillTx/>
              </a:endParaRPr>
            </a:p>
          </p:txBody>
        </p:sp>
        <p:sp>
          <p:nvSpPr>
            <p:cNvPr id="11" name="iś1ídè">
              <a:extLst>
                <a:ext uri="{FF2B5EF4-FFF2-40B4-BE49-F238E27FC236}">
                  <a16:creationId xmlns:a16="http://schemas.microsoft.com/office/drawing/2014/main" id="{3CBE359B-3E79-7132-8A62-03FDC6DA73A6}"/>
                </a:ext>
              </a:extLst>
            </p:cNvPr>
            <p:cNvSpPr txBox="1"/>
            <p:nvPr/>
          </p:nvSpPr>
          <p:spPr>
            <a:xfrm>
              <a:off x="953246" y="2051287"/>
              <a:ext cx="6062075" cy="525465"/>
            </a:xfrm>
            <a:prstGeom prst="rect">
              <a:avLst/>
            </a:prstGeom>
            <a:noFill/>
            <a:ln>
              <a:noFill/>
            </a:ln>
          </p:spPr>
          <p:txBody>
            <a:bodyPr wrap="square" lIns="91440" tIns="45720" rIns="91440" bIns="45720" anchor="t" anchorCtr="0">
              <a:spAutoFit/>
            </a:bodyPr>
            <a:lstStyle/>
            <a:p>
              <a:pPr defTabSz="913765">
                <a:lnSpc>
                  <a:spcPct val="150000"/>
                </a:lnSpc>
                <a:buSzPct val="25000"/>
                <a:defRPr/>
              </a:pPr>
              <a:r>
                <a:rPr lang="en-US" altLang="zh-CN" sz="1000" dirty="0"/>
                <a:t>Theme  color makes PPT more to change Theme  color makes PPT more convenient to change. the spacing to adapt to Chinese typesetting. </a:t>
              </a:r>
            </a:p>
          </p:txBody>
        </p:sp>
      </p:grpSp>
      <p:sp>
        <p:nvSpPr>
          <p:cNvPr id="41" name="íṣḷidé">
            <a:extLst>
              <a:ext uri="{FF2B5EF4-FFF2-40B4-BE49-F238E27FC236}">
                <a16:creationId xmlns:a16="http://schemas.microsoft.com/office/drawing/2014/main" id="{B7328BB1-D8AC-B954-A16C-FC9F6753B279}"/>
              </a:ext>
            </a:extLst>
          </p:cNvPr>
          <p:cNvSpPr/>
          <p:nvPr/>
        </p:nvSpPr>
        <p:spPr>
          <a:xfrm>
            <a:off x="8565352" y="0"/>
            <a:ext cx="2953548" cy="2077248"/>
          </a:xfrm>
          <a:custGeom>
            <a:avLst/>
            <a:gdLst>
              <a:gd name="connsiteX0" fmla="*/ 128407 w 2953548"/>
              <a:gd name="connsiteY0" fmla="*/ 0 h 2077248"/>
              <a:gd name="connsiteX1" fmla="*/ 2825141 w 2953548"/>
              <a:gd name="connsiteY1" fmla="*/ 0 h 2077248"/>
              <a:gd name="connsiteX2" fmla="*/ 2837496 w 2953548"/>
              <a:gd name="connsiteY2" fmla="*/ 25647 h 2077248"/>
              <a:gd name="connsiteX3" fmla="*/ 2953548 w 2953548"/>
              <a:gd name="connsiteY3" fmla="*/ 600474 h 2077248"/>
              <a:gd name="connsiteX4" fmla="*/ 1476774 w 2953548"/>
              <a:gd name="connsiteY4" fmla="*/ 2077248 h 2077248"/>
              <a:gd name="connsiteX5" fmla="*/ 0 w 2953548"/>
              <a:gd name="connsiteY5" fmla="*/ 600474 h 2077248"/>
              <a:gd name="connsiteX6" fmla="*/ 116052 w 2953548"/>
              <a:gd name="connsiteY6" fmla="*/ 25647 h 207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3548" h="2077248">
                <a:moveTo>
                  <a:pt x="128407" y="0"/>
                </a:moveTo>
                <a:lnTo>
                  <a:pt x="2825141" y="0"/>
                </a:lnTo>
                <a:lnTo>
                  <a:pt x="2837496" y="25647"/>
                </a:lnTo>
                <a:cubicBezTo>
                  <a:pt x="2912225" y="202326"/>
                  <a:pt x="2953548" y="396574"/>
                  <a:pt x="2953548" y="600474"/>
                </a:cubicBezTo>
                <a:cubicBezTo>
                  <a:pt x="2953548" y="1416074"/>
                  <a:pt x="2292374" y="2077248"/>
                  <a:pt x="1476774" y="2077248"/>
                </a:cubicBezTo>
                <a:cubicBezTo>
                  <a:pt x="661174" y="2077248"/>
                  <a:pt x="0" y="1416074"/>
                  <a:pt x="0" y="600474"/>
                </a:cubicBezTo>
                <a:cubicBezTo>
                  <a:pt x="0" y="396574"/>
                  <a:pt x="41323" y="202326"/>
                  <a:pt x="116052" y="25647"/>
                </a:cubicBezTo>
                <a:close/>
              </a:path>
            </a:pathLst>
          </a:custGeom>
          <a:gradFill flip="none" rotWithShape="1">
            <a:gsLst>
              <a:gs pos="7000">
                <a:schemeClr val="accent1">
                  <a:lumMod val="5000"/>
                  <a:lumOff val="95000"/>
                  <a:alpha val="0"/>
                </a:schemeClr>
              </a:gs>
              <a:gs pos="100000">
                <a:schemeClr val="accent1">
                  <a:lumMod val="30000"/>
                  <a:lumOff val="70000"/>
                  <a:alpha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 name="ï$liḑé">
            <a:extLst>
              <a:ext uri="{FF2B5EF4-FFF2-40B4-BE49-F238E27FC236}">
                <a16:creationId xmlns:a16="http://schemas.microsoft.com/office/drawing/2014/main" id="{57E5375F-96AC-5017-87BC-016C4ED199CE}"/>
              </a:ext>
            </a:extLst>
          </p:cNvPr>
          <p:cNvSpPr/>
          <p:nvPr/>
        </p:nvSpPr>
        <p:spPr>
          <a:xfrm>
            <a:off x="11201400" y="1866900"/>
            <a:ext cx="514350" cy="514350"/>
          </a:xfrm>
          <a:prstGeom prst="ellipse">
            <a:avLst/>
          </a:prstGeom>
          <a:gradFill flip="none" rotWithShape="1">
            <a:gsLst>
              <a:gs pos="7000">
                <a:schemeClr val="accent1">
                  <a:lumMod val="5000"/>
                  <a:lumOff val="95000"/>
                  <a:alpha val="0"/>
                </a:schemeClr>
              </a:gs>
              <a:gs pos="100000">
                <a:schemeClr val="accent1">
                  <a:lumMod val="30000"/>
                  <a:lumOff val="70000"/>
                  <a:alpha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ustDataLst>
      <p:tags r:id="rId1"/>
    </p:custDataLst>
    <p:extLst>
      <p:ext uri="{BB962C8B-B14F-4D97-AF65-F5344CB8AC3E}">
        <p14:creationId xmlns:p14="http://schemas.microsoft.com/office/powerpoint/2010/main" val="493559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îś1iďé"/>
        <p:cNvGrpSpPr/>
        <p:nvPr/>
      </p:nvGrpSpPr>
      <p:grpSpPr>
        <a:xfrm>
          <a:off x="0" y="0"/>
          <a:ext cx="0" cy="0"/>
          <a:chOff x="0" y="0"/>
          <a:chExt cx="0" cy="0"/>
        </a:xfrm>
      </p:grpSpPr>
      <p:sp>
        <p:nvSpPr>
          <p:cNvPr id="4" name="ï$ľiḓe">
            <a:extLst>
              <a:ext uri="{FF2B5EF4-FFF2-40B4-BE49-F238E27FC236}">
                <a16:creationId xmlns:a16="http://schemas.microsoft.com/office/drawing/2014/main" id="{3E7816B9-4368-481C-AF7D-011CB1B5D3BB}"/>
              </a:ext>
            </a:extLst>
          </p:cNvPr>
          <p:cNvSpPr>
            <a:spLocks noGrp="1"/>
          </p:cNvSpPr>
          <p:nvPr>
            <p:ph type="title"/>
          </p:nvPr>
        </p:nvSpPr>
        <p:spPr/>
        <p:txBody>
          <a:bodyPr/>
          <a:lstStyle/>
          <a:p>
            <a:r>
              <a:rPr lang="zh-CN" altLang="en-US" dirty="0">
                <a:solidFill>
                  <a:srgbClr val="080808"/>
                </a:solidFill>
              </a:rPr>
              <a:t>工作内容概述</a:t>
            </a:r>
          </a:p>
        </p:txBody>
      </p:sp>
      <p:sp>
        <p:nvSpPr>
          <p:cNvPr id="5" name="íşľíḋé">
            <a:extLst>
              <a:ext uri="{FF2B5EF4-FFF2-40B4-BE49-F238E27FC236}">
                <a16:creationId xmlns:a16="http://schemas.microsoft.com/office/drawing/2014/main" id="{7239E965-33B6-4BC1-B1B3-CD2DC6B7EA81}"/>
              </a:ext>
            </a:extLst>
          </p:cNvPr>
          <p:cNvSpPr>
            <a:spLocks noGrp="1"/>
          </p:cNvSpPr>
          <p:nvPr>
            <p:ph type="body" idx="1"/>
          </p:nvPr>
        </p:nvSpPr>
        <p:spPr/>
        <p:txBody>
          <a:bodyPr/>
          <a:lstStyle/>
          <a:p>
            <a:r>
              <a:rPr lang="en-GB" altLang="zh-CN" dirty="0">
                <a:solidFill>
                  <a:srgbClr val="080808"/>
                </a:solidFill>
              </a:rPr>
              <a:t>When you copy &amp; paste, choose "keep text only" option.</a:t>
            </a:r>
          </a:p>
        </p:txBody>
      </p:sp>
      <p:sp>
        <p:nvSpPr>
          <p:cNvPr id="7" name="ïsḷïďe">
            <a:extLst>
              <a:ext uri="{FF2B5EF4-FFF2-40B4-BE49-F238E27FC236}">
                <a16:creationId xmlns:a16="http://schemas.microsoft.com/office/drawing/2014/main" id="{C6B820E2-F969-89E1-D7D8-D19D2648D416}"/>
              </a:ext>
            </a:extLst>
          </p:cNvPr>
          <p:cNvSpPr txBox="1">
            <a:spLocks/>
          </p:cNvSpPr>
          <p:nvPr/>
        </p:nvSpPr>
        <p:spPr>
          <a:xfrm>
            <a:off x="3224068" y="2381694"/>
            <a:ext cx="5731164" cy="95105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zh-CN" altLang="en-US" sz="2400" b="1" kern="1200">
                <a:solidFill>
                  <a:schemeClr val="tx1"/>
                </a:solidFill>
                <a:latin typeface="+mj-lt"/>
                <a:ea typeface="+mj-ea"/>
                <a:cs typeface="+mj-cs"/>
              </a:defRPr>
            </a:lvl1pPr>
          </a:lstStyle>
          <a:p>
            <a:pPr algn="ctr"/>
            <a:r>
              <a:rPr lang="en-GB" altLang="zh-CN" sz="3600" dirty="0">
                <a:solidFill>
                  <a:schemeClr val="accent1"/>
                </a:solidFill>
              </a:rPr>
              <a:t>01.</a:t>
            </a:r>
            <a:endParaRPr lang="en-GB" sz="3600" dirty="0">
              <a:solidFill>
                <a:schemeClr val="accent1"/>
              </a:solidFill>
            </a:endParaRPr>
          </a:p>
        </p:txBody>
      </p:sp>
    </p:spTree>
    <p:custDataLst>
      <p:tags r:id="rId2"/>
    </p:custDataLst>
    <p:extLst>
      <p:ext uri="{BB962C8B-B14F-4D97-AF65-F5344CB8AC3E}">
        <p14:creationId xmlns:p14="http://schemas.microsoft.com/office/powerpoint/2010/main" val="342089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additive="base">
                                        <p:cTn id="15"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í$ļïďe"/>
        <p:cNvGrpSpPr/>
        <p:nvPr/>
      </p:nvGrpSpPr>
      <p:grpSpPr>
        <a:xfrm>
          <a:off x="0" y="0"/>
          <a:ext cx="0" cy="0"/>
          <a:chOff x="0" y="0"/>
          <a:chExt cx="0" cy="0"/>
        </a:xfrm>
      </p:grpSpPr>
      <p:grpSp>
        <p:nvGrpSpPr>
          <p:cNvPr id="5" name="ïsḷîḑe">
            <a:extLst>
              <a:ext uri="{FF2B5EF4-FFF2-40B4-BE49-F238E27FC236}">
                <a16:creationId xmlns:a16="http://schemas.microsoft.com/office/drawing/2014/main" id="{E1B8C70F-7188-6CE6-1670-1DA4AD06EA83}"/>
              </a:ext>
            </a:extLst>
          </p:cNvPr>
          <p:cNvGrpSpPr/>
          <p:nvPr/>
        </p:nvGrpSpPr>
        <p:grpSpPr>
          <a:xfrm>
            <a:off x="0" y="0"/>
            <a:ext cx="12191999" cy="6858001"/>
            <a:chOff x="0" y="0"/>
            <a:chExt cx="12191999" cy="6858001"/>
          </a:xfrm>
        </p:grpSpPr>
        <p:sp>
          <p:nvSpPr>
            <p:cNvPr id="29" name="iṥḻíḋè">
              <a:extLst>
                <a:ext uri="{FF2B5EF4-FFF2-40B4-BE49-F238E27FC236}">
                  <a16:creationId xmlns:a16="http://schemas.microsoft.com/office/drawing/2014/main" id="{D27C077B-D70F-D85C-B69A-16250E145F0C}"/>
                </a:ext>
              </a:extLst>
            </p:cNvPr>
            <p:cNvSpPr/>
            <p:nvPr/>
          </p:nvSpPr>
          <p:spPr>
            <a:xfrm>
              <a:off x="9332260" y="3791164"/>
              <a:ext cx="2859739" cy="3066836"/>
            </a:xfrm>
            <a:custGeom>
              <a:avLst/>
              <a:gdLst>
                <a:gd name="connsiteX0" fmla="*/ 2463597 w 3862696"/>
                <a:gd name="connsiteY0" fmla="*/ 852 h 4142426"/>
                <a:gd name="connsiteX1" fmla="*/ 3855788 w 3862696"/>
                <a:gd name="connsiteY1" fmla="*/ 373889 h 4142426"/>
                <a:gd name="connsiteX2" fmla="*/ 3862696 w 3862696"/>
                <a:gd name="connsiteY2" fmla="*/ 378597 h 4142426"/>
                <a:gd name="connsiteX3" fmla="*/ 3862696 w 3862696"/>
                <a:gd name="connsiteY3" fmla="*/ 4142426 h 4142426"/>
                <a:gd name="connsiteX4" fmla="*/ 582470 w 3862696"/>
                <a:gd name="connsiteY4" fmla="*/ 4142426 h 4142426"/>
                <a:gd name="connsiteX5" fmla="*/ 480247 w 3862696"/>
                <a:gd name="connsiteY5" fmla="*/ 4014728 h 4142426"/>
                <a:gd name="connsiteX6" fmla="*/ 339532 w 3862696"/>
                <a:gd name="connsiteY6" fmla="*/ 3797139 h 4142426"/>
                <a:gd name="connsiteX7" fmla="*/ 1265995 w 3862696"/>
                <a:gd name="connsiteY7" fmla="*/ 339532 h 4142426"/>
                <a:gd name="connsiteX8" fmla="*/ 2463597 w 3862696"/>
                <a:gd name="connsiteY8" fmla="*/ 852 h 414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2696" h="4142426">
                  <a:moveTo>
                    <a:pt x="2463597" y="852"/>
                  </a:moveTo>
                  <a:cubicBezTo>
                    <a:pt x="2953209" y="-11864"/>
                    <a:pt x="3438129" y="118070"/>
                    <a:pt x="3855788" y="373889"/>
                  </a:cubicBezTo>
                  <a:lnTo>
                    <a:pt x="3862696" y="378597"/>
                  </a:lnTo>
                  <a:lnTo>
                    <a:pt x="3862696" y="4142426"/>
                  </a:lnTo>
                  <a:lnTo>
                    <a:pt x="582470" y="4142426"/>
                  </a:lnTo>
                  <a:lnTo>
                    <a:pt x="480247" y="4014728"/>
                  </a:lnTo>
                  <a:cubicBezTo>
                    <a:pt x="430218" y="3945359"/>
                    <a:pt x="383217" y="3872803"/>
                    <a:pt x="339532" y="3797139"/>
                  </a:cubicBezTo>
                  <a:cubicBezTo>
                    <a:pt x="-359424" y="2586512"/>
                    <a:pt x="55368" y="1038488"/>
                    <a:pt x="1265995" y="339532"/>
                  </a:cubicBezTo>
                  <a:cubicBezTo>
                    <a:pt x="1644316" y="121108"/>
                    <a:pt x="2055586" y="11449"/>
                    <a:pt x="2463597" y="852"/>
                  </a:cubicBezTo>
                  <a:close/>
                </a:path>
              </a:pathLst>
            </a:custGeom>
            <a:gradFill flip="none" rotWithShape="1">
              <a:gsLst>
                <a:gs pos="7000">
                  <a:schemeClr val="accent1">
                    <a:lumMod val="5000"/>
                    <a:lumOff val="95000"/>
                    <a:alpha val="0"/>
                  </a:schemeClr>
                </a:gs>
                <a:gs pos="100000">
                  <a:schemeClr val="accent1">
                    <a:lumMod val="30000"/>
                    <a:lumOff val="70000"/>
                    <a:alpha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sp>
          <p:nvSpPr>
            <p:cNvPr id="30" name="iṡlîdê">
              <a:extLst>
                <a:ext uri="{FF2B5EF4-FFF2-40B4-BE49-F238E27FC236}">
                  <a16:creationId xmlns:a16="http://schemas.microsoft.com/office/drawing/2014/main" id="{1DF28BA3-7FCE-6228-5FF9-A33255C35583}"/>
                </a:ext>
              </a:extLst>
            </p:cNvPr>
            <p:cNvSpPr/>
            <p:nvPr/>
          </p:nvSpPr>
          <p:spPr>
            <a:xfrm>
              <a:off x="8086072" y="5956300"/>
              <a:ext cx="3138606" cy="901701"/>
            </a:xfrm>
            <a:custGeom>
              <a:avLst/>
              <a:gdLst>
                <a:gd name="connsiteX0" fmla="*/ 1677294 w 3570005"/>
                <a:gd name="connsiteY0" fmla="*/ 2674 h 1025639"/>
                <a:gd name="connsiteX1" fmla="*/ 1888969 w 3570005"/>
                <a:gd name="connsiteY1" fmla="*/ 2685 h 1025639"/>
                <a:gd name="connsiteX2" fmla="*/ 2860682 w 3570005"/>
                <a:gd name="connsiteY2" fmla="*/ 301674 h 1025639"/>
                <a:gd name="connsiteX3" fmla="*/ 3501815 w 3570005"/>
                <a:gd name="connsiteY3" fmla="*/ 915810 h 1025639"/>
                <a:gd name="connsiteX4" fmla="*/ 3570005 w 3570005"/>
                <a:gd name="connsiteY4" fmla="*/ 1025639 h 1025639"/>
                <a:gd name="connsiteX5" fmla="*/ 0 w 3570005"/>
                <a:gd name="connsiteY5" fmla="*/ 1025639 h 1025639"/>
                <a:gd name="connsiteX6" fmla="*/ 18563 w 3570005"/>
                <a:gd name="connsiteY6" fmla="*/ 991614 h 1025639"/>
                <a:gd name="connsiteX7" fmla="*/ 1677294 w 3570005"/>
                <a:gd name="connsiteY7" fmla="*/ 2674 h 102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0005" h="1025639">
                  <a:moveTo>
                    <a:pt x="1677294" y="2674"/>
                  </a:moveTo>
                  <a:cubicBezTo>
                    <a:pt x="1747070" y="-867"/>
                    <a:pt x="1817689" y="-918"/>
                    <a:pt x="1888969" y="2685"/>
                  </a:cubicBezTo>
                  <a:cubicBezTo>
                    <a:pt x="2245368" y="20699"/>
                    <a:pt x="2576117" y="127935"/>
                    <a:pt x="2860682" y="301674"/>
                  </a:cubicBezTo>
                  <a:cubicBezTo>
                    <a:pt x="3116790" y="458038"/>
                    <a:pt x="3335490" y="668271"/>
                    <a:pt x="3501815" y="915810"/>
                  </a:cubicBezTo>
                  <a:lnTo>
                    <a:pt x="3570005" y="1025639"/>
                  </a:lnTo>
                  <a:lnTo>
                    <a:pt x="0" y="1025639"/>
                  </a:lnTo>
                  <a:lnTo>
                    <a:pt x="18563" y="991614"/>
                  </a:lnTo>
                  <a:cubicBezTo>
                    <a:pt x="366041" y="422483"/>
                    <a:pt x="979532" y="38085"/>
                    <a:pt x="1677294" y="2674"/>
                  </a:cubicBezTo>
                  <a:close/>
                </a:path>
              </a:pathLst>
            </a:custGeom>
            <a:gradFill flip="none" rotWithShape="1">
              <a:gsLst>
                <a:gs pos="7000">
                  <a:schemeClr val="accent1">
                    <a:lumMod val="5000"/>
                    <a:lumOff val="95000"/>
                    <a:alpha val="0"/>
                  </a:schemeClr>
                </a:gs>
                <a:gs pos="100000">
                  <a:schemeClr val="accent1">
                    <a:lumMod val="30000"/>
                    <a:lumOff val="70000"/>
                    <a:alpha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sp>
          <p:nvSpPr>
            <p:cNvPr id="31" name="ïslíḓé">
              <a:extLst>
                <a:ext uri="{FF2B5EF4-FFF2-40B4-BE49-F238E27FC236}">
                  <a16:creationId xmlns:a16="http://schemas.microsoft.com/office/drawing/2014/main" id="{B070F5CC-D9BC-91B5-304D-889DF01FE12F}"/>
                </a:ext>
              </a:extLst>
            </p:cNvPr>
            <p:cNvSpPr/>
            <p:nvPr/>
          </p:nvSpPr>
          <p:spPr>
            <a:xfrm>
              <a:off x="0" y="0"/>
              <a:ext cx="1943706" cy="1425711"/>
            </a:xfrm>
            <a:custGeom>
              <a:avLst/>
              <a:gdLst>
                <a:gd name="connsiteX0" fmla="*/ 0 w 1943706"/>
                <a:gd name="connsiteY0" fmla="*/ 0 h 1425711"/>
                <a:gd name="connsiteX1" fmla="*/ 1943706 w 1943706"/>
                <a:gd name="connsiteY1" fmla="*/ 0 h 1425711"/>
                <a:gd name="connsiteX2" fmla="*/ 1910984 w 1943706"/>
                <a:gd name="connsiteY2" fmla="*/ 102952 h 1425711"/>
                <a:gd name="connsiteX3" fmla="*/ 738480 w 1943706"/>
                <a:gd name="connsiteY3" fmla="*/ 1293296 h 1425711"/>
                <a:gd name="connsiteX4" fmla="*/ 253 w 1943706"/>
                <a:gd name="connsiteY4" fmla="*/ 1425583 h 1425711"/>
                <a:gd name="connsiteX5" fmla="*/ 0 w 1943706"/>
                <a:gd name="connsiteY5" fmla="*/ 1425572 h 142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3706" h="1425711">
                  <a:moveTo>
                    <a:pt x="0" y="0"/>
                  </a:moveTo>
                  <a:lnTo>
                    <a:pt x="1943706" y="0"/>
                  </a:lnTo>
                  <a:lnTo>
                    <a:pt x="1910984" y="102952"/>
                  </a:lnTo>
                  <a:cubicBezTo>
                    <a:pt x="1718221" y="631734"/>
                    <a:pt x="1305651" y="1077041"/>
                    <a:pt x="738480" y="1293296"/>
                  </a:cubicBezTo>
                  <a:cubicBezTo>
                    <a:pt x="495407" y="1385977"/>
                    <a:pt x="245512" y="1428362"/>
                    <a:pt x="253" y="1425583"/>
                  </a:cubicBezTo>
                  <a:lnTo>
                    <a:pt x="0" y="1425572"/>
                  </a:lnTo>
                  <a:close/>
                </a:path>
              </a:pathLst>
            </a:custGeom>
            <a:gradFill flip="none" rotWithShape="1">
              <a:gsLst>
                <a:gs pos="7000">
                  <a:schemeClr val="accent1">
                    <a:lumMod val="5000"/>
                    <a:lumOff val="95000"/>
                    <a:alpha val="0"/>
                  </a:schemeClr>
                </a:gs>
                <a:gs pos="100000">
                  <a:schemeClr val="accent1">
                    <a:lumMod val="30000"/>
                    <a:lumOff val="70000"/>
                    <a:alpha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grpSp>
      <p:grpSp>
        <p:nvGrpSpPr>
          <p:cNvPr id="6" name="îṣ1íḍe">
            <a:extLst>
              <a:ext uri="{FF2B5EF4-FFF2-40B4-BE49-F238E27FC236}">
                <a16:creationId xmlns:a16="http://schemas.microsoft.com/office/drawing/2014/main" id="{B55D64A1-656E-3A09-BFDD-2D860EE65E3A}"/>
              </a:ext>
            </a:extLst>
          </p:cNvPr>
          <p:cNvGrpSpPr/>
          <p:nvPr/>
        </p:nvGrpSpPr>
        <p:grpSpPr>
          <a:xfrm>
            <a:off x="1034950" y="1328736"/>
            <a:ext cx="10122100" cy="4627563"/>
            <a:chOff x="685600" y="1328736"/>
            <a:chExt cx="10122100" cy="4627563"/>
          </a:xfrm>
        </p:grpSpPr>
        <p:sp>
          <p:nvSpPr>
            <p:cNvPr id="7" name="íṡ1ïḍê">
              <a:extLst>
                <a:ext uri="{FF2B5EF4-FFF2-40B4-BE49-F238E27FC236}">
                  <a16:creationId xmlns:a16="http://schemas.microsoft.com/office/drawing/2014/main" id="{A707B409-A4B7-4F05-C3E8-1AC9C1975922}"/>
                </a:ext>
              </a:extLst>
            </p:cNvPr>
            <p:cNvSpPr txBox="1"/>
            <p:nvPr/>
          </p:nvSpPr>
          <p:spPr>
            <a:xfrm>
              <a:off x="689428" y="1456793"/>
              <a:ext cx="4686300" cy="1569660"/>
            </a:xfrm>
            <a:prstGeom prst="rect">
              <a:avLst/>
            </a:prstGeom>
            <a:noFill/>
          </p:spPr>
          <p:txBody>
            <a:bodyPr wrap="square">
              <a:spAutoFit/>
            </a:bodyPr>
            <a:lstStyle/>
            <a:p>
              <a:pPr marL="0" marR="0" lvl="0" indent="0" defTabSz="913765" rtl="0" eaLnBrk="1" fontAlgn="auto" latinLnBrk="0" hangingPunct="1">
                <a:lnSpc>
                  <a:spcPct val="100000"/>
                </a:lnSpc>
                <a:spcBef>
                  <a:spcPts val="0"/>
                </a:spcBef>
                <a:spcAft>
                  <a:spcPts val="0"/>
                </a:spcAft>
                <a:buClrTx/>
                <a:buSzPct val="25000"/>
                <a:buFontTx/>
                <a:buNone/>
                <a:defRPr/>
              </a:pPr>
              <a:r>
                <a:rPr kumimoji="0" lang="en-US" altLang="zh-CN" sz="3200" b="1" i="0" u="none" strike="noStrike" kern="1200" cap="none" spc="0" normalizeH="0" baseline="0" noProof="0" dirty="0">
                  <a:ln>
                    <a:noFill/>
                  </a:ln>
                  <a:effectLst/>
                  <a:uLnTx/>
                  <a:uFillTx/>
                </a:rPr>
                <a:t>Unified fonts </a:t>
              </a:r>
            </a:p>
            <a:p>
              <a:pPr marL="0" marR="0" lvl="0" indent="0" defTabSz="913765" rtl="0" eaLnBrk="1" fontAlgn="auto" latinLnBrk="0" hangingPunct="1">
                <a:lnSpc>
                  <a:spcPct val="100000"/>
                </a:lnSpc>
                <a:spcBef>
                  <a:spcPts val="0"/>
                </a:spcBef>
                <a:spcAft>
                  <a:spcPts val="0"/>
                </a:spcAft>
                <a:buClrTx/>
                <a:buSzPct val="25000"/>
                <a:buFontTx/>
                <a:buNone/>
                <a:defRPr/>
              </a:pPr>
              <a:r>
                <a:rPr kumimoji="0" lang="en-US" altLang="zh-CN" sz="3200" b="1" i="0" u="none" strike="noStrike" kern="1200" cap="none" spc="0" normalizeH="0" baseline="0" noProof="0" dirty="0">
                  <a:ln>
                    <a:noFill/>
                  </a:ln>
                  <a:effectLst/>
                  <a:uLnTx/>
                  <a:uFillTx/>
                </a:rPr>
                <a:t>make reading more fluent. </a:t>
              </a:r>
            </a:p>
          </p:txBody>
        </p:sp>
        <p:sp>
          <p:nvSpPr>
            <p:cNvPr id="8" name="ïṩľîḑè">
              <a:extLst>
                <a:ext uri="{FF2B5EF4-FFF2-40B4-BE49-F238E27FC236}">
                  <a16:creationId xmlns:a16="http://schemas.microsoft.com/office/drawing/2014/main" id="{D970C5CF-BF37-76B6-90DA-459E9CA6613C}"/>
                </a:ext>
              </a:extLst>
            </p:cNvPr>
            <p:cNvSpPr txBox="1"/>
            <p:nvPr/>
          </p:nvSpPr>
          <p:spPr>
            <a:xfrm>
              <a:off x="689428" y="4397855"/>
              <a:ext cx="3817438" cy="647550"/>
            </a:xfrm>
            <a:prstGeom prst="rect">
              <a:avLst/>
            </a:prstGeom>
            <a:noFill/>
          </p:spPr>
          <p:txBody>
            <a:bodyPr wrap="square" rtlCol="0">
              <a:spAutoFit/>
            </a:bodyPr>
            <a:lstStyle>
              <a:defPPr>
                <a:defRPr lang="zh-CN"/>
              </a:defPPr>
              <a:lvl1pPr>
                <a:lnSpc>
                  <a:spcPts val="1500"/>
                </a:lnSpc>
                <a:defRPr sz="900"/>
              </a:lvl1pPr>
            </a:lstStyle>
            <a:p>
              <a:r>
                <a:rPr lang="en-US" altLang="zh-CN" dirty="0"/>
                <a:t>Adjust the spacing to adapt to Chinese typesetting, use </a:t>
              </a:r>
              <a:r>
                <a:rPr lang="en-US" altLang="zh-CN" dirty="0" err="1"/>
                <a:t>threference</a:t>
              </a:r>
              <a:r>
                <a:rPr lang="en-US" altLang="zh-CN" dirty="0"/>
                <a:t> line in </a:t>
              </a:r>
              <a:r>
                <a:rPr lang="en-US" altLang="zh-CN" dirty="0" err="1"/>
                <a:t>PPT.Unified</a:t>
              </a:r>
              <a:r>
                <a:rPr lang="en-US" altLang="zh-CN" dirty="0"/>
                <a:t> fonts make reading more </a:t>
              </a:r>
              <a:r>
                <a:rPr lang="en-US" altLang="zh-CN" dirty="0" err="1"/>
                <a:t>fluent.Copy</a:t>
              </a:r>
              <a:r>
                <a:rPr lang="en-US" altLang="zh-CN" dirty="0"/>
                <a:t> paste fonts. Choose the only </a:t>
              </a:r>
              <a:r>
                <a:rPr lang="en-US" altLang="zh-CN" dirty="0" err="1"/>
                <a:t>optio</a:t>
              </a:r>
              <a:r>
                <a:rPr lang="en-US" altLang="zh-CN" dirty="0"/>
                <a:t> to retain text……</a:t>
              </a:r>
            </a:p>
          </p:txBody>
        </p:sp>
        <p:sp>
          <p:nvSpPr>
            <p:cNvPr id="9" name="iS1iḓé">
              <a:extLst>
                <a:ext uri="{FF2B5EF4-FFF2-40B4-BE49-F238E27FC236}">
                  <a16:creationId xmlns:a16="http://schemas.microsoft.com/office/drawing/2014/main" id="{AE97D2D4-1CF5-2812-EDC5-31137735A34F}"/>
                </a:ext>
              </a:extLst>
            </p:cNvPr>
            <p:cNvSpPr txBox="1"/>
            <p:nvPr/>
          </p:nvSpPr>
          <p:spPr>
            <a:xfrm>
              <a:off x="685600" y="3915890"/>
              <a:ext cx="1388742" cy="400110"/>
            </a:xfrm>
            <a:prstGeom prst="rect">
              <a:avLst/>
            </a:prstGeom>
            <a:no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2000" b="1" i="0" u="none" strike="noStrike" cap="none" spc="0" normalizeH="0" baseline="0">
                  <a:ln>
                    <a:noFill/>
                  </a:ln>
                  <a:effectLst/>
                  <a:uLnTx/>
                  <a:uFillTx/>
                </a:defRPr>
              </a:lvl1pPr>
            </a:lstStyle>
            <a:p>
              <a:r>
                <a:rPr lang="en-US" altLang="zh-CN" dirty="0"/>
                <a:t>Text here</a:t>
              </a:r>
            </a:p>
          </p:txBody>
        </p:sp>
        <p:sp>
          <p:nvSpPr>
            <p:cNvPr id="10" name="ïṡḻîḑe">
              <a:extLst>
                <a:ext uri="{FF2B5EF4-FFF2-40B4-BE49-F238E27FC236}">
                  <a16:creationId xmlns:a16="http://schemas.microsoft.com/office/drawing/2014/main" id="{B28A0D37-BEFC-A796-90A9-7072E23FF334}"/>
                </a:ext>
              </a:extLst>
            </p:cNvPr>
            <p:cNvSpPr/>
            <p:nvPr/>
          </p:nvSpPr>
          <p:spPr>
            <a:xfrm>
              <a:off x="7830132" y="2978731"/>
              <a:ext cx="1423050" cy="1423050"/>
            </a:xfrm>
            <a:prstGeom prst="ellipse">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b="1" dirty="0">
                  <a:solidFill>
                    <a:schemeClr val="bg1"/>
                  </a:solidFill>
                </a:rPr>
                <a:t>Text here</a:t>
              </a:r>
              <a:endParaRPr lang="zh-CN" altLang="en-US" sz="1200" b="1" dirty="0">
                <a:solidFill>
                  <a:schemeClr val="bg1"/>
                </a:solidFill>
              </a:endParaRPr>
            </a:p>
          </p:txBody>
        </p:sp>
        <p:sp>
          <p:nvSpPr>
            <p:cNvPr id="11" name="îŝľiďe">
              <a:extLst>
                <a:ext uri="{FF2B5EF4-FFF2-40B4-BE49-F238E27FC236}">
                  <a16:creationId xmlns:a16="http://schemas.microsoft.com/office/drawing/2014/main" id="{F79F5F1E-6579-A9D8-CE3F-BAAE2BDC24A5}"/>
                </a:ext>
              </a:extLst>
            </p:cNvPr>
            <p:cNvSpPr/>
            <p:nvPr/>
          </p:nvSpPr>
          <p:spPr>
            <a:xfrm>
              <a:off x="7170057" y="2318656"/>
              <a:ext cx="2743200" cy="2743200"/>
            </a:xfrm>
            <a:prstGeom prst="ellipse">
              <a:avLst/>
            </a:prstGeom>
            <a:ln w="9525">
              <a:solidFill>
                <a:schemeClr val="bg1">
                  <a:lumMod val="50000"/>
                  <a:alpha val="3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iš1îdê">
              <a:extLst>
                <a:ext uri="{FF2B5EF4-FFF2-40B4-BE49-F238E27FC236}">
                  <a16:creationId xmlns:a16="http://schemas.microsoft.com/office/drawing/2014/main" id="{801C12B7-BCE9-C460-5C84-E36DEA6BC724}"/>
                </a:ext>
              </a:extLst>
            </p:cNvPr>
            <p:cNvSpPr/>
            <p:nvPr/>
          </p:nvSpPr>
          <p:spPr>
            <a:xfrm>
              <a:off x="6701064" y="1849663"/>
              <a:ext cx="3681186" cy="3681186"/>
            </a:xfrm>
            <a:prstGeom prst="ellipse">
              <a:avLst/>
            </a:prstGeom>
            <a:ln w="9525">
              <a:solidFill>
                <a:schemeClr val="bg1">
                  <a:lumMod val="50000"/>
                  <a:alpha val="3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iśḻiḑé">
              <a:extLst>
                <a:ext uri="{FF2B5EF4-FFF2-40B4-BE49-F238E27FC236}">
                  <a16:creationId xmlns:a16="http://schemas.microsoft.com/office/drawing/2014/main" id="{B6F7E9A0-CDA9-791E-648F-1A4B71A74458}"/>
                </a:ext>
              </a:extLst>
            </p:cNvPr>
            <p:cNvSpPr/>
            <p:nvPr/>
          </p:nvSpPr>
          <p:spPr>
            <a:xfrm>
              <a:off x="6275614" y="1424213"/>
              <a:ext cx="4532086" cy="4532086"/>
            </a:xfrm>
            <a:prstGeom prst="ellipse">
              <a:avLst/>
            </a:prstGeom>
            <a:ln w="9525">
              <a:solidFill>
                <a:schemeClr val="bg1">
                  <a:lumMod val="50000"/>
                  <a:alpha val="3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4" name="ísľïdé">
              <a:extLst>
                <a:ext uri="{FF2B5EF4-FFF2-40B4-BE49-F238E27FC236}">
                  <a16:creationId xmlns:a16="http://schemas.microsoft.com/office/drawing/2014/main" id="{7F76913F-5B9F-6762-2237-FE6E0EECF1CA}"/>
                </a:ext>
              </a:extLst>
            </p:cNvPr>
            <p:cNvGrpSpPr/>
            <p:nvPr/>
          </p:nvGrpSpPr>
          <p:grpSpPr>
            <a:xfrm>
              <a:off x="7110850" y="2757115"/>
              <a:ext cx="538679" cy="538676"/>
              <a:chOff x="3526795" y="2235779"/>
              <a:chExt cx="410200" cy="410198"/>
            </a:xfrm>
          </p:grpSpPr>
          <p:sp>
            <p:nvSpPr>
              <p:cNvPr id="27" name="îṡḻíḍe">
                <a:extLst>
                  <a:ext uri="{FF2B5EF4-FFF2-40B4-BE49-F238E27FC236}">
                    <a16:creationId xmlns:a16="http://schemas.microsoft.com/office/drawing/2014/main" id="{AAF2A1AB-4064-7FC6-846F-09A50596387C}"/>
                  </a:ext>
                </a:extLst>
              </p:cNvPr>
              <p:cNvSpPr/>
              <p:nvPr/>
            </p:nvSpPr>
            <p:spPr>
              <a:xfrm>
                <a:off x="3526795" y="2235779"/>
                <a:ext cx="410200" cy="410198"/>
              </a:xfrm>
              <a:prstGeom prst="ellipse">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endParaRPr lang="zh-CN" altLang="en-US" dirty="0">
                  <a:solidFill>
                    <a:schemeClr val="tx1"/>
                  </a:solidFill>
                </a:endParaRPr>
              </a:p>
            </p:txBody>
          </p:sp>
          <p:sp>
            <p:nvSpPr>
              <p:cNvPr id="28" name="išḷïḋé">
                <a:extLst>
                  <a:ext uri="{FF2B5EF4-FFF2-40B4-BE49-F238E27FC236}">
                    <a16:creationId xmlns:a16="http://schemas.microsoft.com/office/drawing/2014/main" id="{B4B66CB2-0DD4-B532-7F1C-0B8D6E3DAADF}"/>
                  </a:ext>
                </a:extLst>
              </p:cNvPr>
              <p:cNvSpPr/>
              <p:nvPr/>
            </p:nvSpPr>
            <p:spPr>
              <a:xfrm>
                <a:off x="3642895" y="2374128"/>
                <a:ext cx="178001" cy="133500"/>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419 w 533400"/>
                  <a:gd name="connsiteY9" fmla="*/ 198646 h 400050"/>
                  <a:gd name="connsiteX10" fmla="*/ 351414 w 533400"/>
                  <a:gd name="connsiteY10" fmla="*/ 204170 h 400050"/>
                  <a:gd name="connsiteX11" fmla="*/ 351414 w 533400"/>
                  <a:gd name="connsiteY11" fmla="*/ 204170 h 400050"/>
                  <a:gd name="connsiteX12" fmla="*/ 267118 w 533400"/>
                  <a:gd name="connsiteY12" fmla="*/ 315613 h 400050"/>
                  <a:gd name="connsiteX13" fmla="*/ 264641 w 533400"/>
                  <a:gd name="connsiteY13" fmla="*/ 318470 h 400050"/>
                  <a:gd name="connsiteX14" fmla="*/ 224255 w 533400"/>
                  <a:gd name="connsiteY14" fmla="*/ 318756 h 400050"/>
                  <a:gd name="connsiteX15" fmla="*/ 224255 w 533400"/>
                  <a:gd name="connsiteY15" fmla="*/ 318756 h 400050"/>
                  <a:gd name="connsiteX16" fmla="*/ 162152 w 533400"/>
                  <a:gd name="connsiteY16" fmla="*/ 257415 h 400050"/>
                  <a:gd name="connsiteX17" fmla="*/ 160247 w 533400"/>
                  <a:gd name="connsiteY17" fmla="*/ 255701 h 400050"/>
                  <a:gd name="connsiteX18" fmla="*/ 120052 w 533400"/>
                  <a:gd name="connsiteY18" fmla="*/ 259606 h 400050"/>
                  <a:gd name="connsiteX19" fmla="*/ 120052 w 533400"/>
                  <a:gd name="connsiteY19" fmla="*/ 259606 h 400050"/>
                  <a:gd name="connsiteX20" fmla="*/ 32517 w 533400"/>
                  <a:gd name="connsiteY20" fmla="*/ 366095 h 400050"/>
                  <a:gd name="connsiteX21" fmla="*/ 30326 w 533400"/>
                  <a:gd name="connsiteY21" fmla="*/ 372096 h 400050"/>
                  <a:gd name="connsiteX22" fmla="*/ 39851 w 533400"/>
                  <a:gd name="connsiteY22" fmla="*/ 381621 h 400050"/>
                  <a:gd name="connsiteX23" fmla="*/ 39851 w 533400"/>
                  <a:gd name="connsiteY23" fmla="*/ 381621 h 400050"/>
                  <a:gd name="connsiteX24" fmla="*/ 497242 w 533400"/>
                  <a:gd name="connsiteY24" fmla="*/ 381621 h 400050"/>
                  <a:gd name="connsiteX25" fmla="*/ 502480 w 533400"/>
                  <a:gd name="connsiteY25" fmla="*/ 380002 h 400050"/>
                  <a:gd name="connsiteX26" fmla="*/ 505147 w 533400"/>
                  <a:gd name="connsiteY26" fmla="*/ 366762 h 400050"/>
                  <a:gd name="connsiteX27" fmla="*/ 505147 w 533400"/>
                  <a:gd name="connsiteY27" fmla="*/ 366762 h 400050"/>
                  <a:gd name="connsiteX28" fmla="*/ 397991 w 533400"/>
                  <a:gd name="connsiteY28" fmla="*/ 205504 h 400050"/>
                  <a:gd name="connsiteX29" fmla="*/ 391419 w 533400"/>
                  <a:gd name="connsiteY29" fmla="*/ 198646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grpSp>
          <p:nvGrpSpPr>
            <p:cNvPr id="15" name="îŝļíḓé">
              <a:extLst>
                <a:ext uri="{FF2B5EF4-FFF2-40B4-BE49-F238E27FC236}">
                  <a16:creationId xmlns:a16="http://schemas.microsoft.com/office/drawing/2014/main" id="{1321F18D-5AD2-F21F-42EC-39EB6E63617A}"/>
                </a:ext>
              </a:extLst>
            </p:cNvPr>
            <p:cNvGrpSpPr/>
            <p:nvPr/>
          </p:nvGrpSpPr>
          <p:grpSpPr>
            <a:xfrm>
              <a:off x="6171916" y="4316000"/>
              <a:ext cx="538679" cy="538676"/>
              <a:chOff x="4471992" y="2235779"/>
              <a:chExt cx="410200" cy="410198"/>
            </a:xfrm>
          </p:grpSpPr>
          <p:sp>
            <p:nvSpPr>
              <p:cNvPr id="25" name="íṩ1idè">
                <a:extLst>
                  <a:ext uri="{FF2B5EF4-FFF2-40B4-BE49-F238E27FC236}">
                    <a16:creationId xmlns:a16="http://schemas.microsoft.com/office/drawing/2014/main" id="{08DFD561-310A-2B5F-A36C-6112E1912CF2}"/>
                  </a:ext>
                </a:extLst>
              </p:cNvPr>
              <p:cNvSpPr/>
              <p:nvPr/>
            </p:nvSpPr>
            <p:spPr>
              <a:xfrm>
                <a:off x="4471992" y="2235779"/>
                <a:ext cx="410200" cy="410198"/>
              </a:xfrm>
              <a:prstGeom prst="ellipse">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endParaRPr lang="zh-CN" altLang="en-US" dirty="0">
                  <a:solidFill>
                    <a:schemeClr val="tx1"/>
                  </a:solidFill>
                </a:endParaRPr>
              </a:p>
            </p:txBody>
          </p:sp>
          <p:sp>
            <p:nvSpPr>
              <p:cNvPr id="26" name="îŝḷídè">
                <a:extLst>
                  <a:ext uri="{FF2B5EF4-FFF2-40B4-BE49-F238E27FC236}">
                    <a16:creationId xmlns:a16="http://schemas.microsoft.com/office/drawing/2014/main" id="{B97C8807-3C08-6004-377C-B7ABCCEE9C22}"/>
                  </a:ext>
                </a:extLst>
              </p:cNvPr>
              <p:cNvSpPr/>
              <p:nvPr/>
            </p:nvSpPr>
            <p:spPr>
              <a:xfrm>
                <a:off x="4595899" y="2358227"/>
                <a:ext cx="162386" cy="178001"/>
              </a:xfrm>
              <a:custGeom>
                <a:avLst/>
                <a:gdLst>
                  <a:gd name="connsiteX0" fmla="*/ 248770 w 495300"/>
                  <a:gd name="connsiteY0" fmla="*/ 621 h 542925"/>
                  <a:gd name="connsiteX1" fmla="*/ 496420 w 495300"/>
                  <a:gd name="connsiteY1" fmla="*/ 248271 h 542925"/>
                  <a:gd name="connsiteX2" fmla="*/ 323827 w 495300"/>
                  <a:gd name="connsiteY2" fmla="*/ 484396 h 542925"/>
                  <a:gd name="connsiteX3" fmla="*/ 346973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567 w 495300"/>
                  <a:gd name="connsiteY8" fmla="*/ 524496 h 542925"/>
                  <a:gd name="connsiteX9" fmla="*/ 173713 w 495300"/>
                  <a:gd name="connsiteY9" fmla="*/ 484396 h 542925"/>
                  <a:gd name="connsiteX10" fmla="*/ 1120 w 495300"/>
                  <a:gd name="connsiteY10" fmla="*/ 248271 h 542925"/>
                  <a:gd name="connsiteX11" fmla="*/ 248770 w 495300"/>
                  <a:gd name="connsiteY11" fmla="*/ 621 h 542925"/>
                  <a:gd name="connsiteX12" fmla="*/ 192763 w 495300"/>
                  <a:gd name="connsiteY12" fmla="*/ 489539 h 542925"/>
                  <a:gd name="connsiteX13" fmla="*/ 172570 w 495300"/>
                  <a:gd name="connsiteY13" fmla="*/ 524496 h 542925"/>
                  <a:gd name="connsiteX14" fmla="*/ 324970 w 495300"/>
                  <a:gd name="connsiteY14" fmla="*/ 524496 h 542925"/>
                  <a:gd name="connsiteX15" fmla="*/ 304777 w 495300"/>
                  <a:gd name="connsiteY15" fmla="*/ 489539 h 542925"/>
                  <a:gd name="connsiteX16" fmla="*/ 248770 w 495300"/>
                  <a:gd name="connsiteY16" fmla="*/ 495921 h 542925"/>
                  <a:gd name="connsiteX17" fmla="*/ 192763 w 495300"/>
                  <a:gd name="connsiteY17" fmla="*/ 489539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3605" y="452582"/>
                      <a:pt x="1120" y="358856"/>
                      <a:pt x="1120" y="248271"/>
                    </a:cubicBezTo>
                    <a:cubicBezTo>
                      <a:pt x="1120" y="111492"/>
                      <a:pt x="111991" y="621"/>
                      <a:pt x="248770" y="621"/>
                    </a:cubicBezTo>
                    <a:close/>
                    <a:moveTo>
                      <a:pt x="192763" y="489539"/>
                    </a:moveTo>
                    <a:lnTo>
                      <a:pt x="172570" y="524496"/>
                    </a:lnTo>
                    <a:lnTo>
                      <a:pt x="324970" y="524496"/>
                    </a:lnTo>
                    <a:lnTo>
                      <a:pt x="304777" y="489539"/>
                    </a:lnTo>
                    <a:cubicBezTo>
                      <a:pt x="286775" y="493730"/>
                      <a:pt x="268010" y="495921"/>
                      <a:pt x="248770" y="495921"/>
                    </a:cubicBezTo>
                    <a:cubicBezTo>
                      <a:pt x="229530" y="495921"/>
                      <a:pt x="210765" y="493730"/>
                      <a:pt x="192763" y="489539"/>
                    </a:cubicBezTo>
                    <a:close/>
                    <a:moveTo>
                      <a:pt x="248770" y="143496"/>
                    </a:moveTo>
                    <a:cubicBezTo>
                      <a:pt x="190858" y="143496"/>
                      <a:pt x="143995" y="190359"/>
                      <a:pt x="143995" y="248271"/>
                    </a:cubicBezTo>
                    <a:cubicBezTo>
                      <a:pt x="143995" y="306183"/>
                      <a:pt x="190858" y="353046"/>
                      <a:pt x="248770" y="353046"/>
                    </a:cubicBezTo>
                    <a:cubicBezTo>
                      <a:pt x="306682" y="353046"/>
                      <a:pt x="353545" y="306183"/>
                      <a:pt x="353545" y="248271"/>
                    </a:cubicBezTo>
                    <a:cubicBezTo>
                      <a:pt x="353545" y="190359"/>
                      <a:pt x="306682" y="143496"/>
                      <a:pt x="248770" y="143496"/>
                    </a:cubicBezTo>
                    <a:close/>
                    <a:moveTo>
                      <a:pt x="367833" y="114921"/>
                    </a:moveTo>
                    <a:cubicBezTo>
                      <a:pt x="359927" y="114921"/>
                      <a:pt x="353545" y="121303"/>
                      <a:pt x="353545" y="129209"/>
                    </a:cubicBezTo>
                    <a:cubicBezTo>
                      <a:pt x="353545" y="137114"/>
                      <a:pt x="359927" y="143496"/>
                      <a:pt x="367833" y="143496"/>
                    </a:cubicBezTo>
                    <a:cubicBezTo>
                      <a:pt x="375738" y="143496"/>
                      <a:pt x="382120" y="137114"/>
                      <a:pt x="382120" y="129209"/>
                    </a:cubicBezTo>
                    <a:cubicBezTo>
                      <a:pt x="382120" y="121303"/>
                      <a:pt x="375738" y="114921"/>
                      <a:pt x="367833" y="114921"/>
                    </a:cubicBez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grpSp>
          <p:nvGrpSpPr>
            <p:cNvPr id="16" name="îṧļîḑé">
              <a:extLst>
                <a:ext uri="{FF2B5EF4-FFF2-40B4-BE49-F238E27FC236}">
                  <a16:creationId xmlns:a16="http://schemas.microsoft.com/office/drawing/2014/main" id="{50692DAD-58AB-AA9D-3BAB-6513D8C88714}"/>
                </a:ext>
              </a:extLst>
            </p:cNvPr>
            <p:cNvGrpSpPr/>
            <p:nvPr/>
          </p:nvGrpSpPr>
          <p:grpSpPr>
            <a:xfrm>
              <a:off x="7314464" y="1328736"/>
              <a:ext cx="538679" cy="538676"/>
              <a:chOff x="6200669" y="2235779"/>
              <a:chExt cx="410200" cy="410198"/>
            </a:xfrm>
          </p:grpSpPr>
          <p:sp>
            <p:nvSpPr>
              <p:cNvPr id="23" name="iṥļïḍe">
                <a:extLst>
                  <a:ext uri="{FF2B5EF4-FFF2-40B4-BE49-F238E27FC236}">
                    <a16:creationId xmlns:a16="http://schemas.microsoft.com/office/drawing/2014/main" id="{8635BEFA-B71F-2D93-1A0D-384BE85EC5F9}"/>
                  </a:ext>
                </a:extLst>
              </p:cNvPr>
              <p:cNvSpPr/>
              <p:nvPr/>
            </p:nvSpPr>
            <p:spPr>
              <a:xfrm>
                <a:off x="6200669" y="2235779"/>
                <a:ext cx="410200" cy="410198"/>
              </a:xfrm>
              <a:prstGeom prst="ellipse">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endParaRPr lang="zh-CN" altLang="en-US" dirty="0">
                  <a:solidFill>
                    <a:schemeClr val="tx1"/>
                  </a:solidFill>
                </a:endParaRPr>
              </a:p>
            </p:txBody>
          </p:sp>
          <p:sp>
            <p:nvSpPr>
              <p:cNvPr id="24" name="iṡ1iḑê">
                <a:extLst>
                  <a:ext uri="{FF2B5EF4-FFF2-40B4-BE49-F238E27FC236}">
                    <a16:creationId xmlns:a16="http://schemas.microsoft.com/office/drawing/2014/main" id="{EBC84C28-6D98-D6C3-3999-DADDB17DE096}"/>
                  </a:ext>
                </a:extLst>
              </p:cNvPr>
              <p:cNvSpPr/>
              <p:nvPr/>
            </p:nvSpPr>
            <p:spPr>
              <a:xfrm>
                <a:off x="6316768" y="2376357"/>
                <a:ext cx="178001" cy="141741"/>
              </a:xfrm>
              <a:custGeom>
                <a:avLst/>
                <a:gdLst>
                  <a:gd name="connsiteX0" fmla="*/ 486767 w 514350"/>
                  <a:gd name="connsiteY0" fmla="*/ 621 h 409575"/>
                  <a:gd name="connsiteX1" fmla="*/ 515342 w 514350"/>
                  <a:gd name="connsiteY1" fmla="*/ 29196 h 409575"/>
                  <a:gd name="connsiteX2" fmla="*/ 515342 w 514350"/>
                  <a:gd name="connsiteY2" fmla="*/ 324471 h 409575"/>
                  <a:gd name="connsiteX3" fmla="*/ 486767 w 514350"/>
                  <a:gd name="connsiteY3" fmla="*/ 353046 h 409575"/>
                  <a:gd name="connsiteX4" fmla="*/ 192159 w 514350"/>
                  <a:gd name="connsiteY4" fmla="*/ 353046 h 409575"/>
                  <a:gd name="connsiteX5" fmla="*/ 115387 w 514350"/>
                  <a:gd name="connsiteY5" fmla="*/ 410196 h 409575"/>
                  <a:gd name="connsiteX6" fmla="*/ 115387 w 514350"/>
                  <a:gd name="connsiteY6" fmla="*/ 353046 h 409575"/>
                  <a:gd name="connsiteX7" fmla="*/ 29567 w 514350"/>
                  <a:gd name="connsiteY7" fmla="*/ 353046 h 409575"/>
                  <a:gd name="connsiteX8" fmla="*/ 992 w 514350"/>
                  <a:gd name="connsiteY8" fmla="*/ 324471 h 409575"/>
                  <a:gd name="connsiteX9" fmla="*/ 992 w 514350"/>
                  <a:gd name="connsiteY9" fmla="*/ 29196 h 409575"/>
                  <a:gd name="connsiteX10" fmla="*/ 29567 w 514350"/>
                  <a:gd name="connsiteY10" fmla="*/ 621 h 409575"/>
                  <a:gd name="connsiteX11" fmla="*/ 486767 w 514350"/>
                  <a:gd name="connsiteY11" fmla="*/ 621 h 409575"/>
                  <a:gd name="connsiteX12" fmla="*/ 124817 w 514350"/>
                  <a:gd name="connsiteY12" fmla="*/ 143496 h 409575"/>
                  <a:gd name="connsiteX13" fmla="*/ 91480 w 514350"/>
                  <a:gd name="connsiteY13" fmla="*/ 176834 h 409575"/>
                  <a:gd name="connsiteX14" fmla="*/ 124817 w 514350"/>
                  <a:gd name="connsiteY14" fmla="*/ 210171 h 409575"/>
                  <a:gd name="connsiteX15" fmla="*/ 158155 w 514350"/>
                  <a:gd name="connsiteY15" fmla="*/ 176834 h 409575"/>
                  <a:gd name="connsiteX16" fmla="*/ 124817 w 514350"/>
                  <a:gd name="connsiteY16" fmla="*/ 143496 h 409575"/>
                  <a:gd name="connsiteX17" fmla="*/ 258167 w 514350"/>
                  <a:gd name="connsiteY17" fmla="*/ 143496 h 409575"/>
                  <a:gd name="connsiteX18" fmla="*/ 224830 w 514350"/>
                  <a:gd name="connsiteY18" fmla="*/ 176834 h 409575"/>
                  <a:gd name="connsiteX19" fmla="*/ 258167 w 514350"/>
                  <a:gd name="connsiteY19" fmla="*/ 210171 h 409575"/>
                  <a:gd name="connsiteX20" fmla="*/ 291505 w 514350"/>
                  <a:gd name="connsiteY20" fmla="*/ 176834 h 409575"/>
                  <a:gd name="connsiteX21" fmla="*/ 258167 w 514350"/>
                  <a:gd name="connsiteY21" fmla="*/ 143496 h 409575"/>
                  <a:gd name="connsiteX22" fmla="*/ 391517 w 514350"/>
                  <a:gd name="connsiteY22" fmla="*/ 143496 h 409575"/>
                  <a:gd name="connsiteX23" fmla="*/ 358180 w 514350"/>
                  <a:gd name="connsiteY23" fmla="*/ 176834 h 409575"/>
                  <a:gd name="connsiteX24" fmla="*/ 391517 w 514350"/>
                  <a:gd name="connsiteY24" fmla="*/ 210171 h 409575"/>
                  <a:gd name="connsiteX25" fmla="*/ 424855 w 514350"/>
                  <a:gd name="connsiteY25" fmla="*/ 176834 h 409575"/>
                  <a:gd name="connsiteX26" fmla="*/ 391517 w 514350"/>
                  <a:gd name="connsiteY26" fmla="*/ 143496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14350" h="409575">
                    <a:moveTo>
                      <a:pt x="486767" y="621"/>
                    </a:moveTo>
                    <a:cubicBezTo>
                      <a:pt x="502579" y="621"/>
                      <a:pt x="515342" y="13385"/>
                      <a:pt x="515342" y="29196"/>
                    </a:cubicBezTo>
                    <a:lnTo>
                      <a:pt x="515342" y="324471"/>
                    </a:lnTo>
                    <a:cubicBezTo>
                      <a:pt x="515342" y="340282"/>
                      <a:pt x="502579" y="353046"/>
                      <a:pt x="486767" y="353046"/>
                    </a:cubicBezTo>
                    <a:lnTo>
                      <a:pt x="192159" y="353046"/>
                    </a:lnTo>
                    <a:lnTo>
                      <a:pt x="115387" y="410196"/>
                    </a:lnTo>
                    <a:lnTo>
                      <a:pt x="115387" y="353046"/>
                    </a:lnTo>
                    <a:lnTo>
                      <a:pt x="29567" y="353046"/>
                    </a:lnTo>
                    <a:cubicBezTo>
                      <a:pt x="13755" y="353046"/>
                      <a:pt x="992" y="340282"/>
                      <a:pt x="992" y="324471"/>
                    </a:cubicBezTo>
                    <a:lnTo>
                      <a:pt x="992" y="29196"/>
                    </a:lnTo>
                    <a:cubicBezTo>
                      <a:pt x="992" y="13385"/>
                      <a:pt x="13755" y="621"/>
                      <a:pt x="29567" y="621"/>
                    </a:cubicBezTo>
                    <a:lnTo>
                      <a:pt x="486767"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3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grpSp>
          <p:nvGrpSpPr>
            <p:cNvPr id="17" name="işľïḍé">
              <a:extLst>
                <a:ext uri="{FF2B5EF4-FFF2-40B4-BE49-F238E27FC236}">
                  <a16:creationId xmlns:a16="http://schemas.microsoft.com/office/drawing/2014/main" id="{421C83A8-F07B-36D4-A871-53DDDADDA6D2}"/>
                </a:ext>
              </a:extLst>
            </p:cNvPr>
            <p:cNvGrpSpPr/>
            <p:nvPr/>
          </p:nvGrpSpPr>
          <p:grpSpPr>
            <a:xfrm>
              <a:off x="9755126" y="2335705"/>
              <a:ext cx="544522" cy="538676"/>
              <a:chOff x="8252780" y="2235779"/>
              <a:chExt cx="414650" cy="410198"/>
            </a:xfrm>
          </p:grpSpPr>
          <p:sp>
            <p:nvSpPr>
              <p:cNvPr id="21" name="îṩľíḓé">
                <a:extLst>
                  <a:ext uri="{FF2B5EF4-FFF2-40B4-BE49-F238E27FC236}">
                    <a16:creationId xmlns:a16="http://schemas.microsoft.com/office/drawing/2014/main" id="{C7E9C0C5-7A16-9CB2-D0DC-8E4E4E17EBB1}"/>
                  </a:ext>
                </a:extLst>
              </p:cNvPr>
              <p:cNvSpPr/>
              <p:nvPr/>
            </p:nvSpPr>
            <p:spPr>
              <a:xfrm>
                <a:off x="8252780" y="2235779"/>
                <a:ext cx="414650" cy="410198"/>
              </a:xfrm>
              <a:prstGeom prst="ellipse">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endParaRPr lang="zh-CN" altLang="en-US" dirty="0">
                  <a:solidFill>
                    <a:schemeClr val="tx1"/>
                  </a:solidFill>
                </a:endParaRPr>
              </a:p>
            </p:txBody>
          </p:sp>
          <p:sp>
            <p:nvSpPr>
              <p:cNvPr id="22" name="íşḷídè">
                <a:extLst>
                  <a:ext uri="{FF2B5EF4-FFF2-40B4-BE49-F238E27FC236}">
                    <a16:creationId xmlns:a16="http://schemas.microsoft.com/office/drawing/2014/main" id="{F4AE5BA1-B4D2-A202-3C32-73A5DBBE4AB5}"/>
                  </a:ext>
                </a:extLst>
              </p:cNvPr>
              <p:cNvSpPr/>
              <p:nvPr/>
            </p:nvSpPr>
            <p:spPr>
              <a:xfrm>
                <a:off x="8368880" y="2356648"/>
                <a:ext cx="178001" cy="162108"/>
              </a:xfrm>
              <a:custGeom>
                <a:avLst/>
                <a:gdLst>
                  <a:gd name="connsiteX0" fmla="*/ 125329 w 533400"/>
                  <a:gd name="connsiteY0" fmla="*/ 229221 h 485775"/>
                  <a:gd name="connsiteX1" fmla="*/ 125329 w 533400"/>
                  <a:gd name="connsiteY1" fmla="*/ 276846 h 485775"/>
                  <a:gd name="connsiteX2" fmla="*/ 144379 w 533400"/>
                  <a:gd name="connsiteY2" fmla="*/ 276846 h 485775"/>
                  <a:gd name="connsiteX3" fmla="*/ 144379 w 533400"/>
                  <a:gd name="connsiteY3" fmla="*/ 229221 h 485775"/>
                  <a:gd name="connsiteX4" fmla="*/ 392029 w 533400"/>
                  <a:gd name="connsiteY4" fmla="*/ 229221 h 485775"/>
                  <a:gd name="connsiteX5" fmla="*/ 392029 w 533400"/>
                  <a:gd name="connsiteY5" fmla="*/ 276846 h 485775"/>
                  <a:gd name="connsiteX6" fmla="*/ 411079 w 533400"/>
                  <a:gd name="connsiteY6" fmla="*/ 276846 h 485775"/>
                  <a:gd name="connsiteX7" fmla="*/ 411079 w 533400"/>
                  <a:gd name="connsiteY7" fmla="*/ 229221 h 485775"/>
                  <a:gd name="connsiteX8" fmla="*/ 534904 w 533400"/>
                  <a:gd name="connsiteY8" fmla="*/ 229221 h 485775"/>
                  <a:gd name="connsiteX9" fmla="*/ 534904 w 533400"/>
                  <a:gd name="connsiteY9" fmla="*/ 457821 h 485775"/>
                  <a:gd name="connsiteX10" fmla="*/ 506329 w 533400"/>
                  <a:gd name="connsiteY10" fmla="*/ 486396 h 485775"/>
                  <a:gd name="connsiteX11" fmla="*/ 30079 w 533400"/>
                  <a:gd name="connsiteY11" fmla="*/ 486396 h 485775"/>
                  <a:gd name="connsiteX12" fmla="*/ 1504 w 533400"/>
                  <a:gd name="connsiteY12" fmla="*/ 457821 h 485775"/>
                  <a:gd name="connsiteX13" fmla="*/ 1504 w 533400"/>
                  <a:gd name="connsiteY13" fmla="*/ 229221 h 485775"/>
                  <a:gd name="connsiteX14" fmla="*/ 125329 w 533400"/>
                  <a:gd name="connsiteY14" fmla="*/ 229221 h 485775"/>
                  <a:gd name="connsiteX15" fmla="*/ 372979 w 533400"/>
                  <a:gd name="connsiteY15" fmla="*/ 621 h 485775"/>
                  <a:gd name="connsiteX16" fmla="*/ 411079 w 533400"/>
                  <a:gd name="connsiteY16" fmla="*/ 36816 h 485775"/>
                  <a:gd name="connsiteX17" fmla="*/ 411079 w 533400"/>
                  <a:gd name="connsiteY17" fmla="*/ 38721 h 485775"/>
                  <a:gd name="connsiteX18" fmla="*/ 411079 w 533400"/>
                  <a:gd name="connsiteY18" fmla="*/ 114921 h 485775"/>
                  <a:gd name="connsiteX19" fmla="*/ 506329 w 533400"/>
                  <a:gd name="connsiteY19" fmla="*/ 114921 h 485775"/>
                  <a:gd name="connsiteX20" fmla="*/ 534904 w 533400"/>
                  <a:gd name="connsiteY20" fmla="*/ 143496 h 485775"/>
                  <a:gd name="connsiteX21" fmla="*/ 534904 w 533400"/>
                  <a:gd name="connsiteY21" fmla="*/ 210171 h 485775"/>
                  <a:gd name="connsiteX22" fmla="*/ 1504 w 533400"/>
                  <a:gd name="connsiteY22" fmla="*/ 210171 h 485775"/>
                  <a:gd name="connsiteX23" fmla="*/ 1504 w 533400"/>
                  <a:gd name="connsiteY23" fmla="*/ 143496 h 485775"/>
                  <a:gd name="connsiteX24" fmla="*/ 30079 w 533400"/>
                  <a:gd name="connsiteY24" fmla="*/ 114921 h 485775"/>
                  <a:gd name="connsiteX25" fmla="*/ 125329 w 533400"/>
                  <a:gd name="connsiteY25" fmla="*/ 114921 h 485775"/>
                  <a:gd name="connsiteX26" fmla="*/ 125329 w 533400"/>
                  <a:gd name="connsiteY26" fmla="*/ 38721 h 485775"/>
                  <a:gd name="connsiteX27" fmla="*/ 161524 w 533400"/>
                  <a:gd name="connsiteY27" fmla="*/ 621 h 485775"/>
                  <a:gd name="connsiteX28" fmla="*/ 163429 w 533400"/>
                  <a:gd name="connsiteY28" fmla="*/ 621 h 485775"/>
                  <a:gd name="connsiteX29" fmla="*/ 372979 w 533400"/>
                  <a:gd name="connsiteY29" fmla="*/ 621 h 485775"/>
                  <a:gd name="connsiteX30" fmla="*/ 372979 w 533400"/>
                  <a:gd name="connsiteY30" fmla="*/ 19671 h 485775"/>
                  <a:gd name="connsiteX31" fmla="*/ 163429 w 533400"/>
                  <a:gd name="connsiteY31" fmla="*/ 19671 h 485775"/>
                  <a:gd name="connsiteX32" fmla="*/ 144474 w 533400"/>
                  <a:gd name="connsiteY32" fmla="*/ 37292 h 485775"/>
                  <a:gd name="connsiteX33" fmla="*/ 144379 w 533400"/>
                  <a:gd name="connsiteY33" fmla="*/ 38721 h 485775"/>
                  <a:gd name="connsiteX34" fmla="*/ 144379 w 533400"/>
                  <a:gd name="connsiteY34" fmla="*/ 114921 h 485775"/>
                  <a:gd name="connsiteX35" fmla="*/ 392029 w 533400"/>
                  <a:gd name="connsiteY35" fmla="*/ 114921 h 485775"/>
                  <a:gd name="connsiteX36" fmla="*/ 392029 w 533400"/>
                  <a:gd name="connsiteY36" fmla="*/ 38721 h 485775"/>
                  <a:gd name="connsiteX37" fmla="*/ 375836 w 533400"/>
                  <a:gd name="connsiteY37" fmla="*/ 19862 h 485775"/>
                  <a:gd name="connsiteX38" fmla="*/ 374408 w 533400"/>
                  <a:gd name="connsiteY38" fmla="*/ 19671 h 485775"/>
                  <a:gd name="connsiteX39" fmla="*/ 372979 w 533400"/>
                  <a:gd name="connsiteY39" fmla="*/ 196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57821"/>
                    </a:lnTo>
                    <a:cubicBezTo>
                      <a:pt x="534904" y="473632"/>
                      <a:pt x="522141" y="486396"/>
                      <a:pt x="506329" y="486396"/>
                    </a:cubicBezTo>
                    <a:lnTo>
                      <a:pt x="30079" y="486396"/>
                    </a:lnTo>
                    <a:cubicBezTo>
                      <a:pt x="14267" y="486396"/>
                      <a:pt x="1504" y="473632"/>
                      <a:pt x="1504" y="457821"/>
                    </a:cubicBezTo>
                    <a:lnTo>
                      <a:pt x="1504" y="229221"/>
                    </a:lnTo>
                    <a:lnTo>
                      <a:pt x="125329" y="229221"/>
                    </a:lnTo>
                    <a:close/>
                    <a:moveTo>
                      <a:pt x="372979" y="621"/>
                    </a:moveTo>
                    <a:cubicBezTo>
                      <a:pt x="393363" y="621"/>
                      <a:pt x="410031" y="16623"/>
                      <a:pt x="411079" y="36816"/>
                    </a:cubicBezTo>
                    <a:lnTo>
                      <a:pt x="411079" y="38721"/>
                    </a:lnTo>
                    <a:lnTo>
                      <a:pt x="411079" y="114921"/>
                    </a:lnTo>
                    <a:lnTo>
                      <a:pt x="506329" y="114921"/>
                    </a:lnTo>
                    <a:cubicBezTo>
                      <a:pt x="522141" y="114921"/>
                      <a:pt x="534904" y="127685"/>
                      <a:pt x="534904" y="143496"/>
                    </a:cubicBezTo>
                    <a:lnTo>
                      <a:pt x="534904" y="210171"/>
                    </a:lnTo>
                    <a:lnTo>
                      <a:pt x="1504" y="210171"/>
                    </a:lnTo>
                    <a:lnTo>
                      <a:pt x="1504" y="143496"/>
                    </a:lnTo>
                    <a:cubicBezTo>
                      <a:pt x="1504" y="127685"/>
                      <a:pt x="14267" y="114921"/>
                      <a:pt x="30079" y="114921"/>
                    </a:cubicBezTo>
                    <a:lnTo>
                      <a:pt x="125329" y="114921"/>
                    </a:lnTo>
                    <a:lnTo>
                      <a:pt x="125329" y="38721"/>
                    </a:lnTo>
                    <a:cubicBezTo>
                      <a:pt x="125329" y="18337"/>
                      <a:pt x="141331" y="1669"/>
                      <a:pt x="161524" y="621"/>
                    </a:cubicBezTo>
                    <a:lnTo>
                      <a:pt x="163429" y="621"/>
                    </a:lnTo>
                    <a:lnTo>
                      <a:pt x="372979" y="621"/>
                    </a:lnTo>
                    <a:close/>
                    <a:moveTo>
                      <a:pt x="372979" y="19671"/>
                    </a:moveTo>
                    <a:lnTo>
                      <a:pt x="163429" y="19671"/>
                    </a:lnTo>
                    <a:cubicBezTo>
                      <a:pt x="153428" y="19671"/>
                      <a:pt x="145141" y="27482"/>
                      <a:pt x="144474" y="37292"/>
                    </a:cubicBezTo>
                    <a:lnTo>
                      <a:pt x="144379" y="38721"/>
                    </a:lnTo>
                    <a:lnTo>
                      <a:pt x="144379" y="114921"/>
                    </a:lnTo>
                    <a:lnTo>
                      <a:pt x="392029" y="114921"/>
                    </a:lnTo>
                    <a:lnTo>
                      <a:pt x="392029" y="38721"/>
                    </a:lnTo>
                    <a:cubicBezTo>
                      <a:pt x="392029" y="29196"/>
                      <a:pt x="384981" y="21290"/>
                      <a:pt x="375836" y="19862"/>
                    </a:cubicBezTo>
                    <a:lnTo>
                      <a:pt x="374408" y="19671"/>
                    </a:lnTo>
                    <a:lnTo>
                      <a:pt x="372979" y="19671"/>
                    </a:ln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4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grpSp>
          <p:nvGrpSpPr>
            <p:cNvPr id="18" name="işliḋe">
              <a:extLst>
                <a:ext uri="{FF2B5EF4-FFF2-40B4-BE49-F238E27FC236}">
                  <a16:creationId xmlns:a16="http://schemas.microsoft.com/office/drawing/2014/main" id="{7DA1A233-C1E9-51B2-08E7-9F27775BF0BA}"/>
                </a:ext>
              </a:extLst>
            </p:cNvPr>
            <p:cNvGrpSpPr/>
            <p:nvPr/>
          </p:nvGrpSpPr>
          <p:grpSpPr>
            <a:xfrm>
              <a:off x="10122172" y="4802601"/>
              <a:ext cx="538679" cy="538676"/>
              <a:chOff x="7307583" y="2235779"/>
              <a:chExt cx="410200" cy="410198"/>
            </a:xfrm>
          </p:grpSpPr>
          <p:sp>
            <p:nvSpPr>
              <p:cNvPr id="19" name="iṩḻïdé">
                <a:extLst>
                  <a:ext uri="{FF2B5EF4-FFF2-40B4-BE49-F238E27FC236}">
                    <a16:creationId xmlns:a16="http://schemas.microsoft.com/office/drawing/2014/main" id="{ABD5C02C-2857-53D0-7334-457575DBBCB9}"/>
                  </a:ext>
                </a:extLst>
              </p:cNvPr>
              <p:cNvSpPr/>
              <p:nvPr/>
            </p:nvSpPr>
            <p:spPr>
              <a:xfrm>
                <a:off x="7307583" y="2235779"/>
                <a:ext cx="410200" cy="410198"/>
              </a:xfrm>
              <a:prstGeom prst="ellipse">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endParaRPr lang="zh-CN" altLang="en-US" dirty="0">
                  <a:solidFill>
                    <a:schemeClr val="tx1"/>
                  </a:solidFill>
                </a:endParaRPr>
              </a:p>
            </p:txBody>
          </p:sp>
          <p:sp>
            <p:nvSpPr>
              <p:cNvPr id="20" name="íṡ1îde">
                <a:extLst>
                  <a:ext uri="{FF2B5EF4-FFF2-40B4-BE49-F238E27FC236}">
                    <a16:creationId xmlns:a16="http://schemas.microsoft.com/office/drawing/2014/main" id="{FCFC23F5-841C-9C20-AB5C-05763E5BB045}"/>
                  </a:ext>
                </a:extLst>
              </p:cNvPr>
              <p:cNvSpPr/>
              <p:nvPr/>
            </p:nvSpPr>
            <p:spPr>
              <a:xfrm>
                <a:off x="7423682" y="2356641"/>
                <a:ext cx="178001" cy="174822"/>
              </a:xfrm>
              <a:custGeom>
                <a:avLst/>
                <a:gdLst>
                  <a:gd name="connsiteX0" fmla="*/ 343764 w 533400"/>
                  <a:gd name="connsiteY0" fmla="*/ 276846 h 523875"/>
                  <a:gd name="connsiteX1" fmla="*/ 372339 w 533400"/>
                  <a:gd name="connsiteY1" fmla="*/ 305421 h 523875"/>
                  <a:gd name="connsiteX2" fmla="*/ 372339 w 533400"/>
                  <a:gd name="connsiteY2" fmla="*/ 495921 h 523875"/>
                  <a:gd name="connsiteX3" fmla="*/ 343764 w 533400"/>
                  <a:gd name="connsiteY3" fmla="*/ 524496 h 523875"/>
                  <a:gd name="connsiteX4" fmla="*/ 191364 w 533400"/>
                  <a:gd name="connsiteY4" fmla="*/ 524496 h 523875"/>
                  <a:gd name="connsiteX5" fmla="*/ 162789 w 533400"/>
                  <a:gd name="connsiteY5" fmla="*/ 495921 h 523875"/>
                  <a:gd name="connsiteX6" fmla="*/ 162789 w 533400"/>
                  <a:gd name="connsiteY6" fmla="*/ 305421 h 523875"/>
                  <a:gd name="connsiteX7" fmla="*/ 191364 w 533400"/>
                  <a:gd name="connsiteY7" fmla="*/ 276846 h 523875"/>
                  <a:gd name="connsiteX8" fmla="*/ 343764 w 533400"/>
                  <a:gd name="connsiteY8" fmla="*/ 276846 h 523875"/>
                  <a:gd name="connsiteX9" fmla="*/ 143739 w 533400"/>
                  <a:gd name="connsiteY9" fmla="*/ 114921 h 523875"/>
                  <a:gd name="connsiteX10" fmla="*/ 179934 w 533400"/>
                  <a:gd name="connsiteY10" fmla="*/ 153021 h 523875"/>
                  <a:gd name="connsiteX11" fmla="*/ 181839 w 533400"/>
                  <a:gd name="connsiteY11" fmla="*/ 153021 h 523875"/>
                  <a:gd name="connsiteX12" fmla="*/ 353289 w 533400"/>
                  <a:gd name="connsiteY12" fmla="*/ 153021 h 523875"/>
                  <a:gd name="connsiteX13" fmla="*/ 391389 w 533400"/>
                  <a:gd name="connsiteY13" fmla="*/ 116826 h 523875"/>
                  <a:gd name="connsiteX14" fmla="*/ 391389 w 533400"/>
                  <a:gd name="connsiteY14" fmla="*/ 114921 h 523875"/>
                  <a:gd name="connsiteX15" fmla="*/ 505689 w 533400"/>
                  <a:gd name="connsiteY15" fmla="*/ 114921 h 523875"/>
                  <a:gd name="connsiteX16" fmla="*/ 534264 w 533400"/>
                  <a:gd name="connsiteY16" fmla="*/ 143496 h 523875"/>
                  <a:gd name="connsiteX17" fmla="*/ 534264 w 533400"/>
                  <a:gd name="connsiteY17" fmla="*/ 381621 h 523875"/>
                  <a:gd name="connsiteX18" fmla="*/ 505689 w 533400"/>
                  <a:gd name="connsiteY18" fmla="*/ 410196 h 523875"/>
                  <a:gd name="connsiteX19" fmla="*/ 391389 w 533400"/>
                  <a:gd name="connsiteY19" fmla="*/ 410196 h 523875"/>
                  <a:gd name="connsiteX20" fmla="*/ 391389 w 533400"/>
                  <a:gd name="connsiteY20" fmla="*/ 295896 h 523875"/>
                  <a:gd name="connsiteX21" fmla="*/ 355194 w 533400"/>
                  <a:gd name="connsiteY21" fmla="*/ 257796 h 523875"/>
                  <a:gd name="connsiteX22" fmla="*/ 353289 w 533400"/>
                  <a:gd name="connsiteY22" fmla="*/ 257796 h 523875"/>
                  <a:gd name="connsiteX23" fmla="*/ 181839 w 533400"/>
                  <a:gd name="connsiteY23" fmla="*/ 257796 h 523875"/>
                  <a:gd name="connsiteX24" fmla="*/ 143739 w 533400"/>
                  <a:gd name="connsiteY24" fmla="*/ 293991 h 523875"/>
                  <a:gd name="connsiteX25" fmla="*/ 143739 w 533400"/>
                  <a:gd name="connsiteY25" fmla="*/ 295896 h 523875"/>
                  <a:gd name="connsiteX26" fmla="*/ 143739 w 533400"/>
                  <a:gd name="connsiteY26" fmla="*/ 410196 h 523875"/>
                  <a:gd name="connsiteX27" fmla="*/ 29439 w 533400"/>
                  <a:gd name="connsiteY27" fmla="*/ 410196 h 523875"/>
                  <a:gd name="connsiteX28" fmla="*/ 864 w 533400"/>
                  <a:gd name="connsiteY28" fmla="*/ 381621 h 523875"/>
                  <a:gd name="connsiteX29" fmla="*/ 864 w 533400"/>
                  <a:gd name="connsiteY29" fmla="*/ 201408 h 523875"/>
                  <a:gd name="connsiteX30" fmla="*/ 11151 w 533400"/>
                  <a:gd name="connsiteY30" fmla="*/ 175405 h 523875"/>
                  <a:gd name="connsiteX31" fmla="*/ 56300 w 533400"/>
                  <a:gd name="connsiteY31" fmla="*/ 127018 h 523875"/>
                  <a:gd name="connsiteX32" fmla="*/ 84112 w 533400"/>
                  <a:gd name="connsiteY32" fmla="*/ 114921 h 523875"/>
                  <a:gd name="connsiteX33" fmla="*/ 143739 w 533400"/>
                  <a:gd name="connsiteY33" fmla="*/ 114921 h 523875"/>
                  <a:gd name="connsiteX34" fmla="*/ 462827 w 533400"/>
                  <a:gd name="connsiteY34" fmla="*/ 172071 h 523875"/>
                  <a:gd name="connsiteX35" fmla="*/ 448539 w 533400"/>
                  <a:gd name="connsiteY35" fmla="*/ 186359 h 523875"/>
                  <a:gd name="connsiteX36" fmla="*/ 462827 w 533400"/>
                  <a:gd name="connsiteY36" fmla="*/ 200646 h 523875"/>
                  <a:gd name="connsiteX37" fmla="*/ 477114 w 533400"/>
                  <a:gd name="connsiteY37" fmla="*/ 186359 h 523875"/>
                  <a:gd name="connsiteX38" fmla="*/ 462827 w 533400"/>
                  <a:gd name="connsiteY38" fmla="*/ 172071 h 523875"/>
                  <a:gd name="connsiteX39" fmla="*/ 343764 w 533400"/>
                  <a:gd name="connsiteY39" fmla="*/ 621 h 523875"/>
                  <a:gd name="connsiteX40" fmla="*/ 372339 w 533400"/>
                  <a:gd name="connsiteY40" fmla="*/ 29196 h 523875"/>
                  <a:gd name="connsiteX41" fmla="*/ 372339 w 533400"/>
                  <a:gd name="connsiteY41" fmla="*/ 105396 h 523875"/>
                  <a:gd name="connsiteX42" fmla="*/ 343764 w 533400"/>
                  <a:gd name="connsiteY42" fmla="*/ 133971 h 523875"/>
                  <a:gd name="connsiteX43" fmla="*/ 191364 w 533400"/>
                  <a:gd name="connsiteY43" fmla="*/ 133971 h 523875"/>
                  <a:gd name="connsiteX44" fmla="*/ 162789 w 533400"/>
                  <a:gd name="connsiteY44" fmla="*/ 105396 h 523875"/>
                  <a:gd name="connsiteX45" fmla="*/ 162789 w 533400"/>
                  <a:gd name="connsiteY45" fmla="*/ 29196 h 523875"/>
                  <a:gd name="connsiteX46" fmla="*/ 191364 w 533400"/>
                  <a:gd name="connsiteY46" fmla="*/ 621 h 523875"/>
                  <a:gd name="connsiteX47" fmla="*/ 343764 w 533400"/>
                  <a:gd name="connsiteY47" fmla="*/ 62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3400" h="523875">
                    <a:moveTo>
                      <a:pt x="343764" y="276846"/>
                    </a:moveTo>
                    <a:cubicBezTo>
                      <a:pt x="359576" y="276846"/>
                      <a:pt x="372339" y="289610"/>
                      <a:pt x="372339" y="305421"/>
                    </a:cubicBezTo>
                    <a:lnTo>
                      <a:pt x="372339" y="495921"/>
                    </a:lnTo>
                    <a:cubicBezTo>
                      <a:pt x="372339" y="511732"/>
                      <a:pt x="359576" y="524496"/>
                      <a:pt x="343764" y="524496"/>
                    </a:cubicBezTo>
                    <a:lnTo>
                      <a:pt x="191364" y="524496"/>
                    </a:lnTo>
                    <a:cubicBezTo>
                      <a:pt x="175552" y="524496"/>
                      <a:pt x="162789" y="511732"/>
                      <a:pt x="162789" y="495921"/>
                    </a:cubicBezTo>
                    <a:lnTo>
                      <a:pt x="162789" y="305421"/>
                    </a:lnTo>
                    <a:cubicBezTo>
                      <a:pt x="162789" y="289610"/>
                      <a:pt x="175552" y="276846"/>
                      <a:pt x="191364" y="276846"/>
                    </a:cubicBezTo>
                    <a:lnTo>
                      <a:pt x="343764" y="276846"/>
                    </a:lnTo>
                    <a:close/>
                    <a:moveTo>
                      <a:pt x="143739" y="114921"/>
                    </a:moveTo>
                    <a:cubicBezTo>
                      <a:pt x="143739" y="135305"/>
                      <a:pt x="159741" y="151973"/>
                      <a:pt x="179934" y="153021"/>
                    </a:cubicBezTo>
                    <a:lnTo>
                      <a:pt x="181839" y="153021"/>
                    </a:lnTo>
                    <a:lnTo>
                      <a:pt x="353289" y="153021"/>
                    </a:lnTo>
                    <a:cubicBezTo>
                      <a:pt x="373673" y="153021"/>
                      <a:pt x="390341" y="137019"/>
                      <a:pt x="391389" y="116826"/>
                    </a:cubicBezTo>
                    <a:lnTo>
                      <a:pt x="391389" y="114921"/>
                    </a:lnTo>
                    <a:lnTo>
                      <a:pt x="505689" y="114921"/>
                    </a:lnTo>
                    <a:cubicBezTo>
                      <a:pt x="521501" y="114921"/>
                      <a:pt x="534264" y="127685"/>
                      <a:pt x="534264" y="143496"/>
                    </a:cubicBezTo>
                    <a:lnTo>
                      <a:pt x="534264" y="381621"/>
                    </a:lnTo>
                    <a:cubicBezTo>
                      <a:pt x="534264" y="397432"/>
                      <a:pt x="521501" y="410196"/>
                      <a:pt x="505689" y="410196"/>
                    </a:cubicBezTo>
                    <a:lnTo>
                      <a:pt x="391389" y="410196"/>
                    </a:lnTo>
                    <a:lnTo>
                      <a:pt x="391389" y="295896"/>
                    </a:lnTo>
                    <a:cubicBezTo>
                      <a:pt x="391389" y="275512"/>
                      <a:pt x="375387" y="258844"/>
                      <a:pt x="355194" y="257796"/>
                    </a:cubicBezTo>
                    <a:lnTo>
                      <a:pt x="353289" y="257796"/>
                    </a:lnTo>
                    <a:lnTo>
                      <a:pt x="181839" y="257796"/>
                    </a:lnTo>
                    <a:cubicBezTo>
                      <a:pt x="161455" y="257796"/>
                      <a:pt x="144787" y="273798"/>
                      <a:pt x="143739" y="293991"/>
                    </a:cubicBezTo>
                    <a:lnTo>
                      <a:pt x="143739" y="295896"/>
                    </a:lnTo>
                    <a:lnTo>
                      <a:pt x="143739" y="410196"/>
                    </a:lnTo>
                    <a:lnTo>
                      <a:pt x="29439" y="410196"/>
                    </a:lnTo>
                    <a:cubicBezTo>
                      <a:pt x="13627" y="410196"/>
                      <a:pt x="864" y="397432"/>
                      <a:pt x="864" y="381621"/>
                    </a:cubicBezTo>
                    <a:lnTo>
                      <a:pt x="864" y="201408"/>
                    </a:lnTo>
                    <a:cubicBezTo>
                      <a:pt x="864" y="191788"/>
                      <a:pt x="4484" y="182454"/>
                      <a:pt x="11151" y="175405"/>
                    </a:cubicBezTo>
                    <a:lnTo>
                      <a:pt x="56300" y="127018"/>
                    </a:lnTo>
                    <a:cubicBezTo>
                      <a:pt x="63538" y="119303"/>
                      <a:pt x="73635" y="114921"/>
                      <a:pt x="84112" y="114921"/>
                    </a:cubicBezTo>
                    <a:lnTo>
                      <a:pt x="143739" y="114921"/>
                    </a:lnTo>
                    <a:close/>
                    <a:moveTo>
                      <a:pt x="462827" y="172071"/>
                    </a:moveTo>
                    <a:cubicBezTo>
                      <a:pt x="454921" y="172071"/>
                      <a:pt x="448539" y="178453"/>
                      <a:pt x="448539" y="186359"/>
                    </a:cubicBezTo>
                    <a:cubicBezTo>
                      <a:pt x="448539" y="194264"/>
                      <a:pt x="454921" y="200646"/>
                      <a:pt x="462827" y="200646"/>
                    </a:cubicBezTo>
                    <a:cubicBezTo>
                      <a:pt x="470732" y="200646"/>
                      <a:pt x="477114" y="194264"/>
                      <a:pt x="477114" y="186359"/>
                    </a:cubicBezTo>
                    <a:cubicBezTo>
                      <a:pt x="477114" y="178453"/>
                      <a:pt x="470732" y="172071"/>
                      <a:pt x="462827" y="172071"/>
                    </a:cubicBezTo>
                    <a:close/>
                    <a:moveTo>
                      <a:pt x="343764" y="621"/>
                    </a:moveTo>
                    <a:cubicBezTo>
                      <a:pt x="359576" y="621"/>
                      <a:pt x="372339" y="13385"/>
                      <a:pt x="372339" y="29196"/>
                    </a:cubicBezTo>
                    <a:lnTo>
                      <a:pt x="372339" y="105396"/>
                    </a:lnTo>
                    <a:cubicBezTo>
                      <a:pt x="372339" y="121207"/>
                      <a:pt x="359576" y="133971"/>
                      <a:pt x="343764" y="133971"/>
                    </a:cubicBezTo>
                    <a:lnTo>
                      <a:pt x="191364" y="133971"/>
                    </a:lnTo>
                    <a:cubicBezTo>
                      <a:pt x="175552" y="133971"/>
                      <a:pt x="162789" y="121207"/>
                      <a:pt x="162789" y="105396"/>
                    </a:cubicBezTo>
                    <a:lnTo>
                      <a:pt x="162789" y="29196"/>
                    </a:lnTo>
                    <a:cubicBezTo>
                      <a:pt x="162789" y="13385"/>
                      <a:pt x="175552" y="621"/>
                      <a:pt x="191364" y="621"/>
                    </a:cubicBezTo>
                    <a:lnTo>
                      <a:pt x="343764" y="621"/>
                    </a:ln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grpSp>
    </p:spTree>
    <p:custDataLst>
      <p:tags r:id="rId1"/>
    </p:custDataLst>
    <p:extLst>
      <p:ext uri="{BB962C8B-B14F-4D97-AF65-F5344CB8AC3E}">
        <p14:creationId xmlns:p14="http://schemas.microsoft.com/office/powerpoint/2010/main" val="9462131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7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işľïďe"/>
        <p:cNvGrpSpPr/>
        <p:nvPr/>
      </p:nvGrpSpPr>
      <p:grpSpPr>
        <a:xfrm>
          <a:off x="0" y="0"/>
          <a:ext cx="0" cy="0"/>
          <a:chOff x="0" y="0"/>
          <a:chExt cx="0" cy="0"/>
        </a:xfrm>
      </p:grpSpPr>
      <p:grpSp>
        <p:nvGrpSpPr>
          <p:cNvPr id="4" name="íšlîdé">
            <a:extLst>
              <a:ext uri="{FF2B5EF4-FFF2-40B4-BE49-F238E27FC236}">
                <a16:creationId xmlns:a16="http://schemas.microsoft.com/office/drawing/2014/main" id="{C0706C51-4C9B-F05E-A7D1-DE7EF29C33A5}"/>
              </a:ext>
            </a:extLst>
          </p:cNvPr>
          <p:cNvGrpSpPr/>
          <p:nvPr/>
        </p:nvGrpSpPr>
        <p:grpSpPr>
          <a:xfrm>
            <a:off x="0" y="871390"/>
            <a:ext cx="12192000" cy="4588515"/>
            <a:chOff x="0" y="871390"/>
            <a:chExt cx="12192000" cy="4588515"/>
          </a:xfrm>
        </p:grpSpPr>
        <p:grpSp>
          <p:nvGrpSpPr>
            <p:cNvPr id="5" name="ïsḷíḑê">
              <a:extLst>
                <a:ext uri="{FF2B5EF4-FFF2-40B4-BE49-F238E27FC236}">
                  <a16:creationId xmlns:a16="http://schemas.microsoft.com/office/drawing/2014/main" id="{0A266C6C-7882-47B6-6736-EC93AFA8F368}"/>
                </a:ext>
              </a:extLst>
            </p:cNvPr>
            <p:cNvGrpSpPr>
              <a:grpSpLocks/>
            </p:cNvGrpSpPr>
            <p:nvPr/>
          </p:nvGrpSpPr>
          <p:grpSpPr>
            <a:xfrm>
              <a:off x="1357966" y="929947"/>
              <a:ext cx="5540926" cy="1482883"/>
              <a:chOff x="2492016" y="4122253"/>
              <a:chExt cx="2974766" cy="1482883"/>
            </a:xfrm>
          </p:grpSpPr>
          <p:sp>
            <p:nvSpPr>
              <p:cNvPr id="40" name="ïṧľîďè">
                <a:extLst>
                  <a:ext uri="{FF2B5EF4-FFF2-40B4-BE49-F238E27FC236}">
                    <a16:creationId xmlns:a16="http://schemas.microsoft.com/office/drawing/2014/main" id="{9952A7D3-04E7-D247-6996-E9512FC41931}"/>
                  </a:ext>
                </a:extLst>
              </p:cNvPr>
              <p:cNvSpPr/>
              <p:nvPr/>
            </p:nvSpPr>
            <p:spPr>
              <a:xfrm>
                <a:off x="2492017" y="4807701"/>
                <a:ext cx="2974765" cy="7974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30000"/>
                  </a:lnSpc>
                </a:pPr>
                <a:r>
                  <a:rPr kumimoji="1" lang="en-US" altLang="zh-CN" sz="1000" dirty="0">
                    <a:solidFill>
                      <a:schemeClr val="tx1"/>
                    </a:solidFill>
                  </a:rPr>
                  <a:t>Theme color makes PPT more convenient to change. Adjust the spacing to adapt to Chinese typesetting, use the reference line in PPT…… Theme color makes PPT more convenient to change. Adjust the spacing to adapt to Chinese typesetting, use the reference line in PPT……</a:t>
                </a:r>
              </a:p>
            </p:txBody>
          </p:sp>
          <p:sp>
            <p:nvSpPr>
              <p:cNvPr id="41" name="íṣḷîḋe">
                <a:extLst>
                  <a:ext uri="{FF2B5EF4-FFF2-40B4-BE49-F238E27FC236}">
                    <a16:creationId xmlns:a16="http://schemas.microsoft.com/office/drawing/2014/main" id="{307C97FF-1241-6134-AE3F-19D4AEC6E4DE}"/>
                  </a:ext>
                </a:extLst>
              </p:cNvPr>
              <p:cNvSpPr/>
              <p:nvPr/>
            </p:nvSpPr>
            <p:spPr>
              <a:xfrm>
                <a:off x="2492016" y="4122253"/>
                <a:ext cx="2974765" cy="679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en-US" altLang="zh-CN" sz="3000" b="1" dirty="0">
                    <a:solidFill>
                      <a:schemeClr val="tx1"/>
                    </a:solidFill>
                  </a:rPr>
                  <a:t>Supporting text here.</a:t>
                </a:r>
              </a:p>
            </p:txBody>
          </p:sp>
        </p:grpSp>
        <p:pic>
          <p:nvPicPr>
            <p:cNvPr id="6" name="iṡḻiďè" descr="前引号">
              <a:extLst>
                <a:ext uri="{FF2B5EF4-FFF2-40B4-BE49-F238E27FC236}">
                  <a16:creationId xmlns:a16="http://schemas.microsoft.com/office/drawing/2014/main" id="{552BEF97-C056-2A36-3DFE-FFB2BD41FF5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676" y="871390"/>
              <a:ext cx="914400" cy="914400"/>
            </a:xfrm>
            <a:prstGeom prst="rect">
              <a:avLst/>
            </a:prstGeom>
          </p:spPr>
        </p:pic>
        <p:grpSp>
          <p:nvGrpSpPr>
            <p:cNvPr id="7" name="í$ḻíḑe">
              <a:extLst>
                <a:ext uri="{FF2B5EF4-FFF2-40B4-BE49-F238E27FC236}">
                  <a16:creationId xmlns:a16="http://schemas.microsoft.com/office/drawing/2014/main" id="{248C06B2-ADA1-DAC2-2677-947AD0CB6778}"/>
                </a:ext>
              </a:extLst>
            </p:cNvPr>
            <p:cNvGrpSpPr/>
            <p:nvPr/>
          </p:nvGrpSpPr>
          <p:grpSpPr>
            <a:xfrm>
              <a:off x="4284218" y="3429000"/>
              <a:ext cx="3610864" cy="2030905"/>
              <a:chOff x="4284218" y="3429000"/>
              <a:chExt cx="3610864" cy="2030905"/>
            </a:xfrm>
          </p:grpSpPr>
          <p:cxnSp>
            <p:nvCxnSpPr>
              <p:cNvPr id="30" name="íṧľîďe">
                <a:extLst>
                  <a:ext uri="{FF2B5EF4-FFF2-40B4-BE49-F238E27FC236}">
                    <a16:creationId xmlns:a16="http://schemas.microsoft.com/office/drawing/2014/main" id="{55DF4957-304B-C704-FF3D-4812713C490A}"/>
                  </a:ext>
                </a:extLst>
              </p:cNvPr>
              <p:cNvCxnSpPr>
                <a:cxnSpLocks/>
              </p:cNvCxnSpPr>
              <p:nvPr/>
            </p:nvCxnSpPr>
            <p:spPr>
              <a:xfrm>
                <a:off x="4284218" y="3705120"/>
                <a:ext cx="3610864" cy="0"/>
              </a:xfrm>
              <a:prstGeom prst="straightConnector1">
                <a:avLst/>
              </a:prstGeom>
              <a:ln w="15875">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îŝlíde">
                <a:extLst>
                  <a:ext uri="{FF2B5EF4-FFF2-40B4-BE49-F238E27FC236}">
                    <a16:creationId xmlns:a16="http://schemas.microsoft.com/office/drawing/2014/main" id="{76C83F6C-EB23-FEAA-A628-4C35FF423EFC}"/>
                  </a:ext>
                </a:extLst>
              </p:cNvPr>
              <p:cNvGrpSpPr/>
              <p:nvPr/>
            </p:nvGrpSpPr>
            <p:grpSpPr>
              <a:xfrm>
                <a:off x="4756720" y="3429000"/>
                <a:ext cx="2665857" cy="2030905"/>
                <a:chOff x="4756720" y="3429000"/>
                <a:chExt cx="2665857" cy="2030905"/>
              </a:xfrm>
            </p:grpSpPr>
            <p:grpSp>
              <p:nvGrpSpPr>
                <p:cNvPr id="32" name="îṩḷíḍê">
                  <a:extLst>
                    <a:ext uri="{FF2B5EF4-FFF2-40B4-BE49-F238E27FC236}">
                      <a16:creationId xmlns:a16="http://schemas.microsoft.com/office/drawing/2014/main" id="{ACA3957F-3741-192F-896A-51505B8DB604}"/>
                    </a:ext>
                  </a:extLst>
                </p:cNvPr>
                <p:cNvGrpSpPr/>
                <p:nvPr/>
              </p:nvGrpSpPr>
              <p:grpSpPr>
                <a:xfrm>
                  <a:off x="4756720" y="4268845"/>
                  <a:ext cx="2665857" cy="1191060"/>
                  <a:chOff x="5867372" y="1574047"/>
                  <a:chExt cx="2286000" cy="1191060"/>
                </a:xfrm>
              </p:grpSpPr>
              <p:sp>
                <p:nvSpPr>
                  <p:cNvPr id="36" name="îšļiḑé">
                    <a:extLst>
                      <a:ext uri="{FF2B5EF4-FFF2-40B4-BE49-F238E27FC236}">
                        <a16:creationId xmlns:a16="http://schemas.microsoft.com/office/drawing/2014/main" id="{76FDAA4C-DC8A-689B-EA3B-721C032F5FCB}"/>
                      </a:ext>
                    </a:extLst>
                  </p:cNvPr>
                  <p:cNvSpPr/>
                  <p:nvPr/>
                </p:nvSpPr>
                <p:spPr>
                  <a:xfrm>
                    <a:off x="5867372" y="1574047"/>
                    <a:ext cx="2286000" cy="1191060"/>
                  </a:xfrm>
                  <a:prstGeom prst="roundRect">
                    <a:avLst>
                      <a:gd name="adj" fmla="val 10000"/>
                    </a:avLst>
                  </a:prstGeom>
                  <a:solidFill>
                    <a:schemeClr val="tx1">
                      <a:lumMod val="25000"/>
                      <a:lumOff val="75000"/>
                      <a:alpha val="20000"/>
                    </a:schemeClr>
                  </a:solidFill>
                  <a:ln w="6055" cap="flat">
                    <a:noFill/>
                    <a:prstDash val="solid"/>
                    <a:miter/>
                  </a:ln>
                </p:spPr>
                <p:txBody>
                  <a:bodyPr rtlCol="0" anchor="ctr"/>
                  <a:lstStyle/>
                  <a:p>
                    <a:endParaRPr lang="zh-CN" altLang="en-US"/>
                  </a:p>
                </p:txBody>
              </p:sp>
              <p:grpSp>
                <p:nvGrpSpPr>
                  <p:cNvPr id="37" name="îŝlíďè">
                    <a:extLst>
                      <a:ext uri="{FF2B5EF4-FFF2-40B4-BE49-F238E27FC236}">
                        <a16:creationId xmlns:a16="http://schemas.microsoft.com/office/drawing/2014/main" id="{650E56C8-7CF1-8110-375B-331612386BEB}"/>
                      </a:ext>
                    </a:extLst>
                  </p:cNvPr>
                  <p:cNvGrpSpPr>
                    <a:grpSpLocks/>
                  </p:cNvGrpSpPr>
                  <p:nvPr/>
                </p:nvGrpSpPr>
                <p:grpSpPr>
                  <a:xfrm>
                    <a:off x="6025776" y="1677342"/>
                    <a:ext cx="1969192" cy="1019474"/>
                    <a:chOff x="7119256" y="4816418"/>
                    <a:chExt cx="2338272" cy="735604"/>
                  </a:xfrm>
                  <a:noFill/>
                </p:grpSpPr>
                <p:sp>
                  <p:nvSpPr>
                    <p:cNvPr id="38" name="iślíḍe">
                      <a:extLst>
                        <a:ext uri="{FF2B5EF4-FFF2-40B4-BE49-F238E27FC236}">
                          <a16:creationId xmlns:a16="http://schemas.microsoft.com/office/drawing/2014/main" id="{05F8C716-8C2D-CE96-39BC-8D9C2D9667D2}"/>
                        </a:ext>
                      </a:extLst>
                    </p:cNvPr>
                    <p:cNvSpPr/>
                    <p:nvPr/>
                  </p:nvSpPr>
                  <p:spPr>
                    <a:xfrm>
                      <a:off x="7119256" y="4816418"/>
                      <a:ext cx="2338272" cy="30880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1600" b="1" dirty="0">
                          <a:solidFill>
                            <a:schemeClr val="tx1"/>
                          </a:solidFill>
                        </a:rPr>
                        <a:t>Text</a:t>
                      </a:r>
                      <a:r>
                        <a:rPr kumimoji="1" lang="zh-CN" altLang="en-US" sz="1600" b="1" dirty="0">
                          <a:solidFill>
                            <a:schemeClr val="tx1"/>
                          </a:solidFill>
                        </a:rPr>
                        <a:t> </a:t>
                      </a:r>
                      <a:r>
                        <a:rPr kumimoji="1" lang="en-US" altLang="zh-CN" sz="1600" b="1" dirty="0">
                          <a:solidFill>
                            <a:schemeClr val="tx1"/>
                          </a:solidFill>
                        </a:rPr>
                        <a:t>here</a:t>
                      </a:r>
                    </a:p>
                  </p:txBody>
                </p:sp>
                <p:sp>
                  <p:nvSpPr>
                    <p:cNvPr id="39" name="işḷïďé">
                      <a:extLst>
                        <a:ext uri="{FF2B5EF4-FFF2-40B4-BE49-F238E27FC236}">
                          <a16:creationId xmlns:a16="http://schemas.microsoft.com/office/drawing/2014/main" id="{CEAB57DC-BB8D-78B4-F537-DB14EFD49BE1}"/>
                        </a:ext>
                      </a:extLst>
                    </p:cNvPr>
                    <p:cNvSpPr/>
                    <p:nvPr/>
                  </p:nvSpPr>
                  <p:spPr>
                    <a:xfrm>
                      <a:off x="7119256" y="5120981"/>
                      <a:ext cx="2338272" cy="4310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0000"/>
                        </a:lnSpc>
                      </a:pPr>
                      <a:r>
                        <a:rPr kumimoji="1" lang="en-US" altLang="zh-CN" sz="1000" dirty="0">
                          <a:solidFill>
                            <a:schemeClr val="tx1"/>
                          </a:solidFill>
                        </a:rPr>
                        <a:t>Theme color makes PPT more convenient to change.</a:t>
                      </a:r>
                    </a:p>
                  </p:txBody>
                </p:sp>
              </p:grpSp>
            </p:grpSp>
            <p:grpSp>
              <p:nvGrpSpPr>
                <p:cNvPr id="33" name="ïŝľïḑè">
                  <a:extLst>
                    <a:ext uri="{FF2B5EF4-FFF2-40B4-BE49-F238E27FC236}">
                      <a16:creationId xmlns:a16="http://schemas.microsoft.com/office/drawing/2014/main" id="{3D80C2EE-76B9-8F1E-E1E3-E053884B674D}"/>
                    </a:ext>
                  </a:extLst>
                </p:cNvPr>
                <p:cNvGrpSpPr>
                  <a:grpSpLocks/>
                </p:cNvGrpSpPr>
                <p:nvPr/>
              </p:nvGrpSpPr>
              <p:grpSpPr>
                <a:xfrm>
                  <a:off x="5825999" y="3429000"/>
                  <a:ext cx="540000" cy="540000"/>
                  <a:chOff x="4584079" y="5599496"/>
                  <a:chExt cx="540000" cy="540000"/>
                </a:xfrm>
              </p:grpSpPr>
              <p:sp>
                <p:nvSpPr>
                  <p:cNvPr id="34" name="îşḷïḓé">
                    <a:extLst>
                      <a:ext uri="{FF2B5EF4-FFF2-40B4-BE49-F238E27FC236}">
                        <a16:creationId xmlns:a16="http://schemas.microsoft.com/office/drawing/2014/main" id="{5B666E6F-ADD8-E4BF-8CA8-359755123A3D}"/>
                      </a:ext>
                    </a:extLst>
                  </p:cNvPr>
                  <p:cNvSpPr txBox="1"/>
                  <p:nvPr/>
                </p:nvSpPr>
                <p:spPr>
                  <a:xfrm>
                    <a:off x="4584079" y="5599496"/>
                    <a:ext cx="540000" cy="540000"/>
                  </a:xfrm>
                  <a:prstGeom prst="ellipse">
                    <a:avLst/>
                  </a:prstGeom>
                  <a:solidFill>
                    <a:schemeClr val="accent1"/>
                  </a:solidFill>
                </p:spPr>
                <p:txBody>
                  <a:bodyPr wrap="none" lIns="108000" tIns="108000" rIns="108000" bIns="10800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kumimoji="1" lang="zh-CN" altLang="en-US" sz="2000" b="1" dirty="0">
                      <a:noFill/>
                    </a:endParaRPr>
                  </a:p>
                </p:txBody>
              </p:sp>
              <p:sp>
                <p:nvSpPr>
                  <p:cNvPr id="35" name="î$lîďè">
                    <a:extLst>
                      <a:ext uri="{FF2B5EF4-FFF2-40B4-BE49-F238E27FC236}">
                        <a16:creationId xmlns:a16="http://schemas.microsoft.com/office/drawing/2014/main" id="{3A4E8BDB-0373-2801-9DC0-1524A896FB39}"/>
                      </a:ext>
                    </a:extLst>
                  </p:cNvPr>
                  <p:cNvSpPr/>
                  <p:nvPr/>
                </p:nvSpPr>
                <p:spPr>
                  <a:xfrm>
                    <a:off x="4716376" y="5766219"/>
                    <a:ext cx="275406" cy="206554"/>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133 w 533400"/>
                      <a:gd name="connsiteY9" fmla="*/ 198741 h 400050"/>
                      <a:gd name="connsiteX10" fmla="*/ 351128 w 533400"/>
                      <a:gd name="connsiteY10" fmla="*/ 204456 h 400050"/>
                      <a:gd name="connsiteX11" fmla="*/ 351128 w 533400"/>
                      <a:gd name="connsiteY11" fmla="*/ 204456 h 400050"/>
                      <a:gd name="connsiteX12" fmla="*/ 267308 w 533400"/>
                      <a:gd name="connsiteY12" fmla="*/ 315899 h 400050"/>
                      <a:gd name="connsiteX13" fmla="*/ 264451 w 533400"/>
                      <a:gd name="connsiteY13" fmla="*/ 318756 h 400050"/>
                      <a:gd name="connsiteX14" fmla="*/ 224446 w 533400"/>
                      <a:gd name="connsiteY14" fmla="*/ 318756 h 400050"/>
                      <a:gd name="connsiteX15" fmla="*/ 224446 w 533400"/>
                      <a:gd name="connsiteY15" fmla="*/ 318756 h 400050"/>
                      <a:gd name="connsiteX16" fmla="*/ 162533 w 533400"/>
                      <a:gd name="connsiteY16" fmla="*/ 257796 h 400050"/>
                      <a:gd name="connsiteX17" fmla="*/ 160628 w 533400"/>
                      <a:gd name="connsiteY17" fmla="*/ 255891 h 400050"/>
                      <a:gd name="connsiteX18" fmla="*/ 120623 w 533400"/>
                      <a:gd name="connsiteY18" fmla="*/ 259701 h 400050"/>
                      <a:gd name="connsiteX19" fmla="*/ 120623 w 533400"/>
                      <a:gd name="connsiteY19" fmla="*/ 259701 h 400050"/>
                      <a:gd name="connsiteX20" fmla="*/ 32993 w 533400"/>
                      <a:gd name="connsiteY20" fmla="*/ 366381 h 400050"/>
                      <a:gd name="connsiteX21" fmla="*/ 31088 w 533400"/>
                      <a:gd name="connsiteY21" fmla="*/ 372096 h 400050"/>
                      <a:gd name="connsiteX22" fmla="*/ 40613 w 533400"/>
                      <a:gd name="connsiteY22" fmla="*/ 381621 h 400050"/>
                      <a:gd name="connsiteX23" fmla="*/ 40613 w 533400"/>
                      <a:gd name="connsiteY23" fmla="*/ 381621 h 400050"/>
                      <a:gd name="connsiteX24" fmla="*/ 497813 w 533400"/>
                      <a:gd name="connsiteY24" fmla="*/ 381621 h 400050"/>
                      <a:gd name="connsiteX25" fmla="*/ 503528 w 533400"/>
                      <a:gd name="connsiteY25" fmla="*/ 379716 h 400050"/>
                      <a:gd name="connsiteX26" fmla="*/ 506386 w 533400"/>
                      <a:gd name="connsiteY26" fmla="*/ 366381 h 400050"/>
                      <a:gd name="connsiteX27" fmla="*/ 506386 w 533400"/>
                      <a:gd name="connsiteY27" fmla="*/ 366381 h 400050"/>
                      <a:gd name="connsiteX28" fmla="*/ 398753 w 533400"/>
                      <a:gd name="connsiteY28" fmla="*/ 205409 h 400050"/>
                      <a:gd name="connsiteX29" fmla="*/ 391133 w 533400"/>
                      <a:gd name="connsiteY29" fmla="*/ 198741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626" y="621"/>
                          <a:pt x="534008" y="13004"/>
                          <a:pt x="534008" y="29196"/>
                        </a:cubicBezTo>
                        <a:lnTo>
                          <a:pt x="534008" y="372096"/>
                        </a:lnTo>
                        <a:cubicBezTo>
                          <a:pt x="534008" y="388289"/>
                          <a:pt x="521626" y="400671"/>
                          <a:pt x="505433" y="400671"/>
                        </a:cubicBezTo>
                        <a:lnTo>
                          <a:pt x="29183" y="400671"/>
                        </a:lnTo>
                        <a:cubicBezTo>
                          <a:pt x="12990" y="400671"/>
                          <a:pt x="608" y="388289"/>
                          <a:pt x="608" y="372096"/>
                        </a:cubicBezTo>
                        <a:lnTo>
                          <a:pt x="608" y="29196"/>
                        </a:lnTo>
                        <a:cubicBezTo>
                          <a:pt x="608" y="13004"/>
                          <a:pt x="12990" y="621"/>
                          <a:pt x="29183" y="621"/>
                        </a:cubicBezTo>
                        <a:lnTo>
                          <a:pt x="505433" y="621"/>
                        </a:lnTo>
                        <a:close/>
                        <a:moveTo>
                          <a:pt x="391133" y="198741"/>
                        </a:moveTo>
                        <a:cubicBezTo>
                          <a:pt x="378751" y="189216"/>
                          <a:pt x="360653" y="192074"/>
                          <a:pt x="351128" y="204456"/>
                        </a:cubicBezTo>
                        <a:lnTo>
                          <a:pt x="351128" y="204456"/>
                        </a:lnTo>
                        <a:lnTo>
                          <a:pt x="267308" y="315899"/>
                        </a:lnTo>
                        <a:cubicBezTo>
                          <a:pt x="266355" y="316851"/>
                          <a:pt x="265403" y="317804"/>
                          <a:pt x="264451" y="318756"/>
                        </a:cubicBezTo>
                        <a:cubicBezTo>
                          <a:pt x="253021" y="330186"/>
                          <a:pt x="234923" y="330186"/>
                          <a:pt x="224446" y="318756"/>
                        </a:cubicBezTo>
                        <a:lnTo>
                          <a:pt x="224446" y="318756"/>
                        </a:lnTo>
                        <a:lnTo>
                          <a:pt x="162533" y="257796"/>
                        </a:lnTo>
                        <a:cubicBezTo>
                          <a:pt x="161580" y="256844"/>
                          <a:pt x="161580" y="256844"/>
                          <a:pt x="160628" y="255891"/>
                        </a:cubicBezTo>
                        <a:cubicBezTo>
                          <a:pt x="148246" y="245414"/>
                          <a:pt x="130148" y="247319"/>
                          <a:pt x="120623" y="259701"/>
                        </a:cubicBezTo>
                        <a:lnTo>
                          <a:pt x="120623" y="259701"/>
                        </a:lnTo>
                        <a:lnTo>
                          <a:pt x="32993" y="366381"/>
                        </a:lnTo>
                        <a:cubicBezTo>
                          <a:pt x="32040" y="368286"/>
                          <a:pt x="31088" y="370191"/>
                          <a:pt x="31088" y="372096"/>
                        </a:cubicBezTo>
                        <a:cubicBezTo>
                          <a:pt x="31088" y="377811"/>
                          <a:pt x="34898" y="381621"/>
                          <a:pt x="40613" y="381621"/>
                        </a:cubicBezTo>
                        <a:lnTo>
                          <a:pt x="40613" y="381621"/>
                        </a:lnTo>
                        <a:lnTo>
                          <a:pt x="497813" y="381621"/>
                        </a:lnTo>
                        <a:cubicBezTo>
                          <a:pt x="499718" y="381621"/>
                          <a:pt x="501623" y="380669"/>
                          <a:pt x="503528" y="379716"/>
                        </a:cubicBezTo>
                        <a:cubicBezTo>
                          <a:pt x="508290" y="376859"/>
                          <a:pt x="509243" y="371144"/>
                          <a:pt x="506386" y="366381"/>
                        </a:cubicBezTo>
                        <a:lnTo>
                          <a:pt x="506386" y="366381"/>
                        </a:lnTo>
                        <a:lnTo>
                          <a:pt x="398753" y="205409"/>
                        </a:lnTo>
                        <a:cubicBezTo>
                          <a:pt x="395896" y="202551"/>
                          <a:pt x="393990" y="200646"/>
                          <a:pt x="391133" y="198741"/>
                        </a:cubicBezTo>
                        <a:close/>
                        <a:moveTo>
                          <a:pt x="95858" y="57771"/>
                        </a:moveTo>
                        <a:cubicBezTo>
                          <a:pt x="74903" y="57771"/>
                          <a:pt x="57758" y="74916"/>
                          <a:pt x="57758" y="95871"/>
                        </a:cubicBezTo>
                        <a:cubicBezTo>
                          <a:pt x="57758" y="116826"/>
                          <a:pt x="74903" y="133971"/>
                          <a:pt x="95858" y="133971"/>
                        </a:cubicBezTo>
                        <a:cubicBezTo>
                          <a:pt x="116813" y="133971"/>
                          <a:pt x="133958" y="116826"/>
                          <a:pt x="133958" y="95871"/>
                        </a:cubicBezTo>
                        <a:cubicBezTo>
                          <a:pt x="133958" y="74916"/>
                          <a:pt x="116813" y="57771"/>
                          <a:pt x="95858" y="57771"/>
                        </a:cubicBez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nvGrpSpPr>
            <p:cNvPr id="8" name="ïśḷïḋé">
              <a:extLst>
                <a:ext uri="{FF2B5EF4-FFF2-40B4-BE49-F238E27FC236}">
                  <a16:creationId xmlns:a16="http://schemas.microsoft.com/office/drawing/2014/main" id="{90EE4511-6056-8A48-9966-035A5AC51392}"/>
                </a:ext>
              </a:extLst>
            </p:cNvPr>
            <p:cNvGrpSpPr/>
            <p:nvPr/>
          </p:nvGrpSpPr>
          <p:grpSpPr>
            <a:xfrm>
              <a:off x="0" y="3429000"/>
              <a:ext cx="4271264" cy="2030905"/>
              <a:chOff x="0" y="3429000"/>
              <a:chExt cx="4271264" cy="2030905"/>
            </a:xfrm>
          </p:grpSpPr>
          <p:cxnSp>
            <p:nvCxnSpPr>
              <p:cNvPr id="20" name="ïś1îḋé">
                <a:extLst>
                  <a:ext uri="{FF2B5EF4-FFF2-40B4-BE49-F238E27FC236}">
                    <a16:creationId xmlns:a16="http://schemas.microsoft.com/office/drawing/2014/main" id="{CABE229D-B5BE-1E46-2F98-906910A9390B}"/>
                  </a:ext>
                </a:extLst>
              </p:cNvPr>
              <p:cNvCxnSpPr>
                <a:cxnSpLocks/>
              </p:cNvCxnSpPr>
              <p:nvPr/>
            </p:nvCxnSpPr>
            <p:spPr>
              <a:xfrm>
                <a:off x="0" y="3705120"/>
                <a:ext cx="4271264" cy="0"/>
              </a:xfrm>
              <a:prstGeom prst="straightConnector1">
                <a:avLst/>
              </a:prstGeom>
              <a:ln w="15875">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21" name="işḻiḋê">
                <a:extLst>
                  <a:ext uri="{FF2B5EF4-FFF2-40B4-BE49-F238E27FC236}">
                    <a16:creationId xmlns:a16="http://schemas.microsoft.com/office/drawing/2014/main" id="{F70C88E6-BEDD-7C44-F6E3-B190645708A8}"/>
                  </a:ext>
                </a:extLst>
              </p:cNvPr>
              <p:cNvGrpSpPr/>
              <p:nvPr/>
            </p:nvGrpSpPr>
            <p:grpSpPr>
              <a:xfrm>
                <a:off x="1132903" y="3429000"/>
                <a:ext cx="2665857" cy="2030905"/>
                <a:chOff x="1132903" y="3429000"/>
                <a:chExt cx="2665857" cy="2030905"/>
              </a:xfrm>
            </p:grpSpPr>
            <p:grpSp>
              <p:nvGrpSpPr>
                <p:cNvPr id="22" name="íš1ïḓê">
                  <a:extLst>
                    <a:ext uri="{FF2B5EF4-FFF2-40B4-BE49-F238E27FC236}">
                      <a16:creationId xmlns:a16="http://schemas.microsoft.com/office/drawing/2014/main" id="{14E3A56D-BDC8-0C8D-1006-CFE91CD4B8AD}"/>
                    </a:ext>
                  </a:extLst>
                </p:cNvPr>
                <p:cNvGrpSpPr/>
                <p:nvPr/>
              </p:nvGrpSpPr>
              <p:grpSpPr>
                <a:xfrm>
                  <a:off x="1132903" y="4268845"/>
                  <a:ext cx="2665857" cy="1191060"/>
                  <a:chOff x="5867372" y="1574047"/>
                  <a:chExt cx="2286000" cy="1191060"/>
                </a:xfrm>
              </p:grpSpPr>
              <p:sp>
                <p:nvSpPr>
                  <p:cNvPr id="26" name="îsļîḓe">
                    <a:extLst>
                      <a:ext uri="{FF2B5EF4-FFF2-40B4-BE49-F238E27FC236}">
                        <a16:creationId xmlns:a16="http://schemas.microsoft.com/office/drawing/2014/main" id="{CDEB9309-3E7B-BB6A-E9CF-B60AB774525A}"/>
                      </a:ext>
                    </a:extLst>
                  </p:cNvPr>
                  <p:cNvSpPr/>
                  <p:nvPr/>
                </p:nvSpPr>
                <p:spPr>
                  <a:xfrm>
                    <a:off x="5867372" y="1574047"/>
                    <a:ext cx="2286000" cy="1191060"/>
                  </a:xfrm>
                  <a:prstGeom prst="roundRect">
                    <a:avLst>
                      <a:gd name="adj" fmla="val 10000"/>
                    </a:avLst>
                  </a:prstGeom>
                  <a:solidFill>
                    <a:schemeClr val="tx1">
                      <a:lumMod val="25000"/>
                      <a:lumOff val="75000"/>
                      <a:alpha val="20000"/>
                    </a:schemeClr>
                  </a:solidFill>
                  <a:ln w="6055" cap="flat">
                    <a:noFill/>
                    <a:prstDash val="solid"/>
                    <a:miter/>
                  </a:ln>
                </p:spPr>
                <p:txBody>
                  <a:bodyPr rtlCol="0" anchor="ctr"/>
                  <a:lstStyle/>
                  <a:p>
                    <a:endParaRPr lang="zh-CN" altLang="en-US"/>
                  </a:p>
                </p:txBody>
              </p:sp>
              <p:grpSp>
                <p:nvGrpSpPr>
                  <p:cNvPr id="27" name="ïṡ1ídé">
                    <a:extLst>
                      <a:ext uri="{FF2B5EF4-FFF2-40B4-BE49-F238E27FC236}">
                        <a16:creationId xmlns:a16="http://schemas.microsoft.com/office/drawing/2014/main" id="{00C0034F-7E37-5A58-1B24-ED7E350F9692}"/>
                      </a:ext>
                    </a:extLst>
                  </p:cNvPr>
                  <p:cNvGrpSpPr>
                    <a:grpSpLocks/>
                  </p:cNvGrpSpPr>
                  <p:nvPr/>
                </p:nvGrpSpPr>
                <p:grpSpPr>
                  <a:xfrm>
                    <a:off x="6025776" y="1677342"/>
                    <a:ext cx="1969192" cy="1019474"/>
                    <a:chOff x="7119256" y="4816418"/>
                    <a:chExt cx="2338272" cy="735604"/>
                  </a:xfrm>
                  <a:noFill/>
                </p:grpSpPr>
                <p:sp>
                  <p:nvSpPr>
                    <p:cNvPr id="28" name="ïSľîďe">
                      <a:extLst>
                        <a:ext uri="{FF2B5EF4-FFF2-40B4-BE49-F238E27FC236}">
                          <a16:creationId xmlns:a16="http://schemas.microsoft.com/office/drawing/2014/main" id="{DC1AFB31-1EE2-8BD9-C307-A67FD7935F60}"/>
                        </a:ext>
                      </a:extLst>
                    </p:cNvPr>
                    <p:cNvSpPr/>
                    <p:nvPr/>
                  </p:nvSpPr>
                  <p:spPr>
                    <a:xfrm>
                      <a:off x="7119256" y="4816418"/>
                      <a:ext cx="2338272" cy="30880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1600" b="1" dirty="0">
                          <a:solidFill>
                            <a:schemeClr val="tx1"/>
                          </a:solidFill>
                        </a:rPr>
                        <a:t>Text</a:t>
                      </a:r>
                      <a:r>
                        <a:rPr kumimoji="1" lang="zh-CN" altLang="en-US" sz="1600" b="1" dirty="0">
                          <a:solidFill>
                            <a:schemeClr val="tx1"/>
                          </a:solidFill>
                        </a:rPr>
                        <a:t> </a:t>
                      </a:r>
                      <a:r>
                        <a:rPr kumimoji="1" lang="en-US" altLang="zh-CN" sz="1600" b="1" dirty="0">
                          <a:solidFill>
                            <a:schemeClr val="tx1"/>
                          </a:solidFill>
                        </a:rPr>
                        <a:t>here</a:t>
                      </a:r>
                    </a:p>
                  </p:txBody>
                </p:sp>
                <p:sp>
                  <p:nvSpPr>
                    <p:cNvPr id="29" name="íşḷiḓê">
                      <a:extLst>
                        <a:ext uri="{FF2B5EF4-FFF2-40B4-BE49-F238E27FC236}">
                          <a16:creationId xmlns:a16="http://schemas.microsoft.com/office/drawing/2014/main" id="{2AD55971-21D2-0E66-39E1-0C537505F923}"/>
                        </a:ext>
                      </a:extLst>
                    </p:cNvPr>
                    <p:cNvSpPr/>
                    <p:nvPr/>
                  </p:nvSpPr>
                  <p:spPr>
                    <a:xfrm>
                      <a:off x="7119256" y="5120981"/>
                      <a:ext cx="2338272" cy="4310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0000"/>
                        </a:lnSpc>
                      </a:pPr>
                      <a:r>
                        <a:rPr kumimoji="1" lang="en-US" altLang="zh-CN" sz="1000" dirty="0">
                          <a:solidFill>
                            <a:schemeClr val="tx1"/>
                          </a:solidFill>
                        </a:rPr>
                        <a:t>Theme color makes PPT more convenient to change.</a:t>
                      </a:r>
                    </a:p>
                  </p:txBody>
                </p:sp>
              </p:grpSp>
            </p:grpSp>
            <p:grpSp>
              <p:nvGrpSpPr>
                <p:cNvPr id="23" name="îṩḻîḍe">
                  <a:extLst>
                    <a:ext uri="{FF2B5EF4-FFF2-40B4-BE49-F238E27FC236}">
                      <a16:creationId xmlns:a16="http://schemas.microsoft.com/office/drawing/2014/main" id="{0B92F5F2-1858-EA96-CBCF-6BDF8B089141}"/>
                    </a:ext>
                  </a:extLst>
                </p:cNvPr>
                <p:cNvGrpSpPr/>
                <p:nvPr/>
              </p:nvGrpSpPr>
              <p:grpSpPr>
                <a:xfrm>
                  <a:off x="2195831" y="3429000"/>
                  <a:ext cx="540000" cy="540000"/>
                  <a:chOff x="6096000" y="3294813"/>
                  <a:chExt cx="540000" cy="540000"/>
                </a:xfrm>
              </p:grpSpPr>
              <p:sp>
                <p:nvSpPr>
                  <p:cNvPr id="24" name="işļïde">
                    <a:extLst>
                      <a:ext uri="{FF2B5EF4-FFF2-40B4-BE49-F238E27FC236}">
                        <a16:creationId xmlns:a16="http://schemas.microsoft.com/office/drawing/2014/main" id="{1B8E54A6-95AD-75FF-F824-C3DBCF8AA3FE}"/>
                      </a:ext>
                    </a:extLst>
                  </p:cNvPr>
                  <p:cNvSpPr txBox="1"/>
                  <p:nvPr/>
                </p:nvSpPr>
                <p:spPr>
                  <a:xfrm>
                    <a:off x="6096000" y="3294813"/>
                    <a:ext cx="540000" cy="540000"/>
                  </a:xfrm>
                  <a:prstGeom prst="ellipse">
                    <a:avLst/>
                  </a:prstGeom>
                  <a:solidFill>
                    <a:schemeClr val="accent1"/>
                  </a:solidFill>
                </p:spPr>
                <p:txBody>
                  <a:bodyPr wrap="none" lIns="108000" tIns="108000" rIns="108000" bIns="108000" rtlCol="0" anchor="ctr" anchorCtr="0">
                    <a:noAutofit/>
                  </a:bodyPr>
                  <a:lstStyle/>
                  <a:p>
                    <a:pPr algn="ctr"/>
                    <a:endParaRPr kumimoji="1" lang="zh-CN" altLang="en-US" sz="2000" b="1" dirty="0">
                      <a:noFill/>
                    </a:endParaRPr>
                  </a:p>
                </p:txBody>
              </p:sp>
              <p:sp>
                <p:nvSpPr>
                  <p:cNvPr id="25" name="iśľïḓê">
                    <a:extLst>
                      <a:ext uri="{FF2B5EF4-FFF2-40B4-BE49-F238E27FC236}">
                        <a16:creationId xmlns:a16="http://schemas.microsoft.com/office/drawing/2014/main" id="{1D24EF61-641E-D4B8-C9BB-3E6024112D36}"/>
                      </a:ext>
                    </a:extLst>
                  </p:cNvPr>
                  <p:cNvSpPr/>
                  <p:nvPr/>
                </p:nvSpPr>
                <p:spPr>
                  <a:xfrm>
                    <a:off x="6252886" y="3427110"/>
                    <a:ext cx="226228" cy="275406"/>
                  </a:xfrm>
                  <a:custGeom>
                    <a:avLst/>
                    <a:gdLst>
                      <a:gd name="connsiteX0" fmla="*/ 284197 w 438150"/>
                      <a:gd name="connsiteY0" fmla="*/ 621 h 533400"/>
                      <a:gd name="connsiteX1" fmla="*/ 286102 w 438150"/>
                      <a:gd name="connsiteY1" fmla="*/ 621 h 533400"/>
                      <a:gd name="connsiteX2" fmla="*/ 286102 w 438150"/>
                      <a:gd name="connsiteY2" fmla="*/ 124446 h 533400"/>
                      <a:gd name="connsiteX3" fmla="*/ 286102 w 438150"/>
                      <a:gd name="connsiteY3" fmla="*/ 126351 h 533400"/>
                      <a:gd name="connsiteX4" fmla="*/ 314677 w 438150"/>
                      <a:gd name="connsiteY4" fmla="*/ 153021 h 533400"/>
                      <a:gd name="connsiteX5" fmla="*/ 314677 w 438150"/>
                      <a:gd name="connsiteY5" fmla="*/ 153021 h 533400"/>
                      <a:gd name="connsiteX6" fmla="*/ 438502 w 438150"/>
                      <a:gd name="connsiteY6" fmla="*/ 153021 h 533400"/>
                      <a:gd name="connsiteX7" fmla="*/ 438502 w 438150"/>
                      <a:gd name="connsiteY7" fmla="*/ 154926 h 533400"/>
                      <a:gd name="connsiteX8" fmla="*/ 438502 w 438150"/>
                      <a:gd name="connsiteY8" fmla="*/ 505446 h 533400"/>
                      <a:gd name="connsiteX9" fmla="*/ 409927 w 438150"/>
                      <a:gd name="connsiteY9" fmla="*/ 534021 h 533400"/>
                      <a:gd name="connsiteX10" fmla="*/ 28927 w 438150"/>
                      <a:gd name="connsiteY10" fmla="*/ 534021 h 533400"/>
                      <a:gd name="connsiteX11" fmla="*/ 352 w 438150"/>
                      <a:gd name="connsiteY11" fmla="*/ 505446 h 533400"/>
                      <a:gd name="connsiteX12" fmla="*/ 352 w 438150"/>
                      <a:gd name="connsiteY12" fmla="*/ 29196 h 533400"/>
                      <a:gd name="connsiteX13" fmla="*/ 28927 w 438150"/>
                      <a:gd name="connsiteY13" fmla="*/ 621 h 533400"/>
                      <a:gd name="connsiteX14" fmla="*/ 284197 w 438150"/>
                      <a:gd name="connsiteY14" fmla="*/ 621 h 533400"/>
                      <a:gd name="connsiteX15" fmla="*/ 248002 w 438150"/>
                      <a:gd name="connsiteY15" fmla="*/ 200646 h 533400"/>
                      <a:gd name="connsiteX16" fmla="*/ 152752 w 438150"/>
                      <a:gd name="connsiteY16" fmla="*/ 200646 h 533400"/>
                      <a:gd name="connsiteX17" fmla="*/ 152752 w 438150"/>
                      <a:gd name="connsiteY17" fmla="*/ 410196 h 533400"/>
                      <a:gd name="connsiteX18" fmla="*/ 171802 w 438150"/>
                      <a:gd name="connsiteY18" fmla="*/ 410196 h 533400"/>
                      <a:gd name="connsiteX19" fmla="*/ 171802 w 438150"/>
                      <a:gd name="connsiteY19" fmla="*/ 314946 h 533400"/>
                      <a:gd name="connsiteX20" fmla="*/ 248002 w 438150"/>
                      <a:gd name="connsiteY20" fmla="*/ 314946 h 533400"/>
                      <a:gd name="connsiteX21" fmla="*/ 249907 w 438150"/>
                      <a:gd name="connsiteY21" fmla="*/ 314946 h 533400"/>
                      <a:gd name="connsiteX22" fmla="*/ 305152 w 438150"/>
                      <a:gd name="connsiteY22" fmla="*/ 257796 h 533400"/>
                      <a:gd name="connsiteX23" fmla="*/ 248002 w 438150"/>
                      <a:gd name="connsiteY23" fmla="*/ 200646 h 533400"/>
                      <a:gd name="connsiteX24" fmla="*/ 248002 w 438150"/>
                      <a:gd name="connsiteY24" fmla="*/ 200646 h 533400"/>
                      <a:gd name="connsiteX25" fmla="*/ 248002 w 438150"/>
                      <a:gd name="connsiteY25" fmla="*/ 219696 h 533400"/>
                      <a:gd name="connsiteX26" fmla="*/ 286102 w 438150"/>
                      <a:gd name="connsiteY26" fmla="*/ 257796 h 533400"/>
                      <a:gd name="connsiteX27" fmla="*/ 248002 w 438150"/>
                      <a:gd name="connsiteY27" fmla="*/ 295896 h 533400"/>
                      <a:gd name="connsiteX28" fmla="*/ 248002 w 438150"/>
                      <a:gd name="connsiteY28" fmla="*/ 295896 h 533400"/>
                      <a:gd name="connsiteX29" fmla="*/ 171802 w 438150"/>
                      <a:gd name="connsiteY29" fmla="*/ 295896 h 533400"/>
                      <a:gd name="connsiteX30" fmla="*/ 171802 w 438150"/>
                      <a:gd name="connsiteY30" fmla="*/ 219696 h 533400"/>
                      <a:gd name="connsiteX31" fmla="*/ 248002 w 438150"/>
                      <a:gd name="connsiteY31" fmla="*/ 219696 h 533400"/>
                      <a:gd name="connsiteX32" fmla="*/ 428977 w 438150"/>
                      <a:gd name="connsiteY32" fmla="*/ 133971 h 533400"/>
                      <a:gd name="connsiteX33" fmla="*/ 314677 w 438150"/>
                      <a:gd name="connsiteY33" fmla="*/ 133971 h 533400"/>
                      <a:gd name="connsiteX34" fmla="*/ 313724 w 438150"/>
                      <a:gd name="connsiteY34" fmla="*/ 133971 h 533400"/>
                      <a:gd name="connsiteX35" fmla="*/ 305152 w 438150"/>
                      <a:gd name="connsiteY35" fmla="*/ 124446 h 533400"/>
                      <a:gd name="connsiteX36" fmla="*/ 305152 w 438150"/>
                      <a:gd name="connsiteY36" fmla="*/ 124446 h 533400"/>
                      <a:gd name="connsiteX37" fmla="*/ 305152 w 438150"/>
                      <a:gd name="connsiteY37" fmla="*/ 10146 h 533400"/>
                      <a:gd name="connsiteX38" fmla="*/ 428977 w 438150"/>
                      <a:gd name="connsiteY38"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8150" h="533400">
                        <a:moveTo>
                          <a:pt x="284197" y="621"/>
                        </a:moveTo>
                        <a:cubicBezTo>
                          <a:pt x="285149" y="621"/>
                          <a:pt x="286102" y="621"/>
                          <a:pt x="286102" y="621"/>
                        </a:cubicBezTo>
                        <a:lnTo>
                          <a:pt x="286102" y="124446"/>
                        </a:lnTo>
                        <a:lnTo>
                          <a:pt x="286102" y="126351"/>
                        </a:lnTo>
                        <a:cubicBezTo>
                          <a:pt x="287055" y="141591"/>
                          <a:pt x="299437" y="153021"/>
                          <a:pt x="314677" y="153021"/>
                        </a:cubicBezTo>
                        <a:lnTo>
                          <a:pt x="314677" y="153021"/>
                        </a:lnTo>
                        <a:lnTo>
                          <a:pt x="438502" y="153021"/>
                        </a:lnTo>
                        <a:cubicBezTo>
                          <a:pt x="438502" y="153974"/>
                          <a:pt x="438502" y="154926"/>
                          <a:pt x="438502" y="154926"/>
                        </a:cubicBezTo>
                        <a:lnTo>
                          <a:pt x="438502" y="505446"/>
                        </a:lnTo>
                        <a:cubicBezTo>
                          <a:pt x="438502" y="521639"/>
                          <a:pt x="426120" y="534021"/>
                          <a:pt x="409927" y="534021"/>
                        </a:cubicBezTo>
                        <a:lnTo>
                          <a:pt x="28927" y="534021"/>
                        </a:lnTo>
                        <a:cubicBezTo>
                          <a:pt x="12734" y="534021"/>
                          <a:pt x="352" y="521639"/>
                          <a:pt x="352" y="505446"/>
                        </a:cubicBezTo>
                        <a:lnTo>
                          <a:pt x="352" y="29196"/>
                        </a:lnTo>
                        <a:cubicBezTo>
                          <a:pt x="352" y="13004"/>
                          <a:pt x="12734" y="621"/>
                          <a:pt x="28927" y="621"/>
                        </a:cubicBezTo>
                        <a:lnTo>
                          <a:pt x="284197" y="621"/>
                        </a:lnTo>
                        <a:close/>
                        <a:moveTo>
                          <a:pt x="248002" y="200646"/>
                        </a:moveTo>
                        <a:lnTo>
                          <a:pt x="152752" y="200646"/>
                        </a:lnTo>
                        <a:lnTo>
                          <a:pt x="152752" y="410196"/>
                        </a:lnTo>
                        <a:lnTo>
                          <a:pt x="171802" y="410196"/>
                        </a:lnTo>
                        <a:lnTo>
                          <a:pt x="171802" y="314946"/>
                        </a:lnTo>
                        <a:lnTo>
                          <a:pt x="248002" y="314946"/>
                        </a:lnTo>
                        <a:lnTo>
                          <a:pt x="249907" y="314946"/>
                        </a:lnTo>
                        <a:cubicBezTo>
                          <a:pt x="280387" y="313994"/>
                          <a:pt x="305152" y="288276"/>
                          <a:pt x="305152" y="257796"/>
                        </a:cubicBezTo>
                        <a:cubicBezTo>
                          <a:pt x="305152" y="226364"/>
                          <a:pt x="279434" y="200646"/>
                          <a:pt x="248002" y="200646"/>
                        </a:cubicBezTo>
                        <a:lnTo>
                          <a:pt x="248002" y="200646"/>
                        </a:lnTo>
                        <a:close/>
                        <a:moveTo>
                          <a:pt x="248002" y="219696"/>
                        </a:moveTo>
                        <a:cubicBezTo>
                          <a:pt x="268957" y="219696"/>
                          <a:pt x="286102" y="236841"/>
                          <a:pt x="286102" y="257796"/>
                        </a:cubicBezTo>
                        <a:cubicBezTo>
                          <a:pt x="286102" y="278751"/>
                          <a:pt x="268957" y="295896"/>
                          <a:pt x="248002" y="295896"/>
                        </a:cubicBezTo>
                        <a:lnTo>
                          <a:pt x="248002" y="295896"/>
                        </a:lnTo>
                        <a:lnTo>
                          <a:pt x="171802" y="295896"/>
                        </a:lnTo>
                        <a:lnTo>
                          <a:pt x="171802" y="219696"/>
                        </a:lnTo>
                        <a:lnTo>
                          <a:pt x="248002" y="219696"/>
                        </a:lnTo>
                        <a:close/>
                        <a:moveTo>
                          <a:pt x="428977" y="133971"/>
                        </a:moveTo>
                        <a:lnTo>
                          <a:pt x="314677" y="133971"/>
                        </a:lnTo>
                        <a:lnTo>
                          <a:pt x="313724" y="133971"/>
                        </a:lnTo>
                        <a:cubicBezTo>
                          <a:pt x="308962" y="133019"/>
                          <a:pt x="305152" y="129209"/>
                          <a:pt x="305152" y="124446"/>
                        </a:cubicBezTo>
                        <a:lnTo>
                          <a:pt x="305152" y="124446"/>
                        </a:lnTo>
                        <a:lnTo>
                          <a:pt x="305152" y="10146"/>
                        </a:lnTo>
                        <a:lnTo>
                          <a:pt x="428977" y="133971"/>
                        </a:ln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nvGrpSpPr>
            <p:cNvPr id="9" name="îšḻiḋè">
              <a:extLst>
                <a:ext uri="{FF2B5EF4-FFF2-40B4-BE49-F238E27FC236}">
                  <a16:creationId xmlns:a16="http://schemas.microsoft.com/office/drawing/2014/main" id="{67CF9298-E7CD-AB26-0C1A-D823BE53323A}"/>
                </a:ext>
              </a:extLst>
            </p:cNvPr>
            <p:cNvGrpSpPr/>
            <p:nvPr/>
          </p:nvGrpSpPr>
          <p:grpSpPr>
            <a:xfrm>
              <a:off x="7908036" y="3429000"/>
              <a:ext cx="4283964" cy="2030905"/>
              <a:chOff x="7908036" y="3429000"/>
              <a:chExt cx="4283964" cy="2030905"/>
            </a:xfrm>
          </p:grpSpPr>
          <p:cxnSp>
            <p:nvCxnSpPr>
              <p:cNvPr id="10" name="íŝ1ïḍé">
                <a:extLst>
                  <a:ext uri="{FF2B5EF4-FFF2-40B4-BE49-F238E27FC236}">
                    <a16:creationId xmlns:a16="http://schemas.microsoft.com/office/drawing/2014/main" id="{571EBBF8-4641-D5BF-80E3-37E0AA3F4110}"/>
                  </a:ext>
                </a:extLst>
              </p:cNvPr>
              <p:cNvCxnSpPr>
                <a:cxnSpLocks/>
              </p:cNvCxnSpPr>
              <p:nvPr/>
            </p:nvCxnSpPr>
            <p:spPr>
              <a:xfrm>
                <a:off x="7908036" y="3705120"/>
                <a:ext cx="4283964" cy="0"/>
              </a:xfrm>
              <a:prstGeom prst="straightConnector1">
                <a:avLst/>
              </a:prstGeom>
              <a:ln w="15875">
                <a:solidFill>
                  <a:schemeClr val="tx1">
                    <a:lumMod val="50000"/>
                    <a:lumOff val="50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11" name="íṥľïďè">
                <a:extLst>
                  <a:ext uri="{FF2B5EF4-FFF2-40B4-BE49-F238E27FC236}">
                    <a16:creationId xmlns:a16="http://schemas.microsoft.com/office/drawing/2014/main" id="{5CFE0565-521B-F69C-EFE0-57AA9A9D8401}"/>
                  </a:ext>
                </a:extLst>
              </p:cNvPr>
              <p:cNvGrpSpPr/>
              <p:nvPr/>
            </p:nvGrpSpPr>
            <p:grpSpPr>
              <a:xfrm>
                <a:off x="8380539" y="3429000"/>
                <a:ext cx="2665857" cy="2030905"/>
                <a:chOff x="8380539" y="3429000"/>
                <a:chExt cx="2665857" cy="2030905"/>
              </a:xfrm>
            </p:grpSpPr>
            <p:grpSp>
              <p:nvGrpSpPr>
                <p:cNvPr id="12" name="íṡ1ïḋe">
                  <a:extLst>
                    <a:ext uri="{FF2B5EF4-FFF2-40B4-BE49-F238E27FC236}">
                      <a16:creationId xmlns:a16="http://schemas.microsoft.com/office/drawing/2014/main" id="{A3EB72D7-3D08-BA50-686C-A93537983249}"/>
                    </a:ext>
                  </a:extLst>
                </p:cNvPr>
                <p:cNvGrpSpPr/>
                <p:nvPr/>
              </p:nvGrpSpPr>
              <p:grpSpPr>
                <a:xfrm>
                  <a:off x="8380539" y="4268845"/>
                  <a:ext cx="2665857" cy="1191060"/>
                  <a:chOff x="5867372" y="1574047"/>
                  <a:chExt cx="2286000" cy="1191060"/>
                </a:xfrm>
              </p:grpSpPr>
              <p:sp>
                <p:nvSpPr>
                  <p:cNvPr id="16" name="iSḻiḑé">
                    <a:extLst>
                      <a:ext uri="{FF2B5EF4-FFF2-40B4-BE49-F238E27FC236}">
                        <a16:creationId xmlns:a16="http://schemas.microsoft.com/office/drawing/2014/main" id="{99CF4CDE-71D5-2DC3-9D03-EE7700E72D0F}"/>
                      </a:ext>
                    </a:extLst>
                  </p:cNvPr>
                  <p:cNvSpPr/>
                  <p:nvPr/>
                </p:nvSpPr>
                <p:spPr>
                  <a:xfrm>
                    <a:off x="5867372" y="1574047"/>
                    <a:ext cx="2286000" cy="1191060"/>
                  </a:xfrm>
                  <a:prstGeom prst="roundRect">
                    <a:avLst>
                      <a:gd name="adj" fmla="val 10000"/>
                    </a:avLst>
                  </a:prstGeom>
                  <a:solidFill>
                    <a:schemeClr val="tx1">
                      <a:lumMod val="25000"/>
                      <a:lumOff val="75000"/>
                      <a:alpha val="20000"/>
                    </a:schemeClr>
                  </a:solidFill>
                  <a:ln w="6055" cap="flat">
                    <a:noFill/>
                    <a:prstDash val="solid"/>
                    <a:miter/>
                  </a:ln>
                </p:spPr>
                <p:txBody>
                  <a:bodyPr rtlCol="0" anchor="ctr"/>
                  <a:lstStyle/>
                  <a:p>
                    <a:endParaRPr lang="zh-CN" altLang="en-US"/>
                  </a:p>
                </p:txBody>
              </p:sp>
              <p:grpSp>
                <p:nvGrpSpPr>
                  <p:cNvPr id="17" name="îṥlïḑê">
                    <a:extLst>
                      <a:ext uri="{FF2B5EF4-FFF2-40B4-BE49-F238E27FC236}">
                        <a16:creationId xmlns:a16="http://schemas.microsoft.com/office/drawing/2014/main" id="{73721233-224F-06AB-BEE4-8DFC7F9FD860}"/>
                      </a:ext>
                    </a:extLst>
                  </p:cNvPr>
                  <p:cNvGrpSpPr>
                    <a:grpSpLocks/>
                  </p:cNvGrpSpPr>
                  <p:nvPr/>
                </p:nvGrpSpPr>
                <p:grpSpPr>
                  <a:xfrm>
                    <a:off x="6025776" y="1677342"/>
                    <a:ext cx="1969192" cy="1019474"/>
                    <a:chOff x="7119256" y="4816418"/>
                    <a:chExt cx="2338272" cy="735604"/>
                  </a:xfrm>
                  <a:noFill/>
                </p:grpSpPr>
                <p:sp>
                  <p:nvSpPr>
                    <p:cNvPr id="18" name="ïṥlîdé">
                      <a:extLst>
                        <a:ext uri="{FF2B5EF4-FFF2-40B4-BE49-F238E27FC236}">
                          <a16:creationId xmlns:a16="http://schemas.microsoft.com/office/drawing/2014/main" id="{51CC1918-7162-524D-B92C-508762102C40}"/>
                        </a:ext>
                      </a:extLst>
                    </p:cNvPr>
                    <p:cNvSpPr/>
                    <p:nvPr/>
                  </p:nvSpPr>
                  <p:spPr>
                    <a:xfrm>
                      <a:off x="7119256" y="4816418"/>
                      <a:ext cx="2338272" cy="30880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1600" b="1" dirty="0">
                          <a:solidFill>
                            <a:schemeClr val="tx1"/>
                          </a:solidFill>
                        </a:rPr>
                        <a:t>Text</a:t>
                      </a:r>
                      <a:r>
                        <a:rPr kumimoji="1" lang="zh-CN" altLang="en-US" sz="1600" b="1" dirty="0">
                          <a:solidFill>
                            <a:schemeClr val="tx1"/>
                          </a:solidFill>
                        </a:rPr>
                        <a:t> </a:t>
                      </a:r>
                      <a:r>
                        <a:rPr kumimoji="1" lang="en-US" altLang="zh-CN" sz="1600" b="1" dirty="0">
                          <a:solidFill>
                            <a:schemeClr val="tx1"/>
                          </a:solidFill>
                        </a:rPr>
                        <a:t>here</a:t>
                      </a:r>
                    </a:p>
                  </p:txBody>
                </p:sp>
                <p:sp>
                  <p:nvSpPr>
                    <p:cNvPr id="19" name="i$ľïḍé">
                      <a:extLst>
                        <a:ext uri="{FF2B5EF4-FFF2-40B4-BE49-F238E27FC236}">
                          <a16:creationId xmlns:a16="http://schemas.microsoft.com/office/drawing/2014/main" id="{26758B57-C0F1-C217-E67C-AD1347E5C3FC}"/>
                        </a:ext>
                      </a:extLst>
                    </p:cNvPr>
                    <p:cNvSpPr/>
                    <p:nvPr/>
                  </p:nvSpPr>
                  <p:spPr>
                    <a:xfrm>
                      <a:off x="7119256" y="5120981"/>
                      <a:ext cx="2338272" cy="4310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0000"/>
                        </a:lnSpc>
                      </a:pPr>
                      <a:r>
                        <a:rPr kumimoji="1" lang="en-US" altLang="zh-CN" sz="1000" dirty="0">
                          <a:solidFill>
                            <a:schemeClr val="tx1"/>
                          </a:solidFill>
                        </a:rPr>
                        <a:t>Theme color makes PPT more convenient to change.</a:t>
                      </a:r>
                    </a:p>
                  </p:txBody>
                </p:sp>
              </p:grpSp>
            </p:grpSp>
            <p:grpSp>
              <p:nvGrpSpPr>
                <p:cNvPr id="13" name="ïṡľiḍè">
                  <a:extLst>
                    <a:ext uri="{FF2B5EF4-FFF2-40B4-BE49-F238E27FC236}">
                      <a16:creationId xmlns:a16="http://schemas.microsoft.com/office/drawing/2014/main" id="{9ADFB03B-541F-AF0A-EF01-14A3F9C03BEE}"/>
                    </a:ext>
                  </a:extLst>
                </p:cNvPr>
                <p:cNvGrpSpPr>
                  <a:grpSpLocks/>
                </p:cNvGrpSpPr>
                <p:nvPr/>
              </p:nvGrpSpPr>
              <p:grpSpPr>
                <a:xfrm>
                  <a:off x="9443467" y="3429000"/>
                  <a:ext cx="540000" cy="540000"/>
                  <a:chOff x="5460031" y="5599496"/>
                  <a:chExt cx="540000" cy="540000"/>
                </a:xfrm>
              </p:grpSpPr>
              <p:sp>
                <p:nvSpPr>
                  <p:cNvPr id="14" name="ïṥļïde">
                    <a:extLst>
                      <a:ext uri="{FF2B5EF4-FFF2-40B4-BE49-F238E27FC236}">
                        <a16:creationId xmlns:a16="http://schemas.microsoft.com/office/drawing/2014/main" id="{3D3F76A2-AF32-0784-8946-21E7AB851346}"/>
                      </a:ext>
                    </a:extLst>
                  </p:cNvPr>
                  <p:cNvSpPr txBox="1"/>
                  <p:nvPr/>
                </p:nvSpPr>
                <p:spPr>
                  <a:xfrm>
                    <a:off x="5460031" y="5599496"/>
                    <a:ext cx="540000" cy="540000"/>
                  </a:xfrm>
                  <a:prstGeom prst="ellipse">
                    <a:avLst/>
                  </a:prstGeom>
                  <a:solidFill>
                    <a:schemeClr val="accent1"/>
                  </a:solidFill>
                </p:spPr>
                <p:txBody>
                  <a:bodyPr wrap="none" lIns="108000" tIns="108000" rIns="108000" bIns="10800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kumimoji="1" lang="zh-CN" altLang="en-US" sz="2000" b="1" dirty="0">
                      <a:noFill/>
                    </a:endParaRPr>
                  </a:p>
                </p:txBody>
              </p:sp>
              <p:sp>
                <p:nvSpPr>
                  <p:cNvPr id="15" name="íslíḋê">
                    <a:extLst>
                      <a:ext uri="{FF2B5EF4-FFF2-40B4-BE49-F238E27FC236}">
                        <a16:creationId xmlns:a16="http://schemas.microsoft.com/office/drawing/2014/main" id="{F63DF749-1214-F5D9-66F0-13433B8540BB}"/>
                      </a:ext>
                    </a:extLst>
                  </p:cNvPr>
                  <p:cNvSpPr/>
                  <p:nvPr/>
                </p:nvSpPr>
                <p:spPr>
                  <a:xfrm>
                    <a:off x="5604182" y="5734497"/>
                    <a:ext cx="251698" cy="269998"/>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chemeClr val="bg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spTree>
    <p:custDataLst>
      <p:tags r:id="rId1"/>
    </p:custDataLst>
    <p:extLst>
      <p:ext uri="{BB962C8B-B14F-4D97-AF65-F5344CB8AC3E}">
        <p14:creationId xmlns:p14="http://schemas.microsoft.com/office/powerpoint/2010/main" val="3712658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6525B9F5-C026-B342-1A0D-6DAEC0748F83}"/>
              </a:ext>
            </a:extLst>
          </p:cNvPr>
          <p:cNvGrpSpPr/>
          <p:nvPr/>
        </p:nvGrpSpPr>
        <p:grpSpPr>
          <a:xfrm>
            <a:off x="660400" y="1147598"/>
            <a:ext cx="10858500" cy="4888110"/>
            <a:chOff x="660400" y="1147598"/>
            <a:chExt cx="10858500" cy="4888110"/>
          </a:xfrm>
        </p:grpSpPr>
        <p:sp>
          <p:nvSpPr>
            <p:cNvPr id="4" name="iṧḻîdè">
              <a:extLst>
                <a:ext uri="{FF2B5EF4-FFF2-40B4-BE49-F238E27FC236}">
                  <a16:creationId xmlns:a16="http://schemas.microsoft.com/office/drawing/2014/main" id="{D1153A24-76B4-7BAA-3E37-623687A13FF9}"/>
                </a:ext>
              </a:extLst>
            </p:cNvPr>
            <p:cNvSpPr txBox="1"/>
            <p:nvPr/>
          </p:nvSpPr>
          <p:spPr>
            <a:xfrm>
              <a:off x="660400" y="1147598"/>
              <a:ext cx="4150807" cy="1323439"/>
            </a:xfrm>
            <a:prstGeom prst="rect">
              <a:avLst/>
            </a:prstGeom>
            <a:noFill/>
            <a:ln>
              <a:noFill/>
            </a:ln>
          </p:spPr>
          <p:txBody>
            <a:bodyPr wrap="square" lIns="91440" tIns="45720" rIns="91440" bIns="45720" anchor="ctr" anchorCtr="0">
              <a:spAutoFit/>
            </a:bodyPr>
            <a:lstStyle/>
            <a:p>
              <a:pPr>
                <a:buSzPct val="25000"/>
              </a:pPr>
              <a:r>
                <a:rPr lang="en-US" altLang="zh-CN" sz="4000" b="1" dirty="0"/>
                <a:t>Supporting text here.</a:t>
              </a:r>
            </a:p>
          </p:txBody>
        </p:sp>
        <p:grpSp>
          <p:nvGrpSpPr>
            <p:cNvPr id="5" name="i$ļiḑê">
              <a:extLst>
                <a:ext uri="{FF2B5EF4-FFF2-40B4-BE49-F238E27FC236}">
                  <a16:creationId xmlns:a16="http://schemas.microsoft.com/office/drawing/2014/main" id="{197127C4-121A-1562-5135-169F44789934}"/>
                </a:ext>
              </a:extLst>
            </p:cNvPr>
            <p:cNvGrpSpPr/>
            <p:nvPr/>
          </p:nvGrpSpPr>
          <p:grpSpPr>
            <a:xfrm>
              <a:off x="769139" y="2941925"/>
              <a:ext cx="10749761" cy="3093783"/>
              <a:chOff x="769139" y="2941925"/>
              <a:chExt cx="10749761" cy="3093783"/>
            </a:xfrm>
          </p:grpSpPr>
          <p:grpSp>
            <p:nvGrpSpPr>
              <p:cNvPr id="6" name="iSľídê">
                <a:extLst>
                  <a:ext uri="{FF2B5EF4-FFF2-40B4-BE49-F238E27FC236}">
                    <a16:creationId xmlns:a16="http://schemas.microsoft.com/office/drawing/2014/main" id="{6CBEC87A-D806-1BDA-C33A-500D6A79A6E6}"/>
                  </a:ext>
                </a:extLst>
              </p:cNvPr>
              <p:cNvGrpSpPr/>
              <p:nvPr/>
            </p:nvGrpSpPr>
            <p:grpSpPr>
              <a:xfrm>
                <a:off x="769139" y="2941925"/>
                <a:ext cx="2905837" cy="3092282"/>
                <a:chOff x="769139" y="3130610"/>
                <a:chExt cx="2905837" cy="3092282"/>
              </a:xfrm>
            </p:grpSpPr>
            <p:sp>
              <p:nvSpPr>
                <p:cNvPr id="15" name="íṡlídê">
                  <a:extLst>
                    <a:ext uri="{FF2B5EF4-FFF2-40B4-BE49-F238E27FC236}">
                      <a16:creationId xmlns:a16="http://schemas.microsoft.com/office/drawing/2014/main" id="{85A6D978-4080-EDBB-7E12-DD77F3B1A9D5}"/>
                    </a:ext>
                  </a:extLst>
                </p:cNvPr>
                <p:cNvSpPr/>
                <p:nvPr/>
              </p:nvSpPr>
              <p:spPr>
                <a:xfrm flipH="1">
                  <a:off x="769139" y="4081600"/>
                  <a:ext cx="2905836" cy="2141292"/>
                </a:xfrm>
                <a:prstGeom prst="rect">
                  <a:avLst/>
                </a:prstGeom>
                <a:ln>
                  <a:noFill/>
                </a:ln>
              </p:spPr>
              <p:txBody>
                <a:bodyPr wrap="square" lIns="91440" tIns="45720" rIns="91440" bIns="45720" anchor="t">
                  <a:spAutoFit/>
                </a:bodyPr>
                <a:lstStyle/>
                <a:p>
                  <a:pPr defTabSz="913765">
                    <a:lnSpc>
                      <a:spcPct val="150000"/>
                    </a:lnSpc>
                    <a:buSzPct val="25000"/>
                    <a:defRPr/>
                  </a:pPr>
                  <a:r>
                    <a:rPr kumimoji="0" lang="en-US" altLang="zh-CN" sz="1000" b="0" i="0" u="none" strike="noStrike" kern="1200" cap="none" spc="0" normalizeH="0" baseline="0" noProof="0" dirty="0">
                      <a:ln>
                        <a:noFill/>
                      </a:ln>
                      <a:effectLst/>
                      <a:uLnTx/>
                      <a:uFillTx/>
                    </a:rPr>
                    <a:t>Lorem ipsum dolor sit amet, consectetuer adipiscing elit. Maecenas porttitor congue massa. Fusce posuere, magna sed pulvinar ultricies, purus lectus malesuada libero, sit amet commodo magna eros quis </a:t>
                  </a:r>
                  <a:r>
                    <a:rPr kumimoji="0" lang="en-US" altLang="zh-CN" sz="1000" b="0" i="0" u="none" strike="noStrike" kern="1200" cap="none" spc="0" normalizeH="0" baseline="0" noProof="0" dirty="0" err="1">
                      <a:ln>
                        <a:noFill/>
                      </a:ln>
                      <a:effectLst/>
                      <a:uLnTx/>
                      <a:uFillTx/>
                    </a:rPr>
                    <a:t>urna</a:t>
                  </a:r>
                  <a:r>
                    <a:rPr kumimoji="0" lang="en-US" altLang="zh-CN" sz="1000" b="0" i="0" u="none" strike="noStrike" kern="1200" cap="none" spc="0" normalizeH="0" baseline="0" noProof="0" dirty="0">
                      <a:ln>
                        <a:noFill/>
                      </a:ln>
                      <a:effectLst/>
                      <a:uLnTx/>
                      <a:uFillTx/>
                    </a:rPr>
                    <a:t>. Lorem ipsum dolor sit </a:t>
                  </a:r>
                  <a:r>
                    <a:rPr kumimoji="0" lang="en-US" altLang="zh-CN" sz="1000" b="0" i="0" u="none" strike="noStrike" kern="1200" cap="none" spc="0" normalizeH="0" baseline="0" noProof="0" dirty="0" err="1">
                      <a:ln>
                        <a:noFill/>
                      </a:ln>
                      <a:effectLst/>
                      <a:uLnTx/>
                      <a:uFillTx/>
                    </a:rPr>
                    <a:t>amet</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consectetuer</a:t>
                  </a:r>
                  <a:r>
                    <a:rPr kumimoji="0" lang="en-US" altLang="zh-CN" sz="1000" b="0" i="0" u="none" strike="noStrike" kern="1200" cap="none" spc="0" normalizeH="0" baseline="0" noProof="0" dirty="0">
                      <a:ln>
                        <a:noFill/>
                      </a:ln>
                      <a:effectLst/>
                      <a:uLnTx/>
                      <a:uFillTx/>
                    </a:rPr>
                    <a:t> adipiscing </a:t>
                  </a:r>
                  <a:r>
                    <a:rPr kumimoji="0" lang="en-US" altLang="zh-CN" sz="1000" b="0" i="0" u="none" strike="noStrike" kern="1200" cap="none" spc="0" normalizeH="0" baseline="0" noProof="0" dirty="0" err="1">
                      <a:ln>
                        <a:noFill/>
                      </a:ln>
                      <a:effectLst/>
                      <a:uLnTx/>
                      <a:uFillTx/>
                    </a:rPr>
                    <a:t>elit</a:t>
                  </a:r>
                  <a:r>
                    <a:rPr kumimoji="0" lang="en-US" altLang="zh-CN" sz="1000" b="0" i="0" u="none" strike="noStrike" kern="1200" cap="none" spc="0" normalizeH="0" baseline="0" noProof="0" dirty="0">
                      <a:ln>
                        <a:noFill/>
                      </a:ln>
                      <a:effectLst/>
                      <a:uLnTx/>
                      <a:uFillTx/>
                    </a:rPr>
                    <a:t>. Maecenas </a:t>
                  </a:r>
                  <a:r>
                    <a:rPr kumimoji="0" lang="en-US" altLang="zh-CN" sz="1000" b="0" i="0" u="none" strike="noStrike" kern="1200" cap="none" spc="0" normalizeH="0" baseline="0" noProof="0" dirty="0" err="1">
                      <a:ln>
                        <a:noFill/>
                      </a:ln>
                      <a:effectLst/>
                      <a:uLnTx/>
                      <a:uFillTx/>
                    </a:rPr>
                    <a:t>porttitor</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congue</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massa</a:t>
                  </a:r>
                  <a:r>
                    <a:rPr kumimoji="0" lang="en-US" altLang="zh-CN" sz="1000" b="0" i="0" u="none" strike="noStrike" kern="1200" cap="none" spc="0" normalizeH="0" baseline="0" noProof="0" dirty="0">
                      <a:ln>
                        <a:noFill/>
                      </a:ln>
                      <a:effectLst/>
                      <a:uLnTx/>
                      <a:uFillTx/>
                    </a:rPr>
                    <a:t>. Lorem ipsum dolor sit </a:t>
                  </a:r>
                  <a:r>
                    <a:rPr kumimoji="0" lang="en-US" altLang="zh-CN" sz="1000" b="0" i="0" u="none" strike="noStrike" kern="1200" cap="none" spc="0" normalizeH="0" baseline="0" noProof="0" dirty="0" err="1">
                      <a:ln>
                        <a:noFill/>
                      </a:ln>
                      <a:effectLst/>
                      <a:uLnTx/>
                      <a:uFillTx/>
                    </a:rPr>
                    <a:t>amet</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consectetuer</a:t>
                  </a:r>
                  <a:r>
                    <a:rPr kumimoji="0" lang="en-US" altLang="zh-CN" sz="1000" b="0" i="0" u="none" strike="noStrike" kern="1200" cap="none" spc="0" normalizeH="0" baseline="0" noProof="0" dirty="0">
                      <a:ln>
                        <a:noFill/>
                      </a:ln>
                      <a:effectLst/>
                      <a:uLnTx/>
                      <a:uFillTx/>
                    </a:rPr>
                    <a:t> adipiscing </a:t>
                  </a:r>
                  <a:r>
                    <a:rPr kumimoji="0" lang="en-US" altLang="zh-CN" sz="1000" b="0" i="0" u="none" strike="noStrike" kern="1200" cap="none" spc="0" normalizeH="0" baseline="0" noProof="0" dirty="0" err="1">
                      <a:ln>
                        <a:noFill/>
                      </a:ln>
                      <a:effectLst/>
                      <a:uLnTx/>
                      <a:uFillTx/>
                    </a:rPr>
                    <a:t>elit</a:t>
                  </a:r>
                  <a:r>
                    <a:rPr kumimoji="0" lang="en-US" altLang="zh-CN" sz="1000" b="0" i="0" u="none" strike="noStrike" kern="1200" cap="none" spc="0" normalizeH="0" baseline="0" noProof="0" dirty="0">
                      <a:ln>
                        <a:noFill/>
                      </a:ln>
                      <a:effectLst/>
                      <a:uLnTx/>
                      <a:uFillTx/>
                    </a:rPr>
                    <a:t>. Maecenas </a:t>
                  </a:r>
                  <a:r>
                    <a:rPr kumimoji="0" lang="en-US" altLang="zh-CN" sz="1000" b="0" i="0" u="none" strike="noStrike" kern="1200" cap="none" spc="0" normalizeH="0" baseline="0" noProof="0" dirty="0" err="1">
                      <a:ln>
                        <a:noFill/>
                      </a:ln>
                      <a:effectLst/>
                      <a:uLnTx/>
                      <a:uFillTx/>
                    </a:rPr>
                    <a:t>porttitor</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congue</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massa</a:t>
                  </a:r>
                  <a:r>
                    <a:rPr kumimoji="0" lang="en-US" altLang="zh-CN" sz="1000" b="0" i="0" u="none" strike="noStrike" kern="1200" cap="none" spc="0" normalizeH="0" baseline="0" noProof="0" dirty="0">
                      <a:ln>
                        <a:noFill/>
                      </a:ln>
                      <a:effectLst/>
                      <a:uLnTx/>
                      <a:uFillTx/>
                    </a:rPr>
                    <a:t>. </a:t>
                  </a:r>
                </a:p>
              </p:txBody>
            </p:sp>
            <p:sp>
              <p:nvSpPr>
                <p:cNvPr id="16" name="îṥḷîḋe">
                  <a:extLst>
                    <a:ext uri="{FF2B5EF4-FFF2-40B4-BE49-F238E27FC236}">
                      <a16:creationId xmlns:a16="http://schemas.microsoft.com/office/drawing/2014/main" id="{6778E68B-6D6D-6D2A-653D-5EABA9A2653E}"/>
                    </a:ext>
                  </a:extLst>
                </p:cNvPr>
                <p:cNvSpPr/>
                <p:nvPr/>
              </p:nvSpPr>
              <p:spPr>
                <a:xfrm>
                  <a:off x="769141" y="3130610"/>
                  <a:ext cx="2905835" cy="735747"/>
                </a:xfrm>
                <a:prstGeom prst="roundRect">
                  <a:avLst>
                    <a:gd name="adj" fmla="val 0"/>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354"/>
                  <a:r>
                    <a:rPr lang="en-US" altLang="zh-CN" sz="2800" b="1" dirty="0">
                      <a:solidFill>
                        <a:srgbClr val="FFFFFF"/>
                      </a:solidFill>
                    </a:rPr>
                    <a:t>Text here</a:t>
                  </a:r>
                </a:p>
              </p:txBody>
            </p:sp>
          </p:grpSp>
          <p:grpSp>
            <p:nvGrpSpPr>
              <p:cNvPr id="7" name="işḻíḓé">
                <a:extLst>
                  <a:ext uri="{FF2B5EF4-FFF2-40B4-BE49-F238E27FC236}">
                    <a16:creationId xmlns:a16="http://schemas.microsoft.com/office/drawing/2014/main" id="{D0375D08-9EFB-EC0E-4638-DF919DAEC8F3}"/>
                  </a:ext>
                </a:extLst>
              </p:cNvPr>
              <p:cNvGrpSpPr/>
              <p:nvPr/>
            </p:nvGrpSpPr>
            <p:grpSpPr>
              <a:xfrm>
                <a:off x="8613063" y="2941925"/>
                <a:ext cx="2905837" cy="3093783"/>
                <a:chOff x="6528449" y="3130610"/>
                <a:chExt cx="2905837" cy="3093783"/>
              </a:xfrm>
            </p:grpSpPr>
            <p:sp>
              <p:nvSpPr>
                <p:cNvPr id="13" name="îšḻíḋè">
                  <a:extLst>
                    <a:ext uri="{FF2B5EF4-FFF2-40B4-BE49-F238E27FC236}">
                      <a16:creationId xmlns:a16="http://schemas.microsoft.com/office/drawing/2014/main" id="{0FA933DC-39C2-6097-DBD4-C11DAB21E998}"/>
                    </a:ext>
                  </a:extLst>
                </p:cNvPr>
                <p:cNvSpPr/>
                <p:nvPr/>
              </p:nvSpPr>
              <p:spPr>
                <a:xfrm flipH="1">
                  <a:off x="6528449" y="4083101"/>
                  <a:ext cx="2905836" cy="2141292"/>
                </a:xfrm>
                <a:prstGeom prst="rect">
                  <a:avLst/>
                </a:prstGeom>
                <a:ln>
                  <a:noFill/>
                </a:ln>
              </p:spPr>
              <p:txBody>
                <a:bodyPr wrap="square" lIns="91440" tIns="45720" rIns="91440" bIns="45720" anchor="t">
                  <a:spAutoFit/>
                </a:bodyPr>
                <a:lstStyle/>
                <a:p>
                  <a:pPr defTabSz="913765">
                    <a:lnSpc>
                      <a:spcPct val="150000"/>
                    </a:lnSpc>
                    <a:buSzPct val="25000"/>
                    <a:defRPr/>
                  </a:pPr>
                  <a:r>
                    <a:rPr kumimoji="0" lang="en-US" altLang="zh-CN" sz="1000" b="0" i="0" u="none" strike="noStrike" kern="1200" cap="none" spc="0" normalizeH="0" baseline="0" noProof="0" dirty="0">
                      <a:ln>
                        <a:noFill/>
                      </a:ln>
                      <a:effectLst/>
                      <a:uLnTx/>
                      <a:uFillTx/>
                    </a:rPr>
                    <a:t>Lorem ipsum dolor sit amet, consectetuer adipiscing elit. Maecenas porttitor congue massa. Fusce posuere, magna sed pulvinar ultricies, purus lectus malesuada libero, sit amet commodo magna eros quis </a:t>
                  </a:r>
                  <a:r>
                    <a:rPr kumimoji="0" lang="en-US" altLang="zh-CN" sz="1000" b="0" i="0" u="none" strike="noStrike" kern="1200" cap="none" spc="0" normalizeH="0" baseline="0" noProof="0" dirty="0" err="1">
                      <a:ln>
                        <a:noFill/>
                      </a:ln>
                      <a:effectLst/>
                      <a:uLnTx/>
                      <a:uFillTx/>
                    </a:rPr>
                    <a:t>urna</a:t>
                  </a:r>
                  <a:r>
                    <a:rPr kumimoji="0" lang="en-US" altLang="zh-CN" sz="1000" b="0" i="0" u="none" strike="noStrike" kern="1200" cap="none" spc="0" normalizeH="0" baseline="0" noProof="0" dirty="0">
                      <a:ln>
                        <a:noFill/>
                      </a:ln>
                      <a:effectLst/>
                      <a:uLnTx/>
                      <a:uFillTx/>
                    </a:rPr>
                    <a:t>. Lorem ipsum dolor sit </a:t>
                  </a:r>
                  <a:r>
                    <a:rPr kumimoji="0" lang="en-US" altLang="zh-CN" sz="1000" b="0" i="0" u="none" strike="noStrike" kern="1200" cap="none" spc="0" normalizeH="0" baseline="0" noProof="0" dirty="0" err="1">
                      <a:ln>
                        <a:noFill/>
                      </a:ln>
                      <a:effectLst/>
                      <a:uLnTx/>
                      <a:uFillTx/>
                    </a:rPr>
                    <a:t>amet</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consectetuer</a:t>
                  </a:r>
                  <a:r>
                    <a:rPr kumimoji="0" lang="en-US" altLang="zh-CN" sz="1000" b="0" i="0" u="none" strike="noStrike" kern="1200" cap="none" spc="0" normalizeH="0" baseline="0" noProof="0" dirty="0">
                      <a:ln>
                        <a:noFill/>
                      </a:ln>
                      <a:effectLst/>
                      <a:uLnTx/>
                      <a:uFillTx/>
                    </a:rPr>
                    <a:t> adipiscing </a:t>
                  </a:r>
                  <a:r>
                    <a:rPr kumimoji="0" lang="en-US" altLang="zh-CN" sz="1000" b="0" i="0" u="none" strike="noStrike" kern="1200" cap="none" spc="0" normalizeH="0" baseline="0" noProof="0" dirty="0" err="1">
                      <a:ln>
                        <a:noFill/>
                      </a:ln>
                      <a:effectLst/>
                      <a:uLnTx/>
                      <a:uFillTx/>
                    </a:rPr>
                    <a:t>elit</a:t>
                  </a:r>
                  <a:r>
                    <a:rPr kumimoji="0" lang="en-US" altLang="zh-CN" sz="1000" b="0" i="0" u="none" strike="noStrike" kern="1200" cap="none" spc="0" normalizeH="0" baseline="0" noProof="0" dirty="0">
                      <a:ln>
                        <a:noFill/>
                      </a:ln>
                      <a:effectLst/>
                      <a:uLnTx/>
                      <a:uFillTx/>
                    </a:rPr>
                    <a:t>. Maecenas </a:t>
                  </a:r>
                  <a:r>
                    <a:rPr kumimoji="0" lang="en-US" altLang="zh-CN" sz="1000" b="0" i="0" u="none" strike="noStrike" kern="1200" cap="none" spc="0" normalizeH="0" baseline="0" noProof="0" dirty="0" err="1">
                      <a:ln>
                        <a:noFill/>
                      </a:ln>
                      <a:effectLst/>
                      <a:uLnTx/>
                      <a:uFillTx/>
                    </a:rPr>
                    <a:t>porttitor</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congue</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massa</a:t>
                  </a:r>
                  <a:r>
                    <a:rPr kumimoji="0" lang="en-US" altLang="zh-CN" sz="1000" b="0" i="0" u="none" strike="noStrike" kern="1200" cap="none" spc="0" normalizeH="0" baseline="0" noProof="0" dirty="0">
                      <a:ln>
                        <a:noFill/>
                      </a:ln>
                      <a:effectLst/>
                      <a:uLnTx/>
                      <a:uFillTx/>
                    </a:rPr>
                    <a:t>. Lorem ipsum dolor sit </a:t>
                  </a:r>
                  <a:r>
                    <a:rPr kumimoji="0" lang="en-US" altLang="zh-CN" sz="1000" b="0" i="0" u="none" strike="noStrike" kern="1200" cap="none" spc="0" normalizeH="0" baseline="0" noProof="0" dirty="0" err="1">
                      <a:ln>
                        <a:noFill/>
                      </a:ln>
                      <a:effectLst/>
                      <a:uLnTx/>
                      <a:uFillTx/>
                    </a:rPr>
                    <a:t>amet</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consectetuer</a:t>
                  </a:r>
                  <a:r>
                    <a:rPr kumimoji="0" lang="en-US" altLang="zh-CN" sz="1000" b="0" i="0" u="none" strike="noStrike" kern="1200" cap="none" spc="0" normalizeH="0" baseline="0" noProof="0" dirty="0">
                      <a:ln>
                        <a:noFill/>
                      </a:ln>
                      <a:effectLst/>
                      <a:uLnTx/>
                      <a:uFillTx/>
                    </a:rPr>
                    <a:t> adipiscing </a:t>
                  </a:r>
                  <a:r>
                    <a:rPr kumimoji="0" lang="en-US" altLang="zh-CN" sz="1000" b="0" i="0" u="none" strike="noStrike" kern="1200" cap="none" spc="0" normalizeH="0" baseline="0" noProof="0" dirty="0" err="1">
                      <a:ln>
                        <a:noFill/>
                      </a:ln>
                      <a:effectLst/>
                      <a:uLnTx/>
                      <a:uFillTx/>
                    </a:rPr>
                    <a:t>elit</a:t>
                  </a:r>
                  <a:r>
                    <a:rPr kumimoji="0" lang="en-US" altLang="zh-CN" sz="1000" b="0" i="0" u="none" strike="noStrike" kern="1200" cap="none" spc="0" normalizeH="0" baseline="0" noProof="0" dirty="0">
                      <a:ln>
                        <a:noFill/>
                      </a:ln>
                      <a:effectLst/>
                      <a:uLnTx/>
                      <a:uFillTx/>
                    </a:rPr>
                    <a:t>. Maecenas </a:t>
                  </a:r>
                  <a:r>
                    <a:rPr kumimoji="0" lang="en-US" altLang="zh-CN" sz="1000" b="0" i="0" u="none" strike="noStrike" kern="1200" cap="none" spc="0" normalizeH="0" baseline="0" noProof="0" dirty="0" err="1">
                      <a:ln>
                        <a:noFill/>
                      </a:ln>
                      <a:effectLst/>
                      <a:uLnTx/>
                      <a:uFillTx/>
                    </a:rPr>
                    <a:t>porttitor</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congue</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massa</a:t>
                  </a:r>
                  <a:r>
                    <a:rPr kumimoji="0" lang="en-US" altLang="zh-CN" sz="1000" b="0" i="0" u="none" strike="noStrike" kern="1200" cap="none" spc="0" normalizeH="0" baseline="0" noProof="0" dirty="0">
                      <a:ln>
                        <a:noFill/>
                      </a:ln>
                      <a:effectLst/>
                      <a:uLnTx/>
                      <a:uFillTx/>
                    </a:rPr>
                    <a:t>. </a:t>
                  </a:r>
                </a:p>
              </p:txBody>
            </p:sp>
            <p:sp>
              <p:nvSpPr>
                <p:cNvPr id="14" name="îṩ1ïḓé">
                  <a:extLst>
                    <a:ext uri="{FF2B5EF4-FFF2-40B4-BE49-F238E27FC236}">
                      <a16:creationId xmlns:a16="http://schemas.microsoft.com/office/drawing/2014/main" id="{D7F9B49C-58C4-09DF-8811-29C6F1BC7A27}"/>
                    </a:ext>
                  </a:extLst>
                </p:cNvPr>
                <p:cNvSpPr/>
                <p:nvPr/>
              </p:nvSpPr>
              <p:spPr>
                <a:xfrm>
                  <a:off x="6528451" y="3130610"/>
                  <a:ext cx="2905835" cy="735747"/>
                </a:xfrm>
                <a:prstGeom prst="roundRect">
                  <a:avLst>
                    <a:gd name="adj" fmla="val 0"/>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354"/>
                  <a:r>
                    <a:rPr lang="en-US" altLang="zh-CN" sz="2800" b="1" dirty="0">
                      <a:solidFill>
                        <a:srgbClr val="FFFFFF"/>
                      </a:solidFill>
                    </a:rPr>
                    <a:t>Text here</a:t>
                  </a:r>
                </a:p>
              </p:txBody>
            </p:sp>
          </p:grpSp>
          <p:grpSp>
            <p:nvGrpSpPr>
              <p:cNvPr id="8" name="ï$1ídê">
                <a:extLst>
                  <a:ext uri="{FF2B5EF4-FFF2-40B4-BE49-F238E27FC236}">
                    <a16:creationId xmlns:a16="http://schemas.microsoft.com/office/drawing/2014/main" id="{203BA341-8D41-4900-ED23-6813D681C033}"/>
                  </a:ext>
                </a:extLst>
              </p:cNvPr>
              <p:cNvGrpSpPr/>
              <p:nvPr/>
            </p:nvGrpSpPr>
            <p:grpSpPr>
              <a:xfrm>
                <a:off x="4691102" y="2941925"/>
                <a:ext cx="2905837" cy="3093783"/>
                <a:chOff x="3648794" y="3130610"/>
                <a:chExt cx="2905837" cy="3093783"/>
              </a:xfrm>
            </p:grpSpPr>
            <p:sp>
              <p:nvSpPr>
                <p:cNvPr id="11" name="îṣļiḋé">
                  <a:extLst>
                    <a:ext uri="{FF2B5EF4-FFF2-40B4-BE49-F238E27FC236}">
                      <a16:creationId xmlns:a16="http://schemas.microsoft.com/office/drawing/2014/main" id="{77D351D6-CDEF-5E78-95E1-675F1BA1148A}"/>
                    </a:ext>
                  </a:extLst>
                </p:cNvPr>
                <p:cNvSpPr/>
                <p:nvPr/>
              </p:nvSpPr>
              <p:spPr>
                <a:xfrm flipH="1">
                  <a:off x="3648794" y="4083101"/>
                  <a:ext cx="2905836" cy="2141292"/>
                </a:xfrm>
                <a:prstGeom prst="rect">
                  <a:avLst/>
                </a:prstGeom>
                <a:ln>
                  <a:noFill/>
                </a:ln>
              </p:spPr>
              <p:txBody>
                <a:bodyPr wrap="square" lIns="91440" tIns="45720" rIns="91440" bIns="45720" anchor="t">
                  <a:spAutoFit/>
                </a:bodyPr>
                <a:lstStyle/>
                <a:p>
                  <a:pPr defTabSz="913765">
                    <a:lnSpc>
                      <a:spcPct val="150000"/>
                    </a:lnSpc>
                    <a:buSzPct val="25000"/>
                    <a:defRPr/>
                  </a:pPr>
                  <a:r>
                    <a:rPr kumimoji="0" lang="en-US" altLang="zh-CN" sz="1000" b="0" i="0" u="none" strike="noStrike" kern="1200" cap="none" spc="0" normalizeH="0" baseline="0" noProof="0" dirty="0">
                      <a:ln>
                        <a:noFill/>
                      </a:ln>
                      <a:effectLst/>
                      <a:uLnTx/>
                      <a:uFillTx/>
                    </a:rPr>
                    <a:t>Lorem ipsum dolor sit amet, consectetuer adipiscing elit. Maecenas porttitor congue massa. Fusce posuere, magna sed pulvinar ultricies, purus lectus malesuada libero, sit amet commodo magna eros quis </a:t>
                  </a:r>
                  <a:r>
                    <a:rPr kumimoji="0" lang="en-US" altLang="zh-CN" sz="1000" b="0" i="0" u="none" strike="noStrike" kern="1200" cap="none" spc="0" normalizeH="0" baseline="0" noProof="0" dirty="0" err="1">
                      <a:ln>
                        <a:noFill/>
                      </a:ln>
                      <a:effectLst/>
                      <a:uLnTx/>
                      <a:uFillTx/>
                    </a:rPr>
                    <a:t>urna</a:t>
                  </a:r>
                  <a:r>
                    <a:rPr kumimoji="0" lang="en-US" altLang="zh-CN" sz="1000" b="0" i="0" u="none" strike="noStrike" kern="1200" cap="none" spc="0" normalizeH="0" baseline="0" noProof="0" dirty="0">
                      <a:ln>
                        <a:noFill/>
                      </a:ln>
                      <a:effectLst/>
                      <a:uLnTx/>
                      <a:uFillTx/>
                    </a:rPr>
                    <a:t>. Lorem ipsum dolor sit </a:t>
                  </a:r>
                  <a:r>
                    <a:rPr kumimoji="0" lang="en-US" altLang="zh-CN" sz="1000" b="0" i="0" u="none" strike="noStrike" kern="1200" cap="none" spc="0" normalizeH="0" baseline="0" noProof="0" dirty="0" err="1">
                      <a:ln>
                        <a:noFill/>
                      </a:ln>
                      <a:effectLst/>
                      <a:uLnTx/>
                      <a:uFillTx/>
                    </a:rPr>
                    <a:t>amet</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consectetuer</a:t>
                  </a:r>
                  <a:r>
                    <a:rPr kumimoji="0" lang="en-US" altLang="zh-CN" sz="1000" b="0" i="0" u="none" strike="noStrike" kern="1200" cap="none" spc="0" normalizeH="0" baseline="0" noProof="0" dirty="0">
                      <a:ln>
                        <a:noFill/>
                      </a:ln>
                      <a:effectLst/>
                      <a:uLnTx/>
                      <a:uFillTx/>
                    </a:rPr>
                    <a:t> adipiscing </a:t>
                  </a:r>
                  <a:r>
                    <a:rPr kumimoji="0" lang="en-US" altLang="zh-CN" sz="1000" b="0" i="0" u="none" strike="noStrike" kern="1200" cap="none" spc="0" normalizeH="0" baseline="0" noProof="0" dirty="0" err="1">
                      <a:ln>
                        <a:noFill/>
                      </a:ln>
                      <a:effectLst/>
                      <a:uLnTx/>
                      <a:uFillTx/>
                    </a:rPr>
                    <a:t>elit</a:t>
                  </a:r>
                  <a:r>
                    <a:rPr kumimoji="0" lang="en-US" altLang="zh-CN" sz="1000" b="0" i="0" u="none" strike="noStrike" kern="1200" cap="none" spc="0" normalizeH="0" baseline="0" noProof="0" dirty="0">
                      <a:ln>
                        <a:noFill/>
                      </a:ln>
                      <a:effectLst/>
                      <a:uLnTx/>
                      <a:uFillTx/>
                    </a:rPr>
                    <a:t>. Maecenas </a:t>
                  </a:r>
                  <a:r>
                    <a:rPr kumimoji="0" lang="en-US" altLang="zh-CN" sz="1000" b="0" i="0" u="none" strike="noStrike" kern="1200" cap="none" spc="0" normalizeH="0" baseline="0" noProof="0" dirty="0" err="1">
                      <a:ln>
                        <a:noFill/>
                      </a:ln>
                      <a:effectLst/>
                      <a:uLnTx/>
                      <a:uFillTx/>
                    </a:rPr>
                    <a:t>porttitor</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congue</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massa</a:t>
                  </a:r>
                  <a:r>
                    <a:rPr kumimoji="0" lang="en-US" altLang="zh-CN" sz="1000" b="0" i="0" u="none" strike="noStrike" kern="1200" cap="none" spc="0" normalizeH="0" baseline="0" noProof="0" dirty="0">
                      <a:ln>
                        <a:noFill/>
                      </a:ln>
                      <a:effectLst/>
                      <a:uLnTx/>
                      <a:uFillTx/>
                    </a:rPr>
                    <a:t>. Lorem ipsum dolor sit </a:t>
                  </a:r>
                  <a:r>
                    <a:rPr kumimoji="0" lang="en-US" altLang="zh-CN" sz="1000" b="0" i="0" u="none" strike="noStrike" kern="1200" cap="none" spc="0" normalizeH="0" baseline="0" noProof="0" dirty="0" err="1">
                      <a:ln>
                        <a:noFill/>
                      </a:ln>
                      <a:effectLst/>
                      <a:uLnTx/>
                      <a:uFillTx/>
                    </a:rPr>
                    <a:t>amet</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consectetuer</a:t>
                  </a:r>
                  <a:r>
                    <a:rPr kumimoji="0" lang="en-US" altLang="zh-CN" sz="1000" b="0" i="0" u="none" strike="noStrike" kern="1200" cap="none" spc="0" normalizeH="0" baseline="0" noProof="0" dirty="0">
                      <a:ln>
                        <a:noFill/>
                      </a:ln>
                      <a:effectLst/>
                      <a:uLnTx/>
                      <a:uFillTx/>
                    </a:rPr>
                    <a:t> adipiscing </a:t>
                  </a:r>
                  <a:r>
                    <a:rPr kumimoji="0" lang="en-US" altLang="zh-CN" sz="1000" b="0" i="0" u="none" strike="noStrike" kern="1200" cap="none" spc="0" normalizeH="0" baseline="0" noProof="0" dirty="0" err="1">
                      <a:ln>
                        <a:noFill/>
                      </a:ln>
                      <a:effectLst/>
                      <a:uLnTx/>
                      <a:uFillTx/>
                    </a:rPr>
                    <a:t>elit</a:t>
                  </a:r>
                  <a:r>
                    <a:rPr kumimoji="0" lang="en-US" altLang="zh-CN" sz="1000" b="0" i="0" u="none" strike="noStrike" kern="1200" cap="none" spc="0" normalizeH="0" baseline="0" noProof="0" dirty="0">
                      <a:ln>
                        <a:noFill/>
                      </a:ln>
                      <a:effectLst/>
                      <a:uLnTx/>
                      <a:uFillTx/>
                    </a:rPr>
                    <a:t>. Maecenas </a:t>
                  </a:r>
                  <a:r>
                    <a:rPr kumimoji="0" lang="en-US" altLang="zh-CN" sz="1000" b="0" i="0" u="none" strike="noStrike" kern="1200" cap="none" spc="0" normalizeH="0" baseline="0" noProof="0" dirty="0" err="1">
                      <a:ln>
                        <a:noFill/>
                      </a:ln>
                      <a:effectLst/>
                      <a:uLnTx/>
                      <a:uFillTx/>
                    </a:rPr>
                    <a:t>porttitor</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congue</a:t>
                  </a:r>
                  <a:r>
                    <a:rPr kumimoji="0" lang="en-US" altLang="zh-CN" sz="1000" b="0" i="0" u="none" strike="noStrike" kern="1200" cap="none" spc="0" normalizeH="0" baseline="0" noProof="0" dirty="0">
                      <a:ln>
                        <a:noFill/>
                      </a:ln>
                      <a:effectLst/>
                      <a:uLnTx/>
                      <a:uFillTx/>
                    </a:rPr>
                    <a:t> </a:t>
                  </a:r>
                  <a:r>
                    <a:rPr kumimoji="0" lang="en-US" altLang="zh-CN" sz="1000" b="0" i="0" u="none" strike="noStrike" kern="1200" cap="none" spc="0" normalizeH="0" baseline="0" noProof="0" dirty="0" err="1">
                      <a:ln>
                        <a:noFill/>
                      </a:ln>
                      <a:effectLst/>
                      <a:uLnTx/>
                      <a:uFillTx/>
                    </a:rPr>
                    <a:t>massa</a:t>
                  </a:r>
                  <a:r>
                    <a:rPr kumimoji="0" lang="en-US" altLang="zh-CN" sz="1000" b="0" i="0" u="none" strike="noStrike" kern="1200" cap="none" spc="0" normalizeH="0" baseline="0" noProof="0" dirty="0">
                      <a:ln>
                        <a:noFill/>
                      </a:ln>
                      <a:effectLst/>
                      <a:uLnTx/>
                      <a:uFillTx/>
                    </a:rPr>
                    <a:t>. </a:t>
                  </a:r>
                </a:p>
              </p:txBody>
            </p:sp>
            <p:sp>
              <p:nvSpPr>
                <p:cNvPr id="12" name="îṩḻîdé">
                  <a:extLst>
                    <a:ext uri="{FF2B5EF4-FFF2-40B4-BE49-F238E27FC236}">
                      <a16:creationId xmlns:a16="http://schemas.microsoft.com/office/drawing/2014/main" id="{527C4E66-9C86-D308-5677-25E852018BDC}"/>
                    </a:ext>
                  </a:extLst>
                </p:cNvPr>
                <p:cNvSpPr/>
                <p:nvPr/>
              </p:nvSpPr>
              <p:spPr>
                <a:xfrm>
                  <a:off x="3648796" y="3130610"/>
                  <a:ext cx="2905835" cy="735747"/>
                </a:xfrm>
                <a:prstGeom prst="roundRect">
                  <a:avLst>
                    <a:gd name="adj" fmla="val 0"/>
                  </a:avLst>
                </a:prstGeom>
                <a:solidFill>
                  <a:srgbClr val="778495">
                    <a:alpha val="20000"/>
                  </a:srgb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354"/>
                  <a:r>
                    <a:rPr lang="en-US" altLang="zh-CN" sz="2800" b="1" dirty="0">
                      <a:solidFill>
                        <a:schemeClr val="tx1"/>
                      </a:solidFill>
                    </a:rPr>
                    <a:t>Text here</a:t>
                  </a:r>
                </a:p>
              </p:txBody>
            </p:sp>
          </p:grpSp>
          <p:sp>
            <p:nvSpPr>
              <p:cNvPr id="9" name="ïŝľïḑe">
                <a:extLst>
                  <a:ext uri="{FF2B5EF4-FFF2-40B4-BE49-F238E27FC236}">
                    <a16:creationId xmlns:a16="http://schemas.microsoft.com/office/drawing/2014/main" id="{F24C1414-203E-F8F6-45FA-94899707FBD9}"/>
                  </a:ext>
                </a:extLst>
              </p:cNvPr>
              <p:cNvSpPr/>
              <p:nvPr/>
            </p:nvSpPr>
            <p:spPr>
              <a:xfrm>
                <a:off x="4030013" y="3151102"/>
                <a:ext cx="306052" cy="261258"/>
              </a:xfrm>
              <a:prstGeom prst="rightArrow">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0" name="iš1ïḓé">
                <a:extLst>
                  <a:ext uri="{FF2B5EF4-FFF2-40B4-BE49-F238E27FC236}">
                    <a16:creationId xmlns:a16="http://schemas.microsoft.com/office/drawing/2014/main" id="{37360E96-6D73-8ADF-58BE-0D1B2EAA1D45}"/>
                  </a:ext>
                </a:extLst>
              </p:cNvPr>
              <p:cNvSpPr/>
              <p:nvPr/>
            </p:nvSpPr>
            <p:spPr>
              <a:xfrm>
                <a:off x="7951976" y="3151102"/>
                <a:ext cx="306052" cy="261258"/>
              </a:xfrm>
              <a:prstGeom prst="rightArrow">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spTree>
    <p:custDataLst>
      <p:tags r:id="rId1"/>
    </p:custDataLst>
    <p:extLst>
      <p:ext uri="{BB962C8B-B14F-4D97-AF65-F5344CB8AC3E}">
        <p14:creationId xmlns:p14="http://schemas.microsoft.com/office/powerpoint/2010/main" val="1004187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iṧ1ïḍè">
            <a:extLst>
              <a:ext uri="{FF2B5EF4-FFF2-40B4-BE49-F238E27FC236}">
                <a16:creationId xmlns:a16="http://schemas.microsoft.com/office/drawing/2014/main" id="{6C5CC4D6-687A-9E8C-20B5-DC59583EA9DF}"/>
              </a:ext>
            </a:extLst>
          </p:cNvPr>
          <p:cNvGrpSpPr/>
          <p:nvPr/>
        </p:nvGrpSpPr>
        <p:grpSpPr>
          <a:xfrm>
            <a:off x="660399" y="1130300"/>
            <a:ext cx="10858501" cy="5003800"/>
            <a:chOff x="660399" y="1130300"/>
            <a:chExt cx="10858501" cy="5003800"/>
          </a:xfrm>
        </p:grpSpPr>
        <p:sp>
          <p:nvSpPr>
            <p:cNvPr id="4" name="ïşlíḓê">
              <a:extLst>
                <a:ext uri="{FF2B5EF4-FFF2-40B4-BE49-F238E27FC236}">
                  <a16:creationId xmlns:a16="http://schemas.microsoft.com/office/drawing/2014/main" id="{5A0BA37F-A4CC-8679-4D20-79B26090D8B5}"/>
                </a:ext>
              </a:extLst>
            </p:cNvPr>
            <p:cNvSpPr/>
            <p:nvPr/>
          </p:nvSpPr>
          <p:spPr>
            <a:xfrm>
              <a:off x="8848387" y="3974100"/>
              <a:ext cx="2670513" cy="2160000"/>
            </a:xfrm>
            <a:prstGeom prst="roundRect">
              <a:avLst>
                <a:gd name="adj" fmla="val 8158"/>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endParaRPr>
            </a:p>
          </p:txBody>
        </p:sp>
        <p:sp>
          <p:nvSpPr>
            <p:cNvPr id="5" name="iśḷîḋè">
              <a:extLst>
                <a:ext uri="{FF2B5EF4-FFF2-40B4-BE49-F238E27FC236}">
                  <a16:creationId xmlns:a16="http://schemas.microsoft.com/office/drawing/2014/main" id="{D6902633-952C-17E2-49C3-2A86DBE4C1CB}"/>
                </a:ext>
              </a:extLst>
            </p:cNvPr>
            <p:cNvSpPr txBox="1"/>
            <p:nvPr/>
          </p:nvSpPr>
          <p:spPr>
            <a:xfrm>
              <a:off x="660399" y="1130300"/>
              <a:ext cx="7286773" cy="650999"/>
            </a:xfrm>
            <a:prstGeom prst="rect">
              <a:avLst/>
            </a:prstGeom>
            <a:noFill/>
            <a:ln>
              <a:noFill/>
            </a:ln>
          </p:spPr>
          <p:txBody>
            <a:bodyPr wrap="square" lIns="91440" tIns="45720" rIns="91440" bIns="45720" anchor="ctr" anchorCtr="0">
              <a:normAutofit/>
            </a:bodyPr>
            <a:lstStyle/>
            <a:p>
              <a:pPr marL="0" marR="0" lvl="0" indent="0" defTabSz="913765" rtl="0" eaLnBrk="1" fontAlgn="auto" latinLnBrk="0" hangingPunct="1">
                <a:lnSpc>
                  <a:spcPct val="100000"/>
                </a:lnSpc>
                <a:spcBef>
                  <a:spcPts val="0"/>
                </a:spcBef>
                <a:spcAft>
                  <a:spcPts val="0"/>
                </a:spcAft>
                <a:buClrTx/>
                <a:buSzPct val="25000"/>
                <a:buFontTx/>
                <a:buNone/>
                <a:defRPr/>
              </a:pPr>
              <a:r>
                <a:rPr kumimoji="0" lang="en-US" sz="2800" b="1" i="0" u="none" strike="noStrike" kern="1200" cap="none" spc="0" normalizeH="0" baseline="0" noProof="0" dirty="0">
                  <a:ln>
                    <a:noFill/>
                  </a:ln>
                  <a:solidFill>
                    <a:schemeClr val="accent1"/>
                  </a:solidFill>
                  <a:effectLst/>
                  <a:uLnTx/>
                  <a:uFillTx/>
                </a:rPr>
                <a:t>Unified</a:t>
              </a:r>
              <a:r>
                <a:rPr kumimoji="0" lang="en-US" sz="2800" b="1" i="0" u="none" strike="noStrike" kern="1200" cap="none" spc="0" normalizeH="0" baseline="0" noProof="0" dirty="0">
                  <a:ln>
                    <a:noFill/>
                  </a:ln>
                  <a:effectLst/>
                  <a:uLnTx/>
                  <a:uFillTx/>
                </a:rPr>
                <a:t> </a:t>
              </a:r>
              <a:r>
                <a:rPr kumimoji="0" lang="en-US" sz="2800" b="1" i="0" u="none" strike="noStrike" kern="1200" cap="none" spc="0" normalizeH="0" baseline="0" noProof="0" dirty="0">
                  <a:ln>
                    <a:noFill/>
                  </a:ln>
                  <a:solidFill>
                    <a:schemeClr val="tx1">
                      <a:lumMod val="85000"/>
                      <a:lumOff val="15000"/>
                    </a:schemeClr>
                  </a:solidFill>
                  <a:effectLst/>
                  <a:uLnTx/>
                  <a:uFillTx/>
                </a:rPr>
                <a:t>fonts make reading more fluent.</a:t>
              </a:r>
            </a:p>
          </p:txBody>
        </p:sp>
        <p:sp>
          <p:nvSpPr>
            <p:cNvPr id="6" name="ïṩļîďê">
              <a:extLst>
                <a:ext uri="{FF2B5EF4-FFF2-40B4-BE49-F238E27FC236}">
                  <a16:creationId xmlns:a16="http://schemas.microsoft.com/office/drawing/2014/main" id="{7603B297-F038-F199-9B84-6A974B01F6B4}"/>
                </a:ext>
              </a:extLst>
            </p:cNvPr>
            <p:cNvSpPr/>
            <p:nvPr/>
          </p:nvSpPr>
          <p:spPr>
            <a:xfrm>
              <a:off x="660401" y="4025735"/>
              <a:ext cx="6064250" cy="2108365"/>
            </a:xfrm>
            <a:prstGeom prst="roundRect">
              <a:avLst>
                <a:gd name="adj" fmla="val 7322"/>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endParaRPr>
            </a:p>
          </p:txBody>
        </p:sp>
        <p:sp>
          <p:nvSpPr>
            <p:cNvPr id="7" name="ïşḻïdè">
              <a:extLst>
                <a:ext uri="{FF2B5EF4-FFF2-40B4-BE49-F238E27FC236}">
                  <a16:creationId xmlns:a16="http://schemas.microsoft.com/office/drawing/2014/main" id="{0A8EC8FC-44A3-4F8B-F6B9-C6FF5EEA06A4}"/>
                </a:ext>
              </a:extLst>
            </p:cNvPr>
            <p:cNvSpPr/>
            <p:nvPr/>
          </p:nvSpPr>
          <p:spPr>
            <a:xfrm>
              <a:off x="6523344" y="3286826"/>
              <a:ext cx="2522959" cy="2440874"/>
            </a:xfrm>
            <a:prstGeom prst="roundRect">
              <a:avLst>
                <a:gd name="adj" fmla="val 815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íṩḻíḍe">
              <a:extLst>
                <a:ext uri="{FF2B5EF4-FFF2-40B4-BE49-F238E27FC236}">
                  <a16:creationId xmlns:a16="http://schemas.microsoft.com/office/drawing/2014/main" id="{CB70EB45-C467-A9F5-781B-B150E9F9A1A4}"/>
                </a:ext>
              </a:extLst>
            </p:cNvPr>
            <p:cNvSpPr txBox="1"/>
            <p:nvPr/>
          </p:nvSpPr>
          <p:spPr>
            <a:xfrm>
              <a:off x="972875" y="5466090"/>
              <a:ext cx="1045479" cy="523220"/>
            </a:xfrm>
            <a:prstGeom prst="rect">
              <a:avLst/>
            </a:prstGeom>
            <a:noFill/>
          </p:spPr>
          <p:txBody>
            <a:bodyPr wrap="none" rtlCol="0">
              <a:spAutoFit/>
            </a:bodyPr>
            <a:lstStyle/>
            <a:p>
              <a:r>
                <a:rPr kumimoji="0" lang="en-US" altLang="zh-CN" sz="2800" b="1" i="0" u="none" strike="noStrike" kern="1200" cap="none" spc="0" normalizeH="0" baseline="0" noProof="0" dirty="0">
                  <a:ln>
                    <a:noFill/>
                  </a:ln>
                  <a:solidFill>
                    <a:schemeClr val="accent1"/>
                  </a:solidFill>
                  <a:effectLst/>
                  <a:uLnTx/>
                  <a:uFillTx/>
                </a:rPr>
                <a:t>888K</a:t>
              </a:r>
            </a:p>
          </p:txBody>
        </p:sp>
        <p:sp>
          <p:nvSpPr>
            <p:cNvPr id="9" name="ïṧḷíḍé">
              <a:extLst>
                <a:ext uri="{FF2B5EF4-FFF2-40B4-BE49-F238E27FC236}">
                  <a16:creationId xmlns:a16="http://schemas.microsoft.com/office/drawing/2014/main" id="{C6A764FD-B3AB-6CE3-08CD-6A14C83870AD}"/>
                </a:ext>
              </a:extLst>
            </p:cNvPr>
            <p:cNvSpPr txBox="1"/>
            <p:nvPr/>
          </p:nvSpPr>
          <p:spPr>
            <a:xfrm>
              <a:off x="3573571" y="5466090"/>
              <a:ext cx="1045479" cy="523220"/>
            </a:xfrm>
            <a:prstGeom prst="rect">
              <a:avLst/>
            </a:prstGeom>
            <a:noFill/>
          </p:spPr>
          <p:txBody>
            <a:bodyPr wrap="none" rtlCol="0">
              <a:spAutoFit/>
            </a:bodyPr>
            <a:lstStyle/>
            <a:p>
              <a:r>
                <a:rPr kumimoji="0" lang="en-US" altLang="zh-CN" sz="2800" b="1" i="0" u="none" strike="noStrike" kern="1200" cap="none" spc="0" normalizeH="0" baseline="0" noProof="0" dirty="0">
                  <a:ln>
                    <a:noFill/>
                  </a:ln>
                  <a:solidFill>
                    <a:schemeClr val="accent1"/>
                  </a:solidFill>
                  <a:effectLst/>
                  <a:uLnTx/>
                  <a:uFillTx/>
                </a:rPr>
                <a:t>666K</a:t>
              </a:r>
            </a:p>
          </p:txBody>
        </p:sp>
        <p:sp>
          <p:nvSpPr>
            <p:cNvPr id="10" name="íŝlíďê">
              <a:extLst>
                <a:ext uri="{FF2B5EF4-FFF2-40B4-BE49-F238E27FC236}">
                  <a16:creationId xmlns:a16="http://schemas.microsoft.com/office/drawing/2014/main" id="{66112415-CECE-14B2-CF4A-C964719B121A}"/>
                </a:ext>
              </a:extLst>
            </p:cNvPr>
            <p:cNvSpPr/>
            <p:nvPr/>
          </p:nvSpPr>
          <p:spPr>
            <a:xfrm>
              <a:off x="6840517" y="3589508"/>
              <a:ext cx="306160" cy="372717"/>
            </a:xfrm>
            <a:custGeom>
              <a:avLst/>
              <a:gdLst>
                <a:gd name="connsiteX0" fmla="*/ 284197 w 438150"/>
                <a:gd name="connsiteY0" fmla="*/ 621 h 533400"/>
                <a:gd name="connsiteX1" fmla="*/ 310867 w 438150"/>
                <a:gd name="connsiteY1" fmla="*/ 12051 h 533400"/>
                <a:gd name="connsiteX2" fmla="*/ 310867 w 438150"/>
                <a:gd name="connsiteY2" fmla="*/ 12051 h 533400"/>
                <a:gd name="connsiteX3" fmla="*/ 427072 w 438150"/>
                <a:gd name="connsiteY3" fmla="*/ 128256 h 533400"/>
                <a:gd name="connsiteX4" fmla="*/ 438502 w 438150"/>
                <a:gd name="connsiteY4" fmla="*/ 154926 h 533400"/>
                <a:gd name="connsiteX5" fmla="*/ 438502 w 438150"/>
                <a:gd name="connsiteY5" fmla="*/ 154926 h 533400"/>
                <a:gd name="connsiteX6" fmla="*/ 438502 w 438150"/>
                <a:gd name="connsiteY6" fmla="*/ 495921 h 533400"/>
                <a:gd name="connsiteX7" fmla="*/ 400402 w 438150"/>
                <a:gd name="connsiteY7" fmla="*/ 534021 h 533400"/>
                <a:gd name="connsiteX8" fmla="*/ 400402 w 438150"/>
                <a:gd name="connsiteY8" fmla="*/ 534021 h 533400"/>
                <a:gd name="connsiteX9" fmla="*/ 38452 w 438150"/>
                <a:gd name="connsiteY9" fmla="*/ 534021 h 533400"/>
                <a:gd name="connsiteX10" fmla="*/ 352 w 438150"/>
                <a:gd name="connsiteY10" fmla="*/ 495921 h 533400"/>
                <a:gd name="connsiteX11" fmla="*/ 352 w 438150"/>
                <a:gd name="connsiteY11" fmla="*/ 495921 h 533400"/>
                <a:gd name="connsiteX12" fmla="*/ 352 w 438150"/>
                <a:gd name="connsiteY12" fmla="*/ 38721 h 533400"/>
                <a:gd name="connsiteX13" fmla="*/ 38452 w 438150"/>
                <a:gd name="connsiteY13" fmla="*/ 621 h 533400"/>
                <a:gd name="connsiteX14" fmla="*/ 38452 w 438150"/>
                <a:gd name="connsiteY14" fmla="*/ 621 h 533400"/>
                <a:gd name="connsiteX15" fmla="*/ 284197 w 438150"/>
                <a:gd name="connsiteY15" fmla="*/ 621 h 533400"/>
                <a:gd name="connsiteX16" fmla="*/ 284197 w 438150"/>
                <a:gd name="connsiteY16" fmla="*/ 19671 h 533400"/>
                <a:gd name="connsiteX17" fmla="*/ 38452 w 438150"/>
                <a:gd name="connsiteY17" fmla="*/ 19671 h 533400"/>
                <a:gd name="connsiteX18" fmla="*/ 19402 w 438150"/>
                <a:gd name="connsiteY18" fmla="*/ 38721 h 533400"/>
                <a:gd name="connsiteX19" fmla="*/ 19402 w 438150"/>
                <a:gd name="connsiteY19" fmla="*/ 38721 h 533400"/>
                <a:gd name="connsiteX20" fmla="*/ 19402 w 438150"/>
                <a:gd name="connsiteY20" fmla="*/ 495921 h 533400"/>
                <a:gd name="connsiteX21" fmla="*/ 38452 w 438150"/>
                <a:gd name="connsiteY21" fmla="*/ 514971 h 533400"/>
                <a:gd name="connsiteX22" fmla="*/ 38452 w 438150"/>
                <a:gd name="connsiteY22" fmla="*/ 514971 h 533400"/>
                <a:gd name="connsiteX23" fmla="*/ 400402 w 438150"/>
                <a:gd name="connsiteY23" fmla="*/ 514971 h 533400"/>
                <a:gd name="connsiteX24" fmla="*/ 419452 w 438150"/>
                <a:gd name="connsiteY24" fmla="*/ 495921 h 533400"/>
                <a:gd name="connsiteX25" fmla="*/ 419452 w 438150"/>
                <a:gd name="connsiteY25" fmla="*/ 495921 h 533400"/>
                <a:gd name="connsiteX26" fmla="*/ 419452 w 438150"/>
                <a:gd name="connsiteY26" fmla="*/ 154926 h 533400"/>
                <a:gd name="connsiteX27" fmla="*/ 419452 w 438150"/>
                <a:gd name="connsiteY27" fmla="*/ 153021 h 533400"/>
                <a:gd name="connsiteX28" fmla="*/ 314677 w 438150"/>
                <a:gd name="connsiteY28" fmla="*/ 153021 h 533400"/>
                <a:gd name="connsiteX29" fmla="*/ 286102 w 438150"/>
                <a:gd name="connsiteY29" fmla="*/ 126351 h 533400"/>
                <a:gd name="connsiteX30" fmla="*/ 286102 w 438150"/>
                <a:gd name="connsiteY30" fmla="*/ 124446 h 533400"/>
                <a:gd name="connsiteX31" fmla="*/ 286102 w 438150"/>
                <a:gd name="connsiteY31" fmla="*/ 19671 h 533400"/>
                <a:gd name="connsiteX32" fmla="*/ 284197 w 438150"/>
                <a:gd name="connsiteY32" fmla="*/ 19671 h 533400"/>
                <a:gd name="connsiteX33" fmla="*/ 284197 w 438150"/>
                <a:gd name="connsiteY33" fmla="*/ 19671 h 533400"/>
                <a:gd name="connsiteX34" fmla="*/ 248002 w 438150"/>
                <a:gd name="connsiteY34" fmla="*/ 200646 h 533400"/>
                <a:gd name="connsiteX35" fmla="*/ 305152 w 438150"/>
                <a:gd name="connsiteY35" fmla="*/ 257796 h 533400"/>
                <a:gd name="connsiteX36" fmla="*/ 248002 w 438150"/>
                <a:gd name="connsiteY36" fmla="*/ 314946 h 533400"/>
                <a:gd name="connsiteX37" fmla="*/ 248002 w 438150"/>
                <a:gd name="connsiteY37" fmla="*/ 314946 h 533400"/>
                <a:gd name="connsiteX38" fmla="*/ 171802 w 438150"/>
                <a:gd name="connsiteY38" fmla="*/ 314946 h 533400"/>
                <a:gd name="connsiteX39" fmla="*/ 171802 w 438150"/>
                <a:gd name="connsiteY39" fmla="*/ 410196 h 533400"/>
                <a:gd name="connsiteX40" fmla="*/ 152752 w 438150"/>
                <a:gd name="connsiteY40" fmla="*/ 410196 h 533400"/>
                <a:gd name="connsiteX41" fmla="*/ 152752 w 438150"/>
                <a:gd name="connsiteY41" fmla="*/ 200646 h 533400"/>
                <a:gd name="connsiteX42" fmla="*/ 248002 w 438150"/>
                <a:gd name="connsiteY42" fmla="*/ 200646 h 533400"/>
                <a:gd name="connsiteX43" fmla="*/ 248002 w 438150"/>
                <a:gd name="connsiteY43" fmla="*/ 219696 h 533400"/>
                <a:gd name="connsiteX44" fmla="*/ 171802 w 438150"/>
                <a:gd name="connsiteY44" fmla="*/ 219696 h 533400"/>
                <a:gd name="connsiteX45" fmla="*/ 171802 w 438150"/>
                <a:gd name="connsiteY45" fmla="*/ 295896 h 533400"/>
                <a:gd name="connsiteX46" fmla="*/ 248002 w 438150"/>
                <a:gd name="connsiteY46" fmla="*/ 295896 h 533400"/>
                <a:gd name="connsiteX47" fmla="*/ 286102 w 438150"/>
                <a:gd name="connsiteY47" fmla="*/ 257796 h 533400"/>
                <a:gd name="connsiteX48" fmla="*/ 248002 w 438150"/>
                <a:gd name="connsiteY48" fmla="*/ 219696 h 533400"/>
                <a:gd name="connsiteX49" fmla="*/ 248002 w 438150"/>
                <a:gd name="connsiteY49" fmla="*/ 219696 h 533400"/>
                <a:gd name="connsiteX50" fmla="*/ 305152 w 438150"/>
                <a:gd name="connsiteY50" fmla="*/ 33006 h 533400"/>
                <a:gd name="connsiteX51" fmla="*/ 305152 w 438150"/>
                <a:gd name="connsiteY51" fmla="*/ 124446 h 533400"/>
                <a:gd name="connsiteX52" fmla="*/ 313724 w 438150"/>
                <a:gd name="connsiteY52" fmla="*/ 133971 h 533400"/>
                <a:gd name="connsiteX53" fmla="*/ 314677 w 438150"/>
                <a:gd name="connsiteY53" fmla="*/ 133971 h 533400"/>
                <a:gd name="connsiteX54" fmla="*/ 406117 w 438150"/>
                <a:gd name="connsiteY54" fmla="*/ 133971 h 533400"/>
                <a:gd name="connsiteX55" fmla="*/ 305152 w 438150"/>
                <a:gd name="connsiteY55" fmla="*/ 33006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38150" h="533400">
                  <a:moveTo>
                    <a:pt x="284197" y="621"/>
                  </a:moveTo>
                  <a:cubicBezTo>
                    <a:pt x="294674" y="621"/>
                    <a:pt x="304199" y="4431"/>
                    <a:pt x="310867" y="12051"/>
                  </a:cubicBezTo>
                  <a:lnTo>
                    <a:pt x="310867" y="12051"/>
                  </a:lnTo>
                  <a:lnTo>
                    <a:pt x="427072" y="128256"/>
                  </a:lnTo>
                  <a:cubicBezTo>
                    <a:pt x="434692" y="135876"/>
                    <a:pt x="438502" y="145401"/>
                    <a:pt x="438502" y="154926"/>
                  </a:cubicBezTo>
                  <a:lnTo>
                    <a:pt x="438502" y="154926"/>
                  </a:lnTo>
                  <a:lnTo>
                    <a:pt x="438502" y="495921"/>
                  </a:lnTo>
                  <a:cubicBezTo>
                    <a:pt x="438502" y="516876"/>
                    <a:pt x="421357" y="534021"/>
                    <a:pt x="400402" y="534021"/>
                  </a:cubicBezTo>
                  <a:lnTo>
                    <a:pt x="400402" y="534021"/>
                  </a:lnTo>
                  <a:lnTo>
                    <a:pt x="38452" y="534021"/>
                  </a:lnTo>
                  <a:cubicBezTo>
                    <a:pt x="17497" y="534021"/>
                    <a:pt x="352" y="516876"/>
                    <a:pt x="352" y="495921"/>
                  </a:cubicBezTo>
                  <a:lnTo>
                    <a:pt x="352" y="495921"/>
                  </a:lnTo>
                  <a:lnTo>
                    <a:pt x="352" y="38721"/>
                  </a:lnTo>
                  <a:cubicBezTo>
                    <a:pt x="352" y="17766"/>
                    <a:pt x="17497" y="621"/>
                    <a:pt x="38452" y="621"/>
                  </a:cubicBezTo>
                  <a:lnTo>
                    <a:pt x="38452" y="621"/>
                  </a:lnTo>
                  <a:lnTo>
                    <a:pt x="284197" y="621"/>
                  </a:lnTo>
                  <a:close/>
                  <a:moveTo>
                    <a:pt x="284197" y="19671"/>
                  </a:moveTo>
                  <a:lnTo>
                    <a:pt x="38452" y="19671"/>
                  </a:lnTo>
                  <a:cubicBezTo>
                    <a:pt x="27974" y="19671"/>
                    <a:pt x="19402" y="28244"/>
                    <a:pt x="19402" y="38721"/>
                  </a:cubicBezTo>
                  <a:lnTo>
                    <a:pt x="19402" y="38721"/>
                  </a:lnTo>
                  <a:lnTo>
                    <a:pt x="19402" y="495921"/>
                  </a:lnTo>
                  <a:cubicBezTo>
                    <a:pt x="19402" y="506399"/>
                    <a:pt x="27974" y="514971"/>
                    <a:pt x="38452" y="514971"/>
                  </a:cubicBezTo>
                  <a:lnTo>
                    <a:pt x="38452" y="514971"/>
                  </a:lnTo>
                  <a:lnTo>
                    <a:pt x="400402" y="514971"/>
                  </a:lnTo>
                  <a:cubicBezTo>
                    <a:pt x="410880" y="514971"/>
                    <a:pt x="419452" y="506399"/>
                    <a:pt x="419452" y="495921"/>
                  </a:cubicBezTo>
                  <a:lnTo>
                    <a:pt x="419452" y="495921"/>
                  </a:lnTo>
                  <a:lnTo>
                    <a:pt x="419452" y="154926"/>
                  </a:lnTo>
                  <a:cubicBezTo>
                    <a:pt x="419452" y="153974"/>
                    <a:pt x="419452" y="153021"/>
                    <a:pt x="419452" y="153021"/>
                  </a:cubicBezTo>
                  <a:lnTo>
                    <a:pt x="314677" y="153021"/>
                  </a:lnTo>
                  <a:cubicBezTo>
                    <a:pt x="299437" y="153021"/>
                    <a:pt x="287055" y="141591"/>
                    <a:pt x="286102" y="126351"/>
                  </a:cubicBezTo>
                  <a:lnTo>
                    <a:pt x="286102" y="124446"/>
                  </a:lnTo>
                  <a:lnTo>
                    <a:pt x="286102" y="19671"/>
                  </a:lnTo>
                  <a:cubicBezTo>
                    <a:pt x="285149" y="19671"/>
                    <a:pt x="284197" y="19671"/>
                    <a:pt x="284197" y="19671"/>
                  </a:cubicBezTo>
                  <a:lnTo>
                    <a:pt x="284197" y="19671"/>
                  </a:lnTo>
                  <a:close/>
                  <a:moveTo>
                    <a:pt x="248002" y="200646"/>
                  </a:moveTo>
                  <a:cubicBezTo>
                    <a:pt x="279434" y="200646"/>
                    <a:pt x="305152" y="226364"/>
                    <a:pt x="305152" y="257796"/>
                  </a:cubicBezTo>
                  <a:cubicBezTo>
                    <a:pt x="305152" y="289229"/>
                    <a:pt x="279434" y="314946"/>
                    <a:pt x="248002" y="314946"/>
                  </a:cubicBezTo>
                  <a:lnTo>
                    <a:pt x="248002" y="314946"/>
                  </a:lnTo>
                  <a:lnTo>
                    <a:pt x="171802" y="314946"/>
                  </a:lnTo>
                  <a:lnTo>
                    <a:pt x="171802" y="410196"/>
                  </a:lnTo>
                  <a:lnTo>
                    <a:pt x="152752" y="410196"/>
                  </a:lnTo>
                  <a:lnTo>
                    <a:pt x="152752" y="200646"/>
                  </a:lnTo>
                  <a:lnTo>
                    <a:pt x="248002" y="200646"/>
                  </a:lnTo>
                  <a:close/>
                  <a:moveTo>
                    <a:pt x="248002" y="219696"/>
                  </a:moveTo>
                  <a:lnTo>
                    <a:pt x="171802" y="219696"/>
                  </a:lnTo>
                  <a:lnTo>
                    <a:pt x="171802" y="295896"/>
                  </a:lnTo>
                  <a:lnTo>
                    <a:pt x="248002" y="295896"/>
                  </a:lnTo>
                  <a:cubicBezTo>
                    <a:pt x="268957" y="295896"/>
                    <a:pt x="286102" y="278751"/>
                    <a:pt x="286102" y="257796"/>
                  </a:cubicBezTo>
                  <a:cubicBezTo>
                    <a:pt x="286102" y="236841"/>
                    <a:pt x="268957" y="219696"/>
                    <a:pt x="248002" y="219696"/>
                  </a:cubicBezTo>
                  <a:lnTo>
                    <a:pt x="248002" y="219696"/>
                  </a:lnTo>
                  <a:close/>
                  <a:moveTo>
                    <a:pt x="305152" y="33006"/>
                  </a:moveTo>
                  <a:lnTo>
                    <a:pt x="305152" y="124446"/>
                  </a:lnTo>
                  <a:cubicBezTo>
                    <a:pt x="305152" y="129209"/>
                    <a:pt x="308962" y="133019"/>
                    <a:pt x="313724" y="133971"/>
                  </a:cubicBezTo>
                  <a:lnTo>
                    <a:pt x="314677" y="133971"/>
                  </a:lnTo>
                  <a:lnTo>
                    <a:pt x="406117" y="133971"/>
                  </a:lnTo>
                  <a:lnTo>
                    <a:pt x="305152" y="33006"/>
                  </a:lnTo>
                  <a:close/>
                </a:path>
              </a:pathLst>
            </a:custGeom>
            <a:solidFill>
              <a:srgbClr val="FFFFFF"/>
            </a:solidFill>
            <a:ln w="9525" cap="flat">
              <a:noFill/>
              <a:prstDash val="solid"/>
              <a:miter/>
            </a:ln>
          </p:spPr>
          <p:txBody>
            <a:bodyPr rtlCol="0" anchor="ctr"/>
            <a:lstStyle/>
            <a:p>
              <a:endParaRPr lang="zh-CN" altLang="en-US"/>
            </a:p>
          </p:txBody>
        </p:sp>
        <p:sp>
          <p:nvSpPr>
            <p:cNvPr id="11" name="ïSľïďe">
              <a:extLst>
                <a:ext uri="{FF2B5EF4-FFF2-40B4-BE49-F238E27FC236}">
                  <a16:creationId xmlns:a16="http://schemas.microsoft.com/office/drawing/2014/main" id="{BE5499FE-2388-CBFA-0EDB-20D4614B56C8}"/>
                </a:ext>
              </a:extLst>
            </p:cNvPr>
            <p:cNvSpPr/>
            <p:nvPr/>
          </p:nvSpPr>
          <p:spPr>
            <a:xfrm>
              <a:off x="1120844" y="4320904"/>
              <a:ext cx="346094" cy="372717"/>
            </a:xfrm>
            <a:custGeom>
              <a:avLst/>
              <a:gdLst>
                <a:gd name="connsiteX0" fmla="*/ 362430 w 495300"/>
                <a:gd name="connsiteY0" fmla="*/ 621 h 533400"/>
                <a:gd name="connsiteX1" fmla="*/ 400530 w 495300"/>
                <a:gd name="connsiteY1" fmla="*/ 38721 h 533400"/>
                <a:gd name="connsiteX2" fmla="*/ 400530 w 495300"/>
                <a:gd name="connsiteY2" fmla="*/ 38721 h 533400"/>
                <a:gd name="connsiteX3" fmla="*/ 400530 w 495300"/>
                <a:gd name="connsiteY3" fmla="*/ 124446 h 533400"/>
                <a:gd name="connsiteX4" fmla="*/ 362430 w 495300"/>
                <a:gd name="connsiteY4" fmla="*/ 162546 h 533400"/>
                <a:gd name="connsiteX5" fmla="*/ 362430 w 495300"/>
                <a:gd name="connsiteY5" fmla="*/ 162546 h 533400"/>
                <a:gd name="connsiteX6" fmla="*/ 257655 w 495300"/>
                <a:gd name="connsiteY6" fmla="*/ 162546 h 533400"/>
                <a:gd name="connsiteX7" fmla="*/ 257655 w 495300"/>
                <a:gd name="connsiteY7" fmla="*/ 295896 h 533400"/>
                <a:gd name="connsiteX8" fmla="*/ 419580 w 495300"/>
                <a:gd name="connsiteY8" fmla="*/ 295896 h 533400"/>
                <a:gd name="connsiteX9" fmla="*/ 457680 w 495300"/>
                <a:gd name="connsiteY9" fmla="*/ 332091 h 533400"/>
                <a:gd name="connsiteX10" fmla="*/ 457680 w 495300"/>
                <a:gd name="connsiteY10" fmla="*/ 333996 h 533400"/>
                <a:gd name="connsiteX11" fmla="*/ 457680 w 495300"/>
                <a:gd name="connsiteY11" fmla="*/ 438771 h 533400"/>
                <a:gd name="connsiteX12" fmla="*/ 467205 w 495300"/>
                <a:gd name="connsiteY12" fmla="*/ 438771 h 533400"/>
                <a:gd name="connsiteX13" fmla="*/ 495780 w 495300"/>
                <a:gd name="connsiteY13" fmla="*/ 465441 h 533400"/>
                <a:gd name="connsiteX14" fmla="*/ 495780 w 495300"/>
                <a:gd name="connsiteY14" fmla="*/ 467346 h 533400"/>
                <a:gd name="connsiteX15" fmla="*/ 495780 w 495300"/>
                <a:gd name="connsiteY15" fmla="*/ 505446 h 533400"/>
                <a:gd name="connsiteX16" fmla="*/ 467205 w 495300"/>
                <a:gd name="connsiteY16" fmla="*/ 534021 h 533400"/>
                <a:gd name="connsiteX17" fmla="*/ 467205 w 495300"/>
                <a:gd name="connsiteY17" fmla="*/ 534021 h 533400"/>
                <a:gd name="connsiteX18" fmla="*/ 429105 w 495300"/>
                <a:gd name="connsiteY18" fmla="*/ 534021 h 533400"/>
                <a:gd name="connsiteX19" fmla="*/ 400530 w 495300"/>
                <a:gd name="connsiteY19" fmla="*/ 505446 h 533400"/>
                <a:gd name="connsiteX20" fmla="*/ 400530 w 495300"/>
                <a:gd name="connsiteY20" fmla="*/ 505446 h 533400"/>
                <a:gd name="connsiteX21" fmla="*/ 400530 w 495300"/>
                <a:gd name="connsiteY21" fmla="*/ 467346 h 533400"/>
                <a:gd name="connsiteX22" fmla="*/ 429105 w 495300"/>
                <a:gd name="connsiteY22" fmla="*/ 438771 h 533400"/>
                <a:gd name="connsiteX23" fmla="*/ 429105 w 495300"/>
                <a:gd name="connsiteY23" fmla="*/ 438771 h 533400"/>
                <a:gd name="connsiteX24" fmla="*/ 438630 w 495300"/>
                <a:gd name="connsiteY24" fmla="*/ 438771 h 533400"/>
                <a:gd name="connsiteX25" fmla="*/ 438630 w 495300"/>
                <a:gd name="connsiteY25" fmla="*/ 333996 h 533400"/>
                <a:gd name="connsiteX26" fmla="*/ 420533 w 495300"/>
                <a:gd name="connsiteY26" fmla="*/ 314946 h 533400"/>
                <a:gd name="connsiteX27" fmla="*/ 419580 w 495300"/>
                <a:gd name="connsiteY27" fmla="*/ 314946 h 533400"/>
                <a:gd name="connsiteX28" fmla="*/ 257655 w 495300"/>
                <a:gd name="connsiteY28" fmla="*/ 314946 h 533400"/>
                <a:gd name="connsiteX29" fmla="*/ 257655 w 495300"/>
                <a:gd name="connsiteY29" fmla="*/ 438771 h 533400"/>
                <a:gd name="connsiteX30" fmla="*/ 267180 w 495300"/>
                <a:gd name="connsiteY30" fmla="*/ 438771 h 533400"/>
                <a:gd name="connsiteX31" fmla="*/ 295755 w 495300"/>
                <a:gd name="connsiteY31" fmla="*/ 465441 h 533400"/>
                <a:gd name="connsiteX32" fmla="*/ 295755 w 495300"/>
                <a:gd name="connsiteY32" fmla="*/ 467346 h 533400"/>
                <a:gd name="connsiteX33" fmla="*/ 295755 w 495300"/>
                <a:gd name="connsiteY33" fmla="*/ 505446 h 533400"/>
                <a:gd name="connsiteX34" fmla="*/ 267180 w 495300"/>
                <a:gd name="connsiteY34" fmla="*/ 534021 h 533400"/>
                <a:gd name="connsiteX35" fmla="*/ 267180 w 495300"/>
                <a:gd name="connsiteY35" fmla="*/ 534021 h 533400"/>
                <a:gd name="connsiteX36" fmla="*/ 229080 w 495300"/>
                <a:gd name="connsiteY36" fmla="*/ 534021 h 533400"/>
                <a:gd name="connsiteX37" fmla="*/ 200505 w 495300"/>
                <a:gd name="connsiteY37" fmla="*/ 505446 h 533400"/>
                <a:gd name="connsiteX38" fmla="*/ 200505 w 495300"/>
                <a:gd name="connsiteY38" fmla="*/ 505446 h 533400"/>
                <a:gd name="connsiteX39" fmla="*/ 200505 w 495300"/>
                <a:gd name="connsiteY39" fmla="*/ 467346 h 533400"/>
                <a:gd name="connsiteX40" fmla="*/ 229080 w 495300"/>
                <a:gd name="connsiteY40" fmla="*/ 438771 h 533400"/>
                <a:gd name="connsiteX41" fmla="*/ 229080 w 495300"/>
                <a:gd name="connsiteY41" fmla="*/ 438771 h 533400"/>
                <a:gd name="connsiteX42" fmla="*/ 238605 w 495300"/>
                <a:gd name="connsiteY42" fmla="*/ 438771 h 533400"/>
                <a:gd name="connsiteX43" fmla="*/ 238605 w 495300"/>
                <a:gd name="connsiteY43" fmla="*/ 314946 h 533400"/>
                <a:gd name="connsiteX44" fmla="*/ 76680 w 495300"/>
                <a:gd name="connsiteY44" fmla="*/ 314946 h 533400"/>
                <a:gd name="connsiteX45" fmla="*/ 57630 w 495300"/>
                <a:gd name="connsiteY45" fmla="*/ 333044 h 533400"/>
                <a:gd name="connsiteX46" fmla="*/ 57630 w 495300"/>
                <a:gd name="connsiteY46" fmla="*/ 333996 h 533400"/>
                <a:gd name="connsiteX47" fmla="*/ 57630 w 495300"/>
                <a:gd name="connsiteY47" fmla="*/ 438771 h 533400"/>
                <a:gd name="connsiteX48" fmla="*/ 67155 w 495300"/>
                <a:gd name="connsiteY48" fmla="*/ 438771 h 533400"/>
                <a:gd name="connsiteX49" fmla="*/ 95730 w 495300"/>
                <a:gd name="connsiteY49" fmla="*/ 465441 h 533400"/>
                <a:gd name="connsiteX50" fmla="*/ 95730 w 495300"/>
                <a:gd name="connsiteY50" fmla="*/ 467346 h 533400"/>
                <a:gd name="connsiteX51" fmla="*/ 95730 w 495300"/>
                <a:gd name="connsiteY51" fmla="*/ 505446 h 533400"/>
                <a:gd name="connsiteX52" fmla="*/ 67155 w 495300"/>
                <a:gd name="connsiteY52" fmla="*/ 534021 h 533400"/>
                <a:gd name="connsiteX53" fmla="*/ 67155 w 495300"/>
                <a:gd name="connsiteY53" fmla="*/ 534021 h 533400"/>
                <a:gd name="connsiteX54" fmla="*/ 29055 w 495300"/>
                <a:gd name="connsiteY54" fmla="*/ 534021 h 533400"/>
                <a:gd name="connsiteX55" fmla="*/ 480 w 495300"/>
                <a:gd name="connsiteY55" fmla="*/ 505446 h 533400"/>
                <a:gd name="connsiteX56" fmla="*/ 480 w 495300"/>
                <a:gd name="connsiteY56" fmla="*/ 505446 h 533400"/>
                <a:gd name="connsiteX57" fmla="*/ 480 w 495300"/>
                <a:gd name="connsiteY57" fmla="*/ 467346 h 533400"/>
                <a:gd name="connsiteX58" fmla="*/ 29055 w 495300"/>
                <a:gd name="connsiteY58" fmla="*/ 438771 h 533400"/>
                <a:gd name="connsiteX59" fmla="*/ 29055 w 495300"/>
                <a:gd name="connsiteY59" fmla="*/ 438771 h 533400"/>
                <a:gd name="connsiteX60" fmla="*/ 38580 w 495300"/>
                <a:gd name="connsiteY60" fmla="*/ 438771 h 533400"/>
                <a:gd name="connsiteX61" fmla="*/ 38580 w 495300"/>
                <a:gd name="connsiteY61" fmla="*/ 333996 h 533400"/>
                <a:gd name="connsiteX62" fmla="*/ 74775 w 495300"/>
                <a:gd name="connsiteY62" fmla="*/ 295896 h 533400"/>
                <a:gd name="connsiteX63" fmla="*/ 76680 w 495300"/>
                <a:gd name="connsiteY63" fmla="*/ 295896 h 533400"/>
                <a:gd name="connsiteX64" fmla="*/ 238605 w 495300"/>
                <a:gd name="connsiteY64" fmla="*/ 295896 h 533400"/>
                <a:gd name="connsiteX65" fmla="*/ 238605 w 495300"/>
                <a:gd name="connsiteY65" fmla="*/ 162546 h 533400"/>
                <a:gd name="connsiteX66" fmla="*/ 133830 w 495300"/>
                <a:gd name="connsiteY66" fmla="*/ 162546 h 533400"/>
                <a:gd name="connsiteX67" fmla="*/ 95730 w 495300"/>
                <a:gd name="connsiteY67" fmla="*/ 126351 h 533400"/>
                <a:gd name="connsiteX68" fmla="*/ 95730 w 495300"/>
                <a:gd name="connsiteY68" fmla="*/ 124446 h 533400"/>
                <a:gd name="connsiteX69" fmla="*/ 95730 w 495300"/>
                <a:gd name="connsiteY69" fmla="*/ 38721 h 533400"/>
                <a:gd name="connsiteX70" fmla="*/ 133830 w 495300"/>
                <a:gd name="connsiteY70" fmla="*/ 621 h 533400"/>
                <a:gd name="connsiteX71" fmla="*/ 133830 w 495300"/>
                <a:gd name="connsiteY71" fmla="*/ 621 h 533400"/>
                <a:gd name="connsiteX72" fmla="*/ 362430 w 495300"/>
                <a:gd name="connsiteY72" fmla="*/ 621 h 533400"/>
                <a:gd name="connsiteX73" fmla="*/ 67155 w 495300"/>
                <a:gd name="connsiteY73" fmla="*/ 457821 h 533400"/>
                <a:gd name="connsiteX74" fmla="*/ 29055 w 495300"/>
                <a:gd name="connsiteY74" fmla="*/ 457821 h 533400"/>
                <a:gd name="connsiteX75" fmla="*/ 19530 w 495300"/>
                <a:gd name="connsiteY75" fmla="*/ 467346 h 533400"/>
                <a:gd name="connsiteX76" fmla="*/ 19530 w 495300"/>
                <a:gd name="connsiteY76" fmla="*/ 467346 h 533400"/>
                <a:gd name="connsiteX77" fmla="*/ 19530 w 495300"/>
                <a:gd name="connsiteY77" fmla="*/ 505446 h 533400"/>
                <a:gd name="connsiteX78" fmla="*/ 29055 w 495300"/>
                <a:gd name="connsiteY78" fmla="*/ 514971 h 533400"/>
                <a:gd name="connsiteX79" fmla="*/ 29055 w 495300"/>
                <a:gd name="connsiteY79" fmla="*/ 514971 h 533400"/>
                <a:gd name="connsiteX80" fmla="*/ 67155 w 495300"/>
                <a:gd name="connsiteY80" fmla="*/ 514971 h 533400"/>
                <a:gd name="connsiteX81" fmla="*/ 76680 w 495300"/>
                <a:gd name="connsiteY81" fmla="*/ 505446 h 533400"/>
                <a:gd name="connsiteX82" fmla="*/ 76680 w 495300"/>
                <a:gd name="connsiteY82" fmla="*/ 505446 h 533400"/>
                <a:gd name="connsiteX83" fmla="*/ 76680 w 495300"/>
                <a:gd name="connsiteY83" fmla="*/ 467346 h 533400"/>
                <a:gd name="connsiteX84" fmla="*/ 67155 w 495300"/>
                <a:gd name="connsiteY84" fmla="*/ 457821 h 533400"/>
                <a:gd name="connsiteX85" fmla="*/ 67155 w 495300"/>
                <a:gd name="connsiteY85" fmla="*/ 457821 h 533400"/>
                <a:gd name="connsiteX86" fmla="*/ 267180 w 495300"/>
                <a:gd name="connsiteY86" fmla="*/ 457821 h 533400"/>
                <a:gd name="connsiteX87" fmla="*/ 229080 w 495300"/>
                <a:gd name="connsiteY87" fmla="*/ 457821 h 533400"/>
                <a:gd name="connsiteX88" fmla="*/ 219555 w 495300"/>
                <a:gd name="connsiteY88" fmla="*/ 467346 h 533400"/>
                <a:gd name="connsiteX89" fmla="*/ 219555 w 495300"/>
                <a:gd name="connsiteY89" fmla="*/ 467346 h 533400"/>
                <a:gd name="connsiteX90" fmla="*/ 219555 w 495300"/>
                <a:gd name="connsiteY90" fmla="*/ 505446 h 533400"/>
                <a:gd name="connsiteX91" fmla="*/ 229080 w 495300"/>
                <a:gd name="connsiteY91" fmla="*/ 514971 h 533400"/>
                <a:gd name="connsiteX92" fmla="*/ 229080 w 495300"/>
                <a:gd name="connsiteY92" fmla="*/ 514971 h 533400"/>
                <a:gd name="connsiteX93" fmla="*/ 267180 w 495300"/>
                <a:gd name="connsiteY93" fmla="*/ 514971 h 533400"/>
                <a:gd name="connsiteX94" fmla="*/ 276705 w 495300"/>
                <a:gd name="connsiteY94" fmla="*/ 505446 h 533400"/>
                <a:gd name="connsiteX95" fmla="*/ 276705 w 495300"/>
                <a:gd name="connsiteY95" fmla="*/ 505446 h 533400"/>
                <a:gd name="connsiteX96" fmla="*/ 276705 w 495300"/>
                <a:gd name="connsiteY96" fmla="*/ 467346 h 533400"/>
                <a:gd name="connsiteX97" fmla="*/ 267180 w 495300"/>
                <a:gd name="connsiteY97" fmla="*/ 457821 h 533400"/>
                <a:gd name="connsiteX98" fmla="*/ 267180 w 495300"/>
                <a:gd name="connsiteY98" fmla="*/ 457821 h 533400"/>
                <a:gd name="connsiteX99" fmla="*/ 467205 w 495300"/>
                <a:gd name="connsiteY99" fmla="*/ 457821 h 533400"/>
                <a:gd name="connsiteX100" fmla="*/ 429105 w 495300"/>
                <a:gd name="connsiteY100" fmla="*/ 457821 h 533400"/>
                <a:gd name="connsiteX101" fmla="*/ 419580 w 495300"/>
                <a:gd name="connsiteY101" fmla="*/ 467346 h 533400"/>
                <a:gd name="connsiteX102" fmla="*/ 419580 w 495300"/>
                <a:gd name="connsiteY102" fmla="*/ 467346 h 533400"/>
                <a:gd name="connsiteX103" fmla="*/ 419580 w 495300"/>
                <a:gd name="connsiteY103" fmla="*/ 505446 h 533400"/>
                <a:gd name="connsiteX104" fmla="*/ 429105 w 495300"/>
                <a:gd name="connsiteY104" fmla="*/ 514971 h 533400"/>
                <a:gd name="connsiteX105" fmla="*/ 429105 w 495300"/>
                <a:gd name="connsiteY105" fmla="*/ 514971 h 533400"/>
                <a:gd name="connsiteX106" fmla="*/ 467205 w 495300"/>
                <a:gd name="connsiteY106" fmla="*/ 514971 h 533400"/>
                <a:gd name="connsiteX107" fmla="*/ 476730 w 495300"/>
                <a:gd name="connsiteY107" fmla="*/ 505446 h 533400"/>
                <a:gd name="connsiteX108" fmla="*/ 476730 w 495300"/>
                <a:gd name="connsiteY108" fmla="*/ 505446 h 533400"/>
                <a:gd name="connsiteX109" fmla="*/ 476730 w 495300"/>
                <a:gd name="connsiteY109" fmla="*/ 467346 h 533400"/>
                <a:gd name="connsiteX110" fmla="*/ 467205 w 495300"/>
                <a:gd name="connsiteY110" fmla="*/ 457821 h 533400"/>
                <a:gd name="connsiteX111" fmla="*/ 467205 w 495300"/>
                <a:gd name="connsiteY111" fmla="*/ 457821 h 533400"/>
                <a:gd name="connsiteX112" fmla="*/ 362430 w 495300"/>
                <a:gd name="connsiteY112" fmla="*/ 19671 h 533400"/>
                <a:gd name="connsiteX113" fmla="*/ 133830 w 495300"/>
                <a:gd name="connsiteY113" fmla="*/ 19671 h 533400"/>
                <a:gd name="connsiteX114" fmla="*/ 114780 w 495300"/>
                <a:gd name="connsiteY114" fmla="*/ 38721 h 533400"/>
                <a:gd name="connsiteX115" fmla="*/ 114780 w 495300"/>
                <a:gd name="connsiteY115" fmla="*/ 38721 h 533400"/>
                <a:gd name="connsiteX116" fmla="*/ 114780 w 495300"/>
                <a:gd name="connsiteY116" fmla="*/ 124446 h 533400"/>
                <a:gd name="connsiteX117" fmla="*/ 133830 w 495300"/>
                <a:gd name="connsiteY117" fmla="*/ 143496 h 533400"/>
                <a:gd name="connsiteX118" fmla="*/ 133830 w 495300"/>
                <a:gd name="connsiteY118" fmla="*/ 143496 h 533400"/>
                <a:gd name="connsiteX119" fmla="*/ 362430 w 495300"/>
                <a:gd name="connsiteY119" fmla="*/ 143496 h 533400"/>
                <a:gd name="connsiteX120" fmla="*/ 381480 w 495300"/>
                <a:gd name="connsiteY120" fmla="*/ 124446 h 533400"/>
                <a:gd name="connsiteX121" fmla="*/ 381480 w 495300"/>
                <a:gd name="connsiteY121" fmla="*/ 124446 h 533400"/>
                <a:gd name="connsiteX122" fmla="*/ 381480 w 495300"/>
                <a:gd name="connsiteY122" fmla="*/ 38721 h 533400"/>
                <a:gd name="connsiteX123" fmla="*/ 362430 w 495300"/>
                <a:gd name="connsiteY123" fmla="*/ 19671 h 533400"/>
                <a:gd name="connsiteX124" fmla="*/ 362430 w 495300"/>
                <a:gd name="connsiteY124" fmla="*/ 19671 h 533400"/>
                <a:gd name="connsiteX125" fmla="*/ 157643 w 495300"/>
                <a:gd name="connsiteY125" fmla="*/ 86346 h 533400"/>
                <a:gd name="connsiteX126" fmla="*/ 171930 w 495300"/>
                <a:gd name="connsiteY126" fmla="*/ 100634 h 533400"/>
                <a:gd name="connsiteX127" fmla="*/ 157643 w 495300"/>
                <a:gd name="connsiteY127" fmla="*/ 114921 h 533400"/>
                <a:gd name="connsiteX128" fmla="*/ 143355 w 495300"/>
                <a:gd name="connsiteY128" fmla="*/ 100634 h 533400"/>
                <a:gd name="connsiteX129" fmla="*/ 157643 w 495300"/>
                <a:gd name="connsiteY129" fmla="*/ 86346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495300" h="533400">
                  <a:moveTo>
                    <a:pt x="362430" y="621"/>
                  </a:moveTo>
                  <a:cubicBezTo>
                    <a:pt x="383385" y="621"/>
                    <a:pt x="400530" y="17766"/>
                    <a:pt x="400530" y="38721"/>
                  </a:cubicBezTo>
                  <a:lnTo>
                    <a:pt x="400530" y="38721"/>
                  </a:lnTo>
                  <a:lnTo>
                    <a:pt x="400530" y="124446"/>
                  </a:lnTo>
                  <a:cubicBezTo>
                    <a:pt x="400530" y="145401"/>
                    <a:pt x="383385" y="162546"/>
                    <a:pt x="362430" y="162546"/>
                  </a:cubicBezTo>
                  <a:lnTo>
                    <a:pt x="362430" y="162546"/>
                  </a:lnTo>
                  <a:lnTo>
                    <a:pt x="257655" y="162546"/>
                  </a:lnTo>
                  <a:lnTo>
                    <a:pt x="257655" y="295896"/>
                  </a:lnTo>
                  <a:lnTo>
                    <a:pt x="419580" y="295896"/>
                  </a:lnTo>
                  <a:cubicBezTo>
                    <a:pt x="439583" y="295896"/>
                    <a:pt x="456727" y="312089"/>
                    <a:pt x="457680" y="332091"/>
                  </a:cubicBezTo>
                  <a:lnTo>
                    <a:pt x="457680" y="333996"/>
                  </a:lnTo>
                  <a:lnTo>
                    <a:pt x="457680" y="438771"/>
                  </a:lnTo>
                  <a:lnTo>
                    <a:pt x="467205" y="438771"/>
                  </a:lnTo>
                  <a:cubicBezTo>
                    <a:pt x="482445" y="438771"/>
                    <a:pt x="494827" y="450201"/>
                    <a:pt x="495780" y="465441"/>
                  </a:cubicBezTo>
                  <a:lnTo>
                    <a:pt x="495780" y="467346"/>
                  </a:lnTo>
                  <a:lnTo>
                    <a:pt x="495780" y="505446"/>
                  </a:lnTo>
                  <a:cubicBezTo>
                    <a:pt x="495780" y="521639"/>
                    <a:pt x="483398" y="534021"/>
                    <a:pt x="467205" y="534021"/>
                  </a:cubicBezTo>
                  <a:lnTo>
                    <a:pt x="467205" y="534021"/>
                  </a:lnTo>
                  <a:lnTo>
                    <a:pt x="429105" y="534021"/>
                  </a:lnTo>
                  <a:cubicBezTo>
                    <a:pt x="412912" y="534021"/>
                    <a:pt x="400530" y="521639"/>
                    <a:pt x="400530" y="505446"/>
                  </a:cubicBezTo>
                  <a:lnTo>
                    <a:pt x="400530" y="505446"/>
                  </a:lnTo>
                  <a:lnTo>
                    <a:pt x="400530" y="467346"/>
                  </a:lnTo>
                  <a:cubicBezTo>
                    <a:pt x="400530" y="451154"/>
                    <a:pt x="412912" y="438771"/>
                    <a:pt x="429105" y="438771"/>
                  </a:cubicBezTo>
                  <a:lnTo>
                    <a:pt x="429105" y="438771"/>
                  </a:lnTo>
                  <a:lnTo>
                    <a:pt x="438630" y="438771"/>
                  </a:lnTo>
                  <a:lnTo>
                    <a:pt x="438630" y="333996"/>
                  </a:lnTo>
                  <a:cubicBezTo>
                    <a:pt x="438630" y="323519"/>
                    <a:pt x="431010" y="315899"/>
                    <a:pt x="420533" y="314946"/>
                  </a:cubicBezTo>
                  <a:lnTo>
                    <a:pt x="419580" y="314946"/>
                  </a:lnTo>
                  <a:lnTo>
                    <a:pt x="257655" y="314946"/>
                  </a:lnTo>
                  <a:lnTo>
                    <a:pt x="257655" y="438771"/>
                  </a:lnTo>
                  <a:lnTo>
                    <a:pt x="267180" y="438771"/>
                  </a:lnTo>
                  <a:cubicBezTo>
                    <a:pt x="282420" y="438771"/>
                    <a:pt x="294802" y="450201"/>
                    <a:pt x="295755" y="465441"/>
                  </a:cubicBezTo>
                  <a:lnTo>
                    <a:pt x="295755" y="467346"/>
                  </a:lnTo>
                  <a:lnTo>
                    <a:pt x="295755" y="505446"/>
                  </a:lnTo>
                  <a:cubicBezTo>
                    <a:pt x="295755" y="521639"/>
                    <a:pt x="283373" y="534021"/>
                    <a:pt x="267180" y="534021"/>
                  </a:cubicBezTo>
                  <a:lnTo>
                    <a:pt x="267180" y="534021"/>
                  </a:lnTo>
                  <a:lnTo>
                    <a:pt x="229080" y="534021"/>
                  </a:lnTo>
                  <a:cubicBezTo>
                    <a:pt x="212887" y="534021"/>
                    <a:pt x="200505" y="521639"/>
                    <a:pt x="200505" y="505446"/>
                  </a:cubicBezTo>
                  <a:lnTo>
                    <a:pt x="200505" y="505446"/>
                  </a:lnTo>
                  <a:lnTo>
                    <a:pt x="200505" y="467346"/>
                  </a:lnTo>
                  <a:cubicBezTo>
                    <a:pt x="200505" y="451154"/>
                    <a:pt x="212887" y="438771"/>
                    <a:pt x="229080" y="438771"/>
                  </a:cubicBezTo>
                  <a:lnTo>
                    <a:pt x="229080" y="438771"/>
                  </a:lnTo>
                  <a:lnTo>
                    <a:pt x="238605" y="438771"/>
                  </a:lnTo>
                  <a:lnTo>
                    <a:pt x="238605" y="314946"/>
                  </a:lnTo>
                  <a:lnTo>
                    <a:pt x="76680" y="314946"/>
                  </a:lnTo>
                  <a:cubicBezTo>
                    <a:pt x="66202" y="314946"/>
                    <a:pt x="58583" y="322566"/>
                    <a:pt x="57630" y="333044"/>
                  </a:cubicBezTo>
                  <a:lnTo>
                    <a:pt x="57630" y="333996"/>
                  </a:lnTo>
                  <a:lnTo>
                    <a:pt x="57630" y="438771"/>
                  </a:lnTo>
                  <a:lnTo>
                    <a:pt x="67155" y="438771"/>
                  </a:lnTo>
                  <a:cubicBezTo>
                    <a:pt x="82395" y="438771"/>
                    <a:pt x="94777" y="450201"/>
                    <a:pt x="95730" y="465441"/>
                  </a:cubicBezTo>
                  <a:lnTo>
                    <a:pt x="95730" y="467346"/>
                  </a:lnTo>
                  <a:lnTo>
                    <a:pt x="95730" y="505446"/>
                  </a:lnTo>
                  <a:cubicBezTo>
                    <a:pt x="95730" y="521639"/>
                    <a:pt x="83348" y="534021"/>
                    <a:pt x="67155" y="534021"/>
                  </a:cubicBezTo>
                  <a:lnTo>
                    <a:pt x="67155" y="534021"/>
                  </a:lnTo>
                  <a:lnTo>
                    <a:pt x="29055" y="534021"/>
                  </a:lnTo>
                  <a:cubicBezTo>
                    <a:pt x="12862" y="534021"/>
                    <a:pt x="480" y="521639"/>
                    <a:pt x="480" y="505446"/>
                  </a:cubicBezTo>
                  <a:lnTo>
                    <a:pt x="480" y="505446"/>
                  </a:lnTo>
                  <a:lnTo>
                    <a:pt x="480" y="467346"/>
                  </a:lnTo>
                  <a:cubicBezTo>
                    <a:pt x="480" y="451154"/>
                    <a:pt x="12862" y="438771"/>
                    <a:pt x="29055" y="438771"/>
                  </a:cubicBezTo>
                  <a:lnTo>
                    <a:pt x="29055" y="438771"/>
                  </a:lnTo>
                  <a:lnTo>
                    <a:pt x="38580" y="438771"/>
                  </a:lnTo>
                  <a:lnTo>
                    <a:pt x="38580" y="333996"/>
                  </a:lnTo>
                  <a:cubicBezTo>
                    <a:pt x="38580" y="313994"/>
                    <a:pt x="54773" y="296849"/>
                    <a:pt x="74775" y="295896"/>
                  </a:cubicBezTo>
                  <a:lnTo>
                    <a:pt x="76680" y="295896"/>
                  </a:lnTo>
                  <a:lnTo>
                    <a:pt x="238605" y="295896"/>
                  </a:lnTo>
                  <a:lnTo>
                    <a:pt x="238605" y="162546"/>
                  </a:lnTo>
                  <a:lnTo>
                    <a:pt x="133830" y="162546"/>
                  </a:lnTo>
                  <a:cubicBezTo>
                    <a:pt x="113827" y="162546"/>
                    <a:pt x="96683" y="146354"/>
                    <a:pt x="95730" y="126351"/>
                  </a:cubicBezTo>
                  <a:lnTo>
                    <a:pt x="95730" y="124446"/>
                  </a:lnTo>
                  <a:lnTo>
                    <a:pt x="95730" y="38721"/>
                  </a:lnTo>
                  <a:cubicBezTo>
                    <a:pt x="95730" y="17766"/>
                    <a:pt x="112875" y="621"/>
                    <a:pt x="133830" y="621"/>
                  </a:cubicBezTo>
                  <a:lnTo>
                    <a:pt x="133830" y="621"/>
                  </a:lnTo>
                  <a:lnTo>
                    <a:pt x="362430" y="621"/>
                  </a:lnTo>
                  <a:close/>
                  <a:moveTo>
                    <a:pt x="67155" y="457821"/>
                  </a:moveTo>
                  <a:lnTo>
                    <a:pt x="29055" y="457821"/>
                  </a:lnTo>
                  <a:cubicBezTo>
                    <a:pt x="23340" y="457821"/>
                    <a:pt x="19530" y="461631"/>
                    <a:pt x="19530" y="467346"/>
                  </a:cubicBezTo>
                  <a:lnTo>
                    <a:pt x="19530" y="467346"/>
                  </a:lnTo>
                  <a:lnTo>
                    <a:pt x="19530" y="505446"/>
                  </a:lnTo>
                  <a:cubicBezTo>
                    <a:pt x="19530" y="511161"/>
                    <a:pt x="23340" y="514971"/>
                    <a:pt x="29055" y="514971"/>
                  </a:cubicBezTo>
                  <a:lnTo>
                    <a:pt x="29055" y="514971"/>
                  </a:lnTo>
                  <a:lnTo>
                    <a:pt x="67155" y="514971"/>
                  </a:lnTo>
                  <a:cubicBezTo>
                    <a:pt x="72870" y="514971"/>
                    <a:pt x="76680" y="511161"/>
                    <a:pt x="76680" y="505446"/>
                  </a:cubicBezTo>
                  <a:lnTo>
                    <a:pt x="76680" y="505446"/>
                  </a:lnTo>
                  <a:lnTo>
                    <a:pt x="76680" y="467346"/>
                  </a:lnTo>
                  <a:cubicBezTo>
                    <a:pt x="76680" y="461631"/>
                    <a:pt x="72870" y="457821"/>
                    <a:pt x="67155" y="457821"/>
                  </a:cubicBezTo>
                  <a:lnTo>
                    <a:pt x="67155" y="457821"/>
                  </a:lnTo>
                  <a:close/>
                  <a:moveTo>
                    <a:pt x="267180" y="457821"/>
                  </a:moveTo>
                  <a:lnTo>
                    <a:pt x="229080" y="457821"/>
                  </a:lnTo>
                  <a:cubicBezTo>
                    <a:pt x="223365" y="457821"/>
                    <a:pt x="219555" y="461631"/>
                    <a:pt x="219555" y="467346"/>
                  </a:cubicBezTo>
                  <a:lnTo>
                    <a:pt x="219555" y="467346"/>
                  </a:lnTo>
                  <a:lnTo>
                    <a:pt x="219555" y="505446"/>
                  </a:lnTo>
                  <a:cubicBezTo>
                    <a:pt x="219555" y="511161"/>
                    <a:pt x="223365" y="514971"/>
                    <a:pt x="229080" y="514971"/>
                  </a:cubicBezTo>
                  <a:lnTo>
                    <a:pt x="229080" y="514971"/>
                  </a:lnTo>
                  <a:lnTo>
                    <a:pt x="267180" y="514971"/>
                  </a:lnTo>
                  <a:cubicBezTo>
                    <a:pt x="272895" y="514971"/>
                    <a:pt x="276705" y="511161"/>
                    <a:pt x="276705" y="505446"/>
                  </a:cubicBezTo>
                  <a:lnTo>
                    <a:pt x="276705" y="505446"/>
                  </a:lnTo>
                  <a:lnTo>
                    <a:pt x="276705" y="467346"/>
                  </a:lnTo>
                  <a:cubicBezTo>
                    <a:pt x="276705" y="461631"/>
                    <a:pt x="272895" y="457821"/>
                    <a:pt x="267180" y="457821"/>
                  </a:cubicBezTo>
                  <a:lnTo>
                    <a:pt x="267180" y="457821"/>
                  </a:lnTo>
                  <a:close/>
                  <a:moveTo>
                    <a:pt x="467205" y="457821"/>
                  </a:moveTo>
                  <a:lnTo>
                    <a:pt x="429105" y="457821"/>
                  </a:lnTo>
                  <a:cubicBezTo>
                    <a:pt x="423390" y="457821"/>
                    <a:pt x="419580" y="461631"/>
                    <a:pt x="419580" y="467346"/>
                  </a:cubicBezTo>
                  <a:lnTo>
                    <a:pt x="419580" y="467346"/>
                  </a:lnTo>
                  <a:lnTo>
                    <a:pt x="419580" y="505446"/>
                  </a:lnTo>
                  <a:cubicBezTo>
                    <a:pt x="419580" y="511161"/>
                    <a:pt x="423390" y="514971"/>
                    <a:pt x="429105" y="514971"/>
                  </a:cubicBezTo>
                  <a:lnTo>
                    <a:pt x="429105" y="514971"/>
                  </a:lnTo>
                  <a:lnTo>
                    <a:pt x="467205" y="514971"/>
                  </a:lnTo>
                  <a:cubicBezTo>
                    <a:pt x="472920" y="514971"/>
                    <a:pt x="476730" y="511161"/>
                    <a:pt x="476730" y="505446"/>
                  </a:cubicBezTo>
                  <a:lnTo>
                    <a:pt x="476730" y="505446"/>
                  </a:lnTo>
                  <a:lnTo>
                    <a:pt x="476730" y="467346"/>
                  </a:lnTo>
                  <a:cubicBezTo>
                    <a:pt x="476730" y="461631"/>
                    <a:pt x="472920" y="457821"/>
                    <a:pt x="467205" y="457821"/>
                  </a:cubicBezTo>
                  <a:lnTo>
                    <a:pt x="467205" y="457821"/>
                  </a:lnTo>
                  <a:close/>
                  <a:moveTo>
                    <a:pt x="362430" y="19671"/>
                  </a:moveTo>
                  <a:lnTo>
                    <a:pt x="133830" y="19671"/>
                  </a:lnTo>
                  <a:cubicBezTo>
                    <a:pt x="123352" y="19671"/>
                    <a:pt x="114780" y="28244"/>
                    <a:pt x="114780" y="38721"/>
                  </a:cubicBezTo>
                  <a:lnTo>
                    <a:pt x="114780" y="38721"/>
                  </a:lnTo>
                  <a:lnTo>
                    <a:pt x="114780" y="124446"/>
                  </a:lnTo>
                  <a:cubicBezTo>
                    <a:pt x="114780" y="134924"/>
                    <a:pt x="123352" y="143496"/>
                    <a:pt x="133830" y="143496"/>
                  </a:cubicBezTo>
                  <a:lnTo>
                    <a:pt x="133830" y="143496"/>
                  </a:lnTo>
                  <a:lnTo>
                    <a:pt x="362430" y="143496"/>
                  </a:lnTo>
                  <a:cubicBezTo>
                    <a:pt x="372908" y="143496"/>
                    <a:pt x="381480" y="134924"/>
                    <a:pt x="381480" y="124446"/>
                  </a:cubicBezTo>
                  <a:lnTo>
                    <a:pt x="381480" y="124446"/>
                  </a:lnTo>
                  <a:lnTo>
                    <a:pt x="381480" y="38721"/>
                  </a:lnTo>
                  <a:cubicBezTo>
                    <a:pt x="381480" y="28244"/>
                    <a:pt x="372908" y="19671"/>
                    <a:pt x="362430" y="19671"/>
                  </a:cubicBezTo>
                  <a:lnTo>
                    <a:pt x="362430" y="19671"/>
                  </a:lnTo>
                  <a:close/>
                  <a:moveTo>
                    <a:pt x="157643" y="86346"/>
                  </a:moveTo>
                  <a:cubicBezTo>
                    <a:pt x="165262" y="86346"/>
                    <a:pt x="171930" y="93014"/>
                    <a:pt x="171930" y="100634"/>
                  </a:cubicBezTo>
                  <a:cubicBezTo>
                    <a:pt x="171930" y="108254"/>
                    <a:pt x="165262" y="114921"/>
                    <a:pt x="157643" y="114921"/>
                  </a:cubicBezTo>
                  <a:cubicBezTo>
                    <a:pt x="150023" y="114921"/>
                    <a:pt x="143355" y="108254"/>
                    <a:pt x="143355" y="100634"/>
                  </a:cubicBezTo>
                  <a:cubicBezTo>
                    <a:pt x="143355" y="93014"/>
                    <a:pt x="150023" y="86346"/>
                    <a:pt x="157643" y="86346"/>
                  </a:cubicBezTo>
                  <a:close/>
                </a:path>
              </a:pathLst>
            </a:custGeom>
            <a:solidFill>
              <a:schemeClr val="tx1"/>
            </a:solidFill>
            <a:ln w="9525" cap="flat">
              <a:noFill/>
              <a:prstDash val="solid"/>
              <a:miter/>
            </a:ln>
          </p:spPr>
          <p:txBody>
            <a:bodyPr rtlCol="0" anchor="ctr"/>
            <a:lstStyle/>
            <a:p>
              <a:endParaRPr lang="zh-CN" altLang="en-US"/>
            </a:p>
          </p:txBody>
        </p:sp>
        <p:sp>
          <p:nvSpPr>
            <p:cNvPr id="12" name="ïṩļîďè">
              <a:extLst>
                <a:ext uri="{FF2B5EF4-FFF2-40B4-BE49-F238E27FC236}">
                  <a16:creationId xmlns:a16="http://schemas.microsoft.com/office/drawing/2014/main" id="{A826C757-A2D6-BB0E-645B-9C7D2070E41E}"/>
                </a:ext>
              </a:extLst>
            </p:cNvPr>
            <p:cNvSpPr/>
            <p:nvPr/>
          </p:nvSpPr>
          <p:spPr>
            <a:xfrm>
              <a:off x="9304427" y="4354182"/>
              <a:ext cx="372717" cy="279537"/>
            </a:xfrm>
            <a:custGeom>
              <a:avLst/>
              <a:gdLst>
                <a:gd name="connsiteX0" fmla="*/ 495908 w 533400"/>
                <a:gd name="connsiteY0" fmla="*/ 621 h 400050"/>
                <a:gd name="connsiteX1" fmla="*/ 534008 w 533400"/>
                <a:gd name="connsiteY1" fmla="*/ 38721 h 400050"/>
                <a:gd name="connsiteX2" fmla="*/ 534008 w 533400"/>
                <a:gd name="connsiteY2" fmla="*/ 38721 h 400050"/>
                <a:gd name="connsiteX3" fmla="*/ 534008 w 533400"/>
                <a:gd name="connsiteY3" fmla="*/ 362571 h 400050"/>
                <a:gd name="connsiteX4" fmla="*/ 495908 w 533400"/>
                <a:gd name="connsiteY4" fmla="*/ 400671 h 400050"/>
                <a:gd name="connsiteX5" fmla="*/ 495908 w 533400"/>
                <a:gd name="connsiteY5" fmla="*/ 400671 h 400050"/>
                <a:gd name="connsiteX6" fmla="*/ 38708 w 533400"/>
                <a:gd name="connsiteY6" fmla="*/ 400671 h 400050"/>
                <a:gd name="connsiteX7" fmla="*/ 608 w 533400"/>
                <a:gd name="connsiteY7" fmla="*/ 362571 h 400050"/>
                <a:gd name="connsiteX8" fmla="*/ 608 w 533400"/>
                <a:gd name="connsiteY8" fmla="*/ 362571 h 400050"/>
                <a:gd name="connsiteX9" fmla="*/ 608 w 533400"/>
                <a:gd name="connsiteY9" fmla="*/ 38721 h 400050"/>
                <a:gd name="connsiteX10" fmla="*/ 38708 w 533400"/>
                <a:gd name="connsiteY10" fmla="*/ 621 h 400050"/>
                <a:gd name="connsiteX11" fmla="*/ 38708 w 533400"/>
                <a:gd name="connsiteY11" fmla="*/ 621 h 400050"/>
                <a:gd name="connsiteX12" fmla="*/ 495908 w 533400"/>
                <a:gd name="connsiteY12" fmla="*/ 621 h 400050"/>
                <a:gd name="connsiteX13" fmla="*/ 361605 w 533400"/>
                <a:gd name="connsiteY13" fmla="*/ 172071 h 400050"/>
                <a:gd name="connsiteX14" fmla="*/ 360653 w 533400"/>
                <a:gd name="connsiteY14" fmla="*/ 173024 h 400050"/>
                <a:gd name="connsiteX15" fmla="*/ 274928 w 533400"/>
                <a:gd name="connsiteY15" fmla="*/ 284466 h 400050"/>
                <a:gd name="connsiteX16" fmla="*/ 272071 w 533400"/>
                <a:gd name="connsiteY16" fmla="*/ 288276 h 400050"/>
                <a:gd name="connsiteX17" fmla="*/ 219683 w 533400"/>
                <a:gd name="connsiteY17" fmla="*/ 290181 h 400050"/>
                <a:gd name="connsiteX18" fmla="*/ 217778 w 533400"/>
                <a:gd name="connsiteY18" fmla="*/ 289229 h 400050"/>
                <a:gd name="connsiteX19" fmla="*/ 154913 w 533400"/>
                <a:gd name="connsiteY19" fmla="*/ 228269 h 400050"/>
                <a:gd name="connsiteX20" fmla="*/ 153961 w 533400"/>
                <a:gd name="connsiteY20" fmla="*/ 227316 h 400050"/>
                <a:gd name="connsiteX21" fmla="*/ 128243 w 533400"/>
                <a:gd name="connsiteY21" fmla="*/ 228269 h 400050"/>
                <a:gd name="connsiteX22" fmla="*/ 127290 w 533400"/>
                <a:gd name="connsiteY22" fmla="*/ 229221 h 400050"/>
                <a:gd name="connsiteX23" fmla="*/ 19658 w 533400"/>
                <a:gd name="connsiteY23" fmla="*/ 354951 h 400050"/>
                <a:gd name="connsiteX24" fmla="*/ 19658 w 533400"/>
                <a:gd name="connsiteY24" fmla="*/ 361619 h 400050"/>
                <a:gd name="connsiteX25" fmla="*/ 37755 w 533400"/>
                <a:gd name="connsiteY25" fmla="*/ 380669 h 400050"/>
                <a:gd name="connsiteX26" fmla="*/ 38708 w 533400"/>
                <a:gd name="connsiteY26" fmla="*/ 380669 h 400050"/>
                <a:gd name="connsiteX27" fmla="*/ 495908 w 533400"/>
                <a:gd name="connsiteY27" fmla="*/ 380669 h 400050"/>
                <a:gd name="connsiteX28" fmla="*/ 514958 w 533400"/>
                <a:gd name="connsiteY28" fmla="*/ 361619 h 400050"/>
                <a:gd name="connsiteX29" fmla="*/ 514958 w 533400"/>
                <a:gd name="connsiteY29" fmla="*/ 361619 h 400050"/>
                <a:gd name="connsiteX30" fmla="*/ 514958 w 533400"/>
                <a:gd name="connsiteY30" fmla="*/ 337806 h 400050"/>
                <a:gd name="connsiteX31" fmla="*/ 391133 w 533400"/>
                <a:gd name="connsiteY31" fmla="*/ 173024 h 400050"/>
                <a:gd name="connsiteX32" fmla="*/ 387323 w 533400"/>
                <a:gd name="connsiteY32" fmla="*/ 169214 h 400050"/>
                <a:gd name="connsiteX33" fmla="*/ 361605 w 533400"/>
                <a:gd name="connsiteY33" fmla="*/ 172071 h 400050"/>
                <a:gd name="connsiteX34" fmla="*/ 495908 w 533400"/>
                <a:gd name="connsiteY34" fmla="*/ 19671 h 400050"/>
                <a:gd name="connsiteX35" fmla="*/ 38708 w 533400"/>
                <a:gd name="connsiteY35" fmla="*/ 19671 h 400050"/>
                <a:gd name="connsiteX36" fmla="*/ 19658 w 533400"/>
                <a:gd name="connsiteY36" fmla="*/ 38721 h 400050"/>
                <a:gd name="connsiteX37" fmla="*/ 19658 w 533400"/>
                <a:gd name="connsiteY37" fmla="*/ 38721 h 400050"/>
                <a:gd name="connsiteX38" fmla="*/ 19658 w 533400"/>
                <a:gd name="connsiteY38" fmla="*/ 327329 h 400050"/>
                <a:gd name="connsiteX39" fmla="*/ 113003 w 533400"/>
                <a:gd name="connsiteY39" fmla="*/ 217791 h 400050"/>
                <a:gd name="connsiteX40" fmla="*/ 166343 w 533400"/>
                <a:gd name="connsiteY40" fmla="*/ 213981 h 400050"/>
                <a:gd name="connsiteX41" fmla="*/ 167296 w 533400"/>
                <a:gd name="connsiteY41" fmla="*/ 214934 h 400050"/>
                <a:gd name="connsiteX42" fmla="*/ 168248 w 533400"/>
                <a:gd name="connsiteY42" fmla="*/ 215886 h 400050"/>
                <a:gd name="connsiteX43" fmla="*/ 231113 w 533400"/>
                <a:gd name="connsiteY43" fmla="*/ 276846 h 400050"/>
                <a:gd name="connsiteX44" fmla="*/ 257783 w 533400"/>
                <a:gd name="connsiteY44" fmla="*/ 276846 h 400050"/>
                <a:gd name="connsiteX45" fmla="*/ 258736 w 533400"/>
                <a:gd name="connsiteY45" fmla="*/ 275894 h 400050"/>
                <a:gd name="connsiteX46" fmla="*/ 259688 w 533400"/>
                <a:gd name="connsiteY46" fmla="*/ 274941 h 400050"/>
                <a:gd name="connsiteX47" fmla="*/ 345413 w 533400"/>
                <a:gd name="connsiteY47" fmla="*/ 163499 h 400050"/>
                <a:gd name="connsiteX48" fmla="*/ 398753 w 533400"/>
                <a:gd name="connsiteY48" fmla="*/ 156831 h 400050"/>
                <a:gd name="connsiteX49" fmla="*/ 404468 w 533400"/>
                <a:gd name="connsiteY49" fmla="*/ 162546 h 400050"/>
                <a:gd name="connsiteX50" fmla="*/ 406373 w 533400"/>
                <a:gd name="connsiteY50" fmla="*/ 164451 h 400050"/>
                <a:gd name="connsiteX51" fmla="*/ 515911 w 533400"/>
                <a:gd name="connsiteY51" fmla="*/ 309231 h 400050"/>
                <a:gd name="connsiteX52" fmla="*/ 515911 w 533400"/>
                <a:gd name="connsiteY52" fmla="*/ 40626 h 400050"/>
                <a:gd name="connsiteX53" fmla="*/ 497813 w 533400"/>
                <a:gd name="connsiteY53" fmla="*/ 21576 h 400050"/>
                <a:gd name="connsiteX54" fmla="*/ 495908 w 533400"/>
                <a:gd name="connsiteY54" fmla="*/ 19671 h 400050"/>
                <a:gd name="connsiteX55" fmla="*/ 95858 w 533400"/>
                <a:gd name="connsiteY55" fmla="*/ 48246 h 400050"/>
                <a:gd name="connsiteX56" fmla="*/ 143483 w 533400"/>
                <a:gd name="connsiteY56" fmla="*/ 95871 h 400050"/>
                <a:gd name="connsiteX57" fmla="*/ 95858 w 533400"/>
                <a:gd name="connsiteY57" fmla="*/ 143496 h 400050"/>
                <a:gd name="connsiteX58" fmla="*/ 48233 w 533400"/>
                <a:gd name="connsiteY58" fmla="*/ 95871 h 400050"/>
                <a:gd name="connsiteX59" fmla="*/ 95858 w 533400"/>
                <a:gd name="connsiteY59" fmla="*/ 48246 h 400050"/>
                <a:gd name="connsiteX60" fmla="*/ 95858 w 533400"/>
                <a:gd name="connsiteY60" fmla="*/ 67296 h 400050"/>
                <a:gd name="connsiteX61" fmla="*/ 67283 w 533400"/>
                <a:gd name="connsiteY61" fmla="*/ 95871 h 400050"/>
                <a:gd name="connsiteX62" fmla="*/ 95858 w 533400"/>
                <a:gd name="connsiteY62" fmla="*/ 124446 h 400050"/>
                <a:gd name="connsiteX63" fmla="*/ 124433 w 533400"/>
                <a:gd name="connsiteY63" fmla="*/ 95871 h 400050"/>
                <a:gd name="connsiteX64" fmla="*/ 95858 w 533400"/>
                <a:gd name="connsiteY64" fmla="*/ 67296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33400" h="400050">
                  <a:moveTo>
                    <a:pt x="495908" y="621"/>
                  </a:moveTo>
                  <a:cubicBezTo>
                    <a:pt x="516863" y="621"/>
                    <a:pt x="534008" y="17766"/>
                    <a:pt x="534008" y="38721"/>
                  </a:cubicBezTo>
                  <a:lnTo>
                    <a:pt x="534008" y="38721"/>
                  </a:lnTo>
                  <a:lnTo>
                    <a:pt x="534008" y="362571"/>
                  </a:lnTo>
                  <a:cubicBezTo>
                    <a:pt x="534008" y="383526"/>
                    <a:pt x="516863" y="400671"/>
                    <a:pt x="495908" y="400671"/>
                  </a:cubicBezTo>
                  <a:lnTo>
                    <a:pt x="495908" y="400671"/>
                  </a:lnTo>
                  <a:lnTo>
                    <a:pt x="38708" y="400671"/>
                  </a:lnTo>
                  <a:cubicBezTo>
                    <a:pt x="17753" y="400671"/>
                    <a:pt x="608" y="383526"/>
                    <a:pt x="608" y="362571"/>
                  </a:cubicBezTo>
                  <a:lnTo>
                    <a:pt x="608" y="362571"/>
                  </a:lnTo>
                  <a:lnTo>
                    <a:pt x="608" y="38721"/>
                  </a:lnTo>
                  <a:cubicBezTo>
                    <a:pt x="608" y="17766"/>
                    <a:pt x="17753" y="621"/>
                    <a:pt x="38708" y="621"/>
                  </a:cubicBezTo>
                  <a:lnTo>
                    <a:pt x="38708" y="621"/>
                  </a:lnTo>
                  <a:lnTo>
                    <a:pt x="495908" y="621"/>
                  </a:lnTo>
                  <a:close/>
                  <a:moveTo>
                    <a:pt x="361605" y="172071"/>
                  </a:moveTo>
                  <a:lnTo>
                    <a:pt x="360653" y="173024"/>
                  </a:lnTo>
                  <a:lnTo>
                    <a:pt x="274928" y="284466"/>
                  </a:lnTo>
                  <a:cubicBezTo>
                    <a:pt x="273976" y="285419"/>
                    <a:pt x="273023" y="286371"/>
                    <a:pt x="272071" y="288276"/>
                  </a:cubicBezTo>
                  <a:cubicBezTo>
                    <a:pt x="257783" y="302564"/>
                    <a:pt x="234923" y="303516"/>
                    <a:pt x="219683" y="290181"/>
                  </a:cubicBezTo>
                  <a:lnTo>
                    <a:pt x="217778" y="289229"/>
                  </a:lnTo>
                  <a:lnTo>
                    <a:pt x="154913" y="228269"/>
                  </a:lnTo>
                  <a:cubicBezTo>
                    <a:pt x="154913" y="228269"/>
                    <a:pt x="153961" y="227316"/>
                    <a:pt x="153961" y="227316"/>
                  </a:cubicBezTo>
                  <a:cubicBezTo>
                    <a:pt x="146340" y="220649"/>
                    <a:pt x="134911" y="221601"/>
                    <a:pt x="128243" y="228269"/>
                  </a:cubicBezTo>
                  <a:lnTo>
                    <a:pt x="127290" y="229221"/>
                  </a:lnTo>
                  <a:lnTo>
                    <a:pt x="19658" y="354951"/>
                  </a:lnTo>
                  <a:lnTo>
                    <a:pt x="19658" y="361619"/>
                  </a:lnTo>
                  <a:cubicBezTo>
                    <a:pt x="19658" y="372096"/>
                    <a:pt x="27278" y="379716"/>
                    <a:pt x="37755" y="380669"/>
                  </a:cubicBezTo>
                  <a:lnTo>
                    <a:pt x="38708" y="380669"/>
                  </a:lnTo>
                  <a:lnTo>
                    <a:pt x="495908" y="380669"/>
                  </a:lnTo>
                  <a:cubicBezTo>
                    <a:pt x="506386" y="380669"/>
                    <a:pt x="514958" y="372096"/>
                    <a:pt x="514958" y="361619"/>
                  </a:cubicBezTo>
                  <a:lnTo>
                    <a:pt x="514958" y="361619"/>
                  </a:lnTo>
                  <a:lnTo>
                    <a:pt x="514958" y="337806"/>
                  </a:lnTo>
                  <a:lnTo>
                    <a:pt x="391133" y="173024"/>
                  </a:lnTo>
                  <a:cubicBezTo>
                    <a:pt x="390180" y="172071"/>
                    <a:pt x="389228" y="170166"/>
                    <a:pt x="387323" y="169214"/>
                  </a:cubicBezTo>
                  <a:cubicBezTo>
                    <a:pt x="378751" y="164451"/>
                    <a:pt x="368273" y="165404"/>
                    <a:pt x="361605" y="172071"/>
                  </a:cubicBezTo>
                  <a:close/>
                  <a:moveTo>
                    <a:pt x="495908" y="19671"/>
                  </a:moveTo>
                  <a:lnTo>
                    <a:pt x="38708" y="19671"/>
                  </a:lnTo>
                  <a:cubicBezTo>
                    <a:pt x="28230" y="19671"/>
                    <a:pt x="19658" y="28244"/>
                    <a:pt x="19658" y="38721"/>
                  </a:cubicBezTo>
                  <a:lnTo>
                    <a:pt x="19658" y="38721"/>
                  </a:lnTo>
                  <a:lnTo>
                    <a:pt x="19658" y="327329"/>
                  </a:lnTo>
                  <a:lnTo>
                    <a:pt x="113003" y="217791"/>
                  </a:lnTo>
                  <a:cubicBezTo>
                    <a:pt x="126338" y="201599"/>
                    <a:pt x="151103" y="199694"/>
                    <a:pt x="166343" y="213981"/>
                  </a:cubicBezTo>
                  <a:lnTo>
                    <a:pt x="167296" y="214934"/>
                  </a:lnTo>
                  <a:lnTo>
                    <a:pt x="168248" y="215886"/>
                  </a:lnTo>
                  <a:lnTo>
                    <a:pt x="231113" y="276846"/>
                  </a:lnTo>
                  <a:cubicBezTo>
                    <a:pt x="238733" y="284466"/>
                    <a:pt x="251115" y="284466"/>
                    <a:pt x="257783" y="276846"/>
                  </a:cubicBezTo>
                  <a:lnTo>
                    <a:pt x="258736" y="275894"/>
                  </a:lnTo>
                  <a:lnTo>
                    <a:pt x="259688" y="274941"/>
                  </a:lnTo>
                  <a:lnTo>
                    <a:pt x="345413" y="163499"/>
                  </a:lnTo>
                  <a:cubicBezTo>
                    <a:pt x="357796" y="146354"/>
                    <a:pt x="382561" y="143496"/>
                    <a:pt x="398753" y="156831"/>
                  </a:cubicBezTo>
                  <a:cubicBezTo>
                    <a:pt x="400658" y="158736"/>
                    <a:pt x="402563" y="160641"/>
                    <a:pt x="404468" y="162546"/>
                  </a:cubicBezTo>
                  <a:lnTo>
                    <a:pt x="406373" y="164451"/>
                  </a:lnTo>
                  <a:lnTo>
                    <a:pt x="515911" y="309231"/>
                  </a:lnTo>
                  <a:lnTo>
                    <a:pt x="515911" y="40626"/>
                  </a:lnTo>
                  <a:cubicBezTo>
                    <a:pt x="515911" y="30149"/>
                    <a:pt x="508290" y="22529"/>
                    <a:pt x="497813" y="21576"/>
                  </a:cubicBezTo>
                  <a:lnTo>
                    <a:pt x="495908" y="19671"/>
                  </a:lnTo>
                  <a:close/>
                  <a:moveTo>
                    <a:pt x="95858" y="48246"/>
                  </a:moveTo>
                  <a:cubicBezTo>
                    <a:pt x="122528" y="48246"/>
                    <a:pt x="143483" y="69201"/>
                    <a:pt x="143483" y="95871"/>
                  </a:cubicBezTo>
                  <a:cubicBezTo>
                    <a:pt x="143483" y="122541"/>
                    <a:pt x="122528" y="143496"/>
                    <a:pt x="95858" y="143496"/>
                  </a:cubicBezTo>
                  <a:cubicBezTo>
                    <a:pt x="69188" y="143496"/>
                    <a:pt x="48233" y="122541"/>
                    <a:pt x="48233" y="95871"/>
                  </a:cubicBezTo>
                  <a:cubicBezTo>
                    <a:pt x="48233" y="69201"/>
                    <a:pt x="69188" y="48246"/>
                    <a:pt x="95858" y="48246"/>
                  </a:cubicBezTo>
                  <a:close/>
                  <a:moveTo>
                    <a:pt x="95858" y="67296"/>
                  </a:moveTo>
                  <a:cubicBezTo>
                    <a:pt x="79665" y="67296"/>
                    <a:pt x="67283" y="79679"/>
                    <a:pt x="67283" y="95871"/>
                  </a:cubicBezTo>
                  <a:cubicBezTo>
                    <a:pt x="67283" y="112064"/>
                    <a:pt x="79665" y="124446"/>
                    <a:pt x="95858" y="124446"/>
                  </a:cubicBezTo>
                  <a:cubicBezTo>
                    <a:pt x="112051" y="124446"/>
                    <a:pt x="124433" y="112064"/>
                    <a:pt x="124433" y="95871"/>
                  </a:cubicBezTo>
                  <a:cubicBezTo>
                    <a:pt x="124433" y="79679"/>
                    <a:pt x="112051" y="67296"/>
                    <a:pt x="95858" y="67296"/>
                  </a:cubicBezTo>
                  <a:close/>
                </a:path>
              </a:pathLst>
            </a:custGeom>
            <a:solidFill>
              <a:schemeClr val="tx1"/>
            </a:solidFill>
            <a:ln w="9525" cap="flat">
              <a:noFill/>
              <a:prstDash val="solid"/>
              <a:miter/>
            </a:ln>
          </p:spPr>
          <p:txBody>
            <a:bodyPr rtlCol="0" anchor="ctr"/>
            <a:lstStyle/>
            <a:p>
              <a:endParaRPr lang="zh-CN" altLang="en-US"/>
            </a:p>
          </p:txBody>
        </p:sp>
        <p:sp>
          <p:nvSpPr>
            <p:cNvPr id="13" name="îṧļíḍé">
              <a:extLst>
                <a:ext uri="{FF2B5EF4-FFF2-40B4-BE49-F238E27FC236}">
                  <a16:creationId xmlns:a16="http://schemas.microsoft.com/office/drawing/2014/main" id="{1C8E82F6-A8B8-F19E-2A3C-90B476A48E96}"/>
                </a:ext>
              </a:extLst>
            </p:cNvPr>
            <p:cNvSpPr/>
            <p:nvPr/>
          </p:nvSpPr>
          <p:spPr>
            <a:xfrm>
              <a:off x="3699355" y="4354182"/>
              <a:ext cx="372717" cy="306160"/>
            </a:xfrm>
            <a:custGeom>
              <a:avLst/>
              <a:gdLst>
                <a:gd name="connsiteX0" fmla="*/ 496292 w 533400"/>
                <a:gd name="connsiteY0" fmla="*/ 621 h 438150"/>
                <a:gd name="connsiteX1" fmla="*/ 534392 w 533400"/>
                <a:gd name="connsiteY1" fmla="*/ 38721 h 438150"/>
                <a:gd name="connsiteX2" fmla="*/ 534392 w 533400"/>
                <a:gd name="connsiteY2" fmla="*/ 38721 h 438150"/>
                <a:gd name="connsiteX3" fmla="*/ 534392 w 533400"/>
                <a:gd name="connsiteY3" fmla="*/ 333996 h 438150"/>
                <a:gd name="connsiteX4" fmla="*/ 496292 w 533400"/>
                <a:gd name="connsiteY4" fmla="*/ 372096 h 438150"/>
                <a:gd name="connsiteX5" fmla="*/ 496292 w 533400"/>
                <a:gd name="connsiteY5" fmla="*/ 372096 h 438150"/>
                <a:gd name="connsiteX6" fmla="*/ 204827 w 533400"/>
                <a:gd name="connsiteY6" fmla="*/ 372096 h 438150"/>
                <a:gd name="connsiteX7" fmla="*/ 115292 w 533400"/>
                <a:gd name="connsiteY7" fmla="*/ 438771 h 438150"/>
                <a:gd name="connsiteX8" fmla="*/ 115292 w 533400"/>
                <a:gd name="connsiteY8" fmla="*/ 372096 h 438150"/>
                <a:gd name="connsiteX9" fmla="*/ 39092 w 533400"/>
                <a:gd name="connsiteY9" fmla="*/ 372096 h 438150"/>
                <a:gd name="connsiteX10" fmla="*/ 992 w 533400"/>
                <a:gd name="connsiteY10" fmla="*/ 335901 h 438150"/>
                <a:gd name="connsiteX11" fmla="*/ 992 w 533400"/>
                <a:gd name="connsiteY11" fmla="*/ 335901 h 438150"/>
                <a:gd name="connsiteX12" fmla="*/ 992 w 533400"/>
                <a:gd name="connsiteY12" fmla="*/ 333996 h 438150"/>
                <a:gd name="connsiteX13" fmla="*/ 992 w 533400"/>
                <a:gd name="connsiteY13" fmla="*/ 38721 h 438150"/>
                <a:gd name="connsiteX14" fmla="*/ 39092 w 533400"/>
                <a:gd name="connsiteY14" fmla="*/ 621 h 438150"/>
                <a:gd name="connsiteX15" fmla="*/ 39092 w 533400"/>
                <a:gd name="connsiteY15" fmla="*/ 621 h 438150"/>
                <a:gd name="connsiteX16" fmla="*/ 496292 w 533400"/>
                <a:gd name="connsiteY16" fmla="*/ 621 h 438150"/>
                <a:gd name="connsiteX17" fmla="*/ 496292 w 533400"/>
                <a:gd name="connsiteY17" fmla="*/ 19671 h 438150"/>
                <a:gd name="connsiteX18" fmla="*/ 39092 w 533400"/>
                <a:gd name="connsiteY18" fmla="*/ 19671 h 438150"/>
                <a:gd name="connsiteX19" fmla="*/ 20042 w 533400"/>
                <a:gd name="connsiteY19" fmla="*/ 38721 h 438150"/>
                <a:gd name="connsiteX20" fmla="*/ 20042 w 533400"/>
                <a:gd name="connsiteY20" fmla="*/ 38721 h 438150"/>
                <a:gd name="connsiteX21" fmla="*/ 20042 w 533400"/>
                <a:gd name="connsiteY21" fmla="*/ 333996 h 438150"/>
                <a:gd name="connsiteX22" fmla="*/ 39092 w 533400"/>
                <a:gd name="connsiteY22" fmla="*/ 353046 h 438150"/>
                <a:gd name="connsiteX23" fmla="*/ 39092 w 533400"/>
                <a:gd name="connsiteY23" fmla="*/ 353046 h 438150"/>
                <a:gd name="connsiteX24" fmla="*/ 134342 w 533400"/>
                <a:gd name="connsiteY24" fmla="*/ 353046 h 438150"/>
                <a:gd name="connsiteX25" fmla="*/ 134342 w 533400"/>
                <a:gd name="connsiteY25" fmla="*/ 400671 h 438150"/>
                <a:gd name="connsiteX26" fmla="*/ 198160 w 533400"/>
                <a:gd name="connsiteY26" fmla="*/ 353046 h 438150"/>
                <a:gd name="connsiteX27" fmla="*/ 496292 w 533400"/>
                <a:gd name="connsiteY27" fmla="*/ 353046 h 438150"/>
                <a:gd name="connsiteX28" fmla="*/ 515342 w 533400"/>
                <a:gd name="connsiteY28" fmla="*/ 333996 h 438150"/>
                <a:gd name="connsiteX29" fmla="*/ 515342 w 533400"/>
                <a:gd name="connsiteY29" fmla="*/ 333996 h 438150"/>
                <a:gd name="connsiteX30" fmla="*/ 515342 w 533400"/>
                <a:gd name="connsiteY30" fmla="*/ 38721 h 438150"/>
                <a:gd name="connsiteX31" fmla="*/ 496292 w 533400"/>
                <a:gd name="connsiteY31" fmla="*/ 19671 h 438150"/>
                <a:gd name="connsiteX32" fmla="*/ 496292 w 533400"/>
                <a:gd name="connsiteY32" fmla="*/ 19671 h 438150"/>
                <a:gd name="connsiteX33" fmla="*/ 134342 w 533400"/>
                <a:gd name="connsiteY33" fmla="*/ 143496 h 438150"/>
                <a:gd name="connsiteX34" fmla="*/ 177205 w 533400"/>
                <a:gd name="connsiteY34" fmla="*/ 186359 h 438150"/>
                <a:gd name="connsiteX35" fmla="*/ 134342 w 533400"/>
                <a:gd name="connsiteY35" fmla="*/ 229221 h 438150"/>
                <a:gd name="connsiteX36" fmla="*/ 91480 w 533400"/>
                <a:gd name="connsiteY36" fmla="*/ 186359 h 438150"/>
                <a:gd name="connsiteX37" fmla="*/ 134342 w 533400"/>
                <a:gd name="connsiteY37" fmla="*/ 143496 h 438150"/>
                <a:gd name="connsiteX38" fmla="*/ 267692 w 533400"/>
                <a:gd name="connsiteY38" fmla="*/ 143496 h 438150"/>
                <a:gd name="connsiteX39" fmla="*/ 310555 w 533400"/>
                <a:gd name="connsiteY39" fmla="*/ 186359 h 438150"/>
                <a:gd name="connsiteX40" fmla="*/ 267692 w 533400"/>
                <a:gd name="connsiteY40" fmla="*/ 229221 h 438150"/>
                <a:gd name="connsiteX41" fmla="*/ 224830 w 533400"/>
                <a:gd name="connsiteY41" fmla="*/ 186359 h 438150"/>
                <a:gd name="connsiteX42" fmla="*/ 267692 w 533400"/>
                <a:gd name="connsiteY42" fmla="*/ 143496 h 438150"/>
                <a:gd name="connsiteX43" fmla="*/ 401042 w 533400"/>
                <a:gd name="connsiteY43" fmla="*/ 143496 h 438150"/>
                <a:gd name="connsiteX44" fmla="*/ 443905 w 533400"/>
                <a:gd name="connsiteY44" fmla="*/ 186359 h 438150"/>
                <a:gd name="connsiteX45" fmla="*/ 401042 w 533400"/>
                <a:gd name="connsiteY45" fmla="*/ 229221 h 438150"/>
                <a:gd name="connsiteX46" fmla="*/ 358180 w 533400"/>
                <a:gd name="connsiteY46" fmla="*/ 186359 h 438150"/>
                <a:gd name="connsiteX47" fmla="*/ 401042 w 533400"/>
                <a:gd name="connsiteY47" fmla="*/ 143496 h 438150"/>
                <a:gd name="connsiteX48" fmla="*/ 134342 w 533400"/>
                <a:gd name="connsiteY48" fmla="*/ 162546 h 438150"/>
                <a:gd name="connsiteX49" fmla="*/ 110530 w 533400"/>
                <a:gd name="connsiteY49" fmla="*/ 186359 h 438150"/>
                <a:gd name="connsiteX50" fmla="*/ 134342 w 533400"/>
                <a:gd name="connsiteY50" fmla="*/ 210171 h 438150"/>
                <a:gd name="connsiteX51" fmla="*/ 158155 w 533400"/>
                <a:gd name="connsiteY51" fmla="*/ 186359 h 438150"/>
                <a:gd name="connsiteX52" fmla="*/ 134342 w 533400"/>
                <a:gd name="connsiteY52" fmla="*/ 162546 h 438150"/>
                <a:gd name="connsiteX53" fmla="*/ 267692 w 533400"/>
                <a:gd name="connsiteY53" fmla="*/ 162546 h 438150"/>
                <a:gd name="connsiteX54" fmla="*/ 243880 w 533400"/>
                <a:gd name="connsiteY54" fmla="*/ 186359 h 438150"/>
                <a:gd name="connsiteX55" fmla="*/ 267692 w 533400"/>
                <a:gd name="connsiteY55" fmla="*/ 210171 h 438150"/>
                <a:gd name="connsiteX56" fmla="*/ 291505 w 533400"/>
                <a:gd name="connsiteY56" fmla="*/ 186359 h 438150"/>
                <a:gd name="connsiteX57" fmla="*/ 267692 w 533400"/>
                <a:gd name="connsiteY57" fmla="*/ 162546 h 438150"/>
                <a:gd name="connsiteX58" fmla="*/ 401042 w 533400"/>
                <a:gd name="connsiteY58" fmla="*/ 162546 h 438150"/>
                <a:gd name="connsiteX59" fmla="*/ 377230 w 533400"/>
                <a:gd name="connsiteY59" fmla="*/ 186359 h 438150"/>
                <a:gd name="connsiteX60" fmla="*/ 401042 w 533400"/>
                <a:gd name="connsiteY60" fmla="*/ 210171 h 438150"/>
                <a:gd name="connsiteX61" fmla="*/ 424855 w 533400"/>
                <a:gd name="connsiteY61" fmla="*/ 186359 h 438150"/>
                <a:gd name="connsiteX62" fmla="*/ 401042 w 533400"/>
                <a:gd name="connsiteY62" fmla="*/ 162546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33400" h="438150">
                  <a:moveTo>
                    <a:pt x="496292" y="621"/>
                  </a:moveTo>
                  <a:cubicBezTo>
                    <a:pt x="517247" y="621"/>
                    <a:pt x="534392" y="17766"/>
                    <a:pt x="534392" y="38721"/>
                  </a:cubicBezTo>
                  <a:lnTo>
                    <a:pt x="534392" y="38721"/>
                  </a:lnTo>
                  <a:lnTo>
                    <a:pt x="534392" y="333996"/>
                  </a:lnTo>
                  <a:cubicBezTo>
                    <a:pt x="534392" y="354951"/>
                    <a:pt x="517247" y="372096"/>
                    <a:pt x="496292" y="372096"/>
                  </a:cubicBezTo>
                  <a:lnTo>
                    <a:pt x="496292" y="372096"/>
                  </a:lnTo>
                  <a:lnTo>
                    <a:pt x="204827" y="372096"/>
                  </a:lnTo>
                  <a:lnTo>
                    <a:pt x="115292" y="438771"/>
                  </a:lnTo>
                  <a:lnTo>
                    <a:pt x="115292" y="372096"/>
                  </a:lnTo>
                  <a:lnTo>
                    <a:pt x="39092" y="372096"/>
                  </a:lnTo>
                  <a:cubicBezTo>
                    <a:pt x="19089" y="372096"/>
                    <a:pt x="1945" y="355904"/>
                    <a:pt x="992" y="335901"/>
                  </a:cubicBezTo>
                  <a:lnTo>
                    <a:pt x="992" y="335901"/>
                  </a:lnTo>
                  <a:lnTo>
                    <a:pt x="992" y="333996"/>
                  </a:lnTo>
                  <a:lnTo>
                    <a:pt x="992" y="38721"/>
                  </a:lnTo>
                  <a:cubicBezTo>
                    <a:pt x="992" y="17766"/>
                    <a:pt x="18137" y="621"/>
                    <a:pt x="39092" y="621"/>
                  </a:cubicBezTo>
                  <a:lnTo>
                    <a:pt x="39092" y="621"/>
                  </a:lnTo>
                  <a:lnTo>
                    <a:pt x="496292" y="621"/>
                  </a:lnTo>
                  <a:close/>
                  <a:moveTo>
                    <a:pt x="496292" y="19671"/>
                  </a:moveTo>
                  <a:lnTo>
                    <a:pt x="39092" y="19671"/>
                  </a:lnTo>
                  <a:cubicBezTo>
                    <a:pt x="28614" y="19671"/>
                    <a:pt x="20042" y="28244"/>
                    <a:pt x="20042" y="38721"/>
                  </a:cubicBezTo>
                  <a:lnTo>
                    <a:pt x="20042" y="38721"/>
                  </a:lnTo>
                  <a:lnTo>
                    <a:pt x="20042" y="333996"/>
                  </a:lnTo>
                  <a:cubicBezTo>
                    <a:pt x="20042" y="344474"/>
                    <a:pt x="28614" y="353046"/>
                    <a:pt x="39092" y="353046"/>
                  </a:cubicBezTo>
                  <a:lnTo>
                    <a:pt x="39092" y="353046"/>
                  </a:lnTo>
                  <a:lnTo>
                    <a:pt x="134342" y="353046"/>
                  </a:lnTo>
                  <a:lnTo>
                    <a:pt x="134342" y="400671"/>
                  </a:lnTo>
                  <a:lnTo>
                    <a:pt x="198160" y="353046"/>
                  </a:lnTo>
                  <a:lnTo>
                    <a:pt x="496292" y="353046"/>
                  </a:lnTo>
                  <a:cubicBezTo>
                    <a:pt x="506770" y="353046"/>
                    <a:pt x="515342" y="344474"/>
                    <a:pt x="515342" y="333996"/>
                  </a:cubicBezTo>
                  <a:lnTo>
                    <a:pt x="515342" y="333996"/>
                  </a:lnTo>
                  <a:lnTo>
                    <a:pt x="515342" y="38721"/>
                  </a:lnTo>
                  <a:cubicBezTo>
                    <a:pt x="515342" y="28244"/>
                    <a:pt x="506770" y="19671"/>
                    <a:pt x="496292" y="19671"/>
                  </a:cubicBezTo>
                  <a:lnTo>
                    <a:pt x="496292" y="19671"/>
                  </a:lnTo>
                  <a:close/>
                  <a:moveTo>
                    <a:pt x="134342" y="143496"/>
                  </a:moveTo>
                  <a:cubicBezTo>
                    <a:pt x="158155" y="143496"/>
                    <a:pt x="177205" y="162546"/>
                    <a:pt x="177205" y="186359"/>
                  </a:cubicBezTo>
                  <a:cubicBezTo>
                    <a:pt x="177205" y="210171"/>
                    <a:pt x="158155" y="229221"/>
                    <a:pt x="134342" y="229221"/>
                  </a:cubicBezTo>
                  <a:cubicBezTo>
                    <a:pt x="110530" y="229221"/>
                    <a:pt x="91480" y="210171"/>
                    <a:pt x="91480" y="186359"/>
                  </a:cubicBezTo>
                  <a:cubicBezTo>
                    <a:pt x="91480" y="162546"/>
                    <a:pt x="110530" y="143496"/>
                    <a:pt x="134342" y="143496"/>
                  </a:cubicBezTo>
                  <a:close/>
                  <a:moveTo>
                    <a:pt x="267692" y="143496"/>
                  </a:moveTo>
                  <a:cubicBezTo>
                    <a:pt x="291505" y="143496"/>
                    <a:pt x="310555" y="162546"/>
                    <a:pt x="310555" y="186359"/>
                  </a:cubicBezTo>
                  <a:cubicBezTo>
                    <a:pt x="310555" y="210171"/>
                    <a:pt x="291505" y="229221"/>
                    <a:pt x="267692" y="229221"/>
                  </a:cubicBezTo>
                  <a:cubicBezTo>
                    <a:pt x="243880" y="229221"/>
                    <a:pt x="224830" y="210171"/>
                    <a:pt x="224830" y="186359"/>
                  </a:cubicBezTo>
                  <a:cubicBezTo>
                    <a:pt x="224830" y="162546"/>
                    <a:pt x="243880" y="143496"/>
                    <a:pt x="267692" y="143496"/>
                  </a:cubicBezTo>
                  <a:close/>
                  <a:moveTo>
                    <a:pt x="401042" y="143496"/>
                  </a:moveTo>
                  <a:cubicBezTo>
                    <a:pt x="424855" y="143496"/>
                    <a:pt x="443905" y="162546"/>
                    <a:pt x="443905" y="186359"/>
                  </a:cubicBezTo>
                  <a:cubicBezTo>
                    <a:pt x="443905" y="210171"/>
                    <a:pt x="424855" y="229221"/>
                    <a:pt x="401042" y="229221"/>
                  </a:cubicBezTo>
                  <a:cubicBezTo>
                    <a:pt x="377230" y="229221"/>
                    <a:pt x="358180" y="210171"/>
                    <a:pt x="358180" y="186359"/>
                  </a:cubicBezTo>
                  <a:cubicBezTo>
                    <a:pt x="358180" y="162546"/>
                    <a:pt x="377230" y="143496"/>
                    <a:pt x="401042" y="143496"/>
                  </a:cubicBezTo>
                  <a:close/>
                  <a:moveTo>
                    <a:pt x="134342" y="162546"/>
                  </a:moveTo>
                  <a:cubicBezTo>
                    <a:pt x="121007" y="162546"/>
                    <a:pt x="110530" y="173024"/>
                    <a:pt x="110530" y="186359"/>
                  </a:cubicBezTo>
                  <a:cubicBezTo>
                    <a:pt x="110530" y="199694"/>
                    <a:pt x="121007" y="210171"/>
                    <a:pt x="134342" y="210171"/>
                  </a:cubicBezTo>
                  <a:cubicBezTo>
                    <a:pt x="147677" y="210171"/>
                    <a:pt x="158155" y="199694"/>
                    <a:pt x="158155" y="186359"/>
                  </a:cubicBezTo>
                  <a:cubicBezTo>
                    <a:pt x="158155" y="173024"/>
                    <a:pt x="147677" y="162546"/>
                    <a:pt x="134342" y="162546"/>
                  </a:cubicBezTo>
                  <a:close/>
                  <a:moveTo>
                    <a:pt x="267692" y="162546"/>
                  </a:moveTo>
                  <a:cubicBezTo>
                    <a:pt x="254357" y="162546"/>
                    <a:pt x="243880" y="173024"/>
                    <a:pt x="243880" y="186359"/>
                  </a:cubicBezTo>
                  <a:cubicBezTo>
                    <a:pt x="243880" y="199694"/>
                    <a:pt x="254357" y="210171"/>
                    <a:pt x="267692" y="210171"/>
                  </a:cubicBezTo>
                  <a:cubicBezTo>
                    <a:pt x="281027" y="210171"/>
                    <a:pt x="291505" y="199694"/>
                    <a:pt x="291505" y="186359"/>
                  </a:cubicBezTo>
                  <a:cubicBezTo>
                    <a:pt x="291505" y="173024"/>
                    <a:pt x="281027" y="162546"/>
                    <a:pt x="267692" y="162546"/>
                  </a:cubicBezTo>
                  <a:close/>
                  <a:moveTo>
                    <a:pt x="401042" y="162546"/>
                  </a:moveTo>
                  <a:cubicBezTo>
                    <a:pt x="387707" y="162546"/>
                    <a:pt x="377230" y="173024"/>
                    <a:pt x="377230" y="186359"/>
                  </a:cubicBezTo>
                  <a:cubicBezTo>
                    <a:pt x="377230" y="199694"/>
                    <a:pt x="387707" y="210171"/>
                    <a:pt x="401042" y="210171"/>
                  </a:cubicBezTo>
                  <a:cubicBezTo>
                    <a:pt x="414377" y="210171"/>
                    <a:pt x="424855" y="199694"/>
                    <a:pt x="424855" y="186359"/>
                  </a:cubicBezTo>
                  <a:cubicBezTo>
                    <a:pt x="424855" y="173024"/>
                    <a:pt x="414377" y="162546"/>
                    <a:pt x="401042" y="162546"/>
                  </a:cubicBezTo>
                  <a:close/>
                </a:path>
              </a:pathLst>
            </a:custGeom>
            <a:solidFill>
              <a:schemeClr val="tx1"/>
            </a:solidFill>
            <a:ln w="9525" cap="flat">
              <a:noFill/>
              <a:prstDash val="solid"/>
              <a:miter/>
            </a:ln>
          </p:spPr>
          <p:txBody>
            <a:bodyPr rtlCol="0" anchor="ctr"/>
            <a:lstStyle/>
            <a:p>
              <a:endParaRPr lang="zh-CN" altLang="en-US"/>
            </a:p>
          </p:txBody>
        </p:sp>
        <p:sp>
          <p:nvSpPr>
            <p:cNvPr id="14" name="iŝḷiḑé">
              <a:extLst>
                <a:ext uri="{FF2B5EF4-FFF2-40B4-BE49-F238E27FC236}">
                  <a16:creationId xmlns:a16="http://schemas.microsoft.com/office/drawing/2014/main" id="{C2A262B0-35C9-EC71-A568-98F4E9B76DD0}"/>
                </a:ext>
              </a:extLst>
            </p:cNvPr>
            <p:cNvSpPr txBox="1"/>
            <p:nvPr/>
          </p:nvSpPr>
          <p:spPr>
            <a:xfrm>
              <a:off x="9214351" y="5466090"/>
              <a:ext cx="1045479" cy="523220"/>
            </a:xfrm>
            <a:prstGeom prst="rect">
              <a:avLst/>
            </a:prstGeom>
            <a:noFill/>
          </p:spPr>
          <p:txBody>
            <a:bodyPr wrap="none" rtlCol="0">
              <a:spAutoFit/>
            </a:bodyPr>
            <a:lstStyle/>
            <a:p>
              <a:r>
                <a:rPr kumimoji="0" lang="en-US" altLang="zh-CN" sz="2800" b="1" i="0" u="none" strike="noStrike" kern="1200" cap="none" spc="0" normalizeH="0" baseline="0" noProof="0" dirty="0">
                  <a:ln>
                    <a:noFill/>
                  </a:ln>
                  <a:solidFill>
                    <a:schemeClr val="accent1"/>
                  </a:solidFill>
                  <a:effectLst/>
                  <a:uLnTx/>
                  <a:uFillTx/>
                </a:rPr>
                <a:t>625K</a:t>
              </a:r>
            </a:p>
          </p:txBody>
        </p:sp>
        <p:sp>
          <p:nvSpPr>
            <p:cNvPr id="15" name="ïsḻídè">
              <a:extLst>
                <a:ext uri="{FF2B5EF4-FFF2-40B4-BE49-F238E27FC236}">
                  <a16:creationId xmlns:a16="http://schemas.microsoft.com/office/drawing/2014/main" id="{928B3F17-49FA-7946-FF70-26CB330278EC}"/>
                </a:ext>
              </a:extLst>
            </p:cNvPr>
            <p:cNvSpPr txBox="1"/>
            <p:nvPr/>
          </p:nvSpPr>
          <p:spPr>
            <a:xfrm>
              <a:off x="972875" y="5124753"/>
              <a:ext cx="966418" cy="307777"/>
            </a:xfrm>
            <a:prstGeom prst="rect">
              <a:avLst/>
            </a:prstGeom>
            <a:noFill/>
          </p:spPr>
          <p:txBody>
            <a:bodyPr wrap="none" rtlCol="0">
              <a:spAutoFit/>
            </a:bodyPr>
            <a:lstStyle/>
            <a:p>
              <a:r>
                <a:rPr kumimoji="0" lang="en-US" altLang="zh-CN" sz="1400" b="1" i="0" u="none" strike="noStrike" kern="1200" cap="none" spc="0" normalizeH="0" baseline="0" noProof="0" dirty="0">
                  <a:ln>
                    <a:noFill/>
                  </a:ln>
                  <a:effectLst/>
                  <a:uLnTx/>
                  <a:uFillTx/>
                </a:rPr>
                <a:t>Text here</a:t>
              </a:r>
            </a:p>
          </p:txBody>
        </p:sp>
        <p:sp>
          <p:nvSpPr>
            <p:cNvPr id="16" name="ïślïḋè">
              <a:extLst>
                <a:ext uri="{FF2B5EF4-FFF2-40B4-BE49-F238E27FC236}">
                  <a16:creationId xmlns:a16="http://schemas.microsoft.com/office/drawing/2014/main" id="{04593E42-5178-1B81-E1EC-8B92F4783AC9}"/>
                </a:ext>
              </a:extLst>
            </p:cNvPr>
            <p:cNvSpPr txBox="1"/>
            <p:nvPr/>
          </p:nvSpPr>
          <p:spPr>
            <a:xfrm>
              <a:off x="3573571" y="5124753"/>
              <a:ext cx="966418" cy="307777"/>
            </a:xfrm>
            <a:prstGeom prst="rect">
              <a:avLst/>
            </a:prstGeom>
            <a:noFill/>
          </p:spPr>
          <p:txBody>
            <a:bodyPr wrap="none" rtlCol="0">
              <a:spAutoFit/>
            </a:bodyPr>
            <a:lstStyle/>
            <a:p>
              <a:r>
                <a:rPr kumimoji="0" lang="en-US" altLang="zh-CN" sz="1400" b="1" i="0" u="none" strike="noStrike" kern="1200" cap="none" spc="0" normalizeH="0" baseline="0" noProof="0" dirty="0">
                  <a:ln>
                    <a:noFill/>
                  </a:ln>
                  <a:effectLst/>
                  <a:uLnTx/>
                  <a:uFillTx/>
                </a:rPr>
                <a:t>Text here</a:t>
              </a:r>
            </a:p>
          </p:txBody>
        </p:sp>
        <p:sp>
          <p:nvSpPr>
            <p:cNvPr id="17" name="íśļîde">
              <a:extLst>
                <a:ext uri="{FF2B5EF4-FFF2-40B4-BE49-F238E27FC236}">
                  <a16:creationId xmlns:a16="http://schemas.microsoft.com/office/drawing/2014/main" id="{2A3D95FE-60E3-BBA6-C675-A9FC92892283}"/>
                </a:ext>
              </a:extLst>
            </p:cNvPr>
            <p:cNvSpPr txBox="1"/>
            <p:nvPr/>
          </p:nvSpPr>
          <p:spPr>
            <a:xfrm>
              <a:off x="9214351" y="5124753"/>
              <a:ext cx="966418" cy="307777"/>
            </a:xfrm>
            <a:prstGeom prst="rect">
              <a:avLst/>
            </a:prstGeom>
            <a:noFill/>
          </p:spPr>
          <p:txBody>
            <a:bodyPr wrap="none" rtlCol="0">
              <a:spAutoFit/>
            </a:bodyPr>
            <a:lstStyle/>
            <a:p>
              <a:r>
                <a:rPr kumimoji="0" lang="en-US" altLang="zh-CN" sz="1400" b="1" i="0" u="none" strike="noStrike" kern="1200" cap="none" spc="0" normalizeH="0" baseline="0" noProof="0" dirty="0">
                  <a:ln>
                    <a:noFill/>
                  </a:ln>
                  <a:effectLst/>
                  <a:uLnTx/>
                  <a:uFillTx/>
                </a:rPr>
                <a:t>Text here</a:t>
              </a:r>
            </a:p>
          </p:txBody>
        </p:sp>
        <p:sp>
          <p:nvSpPr>
            <p:cNvPr id="18" name="íŝļîde">
              <a:extLst>
                <a:ext uri="{FF2B5EF4-FFF2-40B4-BE49-F238E27FC236}">
                  <a16:creationId xmlns:a16="http://schemas.microsoft.com/office/drawing/2014/main" id="{79C5AC83-53F0-708C-0922-3C19F7738E4A}"/>
                </a:ext>
              </a:extLst>
            </p:cNvPr>
            <p:cNvSpPr txBox="1"/>
            <p:nvPr/>
          </p:nvSpPr>
          <p:spPr>
            <a:xfrm>
              <a:off x="6778875" y="4847790"/>
              <a:ext cx="1045479" cy="523220"/>
            </a:xfrm>
            <a:prstGeom prst="rect">
              <a:avLst/>
            </a:prstGeom>
            <a:noFill/>
          </p:spPr>
          <p:txBody>
            <a:bodyPr wrap="none" rtlCol="0">
              <a:spAutoFit/>
            </a:bodyPr>
            <a:lstStyle/>
            <a:p>
              <a:r>
                <a:rPr kumimoji="0" lang="en-US" altLang="zh-CN" sz="2800" b="1" i="0" u="none" strike="noStrike" kern="1200" cap="none" spc="0" normalizeH="0" baseline="0" noProof="0" dirty="0">
                  <a:ln>
                    <a:noFill/>
                  </a:ln>
                  <a:solidFill>
                    <a:srgbClr val="FFFFFF"/>
                  </a:solidFill>
                  <a:effectLst/>
                  <a:uLnTx/>
                  <a:uFillTx/>
                </a:rPr>
                <a:t>625K</a:t>
              </a:r>
            </a:p>
          </p:txBody>
        </p:sp>
        <p:sp>
          <p:nvSpPr>
            <p:cNvPr id="19" name="iş1îdê">
              <a:extLst>
                <a:ext uri="{FF2B5EF4-FFF2-40B4-BE49-F238E27FC236}">
                  <a16:creationId xmlns:a16="http://schemas.microsoft.com/office/drawing/2014/main" id="{04446108-60CD-E7DF-1C8D-46258A17CC42}"/>
                </a:ext>
              </a:extLst>
            </p:cNvPr>
            <p:cNvSpPr txBox="1"/>
            <p:nvPr/>
          </p:nvSpPr>
          <p:spPr>
            <a:xfrm>
              <a:off x="6778875" y="4506453"/>
              <a:ext cx="966418" cy="307777"/>
            </a:xfrm>
            <a:prstGeom prst="rect">
              <a:avLst/>
            </a:prstGeom>
            <a:noFill/>
          </p:spPr>
          <p:txBody>
            <a:bodyPr wrap="none" rtlCol="0">
              <a:spAutoFit/>
            </a:bodyPr>
            <a:lstStyle/>
            <a:p>
              <a:r>
                <a:rPr kumimoji="0" lang="en-US" altLang="zh-CN" sz="1400" b="1" i="0" u="none" strike="noStrike" kern="1200" cap="none" spc="0" normalizeH="0" baseline="0" noProof="0" dirty="0">
                  <a:ln>
                    <a:noFill/>
                  </a:ln>
                  <a:solidFill>
                    <a:srgbClr val="FFFFFF"/>
                  </a:solidFill>
                  <a:effectLst/>
                  <a:uLnTx/>
                  <a:uFillTx/>
                </a:rPr>
                <a:t>Text here</a:t>
              </a:r>
            </a:p>
          </p:txBody>
        </p:sp>
      </p:grpSp>
    </p:spTree>
    <p:custDataLst>
      <p:tags r:id="rId1"/>
    </p:custDataLst>
    <p:extLst>
      <p:ext uri="{BB962C8B-B14F-4D97-AF65-F5344CB8AC3E}">
        <p14:creationId xmlns:p14="http://schemas.microsoft.com/office/powerpoint/2010/main" val="2155049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íṩḻîďè"/>
        <p:cNvGrpSpPr/>
        <p:nvPr/>
      </p:nvGrpSpPr>
      <p:grpSpPr>
        <a:xfrm>
          <a:off x="0" y="0"/>
          <a:ext cx="0" cy="0"/>
          <a:chOff x="0" y="0"/>
          <a:chExt cx="0" cy="0"/>
        </a:xfrm>
      </p:grpSpPr>
      <p:sp>
        <p:nvSpPr>
          <p:cNvPr id="4" name="iṧlíďê">
            <a:extLst>
              <a:ext uri="{FF2B5EF4-FFF2-40B4-BE49-F238E27FC236}">
                <a16:creationId xmlns:a16="http://schemas.microsoft.com/office/drawing/2014/main" id="{3E7816B9-4368-481C-AF7D-011CB1B5D3BB}"/>
              </a:ext>
            </a:extLst>
          </p:cNvPr>
          <p:cNvSpPr>
            <a:spLocks noGrp="1"/>
          </p:cNvSpPr>
          <p:nvPr>
            <p:ph type="title"/>
          </p:nvPr>
        </p:nvSpPr>
        <p:spPr/>
        <p:txBody>
          <a:bodyPr/>
          <a:lstStyle/>
          <a:p>
            <a:r>
              <a:rPr lang="zh-CN" altLang="en-US" dirty="0">
                <a:solidFill>
                  <a:srgbClr val="080808"/>
                </a:solidFill>
              </a:rPr>
              <a:t>工作重点复盘</a:t>
            </a:r>
          </a:p>
        </p:txBody>
      </p:sp>
      <p:sp>
        <p:nvSpPr>
          <p:cNvPr id="5" name="î$ļíḍe">
            <a:extLst>
              <a:ext uri="{FF2B5EF4-FFF2-40B4-BE49-F238E27FC236}">
                <a16:creationId xmlns:a16="http://schemas.microsoft.com/office/drawing/2014/main" id="{7239E965-33B6-4BC1-B1B3-CD2DC6B7EA81}"/>
              </a:ext>
            </a:extLst>
          </p:cNvPr>
          <p:cNvSpPr>
            <a:spLocks noGrp="1"/>
          </p:cNvSpPr>
          <p:nvPr>
            <p:ph type="body" idx="1"/>
          </p:nvPr>
        </p:nvSpPr>
        <p:spPr/>
        <p:txBody>
          <a:bodyPr/>
          <a:lstStyle/>
          <a:p>
            <a:r>
              <a:rPr lang="en-GB" altLang="zh-CN" dirty="0">
                <a:solidFill>
                  <a:srgbClr val="080808"/>
                </a:solidFill>
              </a:rPr>
              <a:t>When you copy &amp; paste, choose "keep text only" option.</a:t>
            </a:r>
          </a:p>
        </p:txBody>
      </p:sp>
      <p:sp>
        <p:nvSpPr>
          <p:cNvPr id="7" name="isľïḋe">
            <a:extLst>
              <a:ext uri="{FF2B5EF4-FFF2-40B4-BE49-F238E27FC236}">
                <a16:creationId xmlns:a16="http://schemas.microsoft.com/office/drawing/2014/main" id="{C6B820E2-F969-89E1-D7D8-D19D2648D416}"/>
              </a:ext>
            </a:extLst>
          </p:cNvPr>
          <p:cNvSpPr txBox="1">
            <a:spLocks/>
          </p:cNvSpPr>
          <p:nvPr/>
        </p:nvSpPr>
        <p:spPr>
          <a:xfrm>
            <a:off x="3224068" y="2381694"/>
            <a:ext cx="5731164" cy="95105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zh-CN" altLang="en-US" sz="2400" b="1" kern="1200">
                <a:solidFill>
                  <a:schemeClr val="tx1"/>
                </a:solidFill>
                <a:latin typeface="+mj-lt"/>
                <a:ea typeface="+mj-ea"/>
                <a:cs typeface="+mj-cs"/>
              </a:defRPr>
            </a:lvl1pPr>
          </a:lstStyle>
          <a:p>
            <a:pPr algn="ctr"/>
            <a:r>
              <a:rPr lang="en-GB" altLang="zh-CN" sz="3600" dirty="0">
                <a:solidFill>
                  <a:schemeClr val="accent1"/>
                </a:solidFill>
              </a:rPr>
              <a:t>02.</a:t>
            </a:r>
            <a:endParaRPr lang="en-GB" sz="3600" dirty="0">
              <a:solidFill>
                <a:schemeClr val="accent1"/>
              </a:solidFill>
            </a:endParaRPr>
          </a:p>
        </p:txBody>
      </p:sp>
    </p:spTree>
    <p:custDataLst>
      <p:tags r:id="rId1"/>
    </p:custDataLst>
    <p:extLst>
      <p:ext uri="{BB962C8B-B14F-4D97-AF65-F5344CB8AC3E}">
        <p14:creationId xmlns:p14="http://schemas.microsoft.com/office/powerpoint/2010/main" val="2003006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additive="base">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îṣ1îḍe"/>
        <p:cNvGrpSpPr/>
        <p:nvPr/>
      </p:nvGrpSpPr>
      <p:grpSpPr>
        <a:xfrm>
          <a:off x="0" y="0"/>
          <a:ext cx="0" cy="0"/>
          <a:chOff x="0" y="0"/>
          <a:chExt cx="0" cy="0"/>
        </a:xfrm>
      </p:grpSpPr>
      <p:sp>
        <p:nvSpPr>
          <p:cNvPr id="27" name="îśľïdé">
            <a:extLst>
              <a:ext uri="{FF2B5EF4-FFF2-40B4-BE49-F238E27FC236}">
                <a16:creationId xmlns:a16="http://schemas.microsoft.com/office/drawing/2014/main" id="{162E4025-0152-D39C-ABBD-44CA9ED5B004}"/>
              </a:ext>
            </a:extLst>
          </p:cNvPr>
          <p:cNvSpPr/>
          <p:nvPr/>
        </p:nvSpPr>
        <p:spPr>
          <a:xfrm>
            <a:off x="0" y="0"/>
            <a:ext cx="1943706" cy="1425711"/>
          </a:xfrm>
          <a:custGeom>
            <a:avLst/>
            <a:gdLst>
              <a:gd name="connsiteX0" fmla="*/ 0 w 1943706"/>
              <a:gd name="connsiteY0" fmla="*/ 0 h 1425711"/>
              <a:gd name="connsiteX1" fmla="*/ 1943706 w 1943706"/>
              <a:gd name="connsiteY1" fmla="*/ 0 h 1425711"/>
              <a:gd name="connsiteX2" fmla="*/ 1910984 w 1943706"/>
              <a:gd name="connsiteY2" fmla="*/ 102952 h 1425711"/>
              <a:gd name="connsiteX3" fmla="*/ 738480 w 1943706"/>
              <a:gd name="connsiteY3" fmla="*/ 1293296 h 1425711"/>
              <a:gd name="connsiteX4" fmla="*/ 253 w 1943706"/>
              <a:gd name="connsiteY4" fmla="*/ 1425583 h 1425711"/>
              <a:gd name="connsiteX5" fmla="*/ 0 w 1943706"/>
              <a:gd name="connsiteY5" fmla="*/ 1425572 h 142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3706" h="1425711">
                <a:moveTo>
                  <a:pt x="0" y="0"/>
                </a:moveTo>
                <a:lnTo>
                  <a:pt x="1943706" y="0"/>
                </a:lnTo>
                <a:lnTo>
                  <a:pt x="1910984" y="102952"/>
                </a:lnTo>
                <a:cubicBezTo>
                  <a:pt x="1718221" y="631734"/>
                  <a:pt x="1305651" y="1077041"/>
                  <a:pt x="738480" y="1293296"/>
                </a:cubicBezTo>
                <a:cubicBezTo>
                  <a:pt x="495407" y="1385977"/>
                  <a:pt x="245512" y="1428362"/>
                  <a:pt x="253" y="1425583"/>
                </a:cubicBezTo>
                <a:lnTo>
                  <a:pt x="0" y="1425572"/>
                </a:lnTo>
                <a:close/>
              </a:path>
            </a:pathLst>
          </a:custGeom>
          <a:gradFill flip="none" rotWithShape="1">
            <a:gsLst>
              <a:gs pos="7000">
                <a:schemeClr val="accent1">
                  <a:lumMod val="5000"/>
                  <a:lumOff val="95000"/>
                  <a:alpha val="0"/>
                </a:schemeClr>
              </a:gs>
              <a:gs pos="100000">
                <a:schemeClr val="accent1">
                  <a:lumMod val="30000"/>
                  <a:lumOff val="70000"/>
                  <a:alpha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grpSp>
        <p:nvGrpSpPr>
          <p:cNvPr id="4" name="îSḷiḋé">
            <a:extLst>
              <a:ext uri="{FF2B5EF4-FFF2-40B4-BE49-F238E27FC236}">
                <a16:creationId xmlns:a16="http://schemas.microsoft.com/office/drawing/2014/main" id="{AB487CE6-BC8A-CC68-7E74-5593F23C07E2}"/>
              </a:ext>
            </a:extLst>
          </p:cNvPr>
          <p:cNvGrpSpPr/>
          <p:nvPr/>
        </p:nvGrpSpPr>
        <p:grpSpPr>
          <a:xfrm>
            <a:off x="861675" y="1130300"/>
            <a:ext cx="9659273" cy="4906895"/>
            <a:chOff x="614025" y="887343"/>
            <a:chExt cx="9659273" cy="4906895"/>
          </a:xfrm>
        </p:grpSpPr>
        <p:grpSp>
          <p:nvGrpSpPr>
            <p:cNvPr id="5" name="ïṥļïḍê">
              <a:extLst>
                <a:ext uri="{FF2B5EF4-FFF2-40B4-BE49-F238E27FC236}">
                  <a16:creationId xmlns:a16="http://schemas.microsoft.com/office/drawing/2014/main" id="{AD136C88-6DFD-B5E2-8DC7-AB5B2D696AE4}"/>
                </a:ext>
              </a:extLst>
            </p:cNvPr>
            <p:cNvGrpSpPr/>
            <p:nvPr/>
          </p:nvGrpSpPr>
          <p:grpSpPr>
            <a:xfrm>
              <a:off x="1918703" y="1709434"/>
              <a:ext cx="8354595" cy="4084804"/>
              <a:chOff x="1906339" y="1976134"/>
              <a:chExt cx="8354595" cy="4084804"/>
            </a:xfrm>
          </p:grpSpPr>
          <p:grpSp>
            <p:nvGrpSpPr>
              <p:cNvPr id="7" name="ïsļiḓè">
                <a:extLst>
                  <a:ext uri="{FF2B5EF4-FFF2-40B4-BE49-F238E27FC236}">
                    <a16:creationId xmlns:a16="http://schemas.microsoft.com/office/drawing/2014/main" id="{4FBFE93A-B550-7F90-5C01-864267C871EB}"/>
                  </a:ext>
                </a:extLst>
              </p:cNvPr>
              <p:cNvGrpSpPr>
                <a:grpSpLocks/>
              </p:cNvGrpSpPr>
              <p:nvPr/>
            </p:nvGrpSpPr>
            <p:grpSpPr>
              <a:xfrm>
                <a:off x="4998353" y="1976134"/>
                <a:ext cx="2207662" cy="1019680"/>
                <a:chOff x="8472619" y="1503417"/>
                <a:chExt cx="2717780" cy="1006889"/>
              </a:xfrm>
            </p:grpSpPr>
            <p:sp>
              <p:nvSpPr>
                <p:cNvPr id="25" name="ïsḷîḑe">
                  <a:extLst>
                    <a:ext uri="{FF2B5EF4-FFF2-40B4-BE49-F238E27FC236}">
                      <a16:creationId xmlns:a16="http://schemas.microsoft.com/office/drawing/2014/main" id="{DD2557E6-EC47-B5AF-E334-352858822C43}"/>
                    </a:ext>
                  </a:extLst>
                </p:cNvPr>
                <p:cNvSpPr/>
                <p:nvPr/>
              </p:nvSpPr>
              <p:spPr>
                <a:xfrm>
                  <a:off x="8472620" y="2000522"/>
                  <a:ext cx="2717779" cy="50978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0000" tIns="90000" rIns="180000" bIns="90000" numCol="1" spcCol="0" rtlCol="0" fromWordArt="0" anchor="t" anchorCtr="0" forceAA="0" compatLnSpc="1">
                  <a:noAutofit/>
                </a:bodyPr>
                <a:lstStyle/>
                <a:p>
                  <a:pPr algn="ctr"/>
                  <a:r>
                    <a:rPr lang="en-US" altLang="zh-CN" sz="1100" dirty="0">
                      <a:solidFill>
                        <a:schemeClr val="tx1"/>
                      </a:solidFill>
                    </a:rPr>
                    <a:t>Theme color makes PPT more convenient to change. </a:t>
                  </a:r>
                </a:p>
              </p:txBody>
            </p:sp>
            <p:sp>
              <p:nvSpPr>
                <p:cNvPr id="26" name="îśľíďè">
                  <a:extLst>
                    <a:ext uri="{FF2B5EF4-FFF2-40B4-BE49-F238E27FC236}">
                      <a16:creationId xmlns:a16="http://schemas.microsoft.com/office/drawing/2014/main" id="{E9E98857-1386-3634-9ED3-838936441F27}"/>
                    </a:ext>
                  </a:extLst>
                </p:cNvPr>
                <p:cNvSpPr txBox="1"/>
                <p:nvPr/>
              </p:nvSpPr>
              <p:spPr>
                <a:xfrm>
                  <a:off x="8472619" y="1503417"/>
                  <a:ext cx="2705842" cy="412487"/>
                </a:xfrm>
                <a:prstGeom prst="roundRect">
                  <a:avLst>
                    <a:gd name="adj" fmla="val 50000"/>
                  </a:avLst>
                </a:prstGeom>
                <a:solidFill>
                  <a:schemeClr val="accent1"/>
                </a:solidFill>
              </p:spPr>
              <p:txBody>
                <a:bodyPr wrap="none" rtlCol="0" anchor="ctr" anchorCtr="0">
                  <a:noAutofit/>
                </a:bodyPr>
                <a:lstStyle/>
                <a:p>
                  <a:pPr algn="ctr"/>
                  <a:r>
                    <a:rPr lang="en-US" altLang="zh-CN" sz="1400" b="1" dirty="0">
                      <a:solidFill>
                        <a:schemeClr val="bg1"/>
                      </a:solidFill>
                    </a:rPr>
                    <a:t>Text here</a:t>
                  </a:r>
                  <a:endParaRPr lang="zh-CN" altLang="en-US" sz="1400" b="1" dirty="0">
                    <a:solidFill>
                      <a:schemeClr val="bg1"/>
                    </a:solidFill>
                  </a:endParaRPr>
                </a:p>
              </p:txBody>
            </p:sp>
          </p:grpSp>
          <p:cxnSp>
            <p:nvCxnSpPr>
              <p:cNvPr id="8" name="íṥḻîḋe">
                <a:extLst>
                  <a:ext uri="{FF2B5EF4-FFF2-40B4-BE49-F238E27FC236}">
                    <a16:creationId xmlns:a16="http://schemas.microsoft.com/office/drawing/2014/main" id="{8F286AC6-2D6E-44C4-0519-D7CB2ACB8AA4}"/>
                  </a:ext>
                </a:extLst>
              </p:cNvPr>
              <p:cNvCxnSpPr>
                <a:cxnSpLocks/>
              </p:cNvCxnSpPr>
              <p:nvPr/>
            </p:nvCxnSpPr>
            <p:spPr>
              <a:xfrm flipH="1">
                <a:off x="5718412" y="3872115"/>
                <a:ext cx="377590" cy="0"/>
              </a:xfrm>
              <a:prstGeom prst="line">
                <a:avLst/>
              </a:prstGeom>
              <a:ln w="12700">
                <a:solidFill>
                  <a:schemeClr val="tx1">
                    <a:lumMod val="50000"/>
                    <a:lumOff val="50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9" name="íṥľíḓê">
                <a:extLst>
                  <a:ext uri="{FF2B5EF4-FFF2-40B4-BE49-F238E27FC236}">
                    <a16:creationId xmlns:a16="http://schemas.microsoft.com/office/drawing/2014/main" id="{A1A1E162-B1B2-DC1E-8119-AE450C3AF1CF}"/>
                  </a:ext>
                </a:extLst>
              </p:cNvPr>
              <p:cNvCxnSpPr>
                <a:cxnSpLocks/>
              </p:cNvCxnSpPr>
              <p:nvPr/>
            </p:nvCxnSpPr>
            <p:spPr>
              <a:xfrm flipH="1">
                <a:off x="3010169" y="4729827"/>
                <a:ext cx="6171662" cy="0"/>
              </a:xfrm>
              <a:prstGeom prst="line">
                <a:avLst/>
              </a:prstGeom>
              <a:ln w="12700">
                <a:solidFill>
                  <a:schemeClr val="tx1">
                    <a:lumMod val="50000"/>
                    <a:lumOff val="50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íşḻîďe">
                <a:extLst>
                  <a:ext uri="{FF2B5EF4-FFF2-40B4-BE49-F238E27FC236}">
                    <a16:creationId xmlns:a16="http://schemas.microsoft.com/office/drawing/2014/main" id="{B813FECE-28A9-A388-CC2C-CE45E71240DF}"/>
                  </a:ext>
                </a:extLst>
              </p:cNvPr>
              <p:cNvCxnSpPr>
                <a:cxnSpLocks/>
              </p:cNvCxnSpPr>
              <p:nvPr/>
            </p:nvCxnSpPr>
            <p:spPr>
              <a:xfrm>
                <a:off x="3010169" y="4729827"/>
                <a:ext cx="0" cy="311431"/>
              </a:xfrm>
              <a:prstGeom prst="line">
                <a:avLst/>
              </a:prstGeom>
              <a:ln w="12700">
                <a:solidFill>
                  <a:schemeClr val="tx1">
                    <a:lumMod val="50000"/>
                    <a:lumOff val="50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1" name="išḷíḓe">
                <a:extLst>
                  <a:ext uri="{FF2B5EF4-FFF2-40B4-BE49-F238E27FC236}">
                    <a16:creationId xmlns:a16="http://schemas.microsoft.com/office/drawing/2014/main" id="{34654FD4-85C5-5E53-A44D-0205FDF2F221}"/>
                  </a:ext>
                </a:extLst>
              </p:cNvPr>
              <p:cNvGrpSpPr>
                <a:grpSpLocks/>
              </p:cNvGrpSpPr>
              <p:nvPr/>
            </p:nvGrpSpPr>
            <p:grpSpPr>
              <a:xfrm>
                <a:off x="3311447" y="3411557"/>
                <a:ext cx="2207660" cy="1019679"/>
                <a:chOff x="8466651" y="1469779"/>
                <a:chExt cx="2717779" cy="1006888"/>
              </a:xfrm>
            </p:grpSpPr>
            <p:sp>
              <p:nvSpPr>
                <p:cNvPr id="23" name="i$ľîḋê">
                  <a:extLst>
                    <a:ext uri="{FF2B5EF4-FFF2-40B4-BE49-F238E27FC236}">
                      <a16:creationId xmlns:a16="http://schemas.microsoft.com/office/drawing/2014/main" id="{432E976B-0347-F7C3-736C-69F28F25E33D}"/>
                    </a:ext>
                  </a:extLst>
                </p:cNvPr>
                <p:cNvSpPr/>
                <p:nvPr/>
              </p:nvSpPr>
              <p:spPr>
                <a:xfrm>
                  <a:off x="8466651" y="1966883"/>
                  <a:ext cx="2717779" cy="50978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0000" tIns="90000" rIns="180000" bIns="90000" numCol="1" spcCol="0" rtlCol="0" fromWordArt="0" anchor="t" anchorCtr="0" forceAA="0" compatLnSpc="1">
                  <a:noAutofit/>
                </a:bodyPr>
                <a:lstStyle/>
                <a:p>
                  <a:pPr algn="ctr"/>
                  <a:r>
                    <a:rPr lang="en-US" altLang="zh-CN" sz="1100" dirty="0">
                      <a:solidFill>
                        <a:schemeClr val="tx1"/>
                      </a:solidFill>
                    </a:rPr>
                    <a:t>Theme color makes PPT more convenient to change. </a:t>
                  </a:r>
                </a:p>
              </p:txBody>
            </p:sp>
            <p:sp>
              <p:nvSpPr>
                <p:cNvPr id="24" name="iṥḷiḋê">
                  <a:extLst>
                    <a:ext uri="{FF2B5EF4-FFF2-40B4-BE49-F238E27FC236}">
                      <a16:creationId xmlns:a16="http://schemas.microsoft.com/office/drawing/2014/main" id="{CB5CDF03-CE32-2560-9764-4B6E10031B9F}"/>
                    </a:ext>
                  </a:extLst>
                </p:cNvPr>
                <p:cNvSpPr txBox="1"/>
                <p:nvPr/>
              </p:nvSpPr>
              <p:spPr>
                <a:xfrm>
                  <a:off x="8466651" y="1469779"/>
                  <a:ext cx="2705843" cy="412487"/>
                </a:xfrm>
                <a:prstGeom prst="roundRect">
                  <a:avLst>
                    <a:gd name="adj" fmla="val 50000"/>
                  </a:avLst>
                </a:prstGeom>
                <a:solidFill>
                  <a:schemeClr val="accent1"/>
                </a:solidFill>
              </p:spPr>
              <p:txBody>
                <a:bodyPr wrap="none" rtlCol="0" anchor="ctr" anchorCtr="0">
                  <a:noAutofit/>
                </a:bodyPr>
                <a:lstStyle/>
                <a:p>
                  <a:pPr algn="ctr"/>
                  <a:r>
                    <a:rPr lang="en-US" altLang="zh-CN" sz="1400" b="1" dirty="0">
                      <a:solidFill>
                        <a:schemeClr val="bg1"/>
                      </a:solidFill>
                    </a:rPr>
                    <a:t>Text here</a:t>
                  </a:r>
                  <a:endParaRPr lang="zh-CN" altLang="en-US" sz="1400" b="1" dirty="0">
                    <a:solidFill>
                      <a:schemeClr val="bg1"/>
                    </a:solidFill>
                  </a:endParaRPr>
                </a:p>
              </p:txBody>
            </p:sp>
          </p:grpSp>
          <p:grpSp>
            <p:nvGrpSpPr>
              <p:cNvPr id="12" name="ïṩḷíďè">
                <a:extLst>
                  <a:ext uri="{FF2B5EF4-FFF2-40B4-BE49-F238E27FC236}">
                    <a16:creationId xmlns:a16="http://schemas.microsoft.com/office/drawing/2014/main" id="{3D614640-4999-CF82-C820-70D3B7CA6AC6}"/>
                  </a:ext>
                </a:extLst>
              </p:cNvPr>
              <p:cNvGrpSpPr>
                <a:grpSpLocks/>
              </p:cNvGrpSpPr>
              <p:nvPr/>
            </p:nvGrpSpPr>
            <p:grpSpPr>
              <a:xfrm>
                <a:off x="1906339" y="5041258"/>
                <a:ext cx="2207660" cy="1019680"/>
                <a:chOff x="8466651" y="1334830"/>
                <a:chExt cx="2717779" cy="1006889"/>
              </a:xfrm>
            </p:grpSpPr>
            <p:sp>
              <p:nvSpPr>
                <p:cNvPr id="21" name="ïṥľïdé">
                  <a:extLst>
                    <a:ext uri="{FF2B5EF4-FFF2-40B4-BE49-F238E27FC236}">
                      <a16:creationId xmlns:a16="http://schemas.microsoft.com/office/drawing/2014/main" id="{17774B29-1A23-9B80-BE99-2F2B93FBD0CB}"/>
                    </a:ext>
                  </a:extLst>
                </p:cNvPr>
                <p:cNvSpPr/>
                <p:nvPr/>
              </p:nvSpPr>
              <p:spPr>
                <a:xfrm>
                  <a:off x="8466651" y="1831935"/>
                  <a:ext cx="2717779" cy="509784"/>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0000" tIns="90000" rIns="180000" bIns="90000" numCol="1" spcCol="0" rtlCol="0" fromWordArt="0" anchor="t" anchorCtr="0" forceAA="0" compatLnSpc="1">
                  <a:noAutofit/>
                </a:bodyPr>
                <a:lstStyle/>
                <a:p>
                  <a:pPr algn="ctr"/>
                  <a:r>
                    <a:rPr lang="en-US" altLang="zh-CN" sz="1100" dirty="0">
                      <a:solidFill>
                        <a:schemeClr val="tx1"/>
                      </a:solidFill>
                    </a:rPr>
                    <a:t>Theme color makes PPT more convenient to change. </a:t>
                  </a:r>
                </a:p>
              </p:txBody>
            </p:sp>
            <p:sp>
              <p:nvSpPr>
                <p:cNvPr id="22" name="íSľíde">
                  <a:extLst>
                    <a:ext uri="{FF2B5EF4-FFF2-40B4-BE49-F238E27FC236}">
                      <a16:creationId xmlns:a16="http://schemas.microsoft.com/office/drawing/2014/main" id="{29965DC2-5201-FFDD-E910-02C76CC4AD2E}"/>
                    </a:ext>
                  </a:extLst>
                </p:cNvPr>
                <p:cNvSpPr txBox="1"/>
                <p:nvPr/>
              </p:nvSpPr>
              <p:spPr>
                <a:xfrm>
                  <a:off x="8466651" y="1334830"/>
                  <a:ext cx="2705842" cy="412487"/>
                </a:xfrm>
                <a:prstGeom prst="roundRect">
                  <a:avLst>
                    <a:gd name="adj" fmla="val 50000"/>
                  </a:avLst>
                </a:prstGeom>
                <a:solidFill>
                  <a:schemeClr val="tx1">
                    <a:lumMod val="50000"/>
                    <a:lumOff val="50000"/>
                  </a:schemeClr>
                </a:solidFill>
              </p:spPr>
              <p:txBody>
                <a:bodyPr wrap="none" rtlCol="0" anchor="ctr" anchorCtr="0">
                  <a:noAutofit/>
                </a:bodyPr>
                <a:lstStyle/>
                <a:p>
                  <a:pPr algn="ctr"/>
                  <a:r>
                    <a:rPr lang="en-US" altLang="zh-CN" sz="1400" b="1" dirty="0">
                      <a:solidFill>
                        <a:schemeClr val="bg1"/>
                      </a:solidFill>
                    </a:rPr>
                    <a:t>Text here</a:t>
                  </a:r>
                  <a:endParaRPr lang="zh-CN" altLang="en-US" sz="1400" b="1" dirty="0">
                    <a:solidFill>
                      <a:schemeClr val="bg1"/>
                    </a:solidFill>
                  </a:endParaRPr>
                </a:p>
              </p:txBody>
            </p:sp>
          </p:grpSp>
          <p:cxnSp>
            <p:nvCxnSpPr>
              <p:cNvPr id="13" name="îsḷïḑe">
                <a:extLst>
                  <a:ext uri="{FF2B5EF4-FFF2-40B4-BE49-F238E27FC236}">
                    <a16:creationId xmlns:a16="http://schemas.microsoft.com/office/drawing/2014/main" id="{15D1F38F-5F82-D1AC-A9AC-802ECDE2A4FC}"/>
                  </a:ext>
                </a:extLst>
              </p:cNvPr>
              <p:cNvCxnSpPr>
                <a:cxnSpLocks/>
              </p:cNvCxnSpPr>
              <p:nvPr/>
            </p:nvCxnSpPr>
            <p:spPr>
              <a:xfrm>
                <a:off x="9181831" y="4729827"/>
                <a:ext cx="0" cy="311431"/>
              </a:xfrm>
              <a:prstGeom prst="line">
                <a:avLst/>
              </a:prstGeom>
              <a:ln w="12700">
                <a:solidFill>
                  <a:schemeClr val="tx1">
                    <a:lumMod val="50000"/>
                    <a:lumOff val="50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4" name="îṧlîḋe">
                <a:extLst>
                  <a:ext uri="{FF2B5EF4-FFF2-40B4-BE49-F238E27FC236}">
                    <a16:creationId xmlns:a16="http://schemas.microsoft.com/office/drawing/2014/main" id="{D5150BBB-937E-B4A0-0C04-52C746AC4095}"/>
                  </a:ext>
                </a:extLst>
              </p:cNvPr>
              <p:cNvCxnSpPr>
                <a:cxnSpLocks/>
              </p:cNvCxnSpPr>
              <p:nvPr/>
            </p:nvCxnSpPr>
            <p:spPr>
              <a:xfrm>
                <a:off x="6083636" y="2999849"/>
                <a:ext cx="0" cy="2041409"/>
              </a:xfrm>
              <a:prstGeom prst="line">
                <a:avLst/>
              </a:prstGeom>
              <a:ln w="12700">
                <a:solidFill>
                  <a:schemeClr val="tx1">
                    <a:lumMod val="50000"/>
                    <a:lumOff val="50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5" name="iśḷiďé">
                <a:extLst>
                  <a:ext uri="{FF2B5EF4-FFF2-40B4-BE49-F238E27FC236}">
                    <a16:creationId xmlns:a16="http://schemas.microsoft.com/office/drawing/2014/main" id="{E3310886-5565-1826-9084-F724DD7D4509}"/>
                  </a:ext>
                </a:extLst>
              </p:cNvPr>
              <p:cNvGrpSpPr/>
              <p:nvPr/>
            </p:nvGrpSpPr>
            <p:grpSpPr>
              <a:xfrm>
                <a:off x="8053274" y="5041258"/>
                <a:ext cx="2207660" cy="1019680"/>
                <a:chOff x="7749837" y="5041258"/>
                <a:chExt cx="2814534" cy="1019680"/>
              </a:xfrm>
            </p:grpSpPr>
            <p:sp>
              <p:nvSpPr>
                <p:cNvPr id="19" name="išḻíḍe">
                  <a:extLst>
                    <a:ext uri="{FF2B5EF4-FFF2-40B4-BE49-F238E27FC236}">
                      <a16:creationId xmlns:a16="http://schemas.microsoft.com/office/drawing/2014/main" id="{16F0BAF0-9D68-7855-B0E2-C43C3BB2D6EB}"/>
                    </a:ext>
                  </a:extLst>
                </p:cNvPr>
                <p:cNvSpPr/>
                <p:nvPr/>
              </p:nvSpPr>
              <p:spPr>
                <a:xfrm>
                  <a:off x="7749837" y="5544678"/>
                  <a:ext cx="2814534" cy="51626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0000" tIns="90000" rIns="180000" bIns="90000" numCol="1" spcCol="0" rtlCol="0" fromWordArt="0" anchor="t" anchorCtr="0" forceAA="0" compatLnSpc="1">
                  <a:noAutofit/>
                </a:bodyPr>
                <a:lstStyle/>
                <a:p>
                  <a:pPr algn="ctr"/>
                  <a:r>
                    <a:rPr lang="en-US" altLang="zh-CN" sz="1100" dirty="0">
                      <a:solidFill>
                        <a:schemeClr val="tx1"/>
                      </a:solidFill>
                    </a:rPr>
                    <a:t>Theme color makes PPT more convenient to change. </a:t>
                  </a:r>
                </a:p>
              </p:txBody>
            </p:sp>
            <p:sp>
              <p:nvSpPr>
                <p:cNvPr id="20" name="îs1ïḋe">
                  <a:extLst>
                    <a:ext uri="{FF2B5EF4-FFF2-40B4-BE49-F238E27FC236}">
                      <a16:creationId xmlns:a16="http://schemas.microsoft.com/office/drawing/2014/main" id="{10E80266-8C10-F7F1-3158-F34296808C22}"/>
                    </a:ext>
                  </a:extLst>
                </p:cNvPr>
                <p:cNvSpPr txBox="1"/>
                <p:nvPr/>
              </p:nvSpPr>
              <p:spPr>
                <a:xfrm>
                  <a:off x="7749837" y="5041258"/>
                  <a:ext cx="2802172" cy="417727"/>
                </a:xfrm>
                <a:prstGeom prst="roundRect">
                  <a:avLst>
                    <a:gd name="adj" fmla="val 50000"/>
                  </a:avLst>
                </a:prstGeom>
                <a:solidFill>
                  <a:schemeClr val="tx1">
                    <a:lumMod val="50000"/>
                    <a:lumOff val="50000"/>
                  </a:schemeClr>
                </a:solidFill>
              </p:spPr>
              <p:txBody>
                <a:bodyPr wrap="none" rtlCol="0" anchor="ctr" anchorCtr="0">
                  <a:noAutofit/>
                </a:bodyPr>
                <a:lstStyle/>
                <a:p>
                  <a:pPr algn="ctr"/>
                  <a:r>
                    <a:rPr lang="en-US" altLang="zh-CN" sz="1400" b="1" dirty="0">
                      <a:solidFill>
                        <a:schemeClr val="bg1"/>
                      </a:solidFill>
                    </a:rPr>
                    <a:t>Text here</a:t>
                  </a:r>
                  <a:endParaRPr lang="zh-CN" altLang="en-US" sz="1400" b="1" dirty="0">
                    <a:solidFill>
                      <a:schemeClr val="bg1"/>
                    </a:solidFill>
                  </a:endParaRPr>
                </a:p>
              </p:txBody>
            </p:sp>
          </p:grpSp>
          <p:grpSp>
            <p:nvGrpSpPr>
              <p:cNvPr id="16" name="íṧľîḍe">
                <a:extLst>
                  <a:ext uri="{FF2B5EF4-FFF2-40B4-BE49-F238E27FC236}">
                    <a16:creationId xmlns:a16="http://schemas.microsoft.com/office/drawing/2014/main" id="{92737532-7562-56A4-F066-513E3299FA97}"/>
                  </a:ext>
                </a:extLst>
              </p:cNvPr>
              <p:cNvGrpSpPr/>
              <p:nvPr/>
            </p:nvGrpSpPr>
            <p:grpSpPr>
              <a:xfrm>
                <a:off x="4979806" y="5041258"/>
                <a:ext cx="2207660" cy="1019680"/>
                <a:chOff x="4676369" y="5041258"/>
                <a:chExt cx="2814534" cy="1019680"/>
              </a:xfrm>
            </p:grpSpPr>
            <p:sp>
              <p:nvSpPr>
                <p:cNvPr id="17" name="ïṧḻîḑe">
                  <a:extLst>
                    <a:ext uri="{FF2B5EF4-FFF2-40B4-BE49-F238E27FC236}">
                      <a16:creationId xmlns:a16="http://schemas.microsoft.com/office/drawing/2014/main" id="{CF1C4679-9056-E9D2-356D-23D637AD4A07}"/>
                    </a:ext>
                  </a:extLst>
                </p:cNvPr>
                <p:cNvSpPr/>
                <p:nvPr/>
              </p:nvSpPr>
              <p:spPr>
                <a:xfrm>
                  <a:off x="4676369" y="5544678"/>
                  <a:ext cx="2814534" cy="51626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0000" tIns="90000" rIns="180000" bIns="90000" numCol="1" spcCol="0" rtlCol="0" fromWordArt="0" anchor="t" anchorCtr="0" forceAA="0" compatLnSpc="1">
                  <a:noAutofit/>
                </a:bodyPr>
                <a:lstStyle/>
                <a:p>
                  <a:pPr algn="ctr"/>
                  <a:r>
                    <a:rPr lang="en-US" altLang="zh-CN" sz="1100" dirty="0">
                      <a:solidFill>
                        <a:schemeClr val="tx1"/>
                      </a:solidFill>
                    </a:rPr>
                    <a:t>Theme color makes PPT more convenient to change. </a:t>
                  </a:r>
                </a:p>
              </p:txBody>
            </p:sp>
            <p:sp>
              <p:nvSpPr>
                <p:cNvPr id="18" name="iślíḓé">
                  <a:extLst>
                    <a:ext uri="{FF2B5EF4-FFF2-40B4-BE49-F238E27FC236}">
                      <a16:creationId xmlns:a16="http://schemas.microsoft.com/office/drawing/2014/main" id="{9FD82DB6-3147-8218-7919-F7947F1A5495}"/>
                    </a:ext>
                  </a:extLst>
                </p:cNvPr>
                <p:cNvSpPr txBox="1"/>
                <p:nvPr/>
              </p:nvSpPr>
              <p:spPr>
                <a:xfrm>
                  <a:off x="4682551" y="5041258"/>
                  <a:ext cx="2802172" cy="417727"/>
                </a:xfrm>
                <a:prstGeom prst="roundRect">
                  <a:avLst>
                    <a:gd name="adj" fmla="val 50000"/>
                  </a:avLst>
                </a:prstGeom>
                <a:solidFill>
                  <a:schemeClr val="tx1">
                    <a:lumMod val="50000"/>
                    <a:lumOff val="50000"/>
                    <a:alpha val="20000"/>
                  </a:schemeClr>
                </a:solidFill>
              </p:spPr>
              <p:txBody>
                <a:bodyPr wrap="none" rtlCol="0" anchor="ctr" anchorCtr="0">
                  <a:noAutofit/>
                </a:bodyPr>
                <a:lstStyle/>
                <a:p>
                  <a:pPr algn="ctr"/>
                  <a:r>
                    <a:rPr lang="en-US" altLang="zh-CN" sz="1400" b="1" dirty="0"/>
                    <a:t>Text here</a:t>
                  </a:r>
                  <a:endParaRPr lang="zh-CN" altLang="en-US" sz="1400" b="1" dirty="0"/>
                </a:p>
              </p:txBody>
            </p:sp>
          </p:grpSp>
        </p:grpSp>
        <p:sp>
          <p:nvSpPr>
            <p:cNvPr id="6" name="ïslïḋe">
              <a:extLst>
                <a:ext uri="{FF2B5EF4-FFF2-40B4-BE49-F238E27FC236}">
                  <a16:creationId xmlns:a16="http://schemas.microsoft.com/office/drawing/2014/main" id="{6ADFA374-DECE-4150-251F-A67395D2B4E8}"/>
                </a:ext>
              </a:extLst>
            </p:cNvPr>
            <p:cNvSpPr/>
            <p:nvPr/>
          </p:nvSpPr>
          <p:spPr>
            <a:xfrm>
              <a:off x="614025" y="887343"/>
              <a:ext cx="3266669" cy="1176392"/>
            </a:xfrm>
            <a:prstGeom prst="rect">
              <a:avLst/>
            </a:prstGeom>
          </p:spPr>
          <p:txBody>
            <a:bodyPr wrap="none" anchor="b" anchorCtr="0">
              <a:noAutofit/>
            </a:bodyPr>
            <a:lstStyle/>
            <a:p>
              <a:pPr>
                <a:buSzPct val="25000"/>
              </a:pPr>
              <a:r>
                <a:rPr lang="en-US" altLang="zh-CN" sz="3600" b="1" dirty="0">
                  <a:solidFill>
                    <a:schemeClr val="accent1"/>
                  </a:solidFill>
                </a:rPr>
                <a:t>Supporting</a:t>
              </a:r>
            </a:p>
            <a:p>
              <a:pPr>
                <a:buSzPct val="25000"/>
              </a:pPr>
              <a:r>
                <a:rPr lang="en-US" altLang="zh-CN" sz="3600" b="1" dirty="0"/>
                <a:t>Text h</a:t>
              </a:r>
              <a:r>
                <a:rPr lang="en-US" altLang="zh-CN" sz="400" b="1" dirty="0"/>
                <a:t> </a:t>
              </a:r>
              <a:r>
                <a:rPr lang="en-US" altLang="zh-CN" sz="3600" b="1" dirty="0"/>
                <a:t>ere.</a:t>
              </a:r>
            </a:p>
          </p:txBody>
        </p:sp>
      </p:grpSp>
    </p:spTree>
    <p:custDataLst>
      <p:tags r:id="rId1"/>
    </p:custDataLst>
    <p:extLst>
      <p:ext uri="{BB962C8B-B14F-4D97-AF65-F5344CB8AC3E}">
        <p14:creationId xmlns:p14="http://schemas.microsoft.com/office/powerpoint/2010/main" val="763657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ïṧḻíḑé"/>
        <p:cNvGrpSpPr/>
        <p:nvPr/>
      </p:nvGrpSpPr>
      <p:grpSpPr>
        <a:xfrm>
          <a:off x="0" y="0"/>
          <a:ext cx="0" cy="0"/>
          <a:chOff x="0" y="0"/>
          <a:chExt cx="0" cy="0"/>
        </a:xfrm>
      </p:grpSpPr>
      <p:grpSp>
        <p:nvGrpSpPr>
          <p:cNvPr id="4" name="ïṥļidê">
            <a:extLst>
              <a:ext uri="{FF2B5EF4-FFF2-40B4-BE49-F238E27FC236}">
                <a16:creationId xmlns:a16="http://schemas.microsoft.com/office/drawing/2014/main" id="{B62B8B1C-3B07-83C5-FFFA-D5B8F5C5E210}"/>
              </a:ext>
            </a:extLst>
          </p:cNvPr>
          <p:cNvGrpSpPr/>
          <p:nvPr/>
        </p:nvGrpSpPr>
        <p:grpSpPr>
          <a:xfrm>
            <a:off x="450676" y="871390"/>
            <a:ext cx="11019811" cy="5986610"/>
            <a:chOff x="450676" y="871390"/>
            <a:chExt cx="11019811" cy="5986610"/>
          </a:xfrm>
        </p:grpSpPr>
        <p:grpSp>
          <p:nvGrpSpPr>
            <p:cNvPr id="5" name="îšlíḍê">
              <a:extLst>
                <a:ext uri="{FF2B5EF4-FFF2-40B4-BE49-F238E27FC236}">
                  <a16:creationId xmlns:a16="http://schemas.microsoft.com/office/drawing/2014/main" id="{7A049E64-E9D3-1203-55D1-FC60E146D39A}"/>
                </a:ext>
              </a:extLst>
            </p:cNvPr>
            <p:cNvGrpSpPr>
              <a:grpSpLocks/>
            </p:cNvGrpSpPr>
            <p:nvPr/>
          </p:nvGrpSpPr>
          <p:grpSpPr>
            <a:xfrm>
              <a:off x="1357966" y="929947"/>
              <a:ext cx="4164243" cy="1282828"/>
              <a:chOff x="2492016" y="4122253"/>
              <a:chExt cx="2235664" cy="1282828"/>
            </a:xfrm>
          </p:grpSpPr>
          <p:sp>
            <p:nvSpPr>
              <p:cNvPr id="32" name="îṩlîḑé">
                <a:extLst>
                  <a:ext uri="{FF2B5EF4-FFF2-40B4-BE49-F238E27FC236}">
                    <a16:creationId xmlns:a16="http://schemas.microsoft.com/office/drawing/2014/main" id="{CC712694-4202-3909-9343-7335F1B658E1}"/>
                  </a:ext>
                </a:extLst>
              </p:cNvPr>
              <p:cNvSpPr/>
              <p:nvPr/>
            </p:nvSpPr>
            <p:spPr>
              <a:xfrm>
                <a:off x="2492017" y="4807701"/>
                <a:ext cx="2235663" cy="597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30000"/>
                  </a:lnSpc>
                </a:pPr>
                <a:r>
                  <a:rPr kumimoji="1" lang="en-US" altLang="zh-CN" sz="1000" dirty="0">
                    <a:solidFill>
                      <a:schemeClr val="tx1"/>
                    </a:solidFill>
                  </a:rPr>
                  <a:t>Theme color makes PPT more convenient to change. Adjust the spacing to adapt to Chinese typesetting, </a:t>
                </a:r>
              </a:p>
            </p:txBody>
          </p:sp>
          <p:sp>
            <p:nvSpPr>
              <p:cNvPr id="33" name="ïṣḷïdè">
                <a:extLst>
                  <a:ext uri="{FF2B5EF4-FFF2-40B4-BE49-F238E27FC236}">
                    <a16:creationId xmlns:a16="http://schemas.microsoft.com/office/drawing/2014/main" id="{1677F0C6-1AD4-C62F-A165-435237239989}"/>
                  </a:ext>
                </a:extLst>
              </p:cNvPr>
              <p:cNvSpPr/>
              <p:nvPr/>
            </p:nvSpPr>
            <p:spPr>
              <a:xfrm>
                <a:off x="2492016" y="4122253"/>
                <a:ext cx="2235663" cy="679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en-US" altLang="zh-CN" sz="3000" b="1" dirty="0">
                    <a:solidFill>
                      <a:schemeClr val="tx1"/>
                    </a:solidFill>
                  </a:rPr>
                  <a:t>Supporting text here.</a:t>
                </a:r>
              </a:p>
            </p:txBody>
          </p:sp>
        </p:grpSp>
        <p:pic>
          <p:nvPicPr>
            <p:cNvPr id="6" name="íšļîḍe" descr="前引号">
              <a:extLst>
                <a:ext uri="{FF2B5EF4-FFF2-40B4-BE49-F238E27FC236}">
                  <a16:creationId xmlns:a16="http://schemas.microsoft.com/office/drawing/2014/main" id="{5E9082E2-F45A-2131-C782-CE59A7FD871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676" y="871390"/>
              <a:ext cx="914400" cy="914400"/>
            </a:xfrm>
            <a:prstGeom prst="rect">
              <a:avLst/>
            </a:prstGeom>
          </p:spPr>
        </p:pic>
        <p:grpSp>
          <p:nvGrpSpPr>
            <p:cNvPr id="7" name="iṡļiďé">
              <a:extLst>
                <a:ext uri="{FF2B5EF4-FFF2-40B4-BE49-F238E27FC236}">
                  <a16:creationId xmlns:a16="http://schemas.microsoft.com/office/drawing/2014/main" id="{DCEFF407-08F5-430E-F2F6-80F7376957CF}"/>
                </a:ext>
              </a:extLst>
            </p:cNvPr>
            <p:cNvGrpSpPr/>
            <p:nvPr/>
          </p:nvGrpSpPr>
          <p:grpSpPr>
            <a:xfrm>
              <a:off x="721513" y="2046661"/>
              <a:ext cx="10748974" cy="4811339"/>
              <a:chOff x="718338" y="2046661"/>
              <a:chExt cx="10748974" cy="4811339"/>
            </a:xfrm>
          </p:grpSpPr>
          <p:grpSp>
            <p:nvGrpSpPr>
              <p:cNvPr id="8" name="ïśḻîḓê">
                <a:extLst>
                  <a:ext uri="{FF2B5EF4-FFF2-40B4-BE49-F238E27FC236}">
                    <a16:creationId xmlns:a16="http://schemas.microsoft.com/office/drawing/2014/main" id="{348C6D22-9C3A-4CDD-B0AD-207958F0F561}"/>
                  </a:ext>
                </a:extLst>
              </p:cNvPr>
              <p:cNvGrpSpPr/>
              <p:nvPr/>
            </p:nvGrpSpPr>
            <p:grpSpPr>
              <a:xfrm>
                <a:off x="6094636" y="4843089"/>
                <a:ext cx="5372676" cy="2014911"/>
                <a:chOff x="6100986" y="2175252"/>
                <a:chExt cx="5372676" cy="2014911"/>
              </a:xfrm>
            </p:grpSpPr>
            <p:grpSp>
              <p:nvGrpSpPr>
                <p:cNvPr id="25" name="îṩľiḓe">
                  <a:extLst>
                    <a:ext uri="{FF2B5EF4-FFF2-40B4-BE49-F238E27FC236}">
                      <a16:creationId xmlns:a16="http://schemas.microsoft.com/office/drawing/2014/main" id="{26E0CA66-266B-F220-0355-CDA11B697829}"/>
                    </a:ext>
                  </a:extLst>
                </p:cNvPr>
                <p:cNvGrpSpPr/>
                <p:nvPr/>
              </p:nvGrpSpPr>
              <p:grpSpPr>
                <a:xfrm>
                  <a:off x="6407799" y="2175252"/>
                  <a:ext cx="5065863" cy="1288075"/>
                  <a:chOff x="8280590" y="4261636"/>
                  <a:chExt cx="5065863" cy="1288075"/>
                </a:xfrm>
              </p:grpSpPr>
              <p:sp>
                <p:nvSpPr>
                  <p:cNvPr id="27" name="í$ļíḑe">
                    <a:extLst>
                      <a:ext uri="{FF2B5EF4-FFF2-40B4-BE49-F238E27FC236}">
                        <a16:creationId xmlns:a16="http://schemas.microsoft.com/office/drawing/2014/main" id="{500DFAE6-6E12-E5C7-6D9E-80D171515EB9}"/>
                      </a:ext>
                    </a:extLst>
                  </p:cNvPr>
                  <p:cNvSpPr/>
                  <p:nvPr/>
                </p:nvSpPr>
                <p:spPr>
                  <a:xfrm>
                    <a:off x="8550592" y="4261636"/>
                    <a:ext cx="4795861" cy="1288075"/>
                  </a:xfrm>
                  <a:prstGeom prst="roundRect">
                    <a:avLst>
                      <a:gd name="adj" fmla="val 10000"/>
                    </a:avLst>
                  </a:prstGeom>
                  <a:solidFill>
                    <a:schemeClr val="tx1">
                      <a:lumMod val="25000"/>
                      <a:lumOff val="75000"/>
                      <a:alpha val="20000"/>
                    </a:schemeClr>
                  </a:solidFill>
                  <a:ln w="6055" cap="flat">
                    <a:noFill/>
                    <a:prstDash val="solid"/>
                    <a:miter/>
                  </a:ln>
                </p:spPr>
                <p:txBody>
                  <a:bodyPr rtlCol="0" anchor="ctr"/>
                  <a:lstStyle/>
                  <a:p>
                    <a:endParaRPr lang="zh-CN" altLang="en-US"/>
                  </a:p>
                </p:txBody>
              </p:sp>
              <p:grpSp>
                <p:nvGrpSpPr>
                  <p:cNvPr id="28" name="ïşľiḓe">
                    <a:extLst>
                      <a:ext uri="{FF2B5EF4-FFF2-40B4-BE49-F238E27FC236}">
                        <a16:creationId xmlns:a16="http://schemas.microsoft.com/office/drawing/2014/main" id="{7F2ACAA7-57DF-4A4B-B0C6-4CDF9EDF545C}"/>
                      </a:ext>
                    </a:extLst>
                  </p:cNvPr>
                  <p:cNvGrpSpPr/>
                  <p:nvPr/>
                </p:nvGrpSpPr>
                <p:grpSpPr>
                  <a:xfrm>
                    <a:off x="8863919" y="4438011"/>
                    <a:ext cx="4266534" cy="935325"/>
                    <a:chOff x="6405464" y="1815440"/>
                    <a:chExt cx="4266534" cy="935325"/>
                  </a:xfrm>
                </p:grpSpPr>
                <p:sp>
                  <p:nvSpPr>
                    <p:cNvPr id="30" name="íṧļide">
                      <a:extLst>
                        <a:ext uri="{FF2B5EF4-FFF2-40B4-BE49-F238E27FC236}">
                          <a16:creationId xmlns:a16="http://schemas.microsoft.com/office/drawing/2014/main" id="{F1921467-188C-8B5A-A6AF-260C3B801ED3}"/>
                        </a:ext>
                      </a:extLst>
                    </p:cNvPr>
                    <p:cNvSpPr/>
                    <p:nvPr/>
                  </p:nvSpPr>
                  <p:spPr>
                    <a:xfrm>
                      <a:off x="6405464" y="1815440"/>
                      <a:ext cx="4266534" cy="464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en-US" altLang="zh-CN" sz="1600" b="1" dirty="0">
                          <a:solidFill>
                            <a:schemeClr val="tx1"/>
                          </a:solidFill>
                        </a:rPr>
                        <a:t>Supporting text here.</a:t>
                      </a:r>
                    </a:p>
                  </p:txBody>
                </p:sp>
                <p:sp>
                  <p:nvSpPr>
                    <p:cNvPr id="31" name="iṡļîďè">
                      <a:extLst>
                        <a:ext uri="{FF2B5EF4-FFF2-40B4-BE49-F238E27FC236}">
                          <a16:creationId xmlns:a16="http://schemas.microsoft.com/office/drawing/2014/main" id="{C31A97A6-9CCB-5D1E-1C36-3EB34FD3728A}"/>
                        </a:ext>
                      </a:extLst>
                    </p:cNvPr>
                    <p:cNvSpPr/>
                    <p:nvPr/>
                  </p:nvSpPr>
                  <p:spPr>
                    <a:xfrm>
                      <a:off x="6405465" y="2153385"/>
                      <a:ext cx="4266533" cy="597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30000"/>
                        </a:lnSpc>
                      </a:pPr>
                      <a:r>
                        <a:rPr kumimoji="1" lang="en-US" altLang="zh-CN" sz="1000" dirty="0">
                          <a:solidFill>
                            <a:schemeClr val="tx1"/>
                          </a:solidFill>
                        </a:rPr>
                        <a:t>Theme color makes PPT more convenient to change. Adjust the spacing to adapt to Chinese typesetting, use the reference line in PPT……</a:t>
                      </a:r>
                    </a:p>
                  </p:txBody>
                </p:sp>
              </p:grpSp>
              <p:sp>
                <p:nvSpPr>
                  <p:cNvPr id="29" name="î$ḻïḋé">
                    <a:extLst>
                      <a:ext uri="{FF2B5EF4-FFF2-40B4-BE49-F238E27FC236}">
                        <a16:creationId xmlns:a16="http://schemas.microsoft.com/office/drawing/2014/main" id="{D5062197-3B30-56C2-614A-2B1F86E24A1F}"/>
                      </a:ext>
                    </a:extLst>
                  </p:cNvPr>
                  <p:cNvSpPr txBox="1"/>
                  <p:nvPr/>
                </p:nvSpPr>
                <p:spPr>
                  <a:xfrm>
                    <a:off x="8280590" y="4635673"/>
                    <a:ext cx="540000" cy="540000"/>
                  </a:xfrm>
                  <a:prstGeom prst="ellipse">
                    <a:avLst/>
                  </a:prstGeom>
                  <a:solidFill>
                    <a:schemeClr val="accent1"/>
                  </a:solidFill>
                </p:spPr>
                <p:txBody>
                  <a:bodyPr wrap="none" lIns="108000" tIns="108000" rIns="108000" bIns="108000" rtlCol="0" anchor="ctr" anchorCtr="0">
                    <a:noAutofit/>
                  </a:bodyPr>
                  <a:lstStyle>
                    <a:defPPr>
                      <a:defRPr lang="zh-CN"/>
                    </a:defPPr>
                    <a:lvl1pPr algn="ctr">
                      <a:defRPr kumimoji="1" sz="2000" b="1">
                        <a:solidFill>
                          <a:srgbClr val="FFFFFF"/>
                        </a:solidFill>
                      </a:defRPr>
                    </a:lvl1pPr>
                  </a:lstStyle>
                  <a:p>
                    <a:r>
                      <a:rPr lang="en-US" altLang="zh-CN" dirty="0"/>
                      <a:t>03</a:t>
                    </a:r>
                    <a:endParaRPr lang="zh-CN" altLang="en-US" dirty="0"/>
                  </a:p>
                </p:txBody>
              </p:sp>
            </p:grpSp>
            <p:cxnSp>
              <p:nvCxnSpPr>
                <p:cNvPr id="26" name="iś1îḋe">
                  <a:extLst>
                    <a:ext uri="{FF2B5EF4-FFF2-40B4-BE49-F238E27FC236}">
                      <a16:creationId xmlns:a16="http://schemas.microsoft.com/office/drawing/2014/main" id="{950CFEB3-9BCA-7BA0-A976-B5EDB7C6AE90}"/>
                    </a:ext>
                  </a:extLst>
                </p:cNvPr>
                <p:cNvCxnSpPr>
                  <a:cxnSpLocks/>
                </p:cNvCxnSpPr>
                <p:nvPr/>
              </p:nvCxnSpPr>
              <p:spPr>
                <a:xfrm>
                  <a:off x="6100986" y="2824383"/>
                  <a:ext cx="0" cy="1365780"/>
                </a:xfrm>
                <a:prstGeom prst="line">
                  <a:avLst/>
                </a:prstGeom>
                <a:ln w="254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9" name="îšḻíḋê">
                <a:extLst>
                  <a:ext uri="{FF2B5EF4-FFF2-40B4-BE49-F238E27FC236}">
                    <a16:creationId xmlns:a16="http://schemas.microsoft.com/office/drawing/2014/main" id="{2C2BB5A3-D8DD-41A1-A98F-1FAAB13780D6}"/>
                  </a:ext>
                </a:extLst>
              </p:cNvPr>
              <p:cNvGrpSpPr/>
              <p:nvPr/>
            </p:nvGrpSpPr>
            <p:grpSpPr>
              <a:xfrm flipH="1">
                <a:off x="718338" y="3448050"/>
                <a:ext cx="5372676" cy="2014911"/>
                <a:chOff x="6100986" y="2175252"/>
                <a:chExt cx="5372676" cy="2014911"/>
              </a:xfrm>
            </p:grpSpPr>
            <p:grpSp>
              <p:nvGrpSpPr>
                <p:cNvPr id="18" name="iṣľïḍê">
                  <a:extLst>
                    <a:ext uri="{FF2B5EF4-FFF2-40B4-BE49-F238E27FC236}">
                      <a16:creationId xmlns:a16="http://schemas.microsoft.com/office/drawing/2014/main" id="{83AF6A67-ACBF-77D2-9354-BBB33259E03F}"/>
                    </a:ext>
                  </a:extLst>
                </p:cNvPr>
                <p:cNvGrpSpPr/>
                <p:nvPr/>
              </p:nvGrpSpPr>
              <p:grpSpPr>
                <a:xfrm>
                  <a:off x="6407799" y="2175252"/>
                  <a:ext cx="5065863" cy="1288075"/>
                  <a:chOff x="8280590" y="4261636"/>
                  <a:chExt cx="5065863" cy="1288075"/>
                </a:xfrm>
              </p:grpSpPr>
              <p:sp>
                <p:nvSpPr>
                  <p:cNvPr id="20" name="íṩlíďè">
                    <a:extLst>
                      <a:ext uri="{FF2B5EF4-FFF2-40B4-BE49-F238E27FC236}">
                        <a16:creationId xmlns:a16="http://schemas.microsoft.com/office/drawing/2014/main" id="{FB8BB32E-D4E8-F031-0DE4-436E649AAD63}"/>
                      </a:ext>
                    </a:extLst>
                  </p:cNvPr>
                  <p:cNvSpPr/>
                  <p:nvPr/>
                </p:nvSpPr>
                <p:spPr>
                  <a:xfrm>
                    <a:off x="8550592" y="4261636"/>
                    <a:ext cx="4795861" cy="1288075"/>
                  </a:xfrm>
                  <a:prstGeom prst="roundRect">
                    <a:avLst>
                      <a:gd name="adj" fmla="val 10000"/>
                    </a:avLst>
                  </a:prstGeom>
                  <a:solidFill>
                    <a:schemeClr val="tx1">
                      <a:lumMod val="25000"/>
                      <a:lumOff val="75000"/>
                      <a:alpha val="20000"/>
                    </a:schemeClr>
                  </a:solidFill>
                  <a:ln w="6055" cap="flat">
                    <a:noFill/>
                    <a:prstDash val="solid"/>
                    <a:miter/>
                  </a:ln>
                </p:spPr>
                <p:txBody>
                  <a:bodyPr rtlCol="0" anchor="ctr"/>
                  <a:lstStyle/>
                  <a:p>
                    <a:endParaRPr lang="zh-CN" altLang="en-US"/>
                  </a:p>
                </p:txBody>
              </p:sp>
              <p:grpSp>
                <p:nvGrpSpPr>
                  <p:cNvPr id="21" name="íṧliḓè">
                    <a:extLst>
                      <a:ext uri="{FF2B5EF4-FFF2-40B4-BE49-F238E27FC236}">
                        <a16:creationId xmlns:a16="http://schemas.microsoft.com/office/drawing/2014/main" id="{8E35912B-B30B-6DEB-CD3F-94CA8468DB42}"/>
                      </a:ext>
                    </a:extLst>
                  </p:cNvPr>
                  <p:cNvGrpSpPr/>
                  <p:nvPr/>
                </p:nvGrpSpPr>
                <p:grpSpPr>
                  <a:xfrm>
                    <a:off x="8863919" y="4438011"/>
                    <a:ext cx="4266534" cy="935325"/>
                    <a:chOff x="6405464" y="1815440"/>
                    <a:chExt cx="4266534" cy="935325"/>
                  </a:xfrm>
                </p:grpSpPr>
                <p:sp>
                  <p:nvSpPr>
                    <p:cNvPr id="23" name="íSļîdé">
                      <a:extLst>
                        <a:ext uri="{FF2B5EF4-FFF2-40B4-BE49-F238E27FC236}">
                          <a16:creationId xmlns:a16="http://schemas.microsoft.com/office/drawing/2014/main" id="{7052594B-7638-3573-2DB4-51A253B6E1CA}"/>
                        </a:ext>
                      </a:extLst>
                    </p:cNvPr>
                    <p:cNvSpPr/>
                    <p:nvPr/>
                  </p:nvSpPr>
                  <p:spPr>
                    <a:xfrm>
                      <a:off x="6405464" y="1815440"/>
                      <a:ext cx="4266534" cy="464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en-US" altLang="zh-CN" sz="1600" b="1" dirty="0">
                          <a:solidFill>
                            <a:schemeClr val="tx1"/>
                          </a:solidFill>
                        </a:rPr>
                        <a:t>Supporting text here.</a:t>
                      </a:r>
                    </a:p>
                  </p:txBody>
                </p:sp>
                <p:sp>
                  <p:nvSpPr>
                    <p:cNvPr id="24" name="iŝľíḍe">
                      <a:extLst>
                        <a:ext uri="{FF2B5EF4-FFF2-40B4-BE49-F238E27FC236}">
                          <a16:creationId xmlns:a16="http://schemas.microsoft.com/office/drawing/2014/main" id="{0DD782B7-3DDE-0BA5-1E27-A907FAF0DCA2}"/>
                        </a:ext>
                      </a:extLst>
                    </p:cNvPr>
                    <p:cNvSpPr/>
                    <p:nvPr/>
                  </p:nvSpPr>
                  <p:spPr>
                    <a:xfrm>
                      <a:off x="6405465" y="2153385"/>
                      <a:ext cx="4266533" cy="597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30000"/>
                        </a:lnSpc>
                      </a:pPr>
                      <a:r>
                        <a:rPr kumimoji="1" lang="en-US" altLang="zh-CN" sz="1000" dirty="0">
                          <a:solidFill>
                            <a:schemeClr val="tx1"/>
                          </a:solidFill>
                        </a:rPr>
                        <a:t>Theme color makes PPT more convenient to change. Adjust the spacing to adapt to Chinese typesetting, use the reference line in PPT……</a:t>
                      </a:r>
                    </a:p>
                  </p:txBody>
                </p:sp>
              </p:grpSp>
              <p:sp>
                <p:nvSpPr>
                  <p:cNvPr id="22" name="iŝlîḑè">
                    <a:extLst>
                      <a:ext uri="{FF2B5EF4-FFF2-40B4-BE49-F238E27FC236}">
                        <a16:creationId xmlns:a16="http://schemas.microsoft.com/office/drawing/2014/main" id="{827F6D67-B635-3AE5-E2C9-3870AE45C81A}"/>
                      </a:ext>
                    </a:extLst>
                  </p:cNvPr>
                  <p:cNvSpPr txBox="1"/>
                  <p:nvPr/>
                </p:nvSpPr>
                <p:spPr>
                  <a:xfrm>
                    <a:off x="8280590" y="4635673"/>
                    <a:ext cx="540000" cy="540000"/>
                  </a:xfrm>
                  <a:prstGeom prst="ellipse">
                    <a:avLst/>
                  </a:prstGeom>
                  <a:solidFill>
                    <a:schemeClr val="accent1"/>
                  </a:solidFill>
                </p:spPr>
                <p:txBody>
                  <a:bodyPr wrap="none" lIns="108000" tIns="108000" rIns="108000" bIns="108000" rtlCol="0" anchor="ctr" anchorCtr="0">
                    <a:noAutofit/>
                  </a:bodyPr>
                  <a:lstStyle>
                    <a:defPPr>
                      <a:defRPr lang="zh-CN"/>
                    </a:defPPr>
                    <a:lvl1pPr algn="ctr">
                      <a:defRPr kumimoji="1" sz="2000" b="1">
                        <a:solidFill>
                          <a:srgbClr val="FFFFFF"/>
                        </a:solidFill>
                      </a:defRPr>
                    </a:lvl1pPr>
                  </a:lstStyle>
                  <a:p>
                    <a:r>
                      <a:rPr lang="en-US" altLang="zh-CN" dirty="0"/>
                      <a:t>02</a:t>
                    </a:r>
                    <a:endParaRPr lang="zh-CN" altLang="en-US" dirty="0"/>
                  </a:p>
                </p:txBody>
              </p:sp>
            </p:grpSp>
            <p:cxnSp>
              <p:nvCxnSpPr>
                <p:cNvPr id="19" name="ïšḷïḑê">
                  <a:extLst>
                    <a:ext uri="{FF2B5EF4-FFF2-40B4-BE49-F238E27FC236}">
                      <a16:creationId xmlns:a16="http://schemas.microsoft.com/office/drawing/2014/main" id="{6AAC7365-E321-9845-A3A5-006C3BF7DEB2}"/>
                    </a:ext>
                  </a:extLst>
                </p:cNvPr>
                <p:cNvCxnSpPr>
                  <a:cxnSpLocks/>
                </p:cNvCxnSpPr>
                <p:nvPr/>
              </p:nvCxnSpPr>
              <p:spPr>
                <a:xfrm>
                  <a:off x="6100986" y="2824383"/>
                  <a:ext cx="0" cy="1365780"/>
                </a:xfrm>
                <a:prstGeom prst="line">
                  <a:avLst/>
                </a:prstGeom>
                <a:ln w="254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grpSp>
          <p:grpSp>
            <p:nvGrpSpPr>
              <p:cNvPr id="10" name="íṣľîdè">
                <a:extLst>
                  <a:ext uri="{FF2B5EF4-FFF2-40B4-BE49-F238E27FC236}">
                    <a16:creationId xmlns:a16="http://schemas.microsoft.com/office/drawing/2014/main" id="{588D94CE-2B9B-FD50-D3B1-FC8810ECDF36}"/>
                  </a:ext>
                </a:extLst>
              </p:cNvPr>
              <p:cNvGrpSpPr/>
              <p:nvPr/>
            </p:nvGrpSpPr>
            <p:grpSpPr>
              <a:xfrm>
                <a:off x="6094636" y="2046661"/>
                <a:ext cx="5372676" cy="2014911"/>
                <a:chOff x="6100986" y="2175252"/>
                <a:chExt cx="5372676" cy="2014911"/>
              </a:xfrm>
            </p:grpSpPr>
            <p:grpSp>
              <p:nvGrpSpPr>
                <p:cNvPr id="11" name="ïṩlîde">
                  <a:extLst>
                    <a:ext uri="{FF2B5EF4-FFF2-40B4-BE49-F238E27FC236}">
                      <a16:creationId xmlns:a16="http://schemas.microsoft.com/office/drawing/2014/main" id="{B1FEB7CD-84FC-92E2-AD7E-10F773C9CA11}"/>
                    </a:ext>
                  </a:extLst>
                </p:cNvPr>
                <p:cNvGrpSpPr/>
                <p:nvPr/>
              </p:nvGrpSpPr>
              <p:grpSpPr>
                <a:xfrm>
                  <a:off x="6407799" y="2175252"/>
                  <a:ext cx="5065863" cy="1288075"/>
                  <a:chOff x="8280590" y="4261636"/>
                  <a:chExt cx="5065863" cy="1288075"/>
                </a:xfrm>
              </p:grpSpPr>
              <p:sp>
                <p:nvSpPr>
                  <p:cNvPr id="13" name="íṩļïḓé">
                    <a:extLst>
                      <a:ext uri="{FF2B5EF4-FFF2-40B4-BE49-F238E27FC236}">
                        <a16:creationId xmlns:a16="http://schemas.microsoft.com/office/drawing/2014/main" id="{972CFA41-9D1C-E0D0-AE2A-3958E7212227}"/>
                      </a:ext>
                    </a:extLst>
                  </p:cNvPr>
                  <p:cNvSpPr/>
                  <p:nvPr/>
                </p:nvSpPr>
                <p:spPr>
                  <a:xfrm>
                    <a:off x="8550592" y="4261636"/>
                    <a:ext cx="4795861" cy="1288075"/>
                  </a:xfrm>
                  <a:prstGeom prst="roundRect">
                    <a:avLst>
                      <a:gd name="adj" fmla="val 10000"/>
                    </a:avLst>
                  </a:prstGeom>
                  <a:solidFill>
                    <a:schemeClr val="tx1">
                      <a:lumMod val="25000"/>
                      <a:lumOff val="75000"/>
                      <a:alpha val="20000"/>
                    </a:schemeClr>
                  </a:solidFill>
                  <a:ln w="6055" cap="flat">
                    <a:noFill/>
                    <a:prstDash val="solid"/>
                    <a:miter/>
                  </a:ln>
                </p:spPr>
                <p:txBody>
                  <a:bodyPr rtlCol="0" anchor="ctr"/>
                  <a:lstStyle/>
                  <a:p>
                    <a:endParaRPr lang="zh-CN" altLang="en-US"/>
                  </a:p>
                </p:txBody>
              </p:sp>
              <p:grpSp>
                <p:nvGrpSpPr>
                  <p:cNvPr id="14" name="íš1iḋe">
                    <a:extLst>
                      <a:ext uri="{FF2B5EF4-FFF2-40B4-BE49-F238E27FC236}">
                        <a16:creationId xmlns:a16="http://schemas.microsoft.com/office/drawing/2014/main" id="{398C4F23-65A9-1229-9BC8-1CE1DB6620B9}"/>
                      </a:ext>
                    </a:extLst>
                  </p:cNvPr>
                  <p:cNvGrpSpPr/>
                  <p:nvPr/>
                </p:nvGrpSpPr>
                <p:grpSpPr>
                  <a:xfrm>
                    <a:off x="8863919" y="4438011"/>
                    <a:ext cx="4266534" cy="935325"/>
                    <a:chOff x="6405464" y="1815440"/>
                    <a:chExt cx="4266534" cy="935325"/>
                  </a:xfrm>
                </p:grpSpPr>
                <p:sp>
                  <p:nvSpPr>
                    <p:cNvPr id="16" name="išlïḍê">
                      <a:extLst>
                        <a:ext uri="{FF2B5EF4-FFF2-40B4-BE49-F238E27FC236}">
                          <a16:creationId xmlns:a16="http://schemas.microsoft.com/office/drawing/2014/main" id="{F84AC4C1-BFD5-66C4-DB1A-55B215942386}"/>
                        </a:ext>
                      </a:extLst>
                    </p:cNvPr>
                    <p:cNvSpPr/>
                    <p:nvPr/>
                  </p:nvSpPr>
                  <p:spPr>
                    <a:xfrm>
                      <a:off x="6405464" y="1815440"/>
                      <a:ext cx="4266534" cy="464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p>
                      <a:r>
                        <a:rPr kumimoji="1" lang="en-US" altLang="zh-CN" sz="1600" b="1" dirty="0">
                          <a:solidFill>
                            <a:schemeClr val="tx1"/>
                          </a:solidFill>
                        </a:rPr>
                        <a:t>Supporting text here.</a:t>
                      </a:r>
                    </a:p>
                  </p:txBody>
                </p:sp>
                <p:sp>
                  <p:nvSpPr>
                    <p:cNvPr id="17" name="îṩľîḋè">
                      <a:extLst>
                        <a:ext uri="{FF2B5EF4-FFF2-40B4-BE49-F238E27FC236}">
                          <a16:creationId xmlns:a16="http://schemas.microsoft.com/office/drawing/2014/main" id="{45051D13-FDD2-2555-07AE-47152FFBE974}"/>
                        </a:ext>
                      </a:extLst>
                    </p:cNvPr>
                    <p:cNvSpPr/>
                    <p:nvPr/>
                  </p:nvSpPr>
                  <p:spPr>
                    <a:xfrm>
                      <a:off x="6405465" y="2153385"/>
                      <a:ext cx="4266533" cy="597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p>
                      <a:pPr>
                        <a:lnSpc>
                          <a:spcPct val="130000"/>
                        </a:lnSpc>
                      </a:pPr>
                      <a:r>
                        <a:rPr kumimoji="1" lang="en-US" altLang="zh-CN" sz="1000" dirty="0">
                          <a:solidFill>
                            <a:schemeClr val="tx1"/>
                          </a:solidFill>
                        </a:rPr>
                        <a:t>Theme color makes PPT more convenient to change. Adjust the spacing to adapt to Chinese typesetting, use the reference line in PPT……</a:t>
                      </a:r>
                    </a:p>
                  </p:txBody>
                </p:sp>
              </p:grpSp>
              <p:sp>
                <p:nvSpPr>
                  <p:cNvPr id="15" name="iṩļïḑê">
                    <a:extLst>
                      <a:ext uri="{FF2B5EF4-FFF2-40B4-BE49-F238E27FC236}">
                        <a16:creationId xmlns:a16="http://schemas.microsoft.com/office/drawing/2014/main" id="{79B0AE08-C1E2-7775-2252-469EDBEC14B6}"/>
                      </a:ext>
                    </a:extLst>
                  </p:cNvPr>
                  <p:cNvSpPr txBox="1"/>
                  <p:nvPr/>
                </p:nvSpPr>
                <p:spPr>
                  <a:xfrm>
                    <a:off x="8280590" y="4635673"/>
                    <a:ext cx="540000" cy="540000"/>
                  </a:xfrm>
                  <a:prstGeom prst="ellipse">
                    <a:avLst/>
                  </a:prstGeom>
                  <a:solidFill>
                    <a:schemeClr val="accent1"/>
                  </a:solidFill>
                </p:spPr>
                <p:txBody>
                  <a:bodyPr wrap="none" lIns="108000" tIns="108000" rIns="108000" bIns="108000" rtlCol="0" anchor="ctr" anchorCtr="0">
                    <a:noAutofit/>
                  </a:bodyPr>
                  <a:lstStyle>
                    <a:defPPr>
                      <a:defRPr lang="zh-CN"/>
                    </a:defPPr>
                    <a:lvl1pPr algn="ctr">
                      <a:defRPr kumimoji="1" sz="2000" b="1">
                        <a:solidFill>
                          <a:srgbClr val="FFFFFF"/>
                        </a:solidFill>
                      </a:defRPr>
                    </a:lvl1pPr>
                  </a:lstStyle>
                  <a:p>
                    <a:r>
                      <a:rPr lang="en-US" altLang="zh-CN" dirty="0"/>
                      <a:t>01</a:t>
                    </a:r>
                    <a:endParaRPr lang="zh-CN" altLang="en-US" dirty="0"/>
                  </a:p>
                </p:txBody>
              </p:sp>
            </p:grpSp>
            <p:cxnSp>
              <p:nvCxnSpPr>
                <p:cNvPr id="12" name="iṣļiḋe">
                  <a:extLst>
                    <a:ext uri="{FF2B5EF4-FFF2-40B4-BE49-F238E27FC236}">
                      <a16:creationId xmlns:a16="http://schemas.microsoft.com/office/drawing/2014/main" id="{B076669F-E109-6E9A-4F54-0EBC6FA3E54E}"/>
                    </a:ext>
                  </a:extLst>
                </p:cNvPr>
                <p:cNvCxnSpPr>
                  <a:cxnSpLocks/>
                </p:cNvCxnSpPr>
                <p:nvPr/>
              </p:nvCxnSpPr>
              <p:spPr>
                <a:xfrm>
                  <a:off x="6100986" y="2824383"/>
                  <a:ext cx="0" cy="1365780"/>
                </a:xfrm>
                <a:prstGeom prst="line">
                  <a:avLst/>
                </a:prstGeom>
                <a:ln w="254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grpSp>
        </p:grpSp>
      </p:grpSp>
    </p:spTree>
    <p:custDataLst>
      <p:tags r:id="rId1"/>
    </p:custDataLst>
    <p:extLst>
      <p:ext uri="{BB962C8B-B14F-4D97-AF65-F5344CB8AC3E}">
        <p14:creationId xmlns:p14="http://schemas.microsoft.com/office/powerpoint/2010/main" val="15865434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ïṡľïḑe"/>
        <p:cNvGrpSpPr/>
        <p:nvPr/>
      </p:nvGrpSpPr>
      <p:grpSpPr>
        <a:xfrm>
          <a:off x="0" y="0"/>
          <a:ext cx="0" cy="0"/>
          <a:chOff x="0" y="0"/>
          <a:chExt cx="0" cy="0"/>
        </a:xfrm>
      </p:grpSpPr>
      <p:grpSp>
        <p:nvGrpSpPr>
          <p:cNvPr id="3" name="íSlíḍé"/>
          <p:cNvGrpSpPr/>
          <p:nvPr/>
        </p:nvGrpSpPr>
        <p:grpSpPr>
          <a:xfrm>
            <a:off x="1664073" y="1123910"/>
            <a:ext cx="8863854" cy="4623157"/>
            <a:chOff x="1664073" y="1123910"/>
            <a:chExt cx="8863854" cy="4623157"/>
          </a:xfrm>
        </p:grpSpPr>
        <p:sp>
          <p:nvSpPr>
            <p:cNvPr id="39" name="iŝḻíḋè">
              <a:extLst>
                <a:ext uri="{FF2B5EF4-FFF2-40B4-BE49-F238E27FC236}">
                  <a16:creationId xmlns:a16="http://schemas.microsoft.com/office/drawing/2014/main" id="{A4481AAE-293C-41D9-A085-215360C3C547}"/>
                </a:ext>
              </a:extLst>
            </p:cNvPr>
            <p:cNvSpPr/>
            <p:nvPr/>
          </p:nvSpPr>
          <p:spPr>
            <a:xfrm>
              <a:off x="4600793" y="3222651"/>
              <a:ext cx="318870" cy="239150"/>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419 w 533400"/>
                <a:gd name="connsiteY9" fmla="*/ 198646 h 400050"/>
                <a:gd name="connsiteX10" fmla="*/ 351414 w 533400"/>
                <a:gd name="connsiteY10" fmla="*/ 204170 h 400050"/>
                <a:gd name="connsiteX11" fmla="*/ 351414 w 533400"/>
                <a:gd name="connsiteY11" fmla="*/ 204170 h 400050"/>
                <a:gd name="connsiteX12" fmla="*/ 267118 w 533400"/>
                <a:gd name="connsiteY12" fmla="*/ 315613 h 400050"/>
                <a:gd name="connsiteX13" fmla="*/ 264641 w 533400"/>
                <a:gd name="connsiteY13" fmla="*/ 318470 h 400050"/>
                <a:gd name="connsiteX14" fmla="*/ 224255 w 533400"/>
                <a:gd name="connsiteY14" fmla="*/ 318756 h 400050"/>
                <a:gd name="connsiteX15" fmla="*/ 224255 w 533400"/>
                <a:gd name="connsiteY15" fmla="*/ 318756 h 400050"/>
                <a:gd name="connsiteX16" fmla="*/ 162152 w 533400"/>
                <a:gd name="connsiteY16" fmla="*/ 257415 h 400050"/>
                <a:gd name="connsiteX17" fmla="*/ 160247 w 533400"/>
                <a:gd name="connsiteY17" fmla="*/ 255701 h 400050"/>
                <a:gd name="connsiteX18" fmla="*/ 120052 w 533400"/>
                <a:gd name="connsiteY18" fmla="*/ 259606 h 400050"/>
                <a:gd name="connsiteX19" fmla="*/ 120052 w 533400"/>
                <a:gd name="connsiteY19" fmla="*/ 259606 h 400050"/>
                <a:gd name="connsiteX20" fmla="*/ 32517 w 533400"/>
                <a:gd name="connsiteY20" fmla="*/ 366095 h 400050"/>
                <a:gd name="connsiteX21" fmla="*/ 30326 w 533400"/>
                <a:gd name="connsiteY21" fmla="*/ 372096 h 400050"/>
                <a:gd name="connsiteX22" fmla="*/ 39851 w 533400"/>
                <a:gd name="connsiteY22" fmla="*/ 381621 h 400050"/>
                <a:gd name="connsiteX23" fmla="*/ 39851 w 533400"/>
                <a:gd name="connsiteY23" fmla="*/ 381621 h 400050"/>
                <a:gd name="connsiteX24" fmla="*/ 497242 w 533400"/>
                <a:gd name="connsiteY24" fmla="*/ 381621 h 400050"/>
                <a:gd name="connsiteX25" fmla="*/ 502480 w 533400"/>
                <a:gd name="connsiteY25" fmla="*/ 380002 h 400050"/>
                <a:gd name="connsiteX26" fmla="*/ 505147 w 533400"/>
                <a:gd name="connsiteY26" fmla="*/ 366762 h 400050"/>
                <a:gd name="connsiteX27" fmla="*/ 505147 w 533400"/>
                <a:gd name="connsiteY27" fmla="*/ 366762 h 400050"/>
                <a:gd name="connsiteX28" fmla="*/ 397991 w 533400"/>
                <a:gd name="connsiteY28" fmla="*/ 205504 h 400050"/>
                <a:gd name="connsiteX29" fmla="*/ 391419 w 533400"/>
                <a:gd name="connsiteY29" fmla="*/ 198646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chemeClr val="tx1">
                <a:lumMod val="50000"/>
                <a:lumOff val="50000"/>
              </a:scheme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37" name="îṧľíḍé">
              <a:extLst>
                <a:ext uri="{FF2B5EF4-FFF2-40B4-BE49-F238E27FC236}">
                  <a16:creationId xmlns:a16="http://schemas.microsoft.com/office/drawing/2014/main" id="{7B911D4E-6488-4D0B-BA3C-FD82FE2FD342}"/>
                </a:ext>
              </a:extLst>
            </p:cNvPr>
            <p:cNvSpPr/>
            <p:nvPr/>
          </p:nvSpPr>
          <p:spPr>
            <a:xfrm>
              <a:off x="4614778" y="4061626"/>
              <a:ext cx="290900" cy="318870"/>
            </a:xfrm>
            <a:custGeom>
              <a:avLst/>
              <a:gdLst>
                <a:gd name="connsiteX0" fmla="*/ 248770 w 495300"/>
                <a:gd name="connsiteY0" fmla="*/ 621 h 542925"/>
                <a:gd name="connsiteX1" fmla="*/ 496420 w 495300"/>
                <a:gd name="connsiteY1" fmla="*/ 248271 h 542925"/>
                <a:gd name="connsiteX2" fmla="*/ 323827 w 495300"/>
                <a:gd name="connsiteY2" fmla="*/ 484396 h 542925"/>
                <a:gd name="connsiteX3" fmla="*/ 346973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567 w 495300"/>
                <a:gd name="connsiteY8" fmla="*/ 524496 h 542925"/>
                <a:gd name="connsiteX9" fmla="*/ 173713 w 495300"/>
                <a:gd name="connsiteY9" fmla="*/ 484396 h 542925"/>
                <a:gd name="connsiteX10" fmla="*/ 1120 w 495300"/>
                <a:gd name="connsiteY10" fmla="*/ 248271 h 542925"/>
                <a:gd name="connsiteX11" fmla="*/ 248770 w 495300"/>
                <a:gd name="connsiteY11" fmla="*/ 621 h 542925"/>
                <a:gd name="connsiteX12" fmla="*/ 192763 w 495300"/>
                <a:gd name="connsiteY12" fmla="*/ 489539 h 542925"/>
                <a:gd name="connsiteX13" fmla="*/ 172570 w 495300"/>
                <a:gd name="connsiteY13" fmla="*/ 524496 h 542925"/>
                <a:gd name="connsiteX14" fmla="*/ 324970 w 495300"/>
                <a:gd name="connsiteY14" fmla="*/ 524496 h 542925"/>
                <a:gd name="connsiteX15" fmla="*/ 304777 w 495300"/>
                <a:gd name="connsiteY15" fmla="*/ 489539 h 542925"/>
                <a:gd name="connsiteX16" fmla="*/ 248770 w 495300"/>
                <a:gd name="connsiteY16" fmla="*/ 495921 h 542925"/>
                <a:gd name="connsiteX17" fmla="*/ 192763 w 495300"/>
                <a:gd name="connsiteY17" fmla="*/ 489539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3605" y="452582"/>
                    <a:pt x="1120" y="358856"/>
                    <a:pt x="1120" y="248271"/>
                  </a:cubicBezTo>
                  <a:cubicBezTo>
                    <a:pt x="1120" y="111492"/>
                    <a:pt x="111991" y="621"/>
                    <a:pt x="248770" y="621"/>
                  </a:cubicBezTo>
                  <a:close/>
                  <a:moveTo>
                    <a:pt x="192763" y="489539"/>
                  </a:moveTo>
                  <a:lnTo>
                    <a:pt x="172570" y="524496"/>
                  </a:lnTo>
                  <a:lnTo>
                    <a:pt x="324970" y="524496"/>
                  </a:lnTo>
                  <a:lnTo>
                    <a:pt x="304777" y="489539"/>
                  </a:lnTo>
                  <a:cubicBezTo>
                    <a:pt x="286775" y="493730"/>
                    <a:pt x="268010" y="495921"/>
                    <a:pt x="248770" y="495921"/>
                  </a:cubicBezTo>
                  <a:cubicBezTo>
                    <a:pt x="229530" y="495921"/>
                    <a:pt x="210765" y="493730"/>
                    <a:pt x="192763" y="489539"/>
                  </a:cubicBezTo>
                  <a:close/>
                  <a:moveTo>
                    <a:pt x="248770" y="143496"/>
                  </a:moveTo>
                  <a:cubicBezTo>
                    <a:pt x="190858" y="143496"/>
                    <a:pt x="143995" y="190359"/>
                    <a:pt x="143995" y="248271"/>
                  </a:cubicBezTo>
                  <a:cubicBezTo>
                    <a:pt x="143995" y="306183"/>
                    <a:pt x="190858" y="353046"/>
                    <a:pt x="248770" y="353046"/>
                  </a:cubicBezTo>
                  <a:cubicBezTo>
                    <a:pt x="306682" y="353046"/>
                    <a:pt x="353545" y="306183"/>
                    <a:pt x="353545" y="248271"/>
                  </a:cubicBezTo>
                  <a:cubicBezTo>
                    <a:pt x="353545" y="190359"/>
                    <a:pt x="306682" y="143496"/>
                    <a:pt x="248770" y="143496"/>
                  </a:cubicBezTo>
                  <a:close/>
                  <a:moveTo>
                    <a:pt x="367833" y="114921"/>
                  </a:moveTo>
                  <a:cubicBezTo>
                    <a:pt x="359927" y="114921"/>
                    <a:pt x="353545" y="121303"/>
                    <a:pt x="353545" y="129209"/>
                  </a:cubicBezTo>
                  <a:cubicBezTo>
                    <a:pt x="353545" y="137114"/>
                    <a:pt x="359927" y="143496"/>
                    <a:pt x="367833" y="143496"/>
                  </a:cubicBezTo>
                  <a:cubicBezTo>
                    <a:pt x="375738" y="143496"/>
                    <a:pt x="382120" y="137114"/>
                    <a:pt x="382120" y="129209"/>
                  </a:cubicBezTo>
                  <a:cubicBezTo>
                    <a:pt x="382120" y="121303"/>
                    <a:pt x="375738" y="114921"/>
                    <a:pt x="367833" y="114921"/>
                  </a:cubicBezTo>
                  <a:close/>
                </a:path>
              </a:pathLst>
            </a:cu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38" name="iSľíḓé">
              <a:extLst>
                <a:ext uri="{FF2B5EF4-FFF2-40B4-BE49-F238E27FC236}">
                  <a16:creationId xmlns:a16="http://schemas.microsoft.com/office/drawing/2014/main" id="{A8AAD474-7535-4C71-B3AC-4881A235C329}"/>
                </a:ext>
              </a:extLst>
            </p:cNvPr>
            <p:cNvSpPr/>
            <p:nvPr/>
          </p:nvSpPr>
          <p:spPr>
            <a:xfrm>
              <a:off x="4600792" y="4891879"/>
              <a:ext cx="318870" cy="313174"/>
            </a:xfrm>
            <a:custGeom>
              <a:avLst/>
              <a:gdLst>
                <a:gd name="connsiteX0" fmla="*/ 343764 w 533400"/>
                <a:gd name="connsiteY0" fmla="*/ 276846 h 523875"/>
                <a:gd name="connsiteX1" fmla="*/ 372339 w 533400"/>
                <a:gd name="connsiteY1" fmla="*/ 305421 h 523875"/>
                <a:gd name="connsiteX2" fmla="*/ 372339 w 533400"/>
                <a:gd name="connsiteY2" fmla="*/ 495921 h 523875"/>
                <a:gd name="connsiteX3" fmla="*/ 343764 w 533400"/>
                <a:gd name="connsiteY3" fmla="*/ 524496 h 523875"/>
                <a:gd name="connsiteX4" fmla="*/ 191364 w 533400"/>
                <a:gd name="connsiteY4" fmla="*/ 524496 h 523875"/>
                <a:gd name="connsiteX5" fmla="*/ 162789 w 533400"/>
                <a:gd name="connsiteY5" fmla="*/ 495921 h 523875"/>
                <a:gd name="connsiteX6" fmla="*/ 162789 w 533400"/>
                <a:gd name="connsiteY6" fmla="*/ 305421 h 523875"/>
                <a:gd name="connsiteX7" fmla="*/ 191364 w 533400"/>
                <a:gd name="connsiteY7" fmla="*/ 276846 h 523875"/>
                <a:gd name="connsiteX8" fmla="*/ 343764 w 533400"/>
                <a:gd name="connsiteY8" fmla="*/ 276846 h 523875"/>
                <a:gd name="connsiteX9" fmla="*/ 143739 w 533400"/>
                <a:gd name="connsiteY9" fmla="*/ 114921 h 523875"/>
                <a:gd name="connsiteX10" fmla="*/ 179934 w 533400"/>
                <a:gd name="connsiteY10" fmla="*/ 153021 h 523875"/>
                <a:gd name="connsiteX11" fmla="*/ 181839 w 533400"/>
                <a:gd name="connsiteY11" fmla="*/ 153021 h 523875"/>
                <a:gd name="connsiteX12" fmla="*/ 353289 w 533400"/>
                <a:gd name="connsiteY12" fmla="*/ 153021 h 523875"/>
                <a:gd name="connsiteX13" fmla="*/ 391389 w 533400"/>
                <a:gd name="connsiteY13" fmla="*/ 116826 h 523875"/>
                <a:gd name="connsiteX14" fmla="*/ 391389 w 533400"/>
                <a:gd name="connsiteY14" fmla="*/ 114921 h 523875"/>
                <a:gd name="connsiteX15" fmla="*/ 505689 w 533400"/>
                <a:gd name="connsiteY15" fmla="*/ 114921 h 523875"/>
                <a:gd name="connsiteX16" fmla="*/ 534264 w 533400"/>
                <a:gd name="connsiteY16" fmla="*/ 143496 h 523875"/>
                <a:gd name="connsiteX17" fmla="*/ 534264 w 533400"/>
                <a:gd name="connsiteY17" fmla="*/ 381621 h 523875"/>
                <a:gd name="connsiteX18" fmla="*/ 505689 w 533400"/>
                <a:gd name="connsiteY18" fmla="*/ 410196 h 523875"/>
                <a:gd name="connsiteX19" fmla="*/ 391389 w 533400"/>
                <a:gd name="connsiteY19" fmla="*/ 410196 h 523875"/>
                <a:gd name="connsiteX20" fmla="*/ 391389 w 533400"/>
                <a:gd name="connsiteY20" fmla="*/ 295896 h 523875"/>
                <a:gd name="connsiteX21" fmla="*/ 355194 w 533400"/>
                <a:gd name="connsiteY21" fmla="*/ 257796 h 523875"/>
                <a:gd name="connsiteX22" fmla="*/ 353289 w 533400"/>
                <a:gd name="connsiteY22" fmla="*/ 257796 h 523875"/>
                <a:gd name="connsiteX23" fmla="*/ 181839 w 533400"/>
                <a:gd name="connsiteY23" fmla="*/ 257796 h 523875"/>
                <a:gd name="connsiteX24" fmla="*/ 143739 w 533400"/>
                <a:gd name="connsiteY24" fmla="*/ 293991 h 523875"/>
                <a:gd name="connsiteX25" fmla="*/ 143739 w 533400"/>
                <a:gd name="connsiteY25" fmla="*/ 295896 h 523875"/>
                <a:gd name="connsiteX26" fmla="*/ 143739 w 533400"/>
                <a:gd name="connsiteY26" fmla="*/ 410196 h 523875"/>
                <a:gd name="connsiteX27" fmla="*/ 29439 w 533400"/>
                <a:gd name="connsiteY27" fmla="*/ 410196 h 523875"/>
                <a:gd name="connsiteX28" fmla="*/ 864 w 533400"/>
                <a:gd name="connsiteY28" fmla="*/ 381621 h 523875"/>
                <a:gd name="connsiteX29" fmla="*/ 864 w 533400"/>
                <a:gd name="connsiteY29" fmla="*/ 201408 h 523875"/>
                <a:gd name="connsiteX30" fmla="*/ 11151 w 533400"/>
                <a:gd name="connsiteY30" fmla="*/ 175405 h 523875"/>
                <a:gd name="connsiteX31" fmla="*/ 56300 w 533400"/>
                <a:gd name="connsiteY31" fmla="*/ 127018 h 523875"/>
                <a:gd name="connsiteX32" fmla="*/ 84112 w 533400"/>
                <a:gd name="connsiteY32" fmla="*/ 114921 h 523875"/>
                <a:gd name="connsiteX33" fmla="*/ 143739 w 533400"/>
                <a:gd name="connsiteY33" fmla="*/ 114921 h 523875"/>
                <a:gd name="connsiteX34" fmla="*/ 462827 w 533400"/>
                <a:gd name="connsiteY34" fmla="*/ 172071 h 523875"/>
                <a:gd name="connsiteX35" fmla="*/ 448539 w 533400"/>
                <a:gd name="connsiteY35" fmla="*/ 186359 h 523875"/>
                <a:gd name="connsiteX36" fmla="*/ 462827 w 533400"/>
                <a:gd name="connsiteY36" fmla="*/ 200646 h 523875"/>
                <a:gd name="connsiteX37" fmla="*/ 477114 w 533400"/>
                <a:gd name="connsiteY37" fmla="*/ 186359 h 523875"/>
                <a:gd name="connsiteX38" fmla="*/ 462827 w 533400"/>
                <a:gd name="connsiteY38" fmla="*/ 172071 h 523875"/>
                <a:gd name="connsiteX39" fmla="*/ 343764 w 533400"/>
                <a:gd name="connsiteY39" fmla="*/ 621 h 523875"/>
                <a:gd name="connsiteX40" fmla="*/ 372339 w 533400"/>
                <a:gd name="connsiteY40" fmla="*/ 29196 h 523875"/>
                <a:gd name="connsiteX41" fmla="*/ 372339 w 533400"/>
                <a:gd name="connsiteY41" fmla="*/ 105396 h 523875"/>
                <a:gd name="connsiteX42" fmla="*/ 343764 w 533400"/>
                <a:gd name="connsiteY42" fmla="*/ 133971 h 523875"/>
                <a:gd name="connsiteX43" fmla="*/ 191364 w 533400"/>
                <a:gd name="connsiteY43" fmla="*/ 133971 h 523875"/>
                <a:gd name="connsiteX44" fmla="*/ 162789 w 533400"/>
                <a:gd name="connsiteY44" fmla="*/ 105396 h 523875"/>
                <a:gd name="connsiteX45" fmla="*/ 162789 w 533400"/>
                <a:gd name="connsiteY45" fmla="*/ 29196 h 523875"/>
                <a:gd name="connsiteX46" fmla="*/ 191364 w 533400"/>
                <a:gd name="connsiteY46" fmla="*/ 621 h 523875"/>
                <a:gd name="connsiteX47" fmla="*/ 343764 w 533400"/>
                <a:gd name="connsiteY47" fmla="*/ 62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3400" h="523875">
                  <a:moveTo>
                    <a:pt x="343764" y="276846"/>
                  </a:moveTo>
                  <a:cubicBezTo>
                    <a:pt x="359576" y="276846"/>
                    <a:pt x="372339" y="289610"/>
                    <a:pt x="372339" y="305421"/>
                  </a:cubicBezTo>
                  <a:lnTo>
                    <a:pt x="372339" y="495921"/>
                  </a:lnTo>
                  <a:cubicBezTo>
                    <a:pt x="372339" y="511732"/>
                    <a:pt x="359576" y="524496"/>
                    <a:pt x="343764" y="524496"/>
                  </a:cubicBezTo>
                  <a:lnTo>
                    <a:pt x="191364" y="524496"/>
                  </a:lnTo>
                  <a:cubicBezTo>
                    <a:pt x="175552" y="524496"/>
                    <a:pt x="162789" y="511732"/>
                    <a:pt x="162789" y="495921"/>
                  </a:cubicBezTo>
                  <a:lnTo>
                    <a:pt x="162789" y="305421"/>
                  </a:lnTo>
                  <a:cubicBezTo>
                    <a:pt x="162789" y="289610"/>
                    <a:pt x="175552" y="276846"/>
                    <a:pt x="191364" y="276846"/>
                  </a:cubicBezTo>
                  <a:lnTo>
                    <a:pt x="343764" y="276846"/>
                  </a:lnTo>
                  <a:close/>
                  <a:moveTo>
                    <a:pt x="143739" y="114921"/>
                  </a:moveTo>
                  <a:cubicBezTo>
                    <a:pt x="143739" y="135305"/>
                    <a:pt x="159741" y="151973"/>
                    <a:pt x="179934" y="153021"/>
                  </a:cubicBezTo>
                  <a:lnTo>
                    <a:pt x="181839" y="153021"/>
                  </a:lnTo>
                  <a:lnTo>
                    <a:pt x="353289" y="153021"/>
                  </a:lnTo>
                  <a:cubicBezTo>
                    <a:pt x="373673" y="153021"/>
                    <a:pt x="390341" y="137019"/>
                    <a:pt x="391389" y="116826"/>
                  </a:cubicBezTo>
                  <a:lnTo>
                    <a:pt x="391389" y="114921"/>
                  </a:lnTo>
                  <a:lnTo>
                    <a:pt x="505689" y="114921"/>
                  </a:lnTo>
                  <a:cubicBezTo>
                    <a:pt x="521501" y="114921"/>
                    <a:pt x="534264" y="127685"/>
                    <a:pt x="534264" y="143496"/>
                  </a:cubicBezTo>
                  <a:lnTo>
                    <a:pt x="534264" y="381621"/>
                  </a:lnTo>
                  <a:cubicBezTo>
                    <a:pt x="534264" y="397432"/>
                    <a:pt x="521501" y="410196"/>
                    <a:pt x="505689" y="410196"/>
                  </a:cubicBezTo>
                  <a:lnTo>
                    <a:pt x="391389" y="410196"/>
                  </a:lnTo>
                  <a:lnTo>
                    <a:pt x="391389" y="295896"/>
                  </a:lnTo>
                  <a:cubicBezTo>
                    <a:pt x="391389" y="275512"/>
                    <a:pt x="375387" y="258844"/>
                    <a:pt x="355194" y="257796"/>
                  </a:cubicBezTo>
                  <a:lnTo>
                    <a:pt x="353289" y="257796"/>
                  </a:lnTo>
                  <a:lnTo>
                    <a:pt x="181839" y="257796"/>
                  </a:lnTo>
                  <a:cubicBezTo>
                    <a:pt x="161455" y="257796"/>
                    <a:pt x="144787" y="273798"/>
                    <a:pt x="143739" y="293991"/>
                  </a:cubicBezTo>
                  <a:lnTo>
                    <a:pt x="143739" y="295896"/>
                  </a:lnTo>
                  <a:lnTo>
                    <a:pt x="143739" y="410196"/>
                  </a:lnTo>
                  <a:lnTo>
                    <a:pt x="29439" y="410196"/>
                  </a:lnTo>
                  <a:cubicBezTo>
                    <a:pt x="13627" y="410196"/>
                    <a:pt x="864" y="397432"/>
                    <a:pt x="864" y="381621"/>
                  </a:cubicBezTo>
                  <a:lnTo>
                    <a:pt x="864" y="201408"/>
                  </a:lnTo>
                  <a:cubicBezTo>
                    <a:pt x="864" y="191788"/>
                    <a:pt x="4484" y="182454"/>
                    <a:pt x="11151" y="175405"/>
                  </a:cubicBezTo>
                  <a:lnTo>
                    <a:pt x="56300" y="127018"/>
                  </a:lnTo>
                  <a:cubicBezTo>
                    <a:pt x="63538" y="119303"/>
                    <a:pt x="73635" y="114921"/>
                    <a:pt x="84112" y="114921"/>
                  </a:cubicBezTo>
                  <a:lnTo>
                    <a:pt x="143739" y="114921"/>
                  </a:lnTo>
                  <a:close/>
                  <a:moveTo>
                    <a:pt x="462827" y="172071"/>
                  </a:moveTo>
                  <a:cubicBezTo>
                    <a:pt x="454921" y="172071"/>
                    <a:pt x="448539" y="178453"/>
                    <a:pt x="448539" y="186359"/>
                  </a:cubicBezTo>
                  <a:cubicBezTo>
                    <a:pt x="448539" y="194264"/>
                    <a:pt x="454921" y="200646"/>
                    <a:pt x="462827" y="200646"/>
                  </a:cubicBezTo>
                  <a:cubicBezTo>
                    <a:pt x="470732" y="200646"/>
                    <a:pt x="477114" y="194264"/>
                    <a:pt x="477114" y="186359"/>
                  </a:cubicBezTo>
                  <a:cubicBezTo>
                    <a:pt x="477114" y="178453"/>
                    <a:pt x="470732" y="172071"/>
                    <a:pt x="462827" y="172071"/>
                  </a:cubicBezTo>
                  <a:close/>
                  <a:moveTo>
                    <a:pt x="343764" y="621"/>
                  </a:moveTo>
                  <a:cubicBezTo>
                    <a:pt x="359576" y="621"/>
                    <a:pt x="372339" y="13385"/>
                    <a:pt x="372339" y="29196"/>
                  </a:cubicBezTo>
                  <a:lnTo>
                    <a:pt x="372339" y="105396"/>
                  </a:lnTo>
                  <a:cubicBezTo>
                    <a:pt x="372339" y="121207"/>
                    <a:pt x="359576" y="133971"/>
                    <a:pt x="343764" y="133971"/>
                  </a:cubicBezTo>
                  <a:lnTo>
                    <a:pt x="191364" y="133971"/>
                  </a:lnTo>
                  <a:cubicBezTo>
                    <a:pt x="175552" y="133971"/>
                    <a:pt x="162789" y="121207"/>
                    <a:pt x="162789" y="105396"/>
                  </a:cubicBezTo>
                  <a:lnTo>
                    <a:pt x="162789" y="29196"/>
                  </a:lnTo>
                  <a:cubicBezTo>
                    <a:pt x="162789" y="13385"/>
                    <a:pt x="175552" y="621"/>
                    <a:pt x="191364" y="621"/>
                  </a:cubicBezTo>
                  <a:lnTo>
                    <a:pt x="343764" y="621"/>
                  </a:lnTo>
                  <a:close/>
                </a:path>
              </a:pathLst>
            </a:custGeom>
            <a:solidFill>
              <a:schemeClr val="accent1">
                <a:lumMod val="60000"/>
                <a:lumOff val="40000"/>
              </a:scheme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nvGrpSpPr>
            <p:cNvPr id="89" name="íšlidè">
              <a:extLst>
                <a:ext uri="{FF2B5EF4-FFF2-40B4-BE49-F238E27FC236}">
                  <a16:creationId xmlns:a16="http://schemas.microsoft.com/office/drawing/2014/main" id="{33E79D5D-65AD-40E4-BEDF-1C76247A0C65}"/>
                </a:ext>
              </a:extLst>
            </p:cNvPr>
            <p:cNvGrpSpPr/>
            <p:nvPr/>
          </p:nvGrpSpPr>
          <p:grpSpPr>
            <a:xfrm>
              <a:off x="2871766" y="2908301"/>
              <a:ext cx="6448468" cy="2838766"/>
              <a:chOff x="2704785" y="3606801"/>
              <a:chExt cx="6448468" cy="2838766"/>
            </a:xfrm>
          </p:grpSpPr>
          <p:sp>
            <p:nvSpPr>
              <p:cNvPr id="80" name="íšliḋè">
                <a:extLst>
                  <a:ext uri="{FF2B5EF4-FFF2-40B4-BE49-F238E27FC236}">
                    <a16:creationId xmlns:a16="http://schemas.microsoft.com/office/drawing/2014/main" id="{7A58C9A5-B44D-4CD3-B18A-BB4465851D59}"/>
                  </a:ext>
                </a:extLst>
              </p:cNvPr>
              <p:cNvSpPr txBox="1"/>
              <p:nvPr/>
            </p:nvSpPr>
            <p:spPr>
              <a:xfrm>
                <a:off x="6244457" y="4677702"/>
                <a:ext cx="1878373" cy="407089"/>
              </a:xfrm>
              <a:prstGeom prst="rect">
                <a:avLst/>
              </a:prstGeom>
              <a:noFill/>
            </p:spPr>
            <p:txBody>
              <a:bodyPr wrap="square" lIns="90000" tIns="46800" rIns="90000" bIns="46800" anchor="ctr" anchorCtr="0">
                <a:spAutoFit/>
              </a:bodyPr>
              <a:lstStyle/>
              <a:p>
                <a:r>
                  <a:rPr lang="en-US" altLang="zh-CN" sz="1000" dirty="0">
                    <a:solidFill>
                      <a:schemeClr val="tx1"/>
                    </a:solidFill>
                  </a:rPr>
                  <a:t>Theme  color makes PPT more convenient to change.</a:t>
                </a:r>
              </a:p>
            </p:txBody>
          </p:sp>
          <p:sp>
            <p:nvSpPr>
              <p:cNvPr id="83" name="îṡļîdê">
                <a:extLst>
                  <a:ext uri="{FF2B5EF4-FFF2-40B4-BE49-F238E27FC236}">
                    <a16:creationId xmlns:a16="http://schemas.microsoft.com/office/drawing/2014/main" id="{0A94492A-0866-405A-84BB-9274DDE1C2C3}"/>
                  </a:ext>
                </a:extLst>
              </p:cNvPr>
              <p:cNvSpPr txBox="1"/>
              <p:nvPr/>
            </p:nvSpPr>
            <p:spPr>
              <a:xfrm>
                <a:off x="6244457" y="5523522"/>
                <a:ext cx="1878373" cy="407089"/>
              </a:xfrm>
              <a:prstGeom prst="rect">
                <a:avLst/>
              </a:prstGeom>
              <a:noFill/>
            </p:spPr>
            <p:txBody>
              <a:bodyPr wrap="square" lIns="90000" tIns="46800" rIns="90000" bIns="46800" anchor="ctr" anchorCtr="0">
                <a:spAutoFit/>
              </a:bodyPr>
              <a:lstStyle/>
              <a:p>
                <a:r>
                  <a:rPr lang="en-US" altLang="zh-CN" sz="1000" dirty="0">
                    <a:solidFill>
                      <a:schemeClr val="tx1"/>
                    </a:solidFill>
                  </a:rPr>
                  <a:t>Theme  color makes PPT more convenient to change.</a:t>
                </a:r>
              </a:p>
            </p:txBody>
          </p:sp>
          <p:sp>
            <p:nvSpPr>
              <p:cNvPr id="44" name="iśļïḋè">
                <a:extLst>
                  <a:ext uri="{FF2B5EF4-FFF2-40B4-BE49-F238E27FC236}">
                    <a16:creationId xmlns:a16="http://schemas.microsoft.com/office/drawing/2014/main" id="{F7F73A96-F547-4D29-8F81-D3950064C3B3}"/>
                  </a:ext>
                </a:extLst>
              </p:cNvPr>
              <p:cNvSpPr txBox="1"/>
              <p:nvPr/>
            </p:nvSpPr>
            <p:spPr>
              <a:xfrm>
                <a:off x="6244457" y="3831882"/>
                <a:ext cx="1878373" cy="407089"/>
              </a:xfrm>
              <a:prstGeom prst="rect">
                <a:avLst/>
              </a:prstGeom>
              <a:noFill/>
            </p:spPr>
            <p:txBody>
              <a:bodyPr wrap="square" lIns="90000" tIns="46800" rIns="90000" bIns="46800" anchor="ctr" anchorCtr="0">
                <a:spAutoFit/>
              </a:bodyPr>
              <a:lstStyle/>
              <a:p>
                <a:r>
                  <a:rPr lang="en-US" altLang="zh-CN" sz="1000" dirty="0">
                    <a:solidFill>
                      <a:schemeClr val="tx1"/>
                    </a:solidFill>
                  </a:rPr>
                  <a:t>Theme  color makes PPT more convenient to change.</a:t>
                </a:r>
              </a:p>
            </p:txBody>
          </p:sp>
          <p:sp>
            <p:nvSpPr>
              <p:cNvPr id="71" name="îṩḻîďé">
                <a:extLst>
                  <a:ext uri="{FF2B5EF4-FFF2-40B4-BE49-F238E27FC236}">
                    <a16:creationId xmlns:a16="http://schemas.microsoft.com/office/drawing/2014/main" id="{F0C74561-CFC0-4617-86CE-75F67DC5987E}"/>
                  </a:ext>
                </a:extLst>
              </p:cNvPr>
              <p:cNvSpPr/>
              <p:nvPr/>
            </p:nvSpPr>
            <p:spPr>
              <a:xfrm>
                <a:off x="4134391" y="3611563"/>
                <a:ext cx="5018862" cy="2824162"/>
              </a:xfrm>
              <a:custGeom>
                <a:avLst/>
                <a:gdLst>
                  <a:gd name="connsiteX0" fmla="*/ 0 w 5254171"/>
                  <a:gd name="connsiteY0" fmla="*/ 235309 h 2824162"/>
                  <a:gd name="connsiteX1" fmla="*/ 235309 w 5254171"/>
                  <a:gd name="connsiteY1" fmla="*/ 0 h 2824162"/>
                  <a:gd name="connsiteX2" fmla="*/ 5018862 w 5254171"/>
                  <a:gd name="connsiteY2" fmla="*/ 0 h 2824162"/>
                  <a:gd name="connsiteX3" fmla="*/ 5254171 w 5254171"/>
                  <a:gd name="connsiteY3" fmla="*/ 235309 h 2824162"/>
                  <a:gd name="connsiteX4" fmla="*/ 5254171 w 5254171"/>
                  <a:gd name="connsiteY4" fmla="*/ 2588853 h 2824162"/>
                  <a:gd name="connsiteX5" fmla="*/ 5018862 w 5254171"/>
                  <a:gd name="connsiteY5" fmla="*/ 2824162 h 2824162"/>
                  <a:gd name="connsiteX6" fmla="*/ 235309 w 5254171"/>
                  <a:gd name="connsiteY6" fmla="*/ 2824162 h 2824162"/>
                  <a:gd name="connsiteX7" fmla="*/ 0 w 5254171"/>
                  <a:gd name="connsiteY7" fmla="*/ 2588853 h 2824162"/>
                  <a:gd name="connsiteX8" fmla="*/ 0 w 5254171"/>
                  <a:gd name="connsiteY8" fmla="*/ 235309 h 2824162"/>
                  <a:gd name="connsiteX0" fmla="*/ 0 w 5254171"/>
                  <a:gd name="connsiteY0" fmla="*/ 2588853 h 2824162"/>
                  <a:gd name="connsiteX1" fmla="*/ 235309 w 5254171"/>
                  <a:gd name="connsiteY1" fmla="*/ 0 h 2824162"/>
                  <a:gd name="connsiteX2" fmla="*/ 5018862 w 5254171"/>
                  <a:gd name="connsiteY2" fmla="*/ 0 h 2824162"/>
                  <a:gd name="connsiteX3" fmla="*/ 5254171 w 5254171"/>
                  <a:gd name="connsiteY3" fmla="*/ 235309 h 2824162"/>
                  <a:gd name="connsiteX4" fmla="*/ 5254171 w 5254171"/>
                  <a:gd name="connsiteY4" fmla="*/ 2588853 h 2824162"/>
                  <a:gd name="connsiteX5" fmla="*/ 5018862 w 5254171"/>
                  <a:gd name="connsiteY5" fmla="*/ 2824162 h 2824162"/>
                  <a:gd name="connsiteX6" fmla="*/ 235309 w 5254171"/>
                  <a:gd name="connsiteY6" fmla="*/ 2824162 h 2824162"/>
                  <a:gd name="connsiteX7" fmla="*/ 0 w 5254171"/>
                  <a:gd name="connsiteY7" fmla="*/ 2588853 h 2824162"/>
                  <a:gd name="connsiteX0" fmla="*/ 0 w 5254171"/>
                  <a:gd name="connsiteY0" fmla="*/ 2588853 h 2824162"/>
                  <a:gd name="connsiteX1" fmla="*/ 235309 w 5254171"/>
                  <a:gd name="connsiteY1" fmla="*/ 0 h 2824162"/>
                  <a:gd name="connsiteX2" fmla="*/ 5018862 w 5254171"/>
                  <a:gd name="connsiteY2" fmla="*/ 0 h 2824162"/>
                  <a:gd name="connsiteX3" fmla="*/ 5254171 w 5254171"/>
                  <a:gd name="connsiteY3" fmla="*/ 235309 h 2824162"/>
                  <a:gd name="connsiteX4" fmla="*/ 5254171 w 5254171"/>
                  <a:gd name="connsiteY4" fmla="*/ 2588853 h 2824162"/>
                  <a:gd name="connsiteX5" fmla="*/ 5018862 w 5254171"/>
                  <a:gd name="connsiteY5" fmla="*/ 2824162 h 2824162"/>
                  <a:gd name="connsiteX6" fmla="*/ 235309 w 5254171"/>
                  <a:gd name="connsiteY6" fmla="*/ 2824162 h 2824162"/>
                  <a:gd name="connsiteX7" fmla="*/ 91440 w 5254171"/>
                  <a:gd name="connsiteY7" fmla="*/ 2680293 h 2824162"/>
                  <a:gd name="connsiteX0" fmla="*/ 178313 w 5197175"/>
                  <a:gd name="connsiteY0" fmla="*/ 0 h 2824162"/>
                  <a:gd name="connsiteX1" fmla="*/ 4961866 w 5197175"/>
                  <a:gd name="connsiteY1" fmla="*/ 0 h 2824162"/>
                  <a:gd name="connsiteX2" fmla="*/ 5197175 w 5197175"/>
                  <a:gd name="connsiteY2" fmla="*/ 235309 h 2824162"/>
                  <a:gd name="connsiteX3" fmla="*/ 5197175 w 5197175"/>
                  <a:gd name="connsiteY3" fmla="*/ 2588853 h 2824162"/>
                  <a:gd name="connsiteX4" fmla="*/ 4961866 w 5197175"/>
                  <a:gd name="connsiteY4" fmla="*/ 2824162 h 2824162"/>
                  <a:gd name="connsiteX5" fmla="*/ 178313 w 5197175"/>
                  <a:gd name="connsiteY5" fmla="*/ 2824162 h 2824162"/>
                  <a:gd name="connsiteX6" fmla="*/ 34444 w 5197175"/>
                  <a:gd name="connsiteY6" fmla="*/ 2680293 h 2824162"/>
                  <a:gd name="connsiteX0" fmla="*/ 0 w 5018862"/>
                  <a:gd name="connsiteY0" fmla="*/ 0 h 2824162"/>
                  <a:gd name="connsiteX1" fmla="*/ 4783553 w 5018862"/>
                  <a:gd name="connsiteY1" fmla="*/ 0 h 2824162"/>
                  <a:gd name="connsiteX2" fmla="*/ 5018862 w 5018862"/>
                  <a:gd name="connsiteY2" fmla="*/ 235309 h 2824162"/>
                  <a:gd name="connsiteX3" fmla="*/ 5018862 w 5018862"/>
                  <a:gd name="connsiteY3" fmla="*/ 2588853 h 2824162"/>
                  <a:gd name="connsiteX4" fmla="*/ 4783553 w 5018862"/>
                  <a:gd name="connsiteY4" fmla="*/ 2824162 h 2824162"/>
                  <a:gd name="connsiteX5" fmla="*/ 0 w 5018862"/>
                  <a:gd name="connsiteY5" fmla="*/ 2824162 h 282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18862" h="2824162">
                    <a:moveTo>
                      <a:pt x="0" y="0"/>
                    </a:moveTo>
                    <a:lnTo>
                      <a:pt x="4783553" y="0"/>
                    </a:lnTo>
                    <a:cubicBezTo>
                      <a:pt x="4913511" y="0"/>
                      <a:pt x="5018862" y="105351"/>
                      <a:pt x="5018862" y="235309"/>
                    </a:cubicBezTo>
                    <a:lnTo>
                      <a:pt x="5018862" y="2588853"/>
                    </a:lnTo>
                    <a:cubicBezTo>
                      <a:pt x="5018862" y="2718811"/>
                      <a:pt x="4913511" y="2824162"/>
                      <a:pt x="4783553" y="2824162"/>
                    </a:cubicBezTo>
                    <a:lnTo>
                      <a:pt x="0" y="2824162"/>
                    </a:lnTo>
                  </a:path>
                </a:pathLst>
              </a:custGeom>
              <a:ln w="12700" cap="rnd">
                <a:solidFill>
                  <a:schemeClr val="tx1">
                    <a:lumMod val="50000"/>
                    <a:lumOff val="50000"/>
                    <a:alpha val="20000"/>
                  </a:schemeClr>
                </a:solidFill>
                <a:round/>
              </a:ln>
            </p:spPr>
            <p:style>
              <a:lnRef idx="1">
                <a:schemeClr val="accent1"/>
              </a:lnRef>
              <a:fillRef idx="0">
                <a:schemeClr val="accent1"/>
              </a:fillRef>
              <a:effectRef idx="0">
                <a:schemeClr val="accent1"/>
              </a:effectRef>
              <a:fontRef idx="minor">
                <a:schemeClr val="tx1"/>
              </a:fontRef>
            </p:style>
            <p:txBody>
              <a:bodyPr rot="0" spcFirstLastPara="0" vert="horz" wrap="square" lIns="360000" tIns="45720" rIns="91440" bIns="45720" numCol="1" spcCol="0" rtlCol="0" fromWordArt="0" anchor="ctr" anchorCtr="0" forceAA="0" compatLnSpc="1">
                <a:normAutofit/>
              </a:bodyPr>
              <a:lstStyle/>
              <a:p>
                <a:endParaRPr lang="zh-CN" altLang="en-US" b="1" dirty="0">
                  <a:solidFill>
                    <a:schemeClr val="tx1"/>
                  </a:solidFill>
                </a:endParaRPr>
              </a:p>
            </p:txBody>
          </p:sp>
          <p:grpSp>
            <p:nvGrpSpPr>
              <p:cNvPr id="7" name="iSľíḋe">
                <a:extLst>
                  <a:ext uri="{FF2B5EF4-FFF2-40B4-BE49-F238E27FC236}">
                    <a16:creationId xmlns:a16="http://schemas.microsoft.com/office/drawing/2014/main" id="{F03A4460-414E-4992-9C83-F6C4ACE13317}"/>
                  </a:ext>
                </a:extLst>
              </p:cNvPr>
              <p:cNvGrpSpPr/>
              <p:nvPr/>
            </p:nvGrpSpPr>
            <p:grpSpPr>
              <a:xfrm>
                <a:off x="2704785" y="3606801"/>
                <a:ext cx="2838766" cy="2838766"/>
                <a:chOff x="5830796" y="1276939"/>
                <a:chExt cx="4623435" cy="4623435"/>
              </a:xfrm>
            </p:grpSpPr>
            <p:sp>
              <p:nvSpPr>
                <p:cNvPr id="34" name="iŝḻiḋé">
                  <a:extLst>
                    <a:ext uri="{FF2B5EF4-FFF2-40B4-BE49-F238E27FC236}">
                      <a16:creationId xmlns:a16="http://schemas.microsoft.com/office/drawing/2014/main" id="{70A02AEE-C88F-45F8-9BD5-E9FFB2ED240A}"/>
                    </a:ext>
                  </a:extLst>
                </p:cNvPr>
                <p:cNvSpPr/>
                <p:nvPr/>
              </p:nvSpPr>
              <p:spPr>
                <a:xfrm>
                  <a:off x="5830796" y="1276939"/>
                  <a:ext cx="4623435" cy="4623435"/>
                </a:xfrm>
                <a:prstGeom prst="pie">
                  <a:avLst>
                    <a:gd name="adj1" fmla="val 5400000"/>
                    <a:gd name="adj2" fmla="val 16200000"/>
                  </a:avLst>
                </a:prstGeom>
                <a:solidFill>
                  <a:srgbClr val="6F6F6F">
                    <a:alpha val="35000"/>
                  </a:srgb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sp>
            <p:sp>
              <p:nvSpPr>
                <p:cNvPr id="35" name="iṣľiḋè">
                  <a:extLst>
                    <a:ext uri="{FF2B5EF4-FFF2-40B4-BE49-F238E27FC236}">
                      <a16:creationId xmlns:a16="http://schemas.microsoft.com/office/drawing/2014/main" id="{B2E6D7A2-A715-48FE-A474-8E0E7A3486B1}"/>
                    </a:ext>
                  </a:extLst>
                </p:cNvPr>
                <p:cNvSpPr/>
                <p:nvPr/>
              </p:nvSpPr>
              <p:spPr>
                <a:xfrm>
                  <a:off x="6639898" y="2663973"/>
                  <a:ext cx="3005229" cy="3005229"/>
                </a:xfrm>
                <a:prstGeom prst="pie">
                  <a:avLst>
                    <a:gd name="adj1" fmla="val 5400000"/>
                    <a:gd name="adj2" fmla="val 16200000"/>
                  </a:avLst>
                </a:prstGeom>
                <a:ln>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6" name="îṥliḋe">
                  <a:extLst>
                    <a:ext uri="{FF2B5EF4-FFF2-40B4-BE49-F238E27FC236}">
                      <a16:creationId xmlns:a16="http://schemas.microsoft.com/office/drawing/2014/main" id="{EF95F5CA-98EC-424D-A641-3919AB42BAC3}"/>
                    </a:ext>
                  </a:extLst>
                </p:cNvPr>
                <p:cNvSpPr/>
                <p:nvPr/>
              </p:nvSpPr>
              <p:spPr>
                <a:xfrm>
                  <a:off x="7448998" y="4051001"/>
                  <a:ext cx="1387029" cy="1387029"/>
                </a:xfrm>
                <a:prstGeom prst="pie">
                  <a:avLst>
                    <a:gd name="adj1" fmla="val 5400000"/>
                    <a:gd name="adj2" fmla="val 16200000"/>
                  </a:avLst>
                </a:prstGeom>
                <a:solidFill>
                  <a:schemeClr val="accent1">
                    <a:lumMod val="60000"/>
                    <a:lumOff val="40000"/>
                  </a:schemeClr>
                </a:solidFill>
                <a:ln>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cxnSp>
            <p:nvCxnSpPr>
              <p:cNvPr id="14" name="íṧľiďê">
                <a:extLst>
                  <a:ext uri="{FF2B5EF4-FFF2-40B4-BE49-F238E27FC236}">
                    <a16:creationId xmlns:a16="http://schemas.microsoft.com/office/drawing/2014/main" id="{FA0C5BD2-3137-491B-B098-1455790BBD20}"/>
                  </a:ext>
                </a:extLst>
              </p:cNvPr>
              <p:cNvCxnSpPr>
                <a:cxnSpLocks/>
              </p:cNvCxnSpPr>
              <p:nvPr/>
            </p:nvCxnSpPr>
            <p:spPr>
              <a:xfrm>
                <a:off x="4116070" y="4458970"/>
                <a:ext cx="5021580" cy="0"/>
              </a:xfrm>
              <a:prstGeom prst="line">
                <a:avLst/>
              </a:prstGeom>
              <a:ln w="12700" cap="rnd">
                <a:solidFill>
                  <a:schemeClr val="tx1">
                    <a:lumMod val="50000"/>
                    <a:lumOff val="50000"/>
                    <a:alpha val="20000"/>
                  </a:schemeClr>
                </a:solidFill>
                <a:round/>
              </a:ln>
            </p:spPr>
            <p:style>
              <a:lnRef idx="1">
                <a:schemeClr val="accent1"/>
              </a:lnRef>
              <a:fillRef idx="0">
                <a:schemeClr val="accent1"/>
              </a:fillRef>
              <a:effectRef idx="0">
                <a:schemeClr val="accent1"/>
              </a:effectRef>
              <a:fontRef idx="minor">
                <a:schemeClr val="tx1"/>
              </a:fontRef>
            </p:style>
          </p:cxnSp>
          <p:cxnSp>
            <p:nvCxnSpPr>
              <p:cNvPr id="73" name="ïšḷiďe">
                <a:extLst>
                  <a:ext uri="{FF2B5EF4-FFF2-40B4-BE49-F238E27FC236}">
                    <a16:creationId xmlns:a16="http://schemas.microsoft.com/office/drawing/2014/main" id="{0E6D0131-85E0-4F57-9744-4447D1FE5C3A}"/>
                  </a:ext>
                </a:extLst>
              </p:cNvPr>
              <p:cNvCxnSpPr>
                <a:cxnSpLocks/>
              </p:cNvCxnSpPr>
              <p:nvPr/>
            </p:nvCxnSpPr>
            <p:spPr>
              <a:xfrm>
                <a:off x="4116070" y="5309870"/>
                <a:ext cx="5021580" cy="0"/>
              </a:xfrm>
              <a:prstGeom prst="line">
                <a:avLst/>
              </a:prstGeom>
              <a:ln w="12700" cap="rnd">
                <a:solidFill>
                  <a:schemeClr val="tx1">
                    <a:lumMod val="50000"/>
                    <a:lumOff val="50000"/>
                    <a:alpha val="20000"/>
                  </a:schemeClr>
                </a:solidFill>
                <a:round/>
              </a:ln>
            </p:spPr>
            <p:style>
              <a:lnRef idx="1">
                <a:schemeClr val="accent1"/>
              </a:lnRef>
              <a:fillRef idx="0">
                <a:schemeClr val="accent1"/>
              </a:fillRef>
              <a:effectRef idx="0">
                <a:schemeClr val="accent1"/>
              </a:effectRef>
              <a:fontRef idx="minor">
                <a:schemeClr val="tx1"/>
              </a:fontRef>
            </p:style>
          </p:cxnSp>
          <p:cxnSp>
            <p:nvCxnSpPr>
              <p:cNvPr id="74" name="ïṧḻíḓe">
                <a:extLst>
                  <a:ext uri="{FF2B5EF4-FFF2-40B4-BE49-F238E27FC236}">
                    <a16:creationId xmlns:a16="http://schemas.microsoft.com/office/drawing/2014/main" id="{BE53BA84-4A89-43C0-9EEB-C0262248459C}"/>
                  </a:ext>
                </a:extLst>
              </p:cNvPr>
              <p:cNvCxnSpPr>
                <a:cxnSpLocks/>
              </p:cNvCxnSpPr>
              <p:nvPr/>
            </p:nvCxnSpPr>
            <p:spPr>
              <a:xfrm>
                <a:off x="4116070" y="6160770"/>
                <a:ext cx="5021580" cy="0"/>
              </a:xfrm>
              <a:prstGeom prst="line">
                <a:avLst/>
              </a:prstGeom>
              <a:ln w="12700" cap="rnd">
                <a:solidFill>
                  <a:schemeClr val="tx1">
                    <a:lumMod val="50000"/>
                    <a:lumOff val="50000"/>
                    <a:alpha val="20000"/>
                  </a:schemeClr>
                </a:solidFill>
                <a:round/>
              </a:ln>
            </p:spPr>
            <p:style>
              <a:lnRef idx="1">
                <a:schemeClr val="accent1"/>
              </a:lnRef>
              <a:fillRef idx="0">
                <a:schemeClr val="accent1"/>
              </a:fillRef>
              <a:effectRef idx="0">
                <a:schemeClr val="accent1"/>
              </a:effectRef>
              <a:fontRef idx="minor">
                <a:schemeClr val="tx1"/>
              </a:fontRef>
            </p:style>
          </p:cxnSp>
          <p:cxnSp>
            <p:nvCxnSpPr>
              <p:cNvPr id="75" name="i$ļîďe">
                <a:extLst>
                  <a:ext uri="{FF2B5EF4-FFF2-40B4-BE49-F238E27FC236}">
                    <a16:creationId xmlns:a16="http://schemas.microsoft.com/office/drawing/2014/main" id="{FC321D99-6578-407C-81B6-4F9091AB330B}"/>
                  </a:ext>
                </a:extLst>
              </p:cNvPr>
              <p:cNvCxnSpPr>
                <a:cxnSpLocks/>
              </p:cNvCxnSpPr>
              <p:nvPr/>
            </p:nvCxnSpPr>
            <p:spPr>
              <a:xfrm>
                <a:off x="4116070" y="6313170"/>
                <a:ext cx="5008880" cy="0"/>
              </a:xfrm>
              <a:prstGeom prst="line">
                <a:avLst/>
              </a:prstGeom>
              <a:ln w="12700" cap="rnd">
                <a:solidFill>
                  <a:schemeClr val="tx1">
                    <a:lumMod val="50000"/>
                    <a:lumOff val="50000"/>
                    <a:alpha val="20000"/>
                  </a:schemeClr>
                </a:solidFill>
                <a:round/>
              </a:ln>
            </p:spPr>
            <p:style>
              <a:lnRef idx="1">
                <a:schemeClr val="accent1"/>
              </a:lnRef>
              <a:fillRef idx="0">
                <a:schemeClr val="accent1"/>
              </a:fillRef>
              <a:effectRef idx="0">
                <a:schemeClr val="accent1"/>
              </a:effectRef>
              <a:fontRef idx="minor">
                <a:schemeClr val="tx1"/>
              </a:fontRef>
            </p:style>
          </p:cxnSp>
          <p:sp>
            <p:nvSpPr>
              <p:cNvPr id="76" name="íŝļîďé">
                <a:extLst>
                  <a:ext uri="{FF2B5EF4-FFF2-40B4-BE49-F238E27FC236}">
                    <a16:creationId xmlns:a16="http://schemas.microsoft.com/office/drawing/2014/main" id="{F384DBFC-D33F-48B2-B627-E50ACC0A8706}"/>
                  </a:ext>
                </a:extLst>
              </p:cNvPr>
              <p:cNvSpPr txBox="1"/>
              <p:nvPr/>
            </p:nvSpPr>
            <p:spPr>
              <a:xfrm>
                <a:off x="5053089" y="3911225"/>
                <a:ext cx="1108951" cy="279180"/>
              </a:xfrm>
              <a:prstGeom prst="rect">
                <a:avLst/>
              </a:prstGeom>
              <a:noFill/>
            </p:spPr>
            <p:txBody>
              <a:bodyPr wrap="square" lIns="90000" tIns="46800" rIns="90000" bIns="46800" anchor="t" anchorCtr="0">
                <a:spAutoFit/>
              </a:bodyPr>
              <a:lstStyle/>
              <a:p>
                <a:pPr defTabSz="913765"/>
                <a:r>
                  <a:rPr lang="en-US" altLang="zh-CN" sz="1200" b="1" dirty="0"/>
                  <a:t>Text here</a:t>
                </a:r>
                <a:endParaRPr lang="zh-CN" altLang="en-US" sz="1200" b="1" dirty="0"/>
              </a:p>
            </p:txBody>
          </p:sp>
          <p:sp>
            <p:nvSpPr>
              <p:cNvPr id="82" name="îSľïḍe">
                <a:extLst>
                  <a:ext uri="{FF2B5EF4-FFF2-40B4-BE49-F238E27FC236}">
                    <a16:creationId xmlns:a16="http://schemas.microsoft.com/office/drawing/2014/main" id="{3F57DF12-3411-425F-8FB8-A1ACDEF1EB22}"/>
                  </a:ext>
                </a:extLst>
              </p:cNvPr>
              <p:cNvSpPr txBox="1"/>
              <p:nvPr/>
            </p:nvSpPr>
            <p:spPr>
              <a:xfrm>
                <a:off x="5053089" y="4757045"/>
                <a:ext cx="1108951" cy="279180"/>
              </a:xfrm>
              <a:prstGeom prst="rect">
                <a:avLst/>
              </a:prstGeom>
              <a:noFill/>
            </p:spPr>
            <p:txBody>
              <a:bodyPr wrap="square" lIns="90000" tIns="46800" rIns="90000" bIns="46800" anchor="t" anchorCtr="0">
                <a:spAutoFit/>
              </a:bodyPr>
              <a:lstStyle/>
              <a:p>
                <a:pPr defTabSz="913765"/>
                <a:r>
                  <a:rPr lang="en-US" altLang="zh-CN" sz="1200" b="1" dirty="0"/>
                  <a:t>Text here</a:t>
                </a:r>
                <a:endParaRPr lang="zh-CN" altLang="en-US" sz="1200" b="1" dirty="0"/>
              </a:p>
            </p:txBody>
          </p:sp>
          <p:sp>
            <p:nvSpPr>
              <p:cNvPr id="85" name="îṡ1íḋé">
                <a:extLst>
                  <a:ext uri="{FF2B5EF4-FFF2-40B4-BE49-F238E27FC236}">
                    <a16:creationId xmlns:a16="http://schemas.microsoft.com/office/drawing/2014/main" id="{62C4682F-CA1A-4E2D-997F-1FD3C7B8318C}"/>
                  </a:ext>
                </a:extLst>
              </p:cNvPr>
              <p:cNvSpPr txBox="1"/>
              <p:nvPr/>
            </p:nvSpPr>
            <p:spPr>
              <a:xfrm>
                <a:off x="5053089" y="5602865"/>
                <a:ext cx="1108951" cy="279180"/>
              </a:xfrm>
              <a:prstGeom prst="rect">
                <a:avLst/>
              </a:prstGeom>
              <a:noFill/>
            </p:spPr>
            <p:txBody>
              <a:bodyPr wrap="square" lIns="90000" tIns="46800" rIns="90000" bIns="46800" anchor="t" anchorCtr="0">
                <a:spAutoFit/>
              </a:bodyPr>
              <a:lstStyle/>
              <a:p>
                <a:pPr defTabSz="913765"/>
                <a:r>
                  <a:rPr lang="en-US" altLang="zh-CN" sz="1200" b="1" dirty="0"/>
                  <a:t>Text here</a:t>
                </a:r>
                <a:endParaRPr lang="zh-CN" altLang="en-US" sz="1200" b="1" dirty="0"/>
              </a:p>
            </p:txBody>
          </p:sp>
        </p:grpSp>
        <p:sp>
          <p:nvSpPr>
            <p:cNvPr id="87" name="ïslîḓe">
              <a:extLst>
                <a:ext uri="{FF2B5EF4-FFF2-40B4-BE49-F238E27FC236}">
                  <a16:creationId xmlns:a16="http://schemas.microsoft.com/office/drawing/2014/main" id="{709E5208-066F-49C9-85AA-26F09CB462B4}"/>
                </a:ext>
              </a:extLst>
            </p:cNvPr>
            <p:cNvSpPr/>
            <p:nvPr/>
          </p:nvSpPr>
          <p:spPr>
            <a:xfrm>
              <a:off x="1664073" y="1123910"/>
              <a:ext cx="8863854" cy="899797"/>
            </a:xfrm>
            <a:prstGeom prst="rect">
              <a:avLst/>
            </a:prstGeom>
          </p:spPr>
          <p:txBody>
            <a:bodyPr anchor="b" anchorCtr="0">
              <a:noAutofit/>
            </a:bodyPr>
            <a:lstStyle/>
            <a:p>
              <a:pPr algn="ctr">
                <a:buSzPct val="25000"/>
              </a:pPr>
              <a:r>
                <a:rPr lang="en-US" altLang="zh-CN" sz="3200" b="1" dirty="0"/>
                <a:t>Unified fonts</a:t>
              </a:r>
              <a:r>
                <a:rPr lang="zh-CN" altLang="en-US" sz="3200" b="1" dirty="0"/>
                <a:t> </a:t>
              </a:r>
              <a:r>
                <a:rPr lang="en-US" altLang="zh-CN" sz="3200" b="1" dirty="0"/>
                <a:t>make </a:t>
              </a:r>
              <a:r>
                <a:rPr lang="en-US" altLang="zh-CN" sz="3200" b="1" dirty="0">
                  <a:solidFill>
                    <a:schemeClr val="accent1"/>
                  </a:solidFill>
                </a:rPr>
                <a:t>Reading more fluent.</a:t>
              </a:r>
            </a:p>
          </p:txBody>
        </p:sp>
        <p:sp>
          <p:nvSpPr>
            <p:cNvPr id="88" name="îsľïďé">
              <a:extLst>
                <a:ext uri="{FF2B5EF4-FFF2-40B4-BE49-F238E27FC236}">
                  <a16:creationId xmlns:a16="http://schemas.microsoft.com/office/drawing/2014/main" id="{354FF82B-C118-4467-9763-204145AEFAED}"/>
                </a:ext>
              </a:extLst>
            </p:cNvPr>
            <p:cNvSpPr txBox="1"/>
            <p:nvPr/>
          </p:nvSpPr>
          <p:spPr>
            <a:xfrm>
              <a:off x="1664073" y="2157932"/>
              <a:ext cx="8863854" cy="400110"/>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00000"/>
                </a:lnSpc>
              </a:pPr>
              <a:r>
                <a:rPr lang="en-US" altLang="zh-CN" sz="1000" dirty="0">
                  <a:solidFill>
                    <a:schemeClr val="tx1"/>
                  </a:solidFill>
                </a:rPr>
                <a:t>Theme color makes PPT more convenient to change. </a:t>
              </a:r>
            </a:p>
            <a:p>
              <a:pPr>
                <a:lnSpc>
                  <a:spcPct val="100000"/>
                </a:lnSpc>
              </a:pPr>
              <a:r>
                <a:rPr lang="en-US" altLang="zh-CN" sz="1000" dirty="0">
                  <a:solidFill>
                    <a:schemeClr val="tx1"/>
                  </a:solidFill>
                </a:rPr>
                <a:t>Adjust the spacing to adapt to Chinese typesetting, use the reference line in PPT……</a:t>
              </a:r>
            </a:p>
          </p:txBody>
        </p:sp>
      </p:grpSp>
    </p:spTree>
    <p:custDataLst>
      <p:tags r:id="rId1"/>
    </p:custDataLst>
    <p:extLst>
      <p:ext uri="{BB962C8B-B14F-4D97-AF65-F5344CB8AC3E}">
        <p14:creationId xmlns:p14="http://schemas.microsoft.com/office/powerpoint/2010/main" val="1101770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ïşlíḍé"/>
        <p:cNvGrpSpPr/>
        <p:nvPr/>
      </p:nvGrpSpPr>
      <p:grpSpPr>
        <a:xfrm>
          <a:off x="0" y="0"/>
          <a:ext cx="0" cy="0"/>
          <a:chOff x="0" y="0"/>
          <a:chExt cx="0" cy="0"/>
        </a:xfrm>
      </p:grpSpPr>
      <p:grpSp>
        <p:nvGrpSpPr>
          <p:cNvPr id="2" name="iṧľïďé"/>
          <p:cNvGrpSpPr/>
          <p:nvPr/>
        </p:nvGrpSpPr>
        <p:grpSpPr>
          <a:xfrm>
            <a:off x="1518815" y="1237343"/>
            <a:ext cx="9154371" cy="4707923"/>
            <a:chOff x="1518815" y="1237343"/>
            <a:chExt cx="9154371" cy="4707923"/>
          </a:xfrm>
        </p:grpSpPr>
        <p:grpSp>
          <p:nvGrpSpPr>
            <p:cNvPr id="62" name="îṣḷíḓé">
              <a:extLst>
                <a:ext uri="{FF2B5EF4-FFF2-40B4-BE49-F238E27FC236}">
                  <a16:creationId xmlns:a16="http://schemas.microsoft.com/office/drawing/2014/main" id="{BE4F2318-F533-4D4F-85CC-0CC2867EB8CA}"/>
                </a:ext>
              </a:extLst>
            </p:cNvPr>
            <p:cNvGrpSpPr/>
            <p:nvPr/>
          </p:nvGrpSpPr>
          <p:grpSpPr>
            <a:xfrm>
              <a:off x="3242686" y="2345266"/>
              <a:ext cx="7430500" cy="3600000"/>
              <a:chOff x="2544254" y="2287209"/>
              <a:chExt cx="7430500" cy="3600000"/>
            </a:xfrm>
          </p:grpSpPr>
          <p:grpSp>
            <p:nvGrpSpPr>
              <p:cNvPr id="24" name="iṧľîḓè">
                <a:extLst>
                  <a:ext uri="{FF2B5EF4-FFF2-40B4-BE49-F238E27FC236}">
                    <a16:creationId xmlns:a16="http://schemas.microsoft.com/office/drawing/2014/main" id="{E5223542-2129-4841-BA38-BB389DD5939B}"/>
                  </a:ext>
                </a:extLst>
              </p:cNvPr>
              <p:cNvGrpSpPr/>
              <p:nvPr/>
            </p:nvGrpSpPr>
            <p:grpSpPr>
              <a:xfrm>
                <a:off x="7814754" y="2287209"/>
                <a:ext cx="2160000" cy="3600000"/>
                <a:chOff x="1742340" y="2229152"/>
                <a:chExt cx="2160000" cy="3600000"/>
              </a:xfrm>
            </p:grpSpPr>
            <p:sp>
              <p:nvSpPr>
                <p:cNvPr id="34" name="iSḷîḓé">
                  <a:extLst>
                    <a:ext uri="{FF2B5EF4-FFF2-40B4-BE49-F238E27FC236}">
                      <a16:creationId xmlns:a16="http://schemas.microsoft.com/office/drawing/2014/main" id="{7F04722E-E276-45D7-94F9-9038A4D7C63A}"/>
                    </a:ext>
                  </a:extLst>
                </p:cNvPr>
                <p:cNvSpPr/>
                <p:nvPr/>
              </p:nvSpPr>
              <p:spPr>
                <a:xfrm>
                  <a:off x="1742340" y="2229152"/>
                  <a:ext cx="2160000" cy="3600000"/>
                </a:xfrm>
                <a:prstGeom prst="roundRect">
                  <a:avLst>
                    <a:gd name="adj" fmla="val 10162"/>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400" dirty="0">
                    <a:solidFill>
                      <a:schemeClr val="tx1"/>
                    </a:solidFill>
                  </a:endParaRPr>
                </a:p>
              </p:txBody>
            </p:sp>
            <p:grpSp>
              <p:nvGrpSpPr>
                <p:cNvPr id="31" name="îs1ïḍe">
                  <a:extLst>
                    <a:ext uri="{FF2B5EF4-FFF2-40B4-BE49-F238E27FC236}">
                      <a16:creationId xmlns:a16="http://schemas.microsoft.com/office/drawing/2014/main" id="{DB18E892-A64F-4574-BA06-09CD537C70E6}"/>
                    </a:ext>
                  </a:extLst>
                </p:cNvPr>
                <p:cNvGrpSpPr/>
                <p:nvPr/>
              </p:nvGrpSpPr>
              <p:grpSpPr>
                <a:xfrm>
                  <a:off x="2027277" y="2602058"/>
                  <a:ext cx="540002" cy="540000"/>
                  <a:chOff x="2980071" y="1714401"/>
                  <a:chExt cx="540002" cy="540000"/>
                </a:xfrm>
              </p:grpSpPr>
              <p:sp>
                <p:nvSpPr>
                  <p:cNvPr id="32" name="ïṣļíḑe">
                    <a:extLst>
                      <a:ext uri="{FF2B5EF4-FFF2-40B4-BE49-F238E27FC236}">
                        <a16:creationId xmlns:a16="http://schemas.microsoft.com/office/drawing/2014/main" id="{D4E7A534-96B9-42EF-B624-92C93A0B8F94}"/>
                      </a:ext>
                    </a:extLst>
                  </p:cNvPr>
                  <p:cNvSpPr/>
                  <p:nvPr/>
                </p:nvSpPr>
                <p:spPr>
                  <a:xfrm>
                    <a:off x="2980071" y="1714401"/>
                    <a:ext cx="540002" cy="540000"/>
                  </a:xfrm>
                  <a:prstGeom prst="roundRect">
                    <a:avLst>
                      <a:gd name="adj" fmla="val 30000"/>
                    </a:avLst>
                  </a:prstGeom>
                  <a:solidFill>
                    <a:srgbClr val="6F6F6F">
                      <a:alpha val="49804"/>
                    </a:srgb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33" name="ís1ïḋê">
                    <a:extLst>
                      <a:ext uri="{FF2B5EF4-FFF2-40B4-BE49-F238E27FC236}">
                        <a16:creationId xmlns:a16="http://schemas.microsoft.com/office/drawing/2014/main" id="{2AC217B3-BFE0-44F3-A20D-13864BF45AA5}"/>
                      </a:ext>
                    </a:extLst>
                  </p:cNvPr>
                  <p:cNvSpPr/>
                  <p:nvPr/>
                </p:nvSpPr>
                <p:spPr>
                  <a:xfrm>
                    <a:off x="3132909" y="1896529"/>
                    <a:ext cx="234327" cy="175744"/>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419 w 533400"/>
                      <a:gd name="connsiteY9" fmla="*/ 198646 h 400050"/>
                      <a:gd name="connsiteX10" fmla="*/ 351414 w 533400"/>
                      <a:gd name="connsiteY10" fmla="*/ 204170 h 400050"/>
                      <a:gd name="connsiteX11" fmla="*/ 351414 w 533400"/>
                      <a:gd name="connsiteY11" fmla="*/ 204170 h 400050"/>
                      <a:gd name="connsiteX12" fmla="*/ 267118 w 533400"/>
                      <a:gd name="connsiteY12" fmla="*/ 315613 h 400050"/>
                      <a:gd name="connsiteX13" fmla="*/ 264641 w 533400"/>
                      <a:gd name="connsiteY13" fmla="*/ 318470 h 400050"/>
                      <a:gd name="connsiteX14" fmla="*/ 224255 w 533400"/>
                      <a:gd name="connsiteY14" fmla="*/ 318756 h 400050"/>
                      <a:gd name="connsiteX15" fmla="*/ 224255 w 533400"/>
                      <a:gd name="connsiteY15" fmla="*/ 318756 h 400050"/>
                      <a:gd name="connsiteX16" fmla="*/ 162152 w 533400"/>
                      <a:gd name="connsiteY16" fmla="*/ 257415 h 400050"/>
                      <a:gd name="connsiteX17" fmla="*/ 160247 w 533400"/>
                      <a:gd name="connsiteY17" fmla="*/ 255701 h 400050"/>
                      <a:gd name="connsiteX18" fmla="*/ 120052 w 533400"/>
                      <a:gd name="connsiteY18" fmla="*/ 259606 h 400050"/>
                      <a:gd name="connsiteX19" fmla="*/ 120052 w 533400"/>
                      <a:gd name="connsiteY19" fmla="*/ 259606 h 400050"/>
                      <a:gd name="connsiteX20" fmla="*/ 32517 w 533400"/>
                      <a:gd name="connsiteY20" fmla="*/ 366095 h 400050"/>
                      <a:gd name="connsiteX21" fmla="*/ 30326 w 533400"/>
                      <a:gd name="connsiteY21" fmla="*/ 372096 h 400050"/>
                      <a:gd name="connsiteX22" fmla="*/ 39851 w 533400"/>
                      <a:gd name="connsiteY22" fmla="*/ 381621 h 400050"/>
                      <a:gd name="connsiteX23" fmla="*/ 39851 w 533400"/>
                      <a:gd name="connsiteY23" fmla="*/ 381621 h 400050"/>
                      <a:gd name="connsiteX24" fmla="*/ 497242 w 533400"/>
                      <a:gd name="connsiteY24" fmla="*/ 381621 h 400050"/>
                      <a:gd name="connsiteX25" fmla="*/ 502480 w 533400"/>
                      <a:gd name="connsiteY25" fmla="*/ 380002 h 400050"/>
                      <a:gd name="connsiteX26" fmla="*/ 505147 w 533400"/>
                      <a:gd name="connsiteY26" fmla="*/ 366762 h 400050"/>
                      <a:gd name="connsiteX27" fmla="*/ 505147 w 533400"/>
                      <a:gd name="connsiteY27" fmla="*/ 366762 h 400050"/>
                      <a:gd name="connsiteX28" fmla="*/ 397991 w 533400"/>
                      <a:gd name="connsiteY28" fmla="*/ 205504 h 400050"/>
                      <a:gd name="connsiteX29" fmla="*/ 391419 w 533400"/>
                      <a:gd name="connsiteY29" fmla="*/ 198646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sp>
              <p:nvSpPr>
                <p:cNvPr id="39" name="îšľîḋê">
                  <a:extLst>
                    <a:ext uri="{FF2B5EF4-FFF2-40B4-BE49-F238E27FC236}">
                      <a16:creationId xmlns:a16="http://schemas.microsoft.com/office/drawing/2014/main" id="{31DE3C9A-3AB1-4C80-8DEA-1F6D8EBC34A6}"/>
                    </a:ext>
                  </a:extLst>
                </p:cNvPr>
                <p:cNvSpPr txBox="1"/>
                <p:nvPr/>
              </p:nvSpPr>
              <p:spPr>
                <a:xfrm flipH="1">
                  <a:off x="1954818" y="4010640"/>
                  <a:ext cx="1651981" cy="1549015"/>
                </a:xfrm>
                <a:prstGeom prst="rect">
                  <a:avLst/>
                </a:prstGeom>
                <a:noFill/>
              </p:spPr>
              <p:txBody>
                <a:bodyPr wrap="square" lIns="90000" tIns="46800" rIns="90000" bIns="46800" anchor="t" anchorCtr="0">
                  <a:spAutoFit/>
                </a:bodyPr>
                <a:lstStyle/>
                <a:p>
                  <a:pPr marL="171450" indent="-171450">
                    <a:lnSpc>
                      <a:spcPct val="150000"/>
                    </a:lnSpc>
                    <a:buFont typeface="Arial" panose="020B0604020202020204" pitchFamily="34" charset="0"/>
                    <a:buChar char="•"/>
                  </a:pPr>
                  <a:r>
                    <a:rPr lang="en-US" altLang="zh-CN" sz="800" dirty="0"/>
                    <a:t>Theme  color makes PPT more convenient to change.</a:t>
                  </a:r>
                </a:p>
                <a:p>
                  <a:pPr marL="171450" indent="-171450">
                    <a:lnSpc>
                      <a:spcPct val="150000"/>
                    </a:lnSpc>
                    <a:buFont typeface="Arial" panose="020B0604020202020204" pitchFamily="34" charset="0"/>
                    <a:buChar char="•"/>
                  </a:pPr>
                  <a:endParaRPr lang="en-US" altLang="zh-CN" sz="800" dirty="0"/>
                </a:p>
                <a:p>
                  <a:pPr marL="171450" indent="-171450">
                    <a:lnSpc>
                      <a:spcPct val="150000"/>
                    </a:lnSpc>
                    <a:buFont typeface="Arial" panose="020B0604020202020204" pitchFamily="34" charset="0"/>
                    <a:buChar char="•"/>
                  </a:pPr>
                  <a:r>
                    <a:rPr lang="en-US" altLang="zh-CN" sz="800" dirty="0"/>
                    <a:t>Theme  color makes PPT more convenient to change.</a:t>
                  </a:r>
                </a:p>
                <a:p>
                  <a:pPr marL="171450" indent="-171450">
                    <a:lnSpc>
                      <a:spcPct val="150000"/>
                    </a:lnSpc>
                    <a:buFont typeface="Arial" panose="020B0604020202020204" pitchFamily="34" charset="0"/>
                    <a:buChar char="•"/>
                  </a:pPr>
                  <a:endParaRPr lang="en-US" altLang="zh-CN" sz="800" dirty="0"/>
                </a:p>
                <a:p>
                  <a:pPr marL="171450" indent="-171450">
                    <a:lnSpc>
                      <a:spcPct val="150000"/>
                    </a:lnSpc>
                    <a:buFont typeface="Arial" panose="020B0604020202020204" pitchFamily="34" charset="0"/>
                    <a:buChar char="•"/>
                  </a:pPr>
                  <a:r>
                    <a:rPr lang="en-US" altLang="zh-CN" sz="800" dirty="0"/>
                    <a:t>Theme  color makes PPT more convenient to change.</a:t>
                  </a:r>
                </a:p>
              </p:txBody>
            </p:sp>
            <p:sp>
              <p:nvSpPr>
                <p:cNvPr id="40" name="íṧḷíḋé">
                  <a:extLst>
                    <a:ext uri="{FF2B5EF4-FFF2-40B4-BE49-F238E27FC236}">
                      <a16:creationId xmlns:a16="http://schemas.microsoft.com/office/drawing/2014/main" id="{2BB9C46B-EEFB-4762-AE9F-FA54DBC108F4}"/>
                    </a:ext>
                  </a:extLst>
                </p:cNvPr>
                <p:cNvSpPr txBox="1"/>
                <p:nvPr/>
              </p:nvSpPr>
              <p:spPr>
                <a:xfrm flipH="1">
                  <a:off x="1954818" y="3443786"/>
                  <a:ext cx="1651981" cy="340735"/>
                </a:xfrm>
                <a:prstGeom prst="rect">
                  <a:avLst/>
                </a:prstGeom>
                <a:noFill/>
              </p:spPr>
              <p:txBody>
                <a:bodyPr wrap="square" lIns="90000" tIns="46800" rIns="90000" bIns="46800" anchor="b" anchorCtr="0">
                  <a:spAutoFit/>
                </a:bodyPr>
                <a:lstStyle/>
                <a:p>
                  <a:r>
                    <a:rPr lang="en-US" altLang="zh-CN" sz="1600" b="1" dirty="0"/>
                    <a:t>Text here</a:t>
                  </a:r>
                  <a:endParaRPr lang="zh-CN" altLang="en-US" sz="1600" b="1" dirty="0"/>
                </a:p>
              </p:txBody>
            </p:sp>
          </p:grpSp>
          <p:grpSp>
            <p:nvGrpSpPr>
              <p:cNvPr id="23" name="i$lïḑê">
                <a:extLst>
                  <a:ext uri="{FF2B5EF4-FFF2-40B4-BE49-F238E27FC236}">
                    <a16:creationId xmlns:a16="http://schemas.microsoft.com/office/drawing/2014/main" id="{D6220AE7-51A0-4086-98AF-F8BC9CAE21A2}"/>
                  </a:ext>
                </a:extLst>
              </p:cNvPr>
              <p:cNvGrpSpPr/>
              <p:nvPr/>
            </p:nvGrpSpPr>
            <p:grpSpPr>
              <a:xfrm>
                <a:off x="5179504" y="2935209"/>
                <a:ext cx="2160000" cy="2952000"/>
                <a:chOff x="4307740" y="2877152"/>
                <a:chExt cx="2160000" cy="2952000"/>
              </a:xfrm>
            </p:grpSpPr>
            <p:sp>
              <p:nvSpPr>
                <p:cNvPr id="45" name="íšḷíde">
                  <a:extLst>
                    <a:ext uri="{FF2B5EF4-FFF2-40B4-BE49-F238E27FC236}">
                      <a16:creationId xmlns:a16="http://schemas.microsoft.com/office/drawing/2014/main" id="{ADAAD9E0-8D4E-431B-8AD6-754ACB9F28AB}"/>
                    </a:ext>
                  </a:extLst>
                </p:cNvPr>
                <p:cNvSpPr/>
                <p:nvPr/>
              </p:nvSpPr>
              <p:spPr>
                <a:xfrm>
                  <a:off x="4307740" y="2877152"/>
                  <a:ext cx="2160000" cy="2952000"/>
                </a:xfrm>
                <a:prstGeom prst="roundRect">
                  <a:avLst>
                    <a:gd name="adj" fmla="val 10162"/>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400" dirty="0">
                    <a:solidFill>
                      <a:schemeClr val="tx1"/>
                    </a:solidFill>
                  </a:endParaRPr>
                </a:p>
              </p:txBody>
            </p:sp>
            <p:grpSp>
              <p:nvGrpSpPr>
                <p:cNvPr id="16" name="îSļîdê">
                  <a:extLst>
                    <a:ext uri="{FF2B5EF4-FFF2-40B4-BE49-F238E27FC236}">
                      <a16:creationId xmlns:a16="http://schemas.microsoft.com/office/drawing/2014/main" id="{85CB4F3B-03C7-4BE6-8869-E91C0B4AA2C4}"/>
                    </a:ext>
                  </a:extLst>
                </p:cNvPr>
                <p:cNvGrpSpPr/>
                <p:nvPr/>
              </p:nvGrpSpPr>
              <p:grpSpPr>
                <a:xfrm>
                  <a:off x="4592677" y="3250058"/>
                  <a:ext cx="540002" cy="540000"/>
                  <a:chOff x="5253160" y="2419251"/>
                  <a:chExt cx="540002" cy="540000"/>
                </a:xfrm>
              </p:grpSpPr>
              <p:sp>
                <p:nvSpPr>
                  <p:cNvPr id="17" name="iślîḑé">
                    <a:extLst>
                      <a:ext uri="{FF2B5EF4-FFF2-40B4-BE49-F238E27FC236}">
                        <a16:creationId xmlns:a16="http://schemas.microsoft.com/office/drawing/2014/main" id="{C4095312-A2BD-4E23-BB46-71D2FC87FE3E}"/>
                      </a:ext>
                    </a:extLst>
                  </p:cNvPr>
                  <p:cNvSpPr/>
                  <p:nvPr/>
                </p:nvSpPr>
                <p:spPr>
                  <a:xfrm>
                    <a:off x="5253160" y="2419251"/>
                    <a:ext cx="540002" cy="540000"/>
                  </a:xfrm>
                  <a:prstGeom prst="roundRect">
                    <a:avLst>
                      <a:gd name="adj" fmla="val 30000"/>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18" name="ïŝļíḓé">
                    <a:extLst>
                      <a:ext uri="{FF2B5EF4-FFF2-40B4-BE49-F238E27FC236}">
                        <a16:creationId xmlns:a16="http://schemas.microsoft.com/office/drawing/2014/main" id="{EFC07F60-CED5-4A25-95E0-91E81ADB3CCA}"/>
                      </a:ext>
                    </a:extLst>
                  </p:cNvPr>
                  <p:cNvSpPr/>
                  <p:nvPr/>
                </p:nvSpPr>
                <p:spPr>
                  <a:xfrm>
                    <a:off x="5405997" y="2578359"/>
                    <a:ext cx="234327" cy="230142"/>
                  </a:xfrm>
                  <a:custGeom>
                    <a:avLst/>
                    <a:gdLst>
                      <a:gd name="connsiteX0" fmla="*/ 343764 w 533400"/>
                      <a:gd name="connsiteY0" fmla="*/ 276846 h 523875"/>
                      <a:gd name="connsiteX1" fmla="*/ 372339 w 533400"/>
                      <a:gd name="connsiteY1" fmla="*/ 305421 h 523875"/>
                      <a:gd name="connsiteX2" fmla="*/ 372339 w 533400"/>
                      <a:gd name="connsiteY2" fmla="*/ 495921 h 523875"/>
                      <a:gd name="connsiteX3" fmla="*/ 343764 w 533400"/>
                      <a:gd name="connsiteY3" fmla="*/ 524496 h 523875"/>
                      <a:gd name="connsiteX4" fmla="*/ 191364 w 533400"/>
                      <a:gd name="connsiteY4" fmla="*/ 524496 h 523875"/>
                      <a:gd name="connsiteX5" fmla="*/ 162789 w 533400"/>
                      <a:gd name="connsiteY5" fmla="*/ 495921 h 523875"/>
                      <a:gd name="connsiteX6" fmla="*/ 162789 w 533400"/>
                      <a:gd name="connsiteY6" fmla="*/ 305421 h 523875"/>
                      <a:gd name="connsiteX7" fmla="*/ 191364 w 533400"/>
                      <a:gd name="connsiteY7" fmla="*/ 276846 h 523875"/>
                      <a:gd name="connsiteX8" fmla="*/ 343764 w 533400"/>
                      <a:gd name="connsiteY8" fmla="*/ 276846 h 523875"/>
                      <a:gd name="connsiteX9" fmla="*/ 143739 w 533400"/>
                      <a:gd name="connsiteY9" fmla="*/ 114921 h 523875"/>
                      <a:gd name="connsiteX10" fmla="*/ 179934 w 533400"/>
                      <a:gd name="connsiteY10" fmla="*/ 153021 h 523875"/>
                      <a:gd name="connsiteX11" fmla="*/ 181839 w 533400"/>
                      <a:gd name="connsiteY11" fmla="*/ 153021 h 523875"/>
                      <a:gd name="connsiteX12" fmla="*/ 353289 w 533400"/>
                      <a:gd name="connsiteY12" fmla="*/ 153021 h 523875"/>
                      <a:gd name="connsiteX13" fmla="*/ 391389 w 533400"/>
                      <a:gd name="connsiteY13" fmla="*/ 116826 h 523875"/>
                      <a:gd name="connsiteX14" fmla="*/ 391389 w 533400"/>
                      <a:gd name="connsiteY14" fmla="*/ 114921 h 523875"/>
                      <a:gd name="connsiteX15" fmla="*/ 505689 w 533400"/>
                      <a:gd name="connsiteY15" fmla="*/ 114921 h 523875"/>
                      <a:gd name="connsiteX16" fmla="*/ 534264 w 533400"/>
                      <a:gd name="connsiteY16" fmla="*/ 143496 h 523875"/>
                      <a:gd name="connsiteX17" fmla="*/ 534264 w 533400"/>
                      <a:gd name="connsiteY17" fmla="*/ 381621 h 523875"/>
                      <a:gd name="connsiteX18" fmla="*/ 505689 w 533400"/>
                      <a:gd name="connsiteY18" fmla="*/ 410196 h 523875"/>
                      <a:gd name="connsiteX19" fmla="*/ 391389 w 533400"/>
                      <a:gd name="connsiteY19" fmla="*/ 410196 h 523875"/>
                      <a:gd name="connsiteX20" fmla="*/ 391389 w 533400"/>
                      <a:gd name="connsiteY20" fmla="*/ 295896 h 523875"/>
                      <a:gd name="connsiteX21" fmla="*/ 355194 w 533400"/>
                      <a:gd name="connsiteY21" fmla="*/ 257796 h 523875"/>
                      <a:gd name="connsiteX22" fmla="*/ 353289 w 533400"/>
                      <a:gd name="connsiteY22" fmla="*/ 257796 h 523875"/>
                      <a:gd name="connsiteX23" fmla="*/ 181839 w 533400"/>
                      <a:gd name="connsiteY23" fmla="*/ 257796 h 523875"/>
                      <a:gd name="connsiteX24" fmla="*/ 143739 w 533400"/>
                      <a:gd name="connsiteY24" fmla="*/ 293991 h 523875"/>
                      <a:gd name="connsiteX25" fmla="*/ 143739 w 533400"/>
                      <a:gd name="connsiteY25" fmla="*/ 295896 h 523875"/>
                      <a:gd name="connsiteX26" fmla="*/ 143739 w 533400"/>
                      <a:gd name="connsiteY26" fmla="*/ 410196 h 523875"/>
                      <a:gd name="connsiteX27" fmla="*/ 29439 w 533400"/>
                      <a:gd name="connsiteY27" fmla="*/ 410196 h 523875"/>
                      <a:gd name="connsiteX28" fmla="*/ 864 w 533400"/>
                      <a:gd name="connsiteY28" fmla="*/ 381621 h 523875"/>
                      <a:gd name="connsiteX29" fmla="*/ 864 w 533400"/>
                      <a:gd name="connsiteY29" fmla="*/ 201408 h 523875"/>
                      <a:gd name="connsiteX30" fmla="*/ 11151 w 533400"/>
                      <a:gd name="connsiteY30" fmla="*/ 175405 h 523875"/>
                      <a:gd name="connsiteX31" fmla="*/ 56300 w 533400"/>
                      <a:gd name="connsiteY31" fmla="*/ 127018 h 523875"/>
                      <a:gd name="connsiteX32" fmla="*/ 84112 w 533400"/>
                      <a:gd name="connsiteY32" fmla="*/ 114921 h 523875"/>
                      <a:gd name="connsiteX33" fmla="*/ 143739 w 533400"/>
                      <a:gd name="connsiteY33" fmla="*/ 114921 h 523875"/>
                      <a:gd name="connsiteX34" fmla="*/ 462827 w 533400"/>
                      <a:gd name="connsiteY34" fmla="*/ 172071 h 523875"/>
                      <a:gd name="connsiteX35" fmla="*/ 448539 w 533400"/>
                      <a:gd name="connsiteY35" fmla="*/ 186359 h 523875"/>
                      <a:gd name="connsiteX36" fmla="*/ 462827 w 533400"/>
                      <a:gd name="connsiteY36" fmla="*/ 200646 h 523875"/>
                      <a:gd name="connsiteX37" fmla="*/ 477114 w 533400"/>
                      <a:gd name="connsiteY37" fmla="*/ 186359 h 523875"/>
                      <a:gd name="connsiteX38" fmla="*/ 462827 w 533400"/>
                      <a:gd name="connsiteY38" fmla="*/ 172071 h 523875"/>
                      <a:gd name="connsiteX39" fmla="*/ 343764 w 533400"/>
                      <a:gd name="connsiteY39" fmla="*/ 621 h 523875"/>
                      <a:gd name="connsiteX40" fmla="*/ 372339 w 533400"/>
                      <a:gd name="connsiteY40" fmla="*/ 29196 h 523875"/>
                      <a:gd name="connsiteX41" fmla="*/ 372339 w 533400"/>
                      <a:gd name="connsiteY41" fmla="*/ 105396 h 523875"/>
                      <a:gd name="connsiteX42" fmla="*/ 343764 w 533400"/>
                      <a:gd name="connsiteY42" fmla="*/ 133971 h 523875"/>
                      <a:gd name="connsiteX43" fmla="*/ 191364 w 533400"/>
                      <a:gd name="connsiteY43" fmla="*/ 133971 h 523875"/>
                      <a:gd name="connsiteX44" fmla="*/ 162789 w 533400"/>
                      <a:gd name="connsiteY44" fmla="*/ 105396 h 523875"/>
                      <a:gd name="connsiteX45" fmla="*/ 162789 w 533400"/>
                      <a:gd name="connsiteY45" fmla="*/ 29196 h 523875"/>
                      <a:gd name="connsiteX46" fmla="*/ 191364 w 533400"/>
                      <a:gd name="connsiteY46" fmla="*/ 621 h 523875"/>
                      <a:gd name="connsiteX47" fmla="*/ 343764 w 533400"/>
                      <a:gd name="connsiteY47" fmla="*/ 62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3400" h="523875">
                        <a:moveTo>
                          <a:pt x="343764" y="276846"/>
                        </a:moveTo>
                        <a:cubicBezTo>
                          <a:pt x="359576" y="276846"/>
                          <a:pt x="372339" y="289610"/>
                          <a:pt x="372339" y="305421"/>
                        </a:cubicBezTo>
                        <a:lnTo>
                          <a:pt x="372339" y="495921"/>
                        </a:lnTo>
                        <a:cubicBezTo>
                          <a:pt x="372339" y="511732"/>
                          <a:pt x="359576" y="524496"/>
                          <a:pt x="343764" y="524496"/>
                        </a:cubicBezTo>
                        <a:lnTo>
                          <a:pt x="191364" y="524496"/>
                        </a:lnTo>
                        <a:cubicBezTo>
                          <a:pt x="175552" y="524496"/>
                          <a:pt x="162789" y="511732"/>
                          <a:pt x="162789" y="495921"/>
                        </a:cubicBezTo>
                        <a:lnTo>
                          <a:pt x="162789" y="305421"/>
                        </a:lnTo>
                        <a:cubicBezTo>
                          <a:pt x="162789" y="289610"/>
                          <a:pt x="175552" y="276846"/>
                          <a:pt x="191364" y="276846"/>
                        </a:cubicBezTo>
                        <a:lnTo>
                          <a:pt x="343764" y="276846"/>
                        </a:lnTo>
                        <a:close/>
                        <a:moveTo>
                          <a:pt x="143739" y="114921"/>
                        </a:moveTo>
                        <a:cubicBezTo>
                          <a:pt x="143739" y="135305"/>
                          <a:pt x="159741" y="151973"/>
                          <a:pt x="179934" y="153021"/>
                        </a:cubicBezTo>
                        <a:lnTo>
                          <a:pt x="181839" y="153021"/>
                        </a:lnTo>
                        <a:lnTo>
                          <a:pt x="353289" y="153021"/>
                        </a:lnTo>
                        <a:cubicBezTo>
                          <a:pt x="373673" y="153021"/>
                          <a:pt x="390341" y="137019"/>
                          <a:pt x="391389" y="116826"/>
                        </a:cubicBezTo>
                        <a:lnTo>
                          <a:pt x="391389" y="114921"/>
                        </a:lnTo>
                        <a:lnTo>
                          <a:pt x="505689" y="114921"/>
                        </a:lnTo>
                        <a:cubicBezTo>
                          <a:pt x="521501" y="114921"/>
                          <a:pt x="534264" y="127685"/>
                          <a:pt x="534264" y="143496"/>
                        </a:cubicBezTo>
                        <a:lnTo>
                          <a:pt x="534264" y="381621"/>
                        </a:lnTo>
                        <a:cubicBezTo>
                          <a:pt x="534264" y="397432"/>
                          <a:pt x="521501" y="410196"/>
                          <a:pt x="505689" y="410196"/>
                        </a:cubicBezTo>
                        <a:lnTo>
                          <a:pt x="391389" y="410196"/>
                        </a:lnTo>
                        <a:lnTo>
                          <a:pt x="391389" y="295896"/>
                        </a:lnTo>
                        <a:cubicBezTo>
                          <a:pt x="391389" y="275512"/>
                          <a:pt x="375387" y="258844"/>
                          <a:pt x="355194" y="257796"/>
                        </a:cubicBezTo>
                        <a:lnTo>
                          <a:pt x="353289" y="257796"/>
                        </a:lnTo>
                        <a:lnTo>
                          <a:pt x="181839" y="257796"/>
                        </a:lnTo>
                        <a:cubicBezTo>
                          <a:pt x="161455" y="257796"/>
                          <a:pt x="144787" y="273798"/>
                          <a:pt x="143739" y="293991"/>
                        </a:cubicBezTo>
                        <a:lnTo>
                          <a:pt x="143739" y="295896"/>
                        </a:lnTo>
                        <a:lnTo>
                          <a:pt x="143739" y="410196"/>
                        </a:lnTo>
                        <a:lnTo>
                          <a:pt x="29439" y="410196"/>
                        </a:lnTo>
                        <a:cubicBezTo>
                          <a:pt x="13627" y="410196"/>
                          <a:pt x="864" y="397432"/>
                          <a:pt x="864" y="381621"/>
                        </a:cubicBezTo>
                        <a:lnTo>
                          <a:pt x="864" y="201408"/>
                        </a:lnTo>
                        <a:cubicBezTo>
                          <a:pt x="864" y="191788"/>
                          <a:pt x="4484" y="182454"/>
                          <a:pt x="11151" y="175405"/>
                        </a:cubicBezTo>
                        <a:lnTo>
                          <a:pt x="56300" y="127018"/>
                        </a:lnTo>
                        <a:cubicBezTo>
                          <a:pt x="63538" y="119303"/>
                          <a:pt x="73635" y="114921"/>
                          <a:pt x="84112" y="114921"/>
                        </a:cubicBezTo>
                        <a:lnTo>
                          <a:pt x="143739" y="114921"/>
                        </a:lnTo>
                        <a:close/>
                        <a:moveTo>
                          <a:pt x="462827" y="172071"/>
                        </a:moveTo>
                        <a:cubicBezTo>
                          <a:pt x="454921" y="172071"/>
                          <a:pt x="448539" y="178453"/>
                          <a:pt x="448539" y="186359"/>
                        </a:cubicBezTo>
                        <a:cubicBezTo>
                          <a:pt x="448539" y="194264"/>
                          <a:pt x="454921" y="200646"/>
                          <a:pt x="462827" y="200646"/>
                        </a:cubicBezTo>
                        <a:cubicBezTo>
                          <a:pt x="470732" y="200646"/>
                          <a:pt x="477114" y="194264"/>
                          <a:pt x="477114" y="186359"/>
                        </a:cubicBezTo>
                        <a:cubicBezTo>
                          <a:pt x="477114" y="178453"/>
                          <a:pt x="470732" y="172071"/>
                          <a:pt x="462827" y="172071"/>
                        </a:cubicBezTo>
                        <a:close/>
                        <a:moveTo>
                          <a:pt x="343764" y="621"/>
                        </a:moveTo>
                        <a:cubicBezTo>
                          <a:pt x="359576" y="621"/>
                          <a:pt x="372339" y="13385"/>
                          <a:pt x="372339" y="29196"/>
                        </a:cubicBezTo>
                        <a:lnTo>
                          <a:pt x="372339" y="105396"/>
                        </a:lnTo>
                        <a:cubicBezTo>
                          <a:pt x="372339" y="121207"/>
                          <a:pt x="359576" y="133971"/>
                          <a:pt x="343764" y="133971"/>
                        </a:cubicBezTo>
                        <a:lnTo>
                          <a:pt x="191364" y="133971"/>
                        </a:lnTo>
                        <a:cubicBezTo>
                          <a:pt x="175552" y="133971"/>
                          <a:pt x="162789" y="121207"/>
                          <a:pt x="162789" y="105396"/>
                        </a:cubicBezTo>
                        <a:lnTo>
                          <a:pt x="162789" y="29196"/>
                        </a:lnTo>
                        <a:cubicBezTo>
                          <a:pt x="162789" y="13385"/>
                          <a:pt x="175552" y="621"/>
                          <a:pt x="191364" y="621"/>
                        </a:cubicBezTo>
                        <a:lnTo>
                          <a:pt x="343764" y="621"/>
                        </a:ln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sp>
              <p:nvSpPr>
                <p:cNvPr id="49" name="iŝľiďê">
                  <a:extLst>
                    <a:ext uri="{FF2B5EF4-FFF2-40B4-BE49-F238E27FC236}">
                      <a16:creationId xmlns:a16="http://schemas.microsoft.com/office/drawing/2014/main" id="{B5118C54-BE80-4D49-86BA-D81A0A1C781A}"/>
                    </a:ext>
                  </a:extLst>
                </p:cNvPr>
                <p:cNvSpPr txBox="1"/>
                <p:nvPr/>
              </p:nvSpPr>
              <p:spPr>
                <a:xfrm flipH="1">
                  <a:off x="4520218" y="4564638"/>
                  <a:ext cx="1651981" cy="995017"/>
                </a:xfrm>
                <a:prstGeom prst="rect">
                  <a:avLst/>
                </a:prstGeom>
                <a:noFill/>
              </p:spPr>
              <p:txBody>
                <a:bodyPr wrap="square" lIns="90000" tIns="46800" rIns="90000" bIns="46800" anchor="t" anchorCtr="0">
                  <a:spAutoFit/>
                </a:bodyPr>
                <a:lstStyle/>
                <a:p>
                  <a:pPr marL="171450" indent="-171450">
                    <a:lnSpc>
                      <a:spcPct val="150000"/>
                    </a:lnSpc>
                    <a:buFont typeface="Arial" panose="020B0604020202020204" pitchFamily="34" charset="0"/>
                    <a:buChar char="•"/>
                  </a:pPr>
                  <a:r>
                    <a:rPr lang="en-US" altLang="zh-CN" sz="800" dirty="0"/>
                    <a:t>Theme  color makes PPT more convenient to change.</a:t>
                  </a:r>
                </a:p>
                <a:p>
                  <a:pPr marL="171450" indent="-171450">
                    <a:lnSpc>
                      <a:spcPct val="150000"/>
                    </a:lnSpc>
                    <a:buFont typeface="Arial" panose="020B0604020202020204" pitchFamily="34" charset="0"/>
                    <a:buChar char="•"/>
                  </a:pPr>
                  <a:endParaRPr lang="en-US" altLang="zh-CN" sz="800" dirty="0"/>
                </a:p>
                <a:p>
                  <a:pPr marL="171450" indent="-171450">
                    <a:lnSpc>
                      <a:spcPct val="150000"/>
                    </a:lnSpc>
                    <a:buFont typeface="Arial" panose="020B0604020202020204" pitchFamily="34" charset="0"/>
                    <a:buChar char="•"/>
                  </a:pPr>
                  <a:r>
                    <a:rPr lang="en-US" altLang="zh-CN" sz="800" dirty="0"/>
                    <a:t>Theme  color makes PPT more convenient to change.</a:t>
                  </a:r>
                </a:p>
              </p:txBody>
            </p:sp>
            <p:sp>
              <p:nvSpPr>
                <p:cNvPr id="50" name="iṣľîdé">
                  <a:extLst>
                    <a:ext uri="{FF2B5EF4-FFF2-40B4-BE49-F238E27FC236}">
                      <a16:creationId xmlns:a16="http://schemas.microsoft.com/office/drawing/2014/main" id="{0844D0E3-B34A-466D-9CDF-503A8B5C8D36}"/>
                    </a:ext>
                  </a:extLst>
                </p:cNvPr>
                <p:cNvSpPr txBox="1"/>
                <p:nvPr/>
              </p:nvSpPr>
              <p:spPr>
                <a:xfrm flipH="1">
                  <a:off x="4520218" y="4091786"/>
                  <a:ext cx="1651981" cy="340735"/>
                </a:xfrm>
                <a:prstGeom prst="rect">
                  <a:avLst/>
                </a:prstGeom>
                <a:noFill/>
              </p:spPr>
              <p:txBody>
                <a:bodyPr wrap="square" lIns="90000" tIns="46800" rIns="90000" bIns="46800" anchor="b" anchorCtr="0">
                  <a:spAutoFit/>
                </a:bodyPr>
                <a:lstStyle/>
                <a:p>
                  <a:r>
                    <a:rPr lang="en-US" altLang="zh-CN" sz="1600" b="1" dirty="0"/>
                    <a:t>Text here</a:t>
                  </a:r>
                  <a:endParaRPr lang="zh-CN" altLang="en-US" sz="1600" b="1" dirty="0"/>
                </a:p>
              </p:txBody>
            </p:sp>
          </p:grpSp>
          <p:grpSp>
            <p:nvGrpSpPr>
              <p:cNvPr id="22" name="ïşļíḓè">
                <a:extLst>
                  <a:ext uri="{FF2B5EF4-FFF2-40B4-BE49-F238E27FC236}">
                    <a16:creationId xmlns:a16="http://schemas.microsoft.com/office/drawing/2014/main" id="{5B78849C-66D8-4038-ADC0-04B9855F5C66}"/>
                  </a:ext>
                </a:extLst>
              </p:cNvPr>
              <p:cNvGrpSpPr/>
              <p:nvPr/>
            </p:nvGrpSpPr>
            <p:grpSpPr>
              <a:xfrm>
                <a:off x="2544254" y="3511209"/>
                <a:ext cx="2160000" cy="2376000"/>
                <a:chOff x="6873140" y="3453152"/>
                <a:chExt cx="2160000" cy="2376000"/>
              </a:xfrm>
            </p:grpSpPr>
            <p:sp>
              <p:nvSpPr>
                <p:cNvPr id="51" name="ïṣliḍè">
                  <a:extLst>
                    <a:ext uri="{FF2B5EF4-FFF2-40B4-BE49-F238E27FC236}">
                      <a16:creationId xmlns:a16="http://schemas.microsoft.com/office/drawing/2014/main" id="{3EBC4C26-EFCC-41A2-89AD-B3734550C160}"/>
                    </a:ext>
                  </a:extLst>
                </p:cNvPr>
                <p:cNvSpPr/>
                <p:nvPr/>
              </p:nvSpPr>
              <p:spPr>
                <a:xfrm>
                  <a:off x="6873140" y="3453152"/>
                  <a:ext cx="2160000" cy="2376000"/>
                </a:xfrm>
                <a:prstGeom prst="roundRect">
                  <a:avLst>
                    <a:gd name="adj" fmla="val 10162"/>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400" dirty="0">
                    <a:solidFill>
                      <a:schemeClr val="tx1"/>
                    </a:solidFill>
                  </a:endParaRPr>
                </a:p>
              </p:txBody>
            </p:sp>
            <p:grpSp>
              <p:nvGrpSpPr>
                <p:cNvPr id="25" name="îSḷïde">
                  <a:extLst>
                    <a:ext uri="{FF2B5EF4-FFF2-40B4-BE49-F238E27FC236}">
                      <a16:creationId xmlns:a16="http://schemas.microsoft.com/office/drawing/2014/main" id="{44C0D188-7BD4-4B21-8B7B-B3A2CEE4018F}"/>
                    </a:ext>
                  </a:extLst>
                </p:cNvPr>
                <p:cNvGrpSpPr/>
                <p:nvPr/>
              </p:nvGrpSpPr>
              <p:grpSpPr>
                <a:xfrm>
                  <a:off x="7158077" y="3826058"/>
                  <a:ext cx="540002" cy="540000"/>
                  <a:chOff x="8475800" y="2419251"/>
                  <a:chExt cx="540002" cy="540000"/>
                </a:xfrm>
              </p:grpSpPr>
              <p:sp>
                <p:nvSpPr>
                  <p:cNvPr id="26" name="iŝļîďé">
                    <a:extLst>
                      <a:ext uri="{FF2B5EF4-FFF2-40B4-BE49-F238E27FC236}">
                        <a16:creationId xmlns:a16="http://schemas.microsoft.com/office/drawing/2014/main" id="{32E5A771-26AE-4151-9686-6B553EDEAB2F}"/>
                      </a:ext>
                    </a:extLst>
                  </p:cNvPr>
                  <p:cNvSpPr/>
                  <p:nvPr/>
                </p:nvSpPr>
                <p:spPr>
                  <a:xfrm>
                    <a:off x="8475800" y="2419251"/>
                    <a:ext cx="540002" cy="540000"/>
                  </a:xfrm>
                  <a:prstGeom prst="roundRect">
                    <a:avLst>
                      <a:gd name="adj" fmla="val 30000"/>
                    </a:avLst>
                  </a:prstGeom>
                  <a:solidFill>
                    <a:srgbClr val="6F6F6F">
                      <a:alpha val="49804"/>
                    </a:srgb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27" name="íṥľîḍê">
                    <a:extLst>
                      <a:ext uri="{FF2B5EF4-FFF2-40B4-BE49-F238E27FC236}">
                        <a16:creationId xmlns:a16="http://schemas.microsoft.com/office/drawing/2014/main" id="{3909041C-E20B-407E-9429-9DBDD5D86E76}"/>
                      </a:ext>
                    </a:extLst>
                  </p:cNvPr>
                  <p:cNvSpPr/>
                  <p:nvPr/>
                </p:nvSpPr>
                <p:spPr>
                  <a:xfrm>
                    <a:off x="8628638" y="2604313"/>
                    <a:ext cx="234327" cy="186593"/>
                  </a:xfrm>
                  <a:custGeom>
                    <a:avLst/>
                    <a:gdLst>
                      <a:gd name="connsiteX0" fmla="*/ 486767 w 514350"/>
                      <a:gd name="connsiteY0" fmla="*/ 621 h 409575"/>
                      <a:gd name="connsiteX1" fmla="*/ 515342 w 514350"/>
                      <a:gd name="connsiteY1" fmla="*/ 29196 h 409575"/>
                      <a:gd name="connsiteX2" fmla="*/ 515342 w 514350"/>
                      <a:gd name="connsiteY2" fmla="*/ 324471 h 409575"/>
                      <a:gd name="connsiteX3" fmla="*/ 486767 w 514350"/>
                      <a:gd name="connsiteY3" fmla="*/ 353046 h 409575"/>
                      <a:gd name="connsiteX4" fmla="*/ 192159 w 514350"/>
                      <a:gd name="connsiteY4" fmla="*/ 353046 h 409575"/>
                      <a:gd name="connsiteX5" fmla="*/ 115387 w 514350"/>
                      <a:gd name="connsiteY5" fmla="*/ 410196 h 409575"/>
                      <a:gd name="connsiteX6" fmla="*/ 115387 w 514350"/>
                      <a:gd name="connsiteY6" fmla="*/ 353046 h 409575"/>
                      <a:gd name="connsiteX7" fmla="*/ 29567 w 514350"/>
                      <a:gd name="connsiteY7" fmla="*/ 353046 h 409575"/>
                      <a:gd name="connsiteX8" fmla="*/ 992 w 514350"/>
                      <a:gd name="connsiteY8" fmla="*/ 324471 h 409575"/>
                      <a:gd name="connsiteX9" fmla="*/ 992 w 514350"/>
                      <a:gd name="connsiteY9" fmla="*/ 29196 h 409575"/>
                      <a:gd name="connsiteX10" fmla="*/ 29567 w 514350"/>
                      <a:gd name="connsiteY10" fmla="*/ 621 h 409575"/>
                      <a:gd name="connsiteX11" fmla="*/ 486767 w 514350"/>
                      <a:gd name="connsiteY11" fmla="*/ 621 h 409575"/>
                      <a:gd name="connsiteX12" fmla="*/ 124817 w 514350"/>
                      <a:gd name="connsiteY12" fmla="*/ 143496 h 409575"/>
                      <a:gd name="connsiteX13" fmla="*/ 91480 w 514350"/>
                      <a:gd name="connsiteY13" fmla="*/ 176834 h 409575"/>
                      <a:gd name="connsiteX14" fmla="*/ 124817 w 514350"/>
                      <a:gd name="connsiteY14" fmla="*/ 210171 h 409575"/>
                      <a:gd name="connsiteX15" fmla="*/ 158155 w 514350"/>
                      <a:gd name="connsiteY15" fmla="*/ 176834 h 409575"/>
                      <a:gd name="connsiteX16" fmla="*/ 124817 w 514350"/>
                      <a:gd name="connsiteY16" fmla="*/ 143496 h 409575"/>
                      <a:gd name="connsiteX17" fmla="*/ 258167 w 514350"/>
                      <a:gd name="connsiteY17" fmla="*/ 143496 h 409575"/>
                      <a:gd name="connsiteX18" fmla="*/ 224830 w 514350"/>
                      <a:gd name="connsiteY18" fmla="*/ 176834 h 409575"/>
                      <a:gd name="connsiteX19" fmla="*/ 258167 w 514350"/>
                      <a:gd name="connsiteY19" fmla="*/ 210171 h 409575"/>
                      <a:gd name="connsiteX20" fmla="*/ 291505 w 514350"/>
                      <a:gd name="connsiteY20" fmla="*/ 176834 h 409575"/>
                      <a:gd name="connsiteX21" fmla="*/ 258167 w 514350"/>
                      <a:gd name="connsiteY21" fmla="*/ 143496 h 409575"/>
                      <a:gd name="connsiteX22" fmla="*/ 391517 w 514350"/>
                      <a:gd name="connsiteY22" fmla="*/ 143496 h 409575"/>
                      <a:gd name="connsiteX23" fmla="*/ 358180 w 514350"/>
                      <a:gd name="connsiteY23" fmla="*/ 176834 h 409575"/>
                      <a:gd name="connsiteX24" fmla="*/ 391517 w 514350"/>
                      <a:gd name="connsiteY24" fmla="*/ 210171 h 409575"/>
                      <a:gd name="connsiteX25" fmla="*/ 424855 w 514350"/>
                      <a:gd name="connsiteY25" fmla="*/ 176834 h 409575"/>
                      <a:gd name="connsiteX26" fmla="*/ 391517 w 514350"/>
                      <a:gd name="connsiteY26" fmla="*/ 143496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14350" h="409575">
                        <a:moveTo>
                          <a:pt x="486767" y="621"/>
                        </a:moveTo>
                        <a:cubicBezTo>
                          <a:pt x="502579" y="621"/>
                          <a:pt x="515342" y="13385"/>
                          <a:pt x="515342" y="29196"/>
                        </a:cubicBezTo>
                        <a:lnTo>
                          <a:pt x="515342" y="324471"/>
                        </a:lnTo>
                        <a:cubicBezTo>
                          <a:pt x="515342" y="340282"/>
                          <a:pt x="502579" y="353046"/>
                          <a:pt x="486767" y="353046"/>
                        </a:cubicBezTo>
                        <a:lnTo>
                          <a:pt x="192159" y="353046"/>
                        </a:lnTo>
                        <a:lnTo>
                          <a:pt x="115387" y="410196"/>
                        </a:lnTo>
                        <a:lnTo>
                          <a:pt x="115387" y="353046"/>
                        </a:lnTo>
                        <a:lnTo>
                          <a:pt x="29567" y="353046"/>
                        </a:lnTo>
                        <a:cubicBezTo>
                          <a:pt x="13755" y="353046"/>
                          <a:pt x="992" y="340282"/>
                          <a:pt x="992" y="324471"/>
                        </a:cubicBezTo>
                        <a:lnTo>
                          <a:pt x="992" y="29196"/>
                        </a:lnTo>
                        <a:cubicBezTo>
                          <a:pt x="992" y="13385"/>
                          <a:pt x="13755" y="621"/>
                          <a:pt x="29567" y="621"/>
                        </a:cubicBezTo>
                        <a:lnTo>
                          <a:pt x="486767"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3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sp>
              <p:nvSpPr>
                <p:cNvPr id="56" name="îśļîḑê">
                  <a:extLst>
                    <a:ext uri="{FF2B5EF4-FFF2-40B4-BE49-F238E27FC236}">
                      <a16:creationId xmlns:a16="http://schemas.microsoft.com/office/drawing/2014/main" id="{B4D1EA5F-AF07-4E42-9D8D-5ED8AE611317}"/>
                    </a:ext>
                  </a:extLst>
                </p:cNvPr>
                <p:cNvSpPr txBox="1"/>
                <p:nvPr/>
              </p:nvSpPr>
              <p:spPr>
                <a:xfrm flipH="1">
                  <a:off x="7085618" y="5118636"/>
                  <a:ext cx="1651981" cy="441019"/>
                </a:xfrm>
                <a:prstGeom prst="rect">
                  <a:avLst/>
                </a:prstGeom>
                <a:noFill/>
              </p:spPr>
              <p:txBody>
                <a:bodyPr wrap="square" lIns="90000" tIns="46800" rIns="90000" bIns="46800" anchor="t" anchorCtr="0">
                  <a:spAutoFit/>
                </a:bodyPr>
                <a:lstStyle/>
                <a:p>
                  <a:pPr marL="171450" indent="-171450">
                    <a:lnSpc>
                      <a:spcPct val="150000"/>
                    </a:lnSpc>
                    <a:buFont typeface="Arial" panose="020B0604020202020204" pitchFamily="34" charset="0"/>
                    <a:buChar char="•"/>
                  </a:pPr>
                  <a:r>
                    <a:rPr lang="en-US" altLang="zh-CN" sz="800" dirty="0"/>
                    <a:t>Theme  color makes PPT more convenient to change.</a:t>
                  </a:r>
                </a:p>
              </p:txBody>
            </p:sp>
            <p:sp>
              <p:nvSpPr>
                <p:cNvPr id="57" name="iṡlïdê">
                  <a:extLst>
                    <a:ext uri="{FF2B5EF4-FFF2-40B4-BE49-F238E27FC236}">
                      <a16:creationId xmlns:a16="http://schemas.microsoft.com/office/drawing/2014/main" id="{8D605086-C7AF-4743-BE84-E76700D212A0}"/>
                    </a:ext>
                  </a:extLst>
                </p:cNvPr>
                <p:cNvSpPr txBox="1"/>
                <p:nvPr/>
              </p:nvSpPr>
              <p:spPr>
                <a:xfrm flipH="1">
                  <a:off x="7085618" y="4667786"/>
                  <a:ext cx="1651981" cy="340735"/>
                </a:xfrm>
                <a:prstGeom prst="rect">
                  <a:avLst/>
                </a:prstGeom>
                <a:noFill/>
              </p:spPr>
              <p:txBody>
                <a:bodyPr wrap="square" lIns="90000" tIns="46800" rIns="90000" bIns="46800" anchor="b" anchorCtr="0">
                  <a:spAutoFit/>
                </a:bodyPr>
                <a:lstStyle/>
                <a:p>
                  <a:r>
                    <a:rPr lang="en-US" altLang="zh-CN" sz="1600" b="1" dirty="0"/>
                    <a:t>Text here</a:t>
                  </a:r>
                  <a:endParaRPr lang="zh-CN" altLang="en-US" sz="1600" b="1" dirty="0"/>
                </a:p>
              </p:txBody>
            </p:sp>
          </p:grpSp>
        </p:grpSp>
        <p:grpSp>
          <p:nvGrpSpPr>
            <p:cNvPr id="60" name="iṧ1îḑê">
              <a:extLst>
                <a:ext uri="{FF2B5EF4-FFF2-40B4-BE49-F238E27FC236}">
                  <a16:creationId xmlns:a16="http://schemas.microsoft.com/office/drawing/2014/main" id="{F2DA50FE-16F5-4738-B5F7-E25AFEDF9A45}"/>
                </a:ext>
              </a:extLst>
            </p:cNvPr>
            <p:cNvGrpSpPr/>
            <p:nvPr/>
          </p:nvGrpSpPr>
          <p:grpSpPr>
            <a:xfrm>
              <a:off x="1518815" y="1237343"/>
              <a:ext cx="5186935" cy="1492905"/>
              <a:chOff x="1150364" y="1219200"/>
              <a:chExt cx="5186935" cy="1492905"/>
            </a:xfrm>
          </p:grpSpPr>
          <p:sp>
            <p:nvSpPr>
              <p:cNvPr id="58" name="îšľîḑe">
                <a:extLst>
                  <a:ext uri="{FF2B5EF4-FFF2-40B4-BE49-F238E27FC236}">
                    <a16:creationId xmlns:a16="http://schemas.microsoft.com/office/drawing/2014/main" id="{C4C5556F-336D-4A28-8E5F-F8876258A00E}"/>
                  </a:ext>
                </a:extLst>
              </p:cNvPr>
              <p:cNvSpPr/>
              <p:nvPr/>
            </p:nvSpPr>
            <p:spPr>
              <a:xfrm>
                <a:off x="1150364" y="1219200"/>
                <a:ext cx="5186935" cy="972457"/>
              </a:xfrm>
              <a:prstGeom prst="rect">
                <a:avLst/>
              </a:prstGeom>
            </p:spPr>
            <p:txBody>
              <a:bodyPr anchor="b" anchorCtr="0">
                <a:noAutofit/>
              </a:bodyPr>
              <a:lstStyle/>
              <a:p>
                <a:pPr>
                  <a:buSzPct val="25000"/>
                </a:pPr>
                <a:r>
                  <a:rPr lang="en-US" altLang="zh-CN" sz="3200" b="1" dirty="0">
                    <a:solidFill>
                      <a:schemeClr val="accent1"/>
                    </a:solidFill>
                  </a:rPr>
                  <a:t>Supporting </a:t>
                </a:r>
                <a:r>
                  <a:rPr lang="en-US" altLang="zh-CN" sz="3200" b="1" dirty="0"/>
                  <a:t>text h</a:t>
                </a:r>
                <a:r>
                  <a:rPr lang="en-US" altLang="zh-CN" sz="300" b="1" dirty="0"/>
                  <a:t> </a:t>
                </a:r>
                <a:r>
                  <a:rPr lang="en-US" altLang="zh-CN" sz="3200" b="1" dirty="0"/>
                  <a:t>ere.</a:t>
                </a:r>
              </a:p>
            </p:txBody>
          </p:sp>
          <p:sp>
            <p:nvSpPr>
              <p:cNvPr id="59" name="îSḻïďê">
                <a:extLst>
                  <a:ext uri="{FF2B5EF4-FFF2-40B4-BE49-F238E27FC236}">
                    <a16:creationId xmlns:a16="http://schemas.microsoft.com/office/drawing/2014/main" id="{412DC7D2-AE21-4C19-AAA1-A386FABCECBF}"/>
                  </a:ext>
                </a:extLst>
              </p:cNvPr>
              <p:cNvSpPr txBox="1"/>
              <p:nvPr/>
            </p:nvSpPr>
            <p:spPr>
              <a:xfrm>
                <a:off x="1150364" y="2311995"/>
                <a:ext cx="5161536" cy="400110"/>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00000"/>
                  </a:lnSpc>
                </a:pPr>
                <a:r>
                  <a:rPr lang="en-US" altLang="zh-CN" sz="1000" dirty="0">
                    <a:solidFill>
                      <a:schemeClr val="tx1"/>
                    </a:solidFill>
                  </a:rPr>
                  <a:t>Theme color makes PPT more convenient to change. </a:t>
                </a:r>
              </a:p>
              <a:p>
                <a:pPr algn="l">
                  <a:lnSpc>
                    <a:spcPct val="100000"/>
                  </a:lnSpc>
                </a:pPr>
                <a:r>
                  <a:rPr lang="en-US" altLang="zh-CN" sz="1000" dirty="0">
                    <a:solidFill>
                      <a:schemeClr val="tx1"/>
                    </a:solidFill>
                  </a:rPr>
                  <a:t>Adjust the spacing to adapt to Chinese typesetting, use the reference line in PPT……</a:t>
                </a:r>
              </a:p>
            </p:txBody>
          </p:sp>
        </p:grpSp>
      </p:grpSp>
    </p:spTree>
    <p:custDataLst>
      <p:tags r:id="rId1"/>
    </p:custDataLst>
    <p:extLst>
      <p:ext uri="{BB962C8B-B14F-4D97-AF65-F5344CB8AC3E}">
        <p14:creationId xmlns:p14="http://schemas.microsoft.com/office/powerpoint/2010/main" val="3542013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i$1iḍè"/>
        <p:cNvGrpSpPr/>
        <p:nvPr/>
      </p:nvGrpSpPr>
      <p:grpSpPr>
        <a:xfrm>
          <a:off x="0" y="0"/>
          <a:ext cx="0" cy="0"/>
          <a:chOff x="0" y="0"/>
          <a:chExt cx="0" cy="0"/>
        </a:xfrm>
      </p:grpSpPr>
      <p:sp>
        <p:nvSpPr>
          <p:cNvPr id="4" name="ïṡļïḋè">
            <a:extLst>
              <a:ext uri="{FF2B5EF4-FFF2-40B4-BE49-F238E27FC236}">
                <a16:creationId xmlns:a16="http://schemas.microsoft.com/office/drawing/2014/main" id="{3E7816B9-4368-481C-AF7D-011CB1B5D3BB}"/>
              </a:ext>
            </a:extLst>
          </p:cNvPr>
          <p:cNvSpPr>
            <a:spLocks noGrp="1"/>
          </p:cNvSpPr>
          <p:nvPr>
            <p:ph type="title"/>
          </p:nvPr>
        </p:nvSpPr>
        <p:spPr/>
        <p:txBody>
          <a:bodyPr/>
          <a:lstStyle/>
          <a:p>
            <a:r>
              <a:rPr lang="zh-CN" altLang="en-US" dirty="0">
                <a:solidFill>
                  <a:srgbClr val="080808"/>
                </a:solidFill>
              </a:rPr>
              <a:t>总结反思与改进</a:t>
            </a:r>
          </a:p>
        </p:txBody>
      </p:sp>
      <p:sp>
        <p:nvSpPr>
          <p:cNvPr id="5" name="i$ľiḍe">
            <a:extLst>
              <a:ext uri="{FF2B5EF4-FFF2-40B4-BE49-F238E27FC236}">
                <a16:creationId xmlns:a16="http://schemas.microsoft.com/office/drawing/2014/main" id="{7239E965-33B6-4BC1-B1B3-CD2DC6B7EA81}"/>
              </a:ext>
            </a:extLst>
          </p:cNvPr>
          <p:cNvSpPr>
            <a:spLocks noGrp="1"/>
          </p:cNvSpPr>
          <p:nvPr>
            <p:ph type="body" idx="1"/>
          </p:nvPr>
        </p:nvSpPr>
        <p:spPr/>
        <p:txBody>
          <a:bodyPr/>
          <a:lstStyle/>
          <a:p>
            <a:r>
              <a:rPr lang="en-GB" altLang="zh-CN" dirty="0">
                <a:solidFill>
                  <a:srgbClr val="080808"/>
                </a:solidFill>
              </a:rPr>
              <a:t>When you copy &amp; paste, choose "keep text only" option.</a:t>
            </a:r>
          </a:p>
        </p:txBody>
      </p:sp>
      <p:sp>
        <p:nvSpPr>
          <p:cNvPr id="7" name="íşļíḓê">
            <a:extLst>
              <a:ext uri="{FF2B5EF4-FFF2-40B4-BE49-F238E27FC236}">
                <a16:creationId xmlns:a16="http://schemas.microsoft.com/office/drawing/2014/main" id="{C6B820E2-F969-89E1-D7D8-D19D2648D416}"/>
              </a:ext>
            </a:extLst>
          </p:cNvPr>
          <p:cNvSpPr txBox="1">
            <a:spLocks/>
          </p:cNvSpPr>
          <p:nvPr/>
        </p:nvSpPr>
        <p:spPr>
          <a:xfrm>
            <a:off x="3224068" y="2381694"/>
            <a:ext cx="5731164" cy="95105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zh-CN" altLang="en-US" sz="2400" b="1" kern="1200">
                <a:solidFill>
                  <a:schemeClr val="tx1"/>
                </a:solidFill>
                <a:latin typeface="+mj-lt"/>
                <a:ea typeface="+mj-ea"/>
                <a:cs typeface="+mj-cs"/>
              </a:defRPr>
            </a:lvl1pPr>
          </a:lstStyle>
          <a:p>
            <a:pPr algn="ctr"/>
            <a:r>
              <a:rPr lang="en-GB" altLang="zh-CN" sz="3600" dirty="0">
                <a:solidFill>
                  <a:schemeClr val="accent1"/>
                </a:solidFill>
              </a:rPr>
              <a:t>03.</a:t>
            </a:r>
            <a:endParaRPr lang="en-GB" sz="3600" dirty="0">
              <a:solidFill>
                <a:schemeClr val="accent1"/>
              </a:solidFill>
            </a:endParaRPr>
          </a:p>
        </p:txBody>
      </p:sp>
    </p:spTree>
    <p:custDataLst>
      <p:tags r:id="rId1"/>
    </p:custDataLst>
    <p:extLst>
      <p:ext uri="{BB962C8B-B14F-4D97-AF65-F5344CB8AC3E}">
        <p14:creationId xmlns:p14="http://schemas.microsoft.com/office/powerpoint/2010/main" val="2428447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additive="base">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iśḷîḍè"/>
        <p:cNvGrpSpPr/>
        <p:nvPr/>
      </p:nvGrpSpPr>
      <p:grpSpPr>
        <a:xfrm>
          <a:off x="0" y="0"/>
          <a:ext cx="0" cy="0"/>
          <a:chOff x="0" y="0"/>
          <a:chExt cx="0" cy="0"/>
        </a:xfrm>
      </p:grpSpPr>
      <p:grpSp>
        <p:nvGrpSpPr>
          <p:cNvPr id="4" name="îṥḻîde">
            <a:extLst>
              <a:ext uri="{FF2B5EF4-FFF2-40B4-BE49-F238E27FC236}">
                <a16:creationId xmlns:a16="http://schemas.microsoft.com/office/drawing/2014/main" id="{FDD3020A-FE5D-A87A-F560-D13DF3B6B714}"/>
              </a:ext>
            </a:extLst>
          </p:cNvPr>
          <p:cNvGrpSpPr/>
          <p:nvPr/>
        </p:nvGrpSpPr>
        <p:grpSpPr>
          <a:xfrm>
            <a:off x="666750" y="885439"/>
            <a:ext cx="10858500" cy="5972561"/>
            <a:chOff x="666750" y="885439"/>
            <a:chExt cx="10858500" cy="5972561"/>
          </a:xfrm>
        </p:grpSpPr>
        <p:sp>
          <p:nvSpPr>
            <p:cNvPr id="5" name="îṥlïḍe">
              <a:extLst>
                <a:ext uri="{FF2B5EF4-FFF2-40B4-BE49-F238E27FC236}">
                  <a16:creationId xmlns:a16="http://schemas.microsoft.com/office/drawing/2014/main" id="{9FB43AA3-1489-CEE4-5855-C2CC7871E222}"/>
                </a:ext>
              </a:extLst>
            </p:cNvPr>
            <p:cNvSpPr/>
            <p:nvPr/>
          </p:nvSpPr>
          <p:spPr>
            <a:xfrm>
              <a:off x="1061765" y="4187286"/>
              <a:ext cx="2195785" cy="552809"/>
            </a:xfrm>
            <a:prstGeom prst="roundRect">
              <a:avLst>
                <a:gd name="adj" fmla="val 10000"/>
              </a:avLst>
            </a:prstGeom>
            <a:solidFill>
              <a:schemeClr val="tx2">
                <a:alpha val="15000"/>
              </a:schemeClr>
            </a:solidFill>
            <a:ln w="6055" cap="flat">
              <a:noFill/>
              <a:prstDash val="solid"/>
              <a:miter/>
            </a:ln>
          </p:spPr>
          <p:txBody>
            <a:bodyPr lIns="91440" tIns="45720" rIns="91440" bIns="45720" rtlCol="0" anchor="ctr">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lnSpc>
                  <a:spcPct val="130000"/>
                </a:lnSpc>
              </a:pPr>
              <a:r>
                <a:rPr lang="en-US" altLang="zh-CN" b="1">
                  <a:solidFill>
                    <a:schemeClr val="tx1"/>
                  </a:solidFill>
                </a:rPr>
                <a:t>Text here</a:t>
              </a:r>
              <a:endParaRPr lang="en-US" altLang="zh-CN" b="1" dirty="0">
                <a:solidFill>
                  <a:schemeClr val="tx1"/>
                </a:solidFill>
              </a:endParaRPr>
            </a:p>
          </p:txBody>
        </p:sp>
        <p:sp>
          <p:nvSpPr>
            <p:cNvPr id="6" name="ïṡľíďe">
              <a:extLst>
                <a:ext uri="{FF2B5EF4-FFF2-40B4-BE49-F238E27FC236}">
                  <a16:creationId xmlns:a16="http://schemas.microsoft.com/office/drawing/2014/main" id="{1AE22765-813D-B00C-D0A9-2993E32A1A59}"/>
                </a:ext>
              </a:extLst>
            </p:cNvPr>
            <p:cNvSpPr/>
            <p:nvPr/>
          </p:nvSpPr>
          <p:spPr>
            <a:xfrm>
              <a:off x="1061766" y="4953000"/>
              <a:ext cx="2195784" cy="693057"/>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36000" rIns="90000" bIns="36000" numCol="1" spcCol="0" rtlCol="0" fromWordArt="0" anchor="t"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3765">
                <a:lnSpc>
                  <a:spcPct val="120000"/>
                </a:lnSpc>
              </a:pPr>
              <a:r>
                <a:rPr lang="en-US" altLang="zh-CN" sz="1100" dirty="0">
                  <a:solidFill>
                    <a:schemeClr val="tx1"/>
                  </a:solidFill>
                </a:rPr>
                <a:t>Theme color makes PPT more convenient to change. </a:t>
              </a:r>
            </a:p>
          </p:txBody>
        </p:sp>
        <p:sp>
          <p:nvSpPr>
            <p:cNvPr id="7" name="iṣļiḑe">
              <a:extLst>
                <a:ext uri="{FF2B5EF4-FFF2-40B4-BE49-F238E27FC236}">
                  <a16:creationId xmlns:a16="http://schemas.microsoft.com/office/drawing/2014/main" id="{29F5E2DB-F926-DD16-C278-3DADEC78AA14}"/>
                </a:ext>
              </a:extLst>
            </p:cNvPr>
            <p:cNvSpPr/>
            <p:nvPr/>
          </p:nvSpPr>
          <p:spPr>
            <a:xfrm>
              <a:off x="5195615" y="3373579"/>
              <a:ext cx="2195785" cy="552809"/>
            </a:xfrm>
            <a:prstGeom prst="roundRect">
              <a:avLst>
                <a:gd name="adj" fmla="val 11300"/>
              </a:avLst>
            </a:prstGeom>
            <a:solidFill>
              <a:schemeClr val="accent1"/>
            </a:solidFill>
            <a:ln w="6055" cap="flat">
              <a:noFill/>
              <a:prstDash val="solid"/>
              <a:miter/>
            </a:ln>
          </p:spPr>
          <p:txBody>
            <a:bodyPr lIns="91440" tIns="45720" rIns="91440" bIns="45720" rtlCol="0" anchor="ctr">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lnSpc>
                  <a:spcPct val="130000"/>
                </a:lnSpc>
              </a:pPr>
              <a:r>
                <a:rPr lang="en-US" altLang="zh-CN" b="1" dirty="0">
                  <a:solidFill>
                    <a:srgbClr val="FFFFFF"/>
                  </a:solidFill>
                </a:rPr>
                <a:t>Text here</a:t>
              </a:r>
            </a:p>
          </p:txBody>
        </p:sp>
        <p:sp>
          <p:nvSpPr>
            <p:cNvPr id="8" name="íṡľíḓé">
              <a:extLst>
                <a:ext uri="{FF2B5EF4-FFF2-40B4-BE49-F238E27FC236}">
                  <a16:creationId xmlns:a16="http://schemas.microsoft.com/office/drawing/2014/main" id="{0FA706D5-DC70-CC51-8D46-9A4BCD56B37A}"/>
                </a:ext>
              </a:extLst>
            </p:cNvPr>
            <p:cNvSpPr/>
            <p:nvPr/>
          </p:nvSpPr>
          <p:spPr>
            <a:xfrm>
              <a:off x="5195616" y="4139293"/>
              <a:ext cx="2195784" cy="693057"/>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36000" rIns="90000" bIns="36000" numCol="1" spcCol="0" rtlCol="0" fromWordArt="0" anchor="t"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3765">
                <a:lnSpc>
                  <a:spcPct val="120000"/>
                </a:lnSpc>
              </a:pPr>
              <a:r>
                <a:rPr lang="en-US" altLang="zh-CN" sz="1100" dirty="0">
                  <a:solidFill>
                    <a:schemeClr val="tx1"/>
                  </a:solidFill>
                </a:rPr>
                <a:t>Theme color makes PPT more convenient to change. </a:t>
              </a:r>
            </a:p>
          </p:txBody>
        </p:sp>
        <p:sp>
          <p:nvSpPr>
            <p:cNvPr id="9" name="îSlïḑe">
              <a:extLst>
                <a:ext uri="{FF2B5EF4-FFF2-40B4-BE49-F238E27FC236}">
                  <a16:creationId xmlns:a16="http://schemas.microsoft.com/office/drawing/2014/main" id="{4E903D14-AAB1-EF0E-3718-4CE93184B490}"/>
                </a:ext>
              </a:extLst>
            </p:cNvPr>
            <p:cNvSpPr/>
            <p:nvPr/>
          </p:nvSpPr>
          <p:spPr>
            <a:xfrm>
              <a:off x="9329465" y="2559873"/>
              <a:ext cx="2195785" cy="552809"/>
            </a:xfrm>
            <a:prstGeom prst="roundRect">
              <a:avLst>
                <a:gd name="adj" fmla="val 11300"/>
              </a:avLst>
            </a:prstGeom>
            <a:solidFill>
              <a:schemeClr val="tx2">
                <a:alpha val="15000"/>
              </a:schemeClr>
            </a:solidFill>
            <a:ln w="6055" cap="flat">
              <a:noFill/>
              <a:prstDash val="solid"/>
              <a:miter/>
            </a:ln>
          </p:spPr>
          <p:txBody>
            <a:bodyPr lIns="91440" tIns="45720" rIns="91440" bIns="45720" rtlCol="0" anchor="ctr">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lnSpc>
                  <a:spcPct val="130000"/>
                </a:lnSpc>
              </a:pPr>
              <a:r>
                <a:rPr lang="en-US" altLang="zh-CN" b="1" dirty="0">
                  <a:solidFill>
                    <a:schemeClr val="tx1"/>
                  </a:solidFill>
                </a:rPr>
                <a:t>Text here</a:t>
              </a:r>
            </a:p>
          </p:txBody>
        </p:sp>
        <p:sp>
          <p:nvSpPr>
            <p:cNvPr id="10" name="ïśḻiḋé">
              <a:extLst>
                <a:ext uri="{FF2B5EF4-FFF2-40B4-BE49-F238E27FC236}">
                  <a16:creationId xmlns:a16="http://schemas.microsoft.com/office/drawing/2014/main" id="{0AE09732-C60E-23C6-F3FC-303D3001A074}"/>
                </a:ext>
              </a:extLst>
            </p:cNvPr>
            <p:cNvSpPr/>
            <p:nvPr/>
          </p:nvSpPr>
          <p:spPr>
            <a:xfrm>
              <a:off x="9329466" y="3325587"/>
              <a:ext cx="2195784" cy="693057"/>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36000" rIns="90000" bIns="36000" numCol="1" spcCol="0" rtlCol="0" fromWordArt="0" anchor="t"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3765">
                <a:lnSpc>
                  <a:spcPct val="120000"/>
                </a:lnSpc>
              </a:pPr>
              <a:r>
                <a:rPr lang="en-US" altLang="zh-CN" sz="1100" dirty="0">
                  <a:solidFill>
                    <a:schemeClr val="tx1"/>
                  </a:solidFill>
                </a:rPr>
                <a:t>Theme color makes PPT more convenient to change. </a:t>
              </a:r>
            </a:p>
          </p:txBody>
        </p:sp>
        <p:grpSp>
          <p:nvGrpSpPr>
            <p:cNvPr id="11" name="ïśḻíḑê">
              <a:extLst>
                <a:ext uri="{FF2B5EF4-FFF2-40B4-BE49-F238E27FC236}">
                  <a16:creationId xmlns:a16="http://schemas.microsoft.com/office/drawing/2014/main" id="{85C30ACB-CF9D-262F-4B6E-0FA6F2193AA9}"/>
                </a:ext>
              </a:extLst>
            </p:cNvPr>
            <p:cNvGrpSpPr/>
            <p:nvPr/>
          </p:nvGrpSpPr>
          <p:grpSpPr>
            <a:xfrm>
              <a:off x="811893" y="2559873"/>
              <a:ext cx="8267700" cy="4298127"/>
              <a:chOff x="811893" y="2836278"/>
              <a:chExt cx="8267700" cy="4021722"/>
            </a:xfrm>
          </p:grpSpPr>
          <p:cxnSp>
            <p:nvCxnSpPr>
              <p:cNvPr id="24" name="iṣ1íďé">
                <a:extLst>
                  <a:ext uri="{FF2B5EF4-FFF2-40B4-BE49-F238E27FC236}">
                    <a16:creationId xmlns:a16="http://schemas.microsoft.com/office/drawing/2014/main" id="{B4F62FC2-47C5-F3B3-27D3-D1553EBF8DD7}"/>
                  </a:ext>
                </a:extLst>
              </p:cNvPr>
              <p:cNvCxnSpPr>
                <a:cxnSpLocks/>
              </p:cNvCxnSpPr>
              <p:nvPr/>
            </p:nvCxnSpPr>
            <p:spPr>
              <a:xfrm>
                <a:off x="811893" y="4463691"/>
                <a:ext cx="0" cy="2394309"/>
              </a:xfrm>
              <a:prstGeom prst="line">
                <a:avLst/>
              </a:prstGeom>
              <a:noFill/>
              <a:ln>
                <a:solidFill>
                  <a:schemeClr val="accent1"/>
                </a:solidFill>
                <a:headEnd type="oval"/>
                <a:tailEnd type="none"/>
              </a:ln>
            </p:spPr>
            <p:style>
              <a:lnRef idx="2">
                <a:schemeClr val="accent1">
                  <a:shade val="50000"/>
                </a:schemeClr>
              </a:lnRef>
              <a:fillRef idx="1">
                <a:schemeClr val="accent1"/>
              </a:fillRef>
              <a:effectRef idx="0">
                <a:schemeClr val="accent1"/>
              </a:effectRef>
              <a:fontRef idx="minor">
                <a:schemeClr val="lt1"/>
              </a:fontRef>
            </p:style>
          </p:cxnSp>
          <p:cxnSp>
            <p:nvCxnSpPr>
              <p:cNvPr id="25" name="îṩ1îḋé">
                <a:extLst>
                  <a:ext uri="{FF2B5EF4-FFF2-40B4-BE49-F238E27FC236}">
                    <a16:creationId xmlns:a16="http://schemas.microsoft.com/office/drawing/2014/main" id="{A54A537C-4676-4EDF-15B1-382055D50E46}"/>
                  </a:ext>
                </a:extLst>
              </p:cNvPr>
              <p:cNvCxnSpPr>
                <a:cxnSpLocks/>
              </p:cNvCxnSpPr>
              <p:nvPr/>
            </p:nvCxnSpPr>
            <p:spPr>
              <a:xfrm>
                <a:off x="4945743" y="3649984"/>
                <a:ext cx="0" cy="3208016"/>
              </a:xfrm>
              <a:prstGeom prst="line">
                <a:avLst/>
              </a:prstGeom>
              <a:noFill/>
              <a:ln>
                <a:solidFill>
                  <a:schemeClr val="accent1"/>
                </a:solidFill>
                <a:headEnd type="oval"/>
                <a:tailEnd type="none"/>
              </a:ln>
            </p:spPr>
            <p:style>
              <a:lnRef idx="2">
                <a:schemeClr val="accent1">
                  <a:shade val="50000"/>
                </a:schemeClr>
              </a:lnRef>
              <a:fillRef idx="1">
                <a:schemeClr val="accent1"/>
              </a:fillRef>
              <a:effectRef idx="0">
                <a:schemeClr val="accent1"/>
              </a:effectRef>
              <a:fontRef idx="minor">
                <a:schemeClr val="lt1"/>
              </a:fontRef>
            </p:style>
          </p:cxnSp>
          <p:cxnSp>
            <p:nvCxnSpPr>
              <p:cNvPr id="26" name="î$ḷîḋè">
                <a:extLst>
                  <a:ext uri="{FF2B5EF4-FFF2-40B4-BE49-F238E27FC236}">
                    <a16:creationId xmlns:a16="http://schemas.microsoft.com/office/drawing/2014/main" id="{F2BD7765-4E7F-3E27-807C-838E87ADE3FF}"/>
                  </a:ext>
                </a:extLst>
              </p:cNvPr>
              <p:cNvCxnSpPr>
                <a:cxnSpLocks/>
              </p:cNvCxnSpPr>
              <p:nvPr/>
            </p:nvCxnSpPr>
            <p:spPr>
              <a:xfrm>
                <a:off x="9079593" y="2836278"/>
                <a:ext cx="0" cy="4021722"/>
              </a:xfrm>
              <a:prstGeom prst="line">
                <a:avLst/>
              </a:prstGeom>
              <a:noFill/>
              <a:ln>
                <a:solidFill>
                  <a:schemeClr val="accent1"/>
                </a:solidFill>
                <a:headEnd type="oval"/>
                <a:tail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iSḷiḑé">
              <a:extLst>
                <a:ext uri="{FF2B5EF4-FFF2-40B4-BE49-F238E27FC236}">
                  <a16:creationId xmlns:a16="http://schemas.microsoft.com/office/drawing/2014/main" id="{516D2E65-44FF-D05D-B684-752C1F5575A5}"/>
                </a:ext>
              </a:extLst>
            </p:cNvPr>
            <p:cNvGrpSpPr/>
            <p:nvPr/>
          </p:nvGrpSpPr>
          <p:grpSpPr>
            <a:xfrm>
              <a:off x="666750" y="885439"/>
              <a:ext cx="10858500" cy="1459680"/>
              <a:chOff x="660400" y="838159"/>
              <a:chExt cx="10858500" cy="1459680"/>
            </a:xfrm>
          </p:grpSpPr>
          <p:sp>
            <p:nvSpPr>
              <p:cNvPr id="22" name="işliḋe">
                <a:extLst>
                  <a:ext uri="{FF2B5EF4-FFF2-40B4-BE49-F238E27FC236}">
                    <a16:creationId xmlns:a16="http://schemas.microsoft.com/office/drawing/2014/main" id="{76376EED-8D52-4D44-201C-34EB989FFE5B}"/>
                  </a:ext>
                </a:extLst>
              </p:cNvPr>
              <p:cNvSpPr/>
              <p:nvPr/>
            </p:nvSpPr>
            <p:spPr>
              <a:xfrm>
                <a:off x="660400" y="838159"/>
                <a:ext cx="10858500" cy="834825"/>
              </a:xfrm>
              <a:prstGeom prst="rect">
                <a:avLst/>
              </a:prstGeom>
            </p:spPr>
            <p:txBody>
              <a:bodyPr wrap="square"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SzPct val="25000"/>
                </a:pPr>
                <a:r>
                  <a:rPr lang="en-US" altLang="zh-CN" sz="3200" b="1" dirty="0">
                    <a:solidFill>
                      <a:schemeClr val="accent1"/>
                    </a:solidFill>
                  </a:rPr>
                  <a:t>Unified fonts </a:t>
                </a:r>
                <a:r>
                  <a:rPr lang="en-US" altLang="zh-CN" sz="3200" b="1" dirty="0"/>
                  <a:t>make reading more fluent.</a:t>
                </a:r>
              </a:p>
            </p:txBody>
          </p:sp>
          <p:sp>
            <p:nvSpPr>
              <p:cNvPr id="23" name="íşḷíḍe">
                <a:extLst>
                  <a:ext uri="{FF2B5EF4-FFF2-40B4-BE49-F238E27FC236}">
                    <a16:creationId xmlns:a16="http://schemas.microsoft.com/office/drawing/2014/main" id="{F2778952-349F-F04F-7DAF-6205A31445EC}"/>
                  </a:ext>
                </a:extLst>
              </p:cNvPr>
              <p:cNvSpPr txBox="1"/>
              <p:nvPr/>
            </p:nvSpPr>
            <p:spPr>
              <a:xfrm>
                <a:off x="660400" y="1685684"/>
                <a:ext cx="10858500" cy="612155"/>
              </a:xfrm>
              <a:prstGeom prst="rect">
                <a:avLst/>
              </a:prstGeom>
              <a:noFill/>
            </p:spPr>
            <p:txBody>
              <a:bodyPr wrap="square" rtlCol="0" anchor="t"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en-US" altLang="zh-CN" sz="1200" dirty="0"/>
                  <a:t>Theme color makes PPT more convenient to change. </a:t>
                </a:r>
              </a:p>
              <a:p>
                <a:pPr>
                  <a:lnSpc>
                    <a:spcPct val="150000"/>
                  </a:lnSpc>
                </a:pPr>
                <a:r>
                  <a:rPr lang="en-US" altLang="zh-CN" sz="1200" dirty="0"/>
                  <a:t>Adjust the spacing to adapt to Chinese typesetting, use the reference line in PPT……</a:t>
                </a:r>
              </a:p>
            </p:txBody>
          </p:sp>
        </p:grpSp>
        <p:grpSp>
          <p:nvGrpSpPr>
            <p:cNvPr id="13" name="îś1îḋe">
              <a:extLst>
                <a:ext uri="{FF2B5EF4-FFF2-40B4-BE49-F238E27FC236}">
                  <a16:creationId xmlns:a16="http://schemas.microsoft.com/office/drawing/2014/main" id="{B450C626-8FDC-0430-43C6-76E81912F209}"/>
                </a:ext>
              </a:extLst>
            </p:cNvPr>
            <p:cNvGrpSpPr/>
            <p:nvPr/>
          </p:nvGrpSpPr>
          <p:grpSpPr>
            <a:xfrm>
              <a:off x="1061765" y="5571374"/>
              <a:ext cx="571723" cy="571720"/>
              <a:chOff x="2631615" y="4670247"/>
              <a:chExt cx="444222" cy="444220"/>
            </a:xfrm>
          </p:grpSpPr>
          <p:sp>
            <p:nvSpPr>
              <p:cNvPr id="20" name="is1íḍe">
                <a:extLst>
                  <a:ext uri="{FF2B5EF4-FFF2-40B4-BE49-F238E27FC236}">
                    <a16:creationId xmlns:a16="http://schemas.microsoft.com/office/drawing/2014/main" id="{8D0FCD6C-2029-1083-352A-C6BE84E16E4A}"/>
                  </a:ext>
                </a:extLst>
              </p:cNvPr>
              <p:cNvSpPr/>
              <p:nvPr/>
            </p:nvSpPr>
            <p:spPr>
              <a:xfrm>
                <a:off x="2631615" y="4670247"/>
                <a:ext cx="444222" cy="444220"/>
              </a:xfrm>
              <a:prstGeom prst="ellipse">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21" name="ïṡ1îḍé">
                <a:extLst>
                  <a:ext uri="{FF2B5EF4-FFF2-40B4-BE49-F238E27FC236}">
                    <a16:creationId xmlns:a16="http://schemas.microsoft.com/office/drawing/2014/main" id="{B221E13F-F5C8-6EFC-2042-C0C9C96AF661}"/>
                  </a:ext>
                </a:extLst>
              </p:cNvPr>
              <p:cNvSpPr/>
              <p:nvPr/>
            </p:nvSpPr>
            <p:spPr bwMode="auto">
              <a:xfrm>
                <a:off x="2750946" y="4806791"/>
                <a:ext cx="205561" cy="171132"/>
              </a:xfrm>
              <a:custGeom>
                <a:avLst/>
                <a:gdLst>
                  <a:gd name="connsiteX0" fmla="*/ 483573 w 526297"/>
                  <a:gd name="connsiteY0" fmla="*/ 133971 h 438150"/>
                  <a:gd name="connsiteX1" fmla="*/ 527674 w 526297"/>
                  <a:gd name="connsiteY1" fmla="*/ 178072 h 438150"/>
                  <a:gd name="connsiteX2" fmla="*/ 527579 w 526297"/>
                  <a:gd name="connsiteY2" fmla="*/ 181501 h 438150"/>
                  <a:gd name="connsiteX3" fmla="*/ 514244 w 526297"/>
                  <a:gd name="connsiteY3" fmla="*/ 355237 h 438150"/>
                  <a:gd name="connsiteX4" fmla="*/ 485764 w 526297"/>
                  <a:gd name="connsiteY4" fmla="*/ 381621 h 438150"/>
                  <a:gd name="connsiteX5" fmla="*/ 454998 w 526297"/>
                  <a:gd name="connsiteY5" fmla="*/ 381621 h 438150"/>
                  <a:gd name="connsiteX6" fmla="*/ 454998 w 526297"/>
                  <a:gd name="connsiteY6" fmla="*/ 438771 h 438150"/>
                  <a:gd name="connsiteX7" fmla="*/ 435948 w 526297"/>
                  <a:gd name="connsiteY7" fmla="*/ 438771 h 438150"/>
                  <a:gd name="connsiteX8" fmla="*/ 435948 w 526297"/>
                  <a:gd name="connsiteY8" fmla="*/ 381621 h 438150"/>
                  <a:gd name="connsiteX9" fmla="*/ 93048 w 526297"/>
                  <a:gd name="connsiteY9" fmla="*/ 381621 h 438150"/>
                  <a:gd name="connsiteX10" fmla="*/ 93048 w 526297"/>
                  <a:gd name="connsiteY10" fmla="*/ 438771 h 438150"/>
                  <a:gd name="connsiteX11" fmla="*/ 73998 w 526297"/>
                  <a:gd name="connsiteY11" fmla="*/ 438771 h 438150"/>
                  <a:gd name="connsiteX12" fmla="*/ 73998 w 526297"/>
                  <a:gd name="connsiteY12" fmla="*/ 381621 h 438150"/>
                  <a:gd name="connsiteX13" fmla="*/ 43328 w 526297"/>
                  <a:gd name="connsiteY13" fmla="*/ 381621 h 438150"/>
                  <a:gd name="connsiteX14" fmla="*/ 14848 w 526297"/>
                  <a:gd name="connsiteY14" fmla="*/ 355237 h 438150"/>
                  <a:gd name="connsiteX15" fmla="*/ 1513 w 526297"/>
                  <a:gd name="connsiteY15" fmla="*/ 181501 h 438150"/>
                  <a:gd name="connsiteX16" fmla="*/ 42089 w 526297"/>
                  <a:gd name="connsiteY16" fmla="*/ 134162 h 438150"/>
                  <a:gd name="connsiteX17" fmla="*/ 45518 w 526297"/>
                  <a:gd name="connsiteY17" fmla="*/ 134066 h 438150"/>
                  <a:gd name="connsiteX18" fmla="*/ 101906 w 526297"/>
                  <a:gd name="connsiteY18" fmla="*/ 180834 h 438150"/>
                  <a:gd name="connsiteX19" fmla="*/ 121623 w 526297"/>
                  <a:gd name="connsiteY19" fmla="*/ 286371 h 438150"/>
                  <a:gd name="connsiteX20" fmla="*/ 407373 w 526297"/>
                  <a:gd name="connsiteY20" fmla="*/ 286371 h 438150"/>
                  <a:gd name="connsiteX21" fmla="*/ 427185 w 526297"/>
                  <a:gd name="connsiteY21" fmla="*/ 180739 h 438150"/>
                  <a:gd name="connsiteX22" fmla="*/ 483573 w 526297"/>
                  <a:gd name="connsiteY22" fmla="*/ 133971 h 438150"/>
                  <a:gd name="connsiteX23" fmla="*/ 416898 w 526297"/>
                  <a:gd name="connsiteY23" fmla="*/ 621 h 438150"/>
                  <a:gd name="connsiteX24" fmla="*/ 483573 w 526297"/>
                  <a:gd name="connsiteY24" fmla="*/ 67296 h 438150"/>
                  <a:gd name="connsiteX25" fmla="*/ 483573 w 526297"/>
                  <a:gd name="connsiteY25" fmla="*/ 115397 h 438150"/>
                  <a:gd name="connsiteX26" fmla="*/ 476429 w 526297"/>
                  <a:gd name="connsiteY26" fmla="*/ 114921 h 438150"/>
                  <a:gd name="connsiteX27" fmla="*/ 412040 w 526297"/>
                  <a:gd name="connsiteY27" fmla="*/ 166451 h 438150"/>
                  <a:gd name="connsiteX28" fmla="*/ 411564 w 526297"/>
                  <a:gd name="connsiteY28" fmla="*/ 168737 h 438150"/>
                  <a:gd name="connsiteX29" fmla="*/ 393086 w 526297"/>
                  <a:gd name="connsiteY29" fmla="*/ 267321 h 438150"/>
                  <a:gd name="connsiteX30" fmla="*/ 135911 w 526297"/>
                  <a:gd name="connsiteY30" fmla="*/ 267321 h 438150"/>
                  <a:gd name="connsiteX31" fmla="*/ 117432 w 526297"/>
                  <a:gd name="connsiteY31" fmla="*/ 168737 h 438150"/>
                  <a:gd name="connsiteX32" fmla="*/ 52567 w 526297"/>
                  <a:gd name="connsiteY32" fmla="*/ 114921 h 438150"/>
                  <a:gd name="connsiteX33" fmla="*/ 54948 w 526297"/>
                  <a:gd name="connsiteY33" fmla="*/ 67296 h 438150"/>
                  <a:gd name="connsiteX34" fmla="*/ 121623 w 526297"/>
                  <a:gd name="connsiteY34" fmla="*/ 621 h 438150"/>
                  <a:gd name="connsiteX35" fmla="*/ 416898 w 526297"/>
                  <a:gd name="connsiteY35" fmla="*/ 621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6297" h="438150">
                    <a:moveTo>
                      <a:pt x="483573" y="133971"/>
                    </a:moveTo>
                    <a:cubicBezTo>
                      <a:pt x="507957" y="133971"/>
                      <a:pt x="527674" y="153688"/>
                      <a:pt x="527674" y="178072"/>
                    </a:cubicBezTo>
                    <a:cubicBezTo>
                      <a:pt x="527674" y="179215"/>
                      <a:pt x="527674" y="180358"/>
                      <a:pt x="527579" y="181501"/>
                    </a:cubicBezTo>
                    <a:lnTo>
                      <a:pt x="514244" y="355237"/>
                    </a:lnTo>
                    <a:cubicBezTo>
                      <a:pt x="513101" y="370096"/>
                      <a:pt x="500718" y="381621"/>
                      <a:pt x="485764" y="381621"/>
                    </a:cubicBezTo>
                    <a:lnTo>
                      <a:pt x="454998" y="381621"/>
                    </a:lnTo>
                    <a:lnTo>
                      <a:pt x="454998" y="438771"/>
                    </a:lnTo>
                    <a:lnTo>
                      <a:pt x="435948" y="438771"/>
                    </a:lnTo>
                    <a:lnTo>
                      <a:pt x="435948" y="381621"/>
                    </a:lnTo>
                    <a:lnTo>
                      <a:pt x="93048" y="381621"/>
                    </a:lnTo>
                    <a:lnTo>
                      <a:pt x="93048" y="438771"/>
                    </a:lnTo>
                    <a:lnTo>
                      <a:pt x="73998" y="438771"/>
                    </a:lnTo>
                    <a:lnTo>
                      <a:pt x="73998" y="381621"/>
                    </a:lnTo>
                    <a:lnTo>
                      <a:pt x="43328" y="381621"/>
                    </a:lnTo>
                    <a:cubicBezTo>
                      <a:pt x="28373" y="381621"/>
                      <a:pt x="15991" y="370096"/>
                      <a:pt x="14848" y="355237"/>
                    </a:cubicBezTo>
                    <a:lnTo>
                      <a:pt x="1513" y="181501"/>
                    </a:lnTo>
                    <a:cubicBezTo>
                      <a:pt x="-392" y="157212"/>
                      <a:pt x="17801" y="135971"/>
                      <a:pt x="42089" y="134162"/>
                    </a:cubicBezTo>
                    <a:cubicBezTo>
                      <a:pt x="43232" y="134066"/>
                      <a:pt x="44375" y="134066"/>
                      <a:pt x="45518" y="134066"/>
                    </a:cubicBezTo>
                    <a:cubicBezTo>
                      <a:pt x="73141" y="134066"/>
                      <a:pt x="96858" y="153688"/>
                      <a:pt x="101906" y="180834"/>
                    </a:cubicBezTo>
                    <a:lnTo>
                      <a:pt x="121623" y="286371"/>
                    </a:lnTo>
                    <a:lnTo>
                      <a:pt x="407373" y="286371"/>
                    </a:lnTo>
                    <a:lnTo>
                      <a:pt x="427185" y="180739"/>
                    </a:lnTo>
                    <a:cubicBezTo>
                      <a:pt x="432233" y="153592"/>
                      <a:pt x="455951" y="133971"/>
                      <a:pt x="483573" y="133971"/>
                    </a:cubicBezTo>
                    <a:close/>
                    <a:moveTo>
                      <a:pt x="416898" y="621"/>
                    </a:moveTo>
                    <a:cubicBezTo>
                      <a:pt x="453760" y="621"/>
                      <a:pt x="483573" y="30434"/>
                      <a:pt x="483573" y="67296"/>
                    </a:cubicBezTo>
                    <a:lnTo>
                      <a:pt x="483573" y="115397"/>
                    </a:lnTo>
                    <a:cubicBezTo>
                      <a:pt x="481192" y="115112"/>
                      <a:pt x="478811" y="114921"/>
                      <a:pt x="476429" y="114921"/>
                    </a:cubicBezTo>
                    <a:cubicBezTo>
                      <a:pt x="445473" y="114921"/>
                      <a:pt x="418803" y="136448"/>
                      <a:pt x="412040" y="166451"/>
                    </a:cubicBezTo>
                    <a:lnTo>
                      <a:pt x="411564" y="168737"/>
                    </a:lnTo>
                    <a:lnTo>
                      <a:pt x="393086" y="267321"/>
                    </a:lnTo>
                    <a:lnTo>
                      <a:pt x="135911" y="267321"/>
                    </a:lnTo>
                    <a:lnTo>
                      <a:pt x="117432" y="168737"/>
                    </a:lnTo>
                    <a:cubicBezTo>
                      <a:pt x="111622" y="137495"/>
                      <a:pt x="84285" y="114921"/>
                      <a:pt x="52567" y="114921"/>
                    </a:cubicBezTo>
                    <a:lnTo>
                      <a:pt x="54948" y="67296"/>
                    </a:lnTo>
                    <a:cubicBezTo>
                      <a:pt x="54948" y="30434"/>
                      <a:pt x="84761" y="621"/>
                      <a:pt x="121623" y="621"/>
                    </a:cubicBezTo>
                    <a:lnTo>
                      <a:pt x="416898" y="62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nvGrpSpPr>
            <p:cNvPr id="14" name="iš1íḋê">
              <a:extLst>
                <a:ext uri="{FF2B5EF4-FFF2-40B4-BE49-F238E27FC236}">
                  <a16:creationId xmlns:a16="http://schemas.microsoft.com/office/drawing/2014/main" id="{954A4FFE-69A8-5665-CBF6-016BED401310}"/>
                </a:ext>
              </a:extLst>
            </p:cNvPr>
            <p:cNvGrpSpPr/>
            <p:nvPr/>
          </p:nvGrpSpPr>
          <p:grpSpPr>
            <a:xfrm>
              <a:off x="5195615" y="5571374"/>
              <a:ext cx="571723" cy="571720"/>
              <a:chOff x="3434618" y="4670247"/>
              <a:chExt cx="444222" cy="444220"/>
            </a:xfrm>
          </p:grpSpPr>
          <p:sp>
            <p:nvSpPr>
              <p:cNvPr id="18" name="iŝlïḍe">
                <a:extLst>
                  <a:ext uri="{FF2B5EF4-FFF2-40B4-BE49-F238E27FC236}">
                    <a16:creationId xmlns:a16="http://schemas.microsoft.com/office/drawing/2014/main" id="{6B64E04E-93EA-B131-30A2-EE1B6F348145}"/>
                  </a:ext>
                </a:extLst>
              </p:cNvPr>
              <p:cNvSpPr/>
              <p:nvPr/>
            </p:nvSpPr>
            <p:spPr>
              <a:xfrm>
                <a:off x="3434618" y="4670247"/>
                <a:ext cx="444222" cy="444220"/>
              </a:xfrm>
              <a:prstGeom prst="ellipse">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9" name="ï$ḻîďê">
                <a:extLst>
                  <a:ext uri="{FF2B5EF4-FFF2-40B4-BE49-F238E27FC236}">
                    <a16:creationId xmlns:a16="http://schemas.microsoft.com/office/drawing/2014/main" id="{69303C0C-64E7-10E9-B622-AE4FF27CBE5D}"/>
                  </a:ext>
                </a:extLst>
              </p:cNvPr>
              <p:cNvSpPr/>
              <p:nvPr/>
            </p:nvSpPr>
            <p:spPr bwMode="auto">
              <a:xfrm>
                <a:off x="3553948" y="4798754"/>
                <a:ext cx="205561" cy="187207"/>
              </a:xfrm>
              <a:custGeom>
                <a:avLst/>
                <a:gdLst>
                  <a:gd name="connsiteX0" fmla="*/ 125329 w 533400"/>
                  <a:gd name="connsiteY0" fmla="*/ 229221 h 485775"/>
                  <a:gd name="connsiteX1" fmla="*/ 125329 w 533400"/>
                  <a:gd name="connsiteY1" fmla="*/ 276846 h 485775"/>
                  <a:gd name="connsiteX2" fmla="*/ 144379 w 533400"/>
                  <a:gd name="connsiteY2" fmla="*/ 276846 h 485775"/>
                  <a:gd name="connsiteX3" fmla="*/ 144379 w 533400"/>
                  <a:gd name="connsiteY3" fmla="*/ 229221 h 485775"/>
                  <a:gd name="connsiteX4" fmla="*/ 392029 w 533400"/>
                  <a:gd name="connsiteY4" fmla="*/ 229221 h 485775"/>
                  <a:gd name="connsiteX5" fmla="*/ 392029 w 533400"/>
                  <a:gd name="connsiteY5" fmla="*/ 276846 h 485775"/>
                  <a:gd name="connsiteX6" fmla="*/ 411079 w 533400"/>
                  <a:gd name="connsiteY6" fmla="*/ 276846 h 485775"/>
                  <a:gd name="connsiteX7" fmla="*/ 411079 w 533400"/>
                  <a:gd name="connsiteY7" fmla="*/ 229221 h 485775"/>
                  <a:gd name="connsiteX8" fmla="*/ 534904 w 533400"/>
                  <a:gd name="connsiteY8" fmla="*/ 229221 h 485775"/>
                  <a:gd name="connsiteX9" fmla="*/ 534904 w 533400"/>
                  <a:gd name="connsiteY9" fmla="*/ 457821 h 485775"/>
                  <a:gd name="connsiteX10" fmla="*/ 506329 w 533400"/>
                  <a:gd name="connsiteY10" fmla="*/ 486396 h 485775"/>
                  <a:gd name="connsiteX11" fmla="*/ 30079 w 533400"/>
                  <a:gd name="connsiteY11" fmla="*/ 486396 h 485775"/>
                  <a:gd name="connsiteX12" fmla="*/ 1504 w 533400"/>
                  <a:gd name="connsiteY12" fmla="*/ 457821 h 485775"/>
                  <a:gd name="connsiteX13" fmla="*/ 1504 w 533400"/>
                  <a:gd name="connsiteY13" fmla="*/ 229221 h 485775"/>
                  <a:gd name="connsiteX14" fmla="*/ 125329 w 533400"/>
                  <a:gd name="connsiteY14" fmla="*/ 229221 h 485775"/>
                  <a:gd name="connsiteX15" fmla="*/ 372979 w 533400"/>
                  <a:gd name="connsiteY15" fmla="*/ 621 h 485775"/>
                  <a:gd name="connsiteX16" fmla="*/ 411079 w 533400"/>
                  <a:gd name="connsiteY16" fmla="*/ 36816 h 485775"/>
                  <a:gd name="connsiteX17" fmla="*/ 411079 w 533400"/>
                  <a:gd name="connsiteY17" fmla="*/ 38721 h 485775"/>
                  <a:gd name="connsiteX18" fmla="*/ 411079 w 533400"/>
                  <a:gd name="connsiteY18" fmla="*/ 114921 h 485775"/>
                  <a:gd name="connsiteX19" fmla="*/ 506329 w 533400"/>
                  <a:gd name="connsiteY19" fmla="*/ 114921 h 485775"/>
                  <a:gd name="connsiteX20" fmla="*/ 534904 w 533400"/>
                  <a:gd name="connsiteY20" fmla="*/ 143496 h 485775"/>
                  <a:gd name="connsiteX21" fmla="*/ 534904 w 533400"/>
                  <a:gd name="connsiteY21" fmla="*/ 210171 h 485775"/>
                  <a:gd name="connsiteX22" fmla="*/ 1504 w 533400"/>
                  <a:gd name="connsiteY22" fmla="*/ 210171 h 485775"/>
                  <a:gd name="connsiteX23" fmla="*/ 1504 w 533400"/>
                  <a:gd name="connsiteY23" fmla="*/ 143496 h 485775"/>
                  <a:gd name="connsiteX24" fmla="*/ 30079 w 533400"/>
                  <a:gd name="connsiteY24" fmla="*/ 114921 h 485775"/>
                  <a:gd name="connsiteX25" fmla="*/ 125329 w 533400"/>
                  <a:gd name="connsiteY25" fmla="*/ 114921 h 485775"/>
                  <a:gd name="connsiteX26" fmla="*/ 125329 w 533400"/>
                  <a:gd name="connsiteY26" fmla="*/ 38721 h 485775"/>
                  <a:gd name="connsiteX27" fmla="*/ 161524 w 533400"/>
                  <a:gd name="connsiteY27" fmla="*/ 621 h 485775"/>
                  <a:gd name="connsiteX28" fmla="*/ 163429 w 533400"/>
                  <a:gd name="connsiteY28" fmla="*/ 621 h 485775"/>
                  <a:gd name="connsiteX29" fmla="*/ 372979 w 533400"/>
                  <a:gd name="connsiteY29" fmla="*/ 621 h 485775"/>
                  <a:gd name="connsiteX30" fmla="*/ 372979 w 533400"/>
                  <a:gd name="connsiteY30" fmla="*/ 19671 h 485775"/>
                  <a:gd name="connsiteX31" fmla="*/ 163429 w 533400"/>
                  <a:gd name="connsiteY31" fmla="*/ 19671 h 485775"/>
                  <a:gd name="connsiteX32" fmla="*/ 144474 w 533400"/>
                  <a:gd name="connsiteY32" fmla="*/ 37292 h 485775"/>
                  <a:gd name="connsiteX33" fmla="*/ 144379 w 533400"/>
                  <a:gd name="connsiteY33" fmla="*/ 38721 h 485775"/>
                  <a:gd name="connsiteX34" fmla="*/ 144379 w 533400"/>
                  <a:gd name="connsiteY34" fmla="*/ 114921 h 485775"/>
                  <a:gd name="connsiteX35" fmla="*/ 392029 w 533400"/>
                  <a:gd name="connsiteY35" fmla="*/ 114921 h 485775"/>
                  <a:gd name="connsiteX36" fmla="*/ 392029 w 533400"/>
                  <a:gd name="connsiteY36" fmla="*/ 38721 h 485775"/>
                  <a:gd name="connsiteX37" fmla="*/ 375836 w 533400"/>
                  <a:gd name="connsiteY37" fmla="*/ 19862 h 485775"/>
                  <a:gd name="connsiteX38" fmla="*/ 374408 w 533400"/>
                  <a:gd name="connsiteY38" fmla="*/ 19671 h 485775"/>
                  <a:gd name="connsiteX39" fmla="*/ 372979 w 533400"/>
                  <a:gd name="connsiteY39" fmla="*/ 196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57821"/>
                    </a:lnTo>
                    <a:cubicBezTo>
                      <a:pt x="534904" y="473632"/>
                      <a:pt x="522141" y="486396"/>
                      <a:pt x="506329" y="486396"/>
                    </a:cubicBezTo>
                    <a:lnTo>
                      <a:pt x="30079" y="486396"/>
                    </a:lnTo>
                    <a:cubicBezTo>
                      <a:pt x="14267" y="486396"/>
                      <a:pt x="1504" y="473632"/>
                      <a:pt x="1504" y="457821"/>
                    </a:cubicBezTo>
                    <a:lnTo>
                      <a:pt x="1504" y="229221"/>
                    </a:lnTo>
                    <a:lnTo>
                      <a:pt x="125329" y="229221"/>
                    </a:lnTo>
                    <a:close/>
                    <a:moveTo>
                      <a:pt x="372979" y="621"/>
                    </a:moveTo>
                    <a:cubicBezTo>
                      <a:pt x="393363" y="621"/>
                      <a:pt x="410031" y="16623"/>
                      <a:pt x="411079" y="36816"/>
                    </a:cubicBezTo>
                    <a:lnTo>
                      <a:pt x="411079" y="38721"/>
                    </a:lnTo>
                    <a:lnTo>
                      <a:pt x="411079" y="114921"/>
                    </a:lnTo>
                    <a:lnTo>
                      <a:pt x="506329" y="114921"/>
                    </a:lnTo>
                    <a:cubicBezTo>
                      <a:pt x="522141" y="114921"/>
                      <a:pt x="534904" y="127685"/>
                      <a:pt x="534904" y="143496"/>
                    </a:cubicBezTo>
                    <a:lnTo>
                      <a:pt x="534904" y="210171"/>
                    </a:lnTo>
                    <a:lnTo>
                      <a:pt x="1504" y="210171"/>
                    </a:lnTo>
                    <a:lnTo>
                      <a:pt x="1504" y="143496"/>
                    </a:lnTo>
                    <a:cubicBezTo>
                      <a:pt x="1504" y="127685"/>
                      <a:pt x="14267" y="114921"/>
                      <a:pt x="30079" y="114921"/>
                    </a:cubicBezTo>
                    <a:lnTo>
                      <a:pt x="125329" y="114921"/>
                    </a:lnTo>
                    <a:lnTo>
                      <a:pt x="125329" y="38721"/>
                    </a:lnTo>
                    <a:cubicBezTo>
                      <a:pt x="125329" y="18337"/>
                      <a:pt x="141331" y="1669"/>
                      <a:pt x="161524" y="621"/>
                    </a:cubicBezTo>
                    <a:lnTo>
                      <a:pt x="163429" y="621"/>
                    </a:lnTo>
                    <a:lnTo>
                      <a:pt x="372979" y="621"/>
                    </a:lnTo>
                    <a:close/>
                    <a:moveTo>
                      <a:pt x="372979" y="19671"/>
                    </a:moveTo>
                    <a:lnTo>
                      <a:pt x="163429" y="19671"/>
                    </a:lnTo>
                    <a:cubicBezTo>
                      <a:pt x="153428" y="19671"/>
                      <a:pt x="145141" y="27482"/>
                      <a:pt x="144474" y="37292"/>
                    </a:cubicBezTo>
                    <a:lnTo>
                      <a:pt x="144379" y="38721"/>
                    </a:lnTo>
                    <a:lnTo>
                      <a:pt x="144379" y="114921"/>
                    </a:lnTo>
                    <a:lnTo>
                      <a:pt x="392029" y="114921"/>
                    </a:lnTo>
                    <a:lnTo>
                      <a:pt x="392029" y="38721"/>
                    </a:lnTo>
                    <a:cubicBezTo>
                      <a:pt x="392029" y="29196"/>
                      <a:pt x="384981" y="21290"/>
                      <a:pt x="375836" y="19862"/>
                    </a:cubicBezTo>
                    <a:lnTo>
                      <a:pt x="374408" y="19671"/>
                    </a:lnTo>
                    <a:lnTo>
                      <a:pt x="372979" y="196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nvGrpSpPr>
            <p:cNvPr id="15" name="iṡḻîdè">
              <a:extLst>
                <a:ext uri="{FF2B5EF4-FFF2-40B4-BE49-F238E27FC236}">
                  <a16:creationId xmlns:a16="http://schemas.microsoft.com/office/drawing/2014/main" id="{D849417A-46E3-21B2-6253-DB5CF204DC97}"/>
                </a:ext>
              </a:extLst>
            </p:cNvPr>
            <p:cNvGrpSpPr/>
            <p:nvPr/>
          </p:nvGrpSpPr>
          <p:grpSpPr>
            <a:xfrm>
              <a:off x="9329465" y="5571374"/>
              <a:ext cx="571723" cy="571720"/>
              <a:chOff x="2236765" y="5208889"/>
              <a:chExt cx="444222" cy="444220"/>
            </a:xfrm>
          </p:grpSpPr>
          <p:sp>
            <p:nvSpPr>
              <p:cNvPr id="16" name="íšľídê">
                <a:extLst>
                  <a:ext uri="{FF2B5EF4-FFF2-40B4-BE49-F238E27FC236}">
                    <a16:creationId xmlns:a16="http://schemas.microsoft.com/office/drawing/2014/main" id="{FF892DEF-FF9A-2460-F8CE-E0BFE63D9011}"/>
                  </a:ext>
                </a:extLst>
              </p:cNvPr>
              <p:cNvSpPr/>
              <p:nvPr/>
            </p:nvSpPr>
            <p:spPr>
              <a:xfrm>
                <a:off x="2236765" y="5208889"/>
                <a:ext cx="444222" cy="444220"/>
              </a:xfrm>
              <a:prstGeom prst="ellipse">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7" name="iṣľiḋè">
                <a:extLst>
                  <a:ext uri="{FF2B5EF4-FFF2-40B4-BE49-F238E27FC236}">
                    <a16:creationId xmlns:a16="http://schemas.microsoft.com/office/drawing/2014/main" id="{3779CB2C-B309-2811-7EDC-B5489D49DA9A}"/>
                  </a:ext>
                </a:extLst>
              </p:cNvPr>
              <p:cNvSpPr/>
              <p:nvPr/>
            </p:nvSpPr>
            <p:spPr bwMode="auto">
              <a:xfrm>
                <a:off x="2365111" y="5328219"/>
                <a:ext cx="187529" cy="205561"/>
              </a:xfrm>
              <a:custGeom>
                <a:avLst/>
                <a:gdLst>
                  <a:gd name="connsiteX0" fmla="*/ 248770 w 495300"/>
                  <a:gd name="connsiteY0" fmla="*/ 621 h 542925"/>
                  <a:gd name="connsiteX1" fmla="*/ 496420 w 495300"/>
                  <a:gd name="connsiteY1" fmla="*/ 248271 h 542925"/>
                  <a:gd name="connsiteX2" fmla="*/ 323827 w 495300"/>
                  <a:gd name="connsiteY2" fmla="*/ 484396 h 542925"/>
                  <a:gd name="connsiteX3" fmla="*/ 346973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567 w 495300"/>
                  <a:gd name="connsiteY8" fmla="*/ 524496 h 542925"/>
                  <a:gd name="connsiteX9" fmla="*/ 173713 w 495300"/>
                  <a:gd name="connsiteY9" fmla="*/ 484396 h 542925"/>
                  <a:gd name="connsiteX10" fmla="*/ 1120 w 495300"/>
                  <a:gd name="connsiteY10" fmla="*/ 248271 h 542925"/>
                  <a:gd name="connsiteX11" fmla="*/ 248770 w 495300"/>
                  <a:gd name="connsiteY11" fmla="*/ 621 h 542925"/>
                  <a:gd name="connsiteX12" fmla="*/ 192763 w 495300"/>
                  <a:gd name="connsiteY12" fmla="*/ 489539 h 542925"/>
                  <a:gd name="connsiteX13" fmla="*/ 172570 w 495300"/>
                  <a:gd name="connsiteY13" fmla="*/ 524496 h 542925"/>
                  <a:gd name="connsiteX14" fmla="*/ 324970 w 495300"/>
                  <a:gd name="connsiteY14" fmla="*/ 524496 h 542925"/>
                  <a:gd name="connsiteX15" fmla="*/ 304777 w 495300"/>
                  <a:gd name="connsiteY15" fmla="*/ 489539 h 542925"/>
                  <a:gd name="connsiteX16" fmla="*/ 248770 w 495300"/>
                  <a:gd name="connsiteY16" fmla="*/ 495921 h 542925"/>
                  <a:gd name="connsiteX17" fmla="*/ 192763 w 495300"/>
                  <a:gd name="connsiteY17" fmla="*/ 489539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3605" y="452582"/>
                      <a:pt x="1120" y="358856"/>
                      <a:pt x="1120" y="248271"/>
                    </a:cubicBezTo>
                    <a:cubicBezTo>
                      <a:pt x="1120" y="111492"/>
                      <a:pt x="111991" y="621"/>
                      <a:pt x="248770" y="621"/>
                    </a:cubicBezTo>
                    <a:close/>
                    <a:moveTo>
                      <a:pt x="192763" y="489539"/>
                    </a:moveTo>
                    <a:lnTo>
                      <a:pt x="172570" y="524496"/>
                    </a:lnTo>
                    <a:lnTo>
                      <a:pt x="324970" y="524496"/>
                    </a:lnTo>
                    <a:lnTo>
                      <a:pt x="304777" y="489539"/>
                    </a:lnTo>
                    <a:cubicBezTo>
                      <a:pt x="286775" y="493730"/>
                      <a:pt x="268010" y="495921"/>
                      <a:pt x="248770" y="495921"/>
                    </a:cubicBezTo>
                    <a:cubicBezTo>
                      <a:pt x="229530" y="495921"/>
                      <a:pt x="210765" y="493730"/>
                      <a:pt x="192763" y="489539"/>
                    </a:cubicBezTo>
                    <a:close/>
                    <a:moveTo>
                      <a:pt x="248770" y="143496"/>
                    </a:moveTo>
                    <a:cubicBezTo>
                      <a:pt x="190858" y="143496"/>
                      <a:pt x="143995" y="190359"/>
                      <a:pt x="143995" y="248271"/>
                    </a:cubicBezTo>
                    <a:cubicBezTo>
                      <a:pt x="143995" y="306183"/>
                      <a:pt x="190858" y="353046"/>
                      <a:pt x="248770" y="353046"/>
                    </a:cubicBezTo>
                    <a:cubicBezTo>
                      <a:pt x="306682" y="353046"/>
                      <a:pt x="353545" y="306183"/>
                      <a:pt x="353545" y="248271"/>
                    </a:cubicBezTo>
                    <a:cubicBezTo>
                      <a:pt x="353545" y="190359"/>
                      <a:pt x="306682" y="143496"/>
                      <a:pt x="248770" y="143496"/>
                    </a:cubicBezTo>
                    <a:close/>
                    <a:moveTo>
                      <a:pt x="367833" y="114921"/>
                    </a:moveTo>
                    <a:cubicBezTo>
                      <a:pt x="359927" y="114921"/>
                      <a:pt x="353545" y="121303"/>
                      <a:pt x="353545" y="129209"/>
                    </a:cubicBezTo>
                    <a:cubicBezTo>
                      <a:pt x="353545" y="137114"/>
                      <a:pt x="359927" y="143496"/>
                      <a:pt x="367833" y="143496"/>
                    </a:cubicBezTo>
                    <a:cubicBezTo>
                      <a:pt x="375738" y="143496"/>
                      <a:pt x="382120" y="137114"/>
                      <a:pt x="382120" y="129209"/>
                    </a:cubicBezTo>
                    <a:cubicBezTo>
                      <a:pt x="382120" y="121303"/>
                      <a:pt x="375738" y="114921"/>
                      <a:pt x="367833" y="11492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spTree>
    <p:custDataLst>
      <p:tags r:id="rId1"/>
    </p:custDataLst>
    <p:extLst>
      <p:ext uri="{BB962C8B-B14F-4D97-AF65-F5344CB8AC3E}">
        <p14:creationId xmlns:p14="http://schemas.microsoft.com/office/powerpoint/2010/main" val="1183127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ïśḷîḑè"/>
        <p:cNvGrpSpPr/>
        <p:nvPr/>
      </p:nvGrpSpPr>
      <p:grpSpPr>
        <a:xfrm>
          <a:off x="0" y="0"/>
          <a:ext cx="0" cy="0"/>
          <a:chOff x="0" y="0"/>
          <a:chExt cx="0" cy="0"/>
        </a:xfrm>
      </p:grpSpPr>
      <p:grpSp>
        <p:nvGrpSpPr>
          <p:cNvPr id="2" name="iśḻîḍé"/>
          <p:cNvGrpSpPr/>
          <p:nvPr/>
        </p:nvGrpSpPr>
        <p:grpSpPr>
          <a:xfrm>
            <a:off x="1290571" y="1657310"/>
            <a:ext cx="9610858" cy="3372540"/>
            <a:chOff x="1290571" y="1657310"/>
            <a:chExt cx="9610858" cy="3372540"/>
          </a:xfrm>
        </p:grpSpPr>
        <p:grpSp>
          <p:nvGrpSpPr>
            <p:cNvPr id="23" name="ïsļiďè">
              <a:extLst>
                <a:ext uri="{FF2B5EF4-FFF2-40B4-BE49-F238E27FC236}">
                  <a16:creationId xmlns:a16="http://schemas.microsoft.com/office/drawing/2014/main" id="{A7C77686-42B8-479E-9DEC-C3D7E9B1E405}"/>
                </a:ext>
              </a:extLst>
            </p:cNvPr>
            <p:cNvGrpSpPr/>
            <p:nvPr/>
          </p:nvGrpSpPr>
          <p:grpSpPr>
            <a:xfrm>
              <a:off x="1290571" y="3615027"/>
              <a:ext cx="9610858" cy="1414823"/>
              <a:chOff x="1261929" y="3615027"/>
              <a:chExt cx="9610858" cy="1414823"/>
            </a:xfrm>
          </p:grpSpPr>
          <p:grpSp>
            <p:nvGrpSpPr>
              <p:cNvPr id="15" name="íS1íḑe">
                <a:extLst>
                  <a:ext uri="{FF2B5EF4-FFF2-40B4-BE49-F238E27FC236}">
                    <a16:creationId xmlns:a16="http://schemas.microsoft.com/office/drawing/2014/main" id="{98CA9412-6272-44B0-8831-C9654B8F3205}"/>
                  </a:ext>
                </a:extLst>
              </p:cNvPr>
              <p:cNvGrpSpPr/>
              <p:nvPr/>
            </p:nvGrpSpPr>
            <p:grpSpPr>
              <a:xfrm>
                <a:off x="3837299" y="3615027"/>
                <a:ext cx="1878373" cy="1414823"/>
                <a:chOff x="3322958" y="3615027"/>
                <a:chExt cx="1878373" cy="1414823"/>
              </a:xfrm>
            </p:grpSpPr>
            <p:sp>
              <p:nvSpPr>
                <p:cNvPr id="45" name="iṣľïḑê">
                  <a:extLst>
                    <a:ext uri="{FF2B5EF4-FFF2-40B4-BE49-F238E27FC236}">
                      <a16:creationId xmlns:a16="http://schemas.microsoft.com/office/drawing/2014/main" id="{3FFC083B-DBF2-4A00-8E1E-888F88A3D7C8}"/>
                    </a:ext>
                  </a:extLst>
                </p:cNvPr>
                <p:cNvSpPr/>
                <p:nvPr/>
              </p:nvSpPr>
              <p:spPr>
                <a:xfrm>
                  <a:off x="3326144" y="3615027"/>
                  <a:ext cx="1872000" cy="934231"/>
                </a:xfrm>
                <a:prstGeom prst="roundRect">
                  <a:avLst>
                    <a:gd name="adj" fmla="val 15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rgbClr val="FFFFFF"/>
                      </a:solidFill>
                    </a:rPr>
                    <a:t>Text here</a:t>
                  </a:r>
                  <a:endParaRPr lang="zh-CN" altLang="en-US" b="1" dirty="0">
                    <a:solidFill>
                      <a:srgbClr val="FFFFFF"/>
                    </a:solidFill>
                  </a:endParaRPr>
                </a:p>
              </p:txBody>
            </p:sp>
            <p:sp>
              <p:nvSpPr>
                <p:cNvPr id="49" name="iSḷiďé">
                  <a:extLst>
                    <a:ext uri="{FF2B5EF4-FFF2-40B4-BE49-F238E27FC236}">
                      <a16:creationId xmlns:a16="http://schemas.microsoft.com/office/drawing/2014/main" id="{245A38C6-5B13-407F-9A40-D87880232CCE}"/>
                    </a:ext>
                  </a:extLst>
                </p:cNvPr>
                <p:cNvSpPr txBox="1"/>
                <p:nvPr/>
              </p:nvSpPr>
              <p:spPr>
                <a:xfrm flipH="1">
                  <a:off x="3322958" y="4689115"/>
                  <a:ext cx="1878373" cy="340735"/>
                </a:xfrm>
                <a:prstGeom prst="rect">
                  <a:avLst/>
                </a:prstGeom>
                <a:noFill/>
              </p:spPr>
              <p:txBody>
                <a:bodyPr wrap="square" lIns="90000" tIns="46800" rIns="90000" bIns="46800" anchor="t" anchorCtr="0">
                  <a:spAutoFit/>
                </a:bodyPr>
                <a:lstStyle/>
                <a:p>
                  <a:pPr algn="ctr"/>
                  <a:r>
                    <a:rPr lang="en-US" altLang="zh-CN" sz="800" dirty="0">
                      <a:solidFill>
                        <a:schemeClr val="tx1"/>
                      </a:solidFill>
                    </a:rPr>
                    <a:t>Theme  color makes PPT more convenient to change.</a:t>
                  </a:r>
                </a:p>
              </p:txBody>
            </p:sp>
          </p:grpSp>
          <p:grpSp>
            <p:nvGrpSpPr>
              <p:cNvPr id="14" name="iṣļîḓé">
                <a:extLst>
                  <a:ext uri="{FF2B5EF4-FFF2-40B4-BE49-F238E27FC236}">
                    <a16:creationId xmlns:a16="http://schemas.microsoft.com/office/drawing/2014/main" id="{B047FD33-966D-4327-A63D-5F290DA6F0EC}"/>
                  </a:ext>
                </a:extLst>
              </p:cNvPr>
              <p:cNvGrpSpPr/>
              <p:nvPr/>
            </p:nvGrpSpPr>
            <p:grpSpPr>
              <a:xfrm>
                <a:off x="6415856" y="3615027"/>
                <a:ext cx="1878373" cy="1414823"/>
                <a:chOff x="5456558" y="3615027"/>
                <a:chExt cx="1878373" cy="1414823"/>
              </a:xfrm>
            </p:grpSpPr>
            <p:sp>
              <p:nvSpPr>
                <p:cNvPr id="50" name="ïṧļiḋê">
                  <a:extLst>
                    <a:ext uri="{FF2B5EF4-FFF2-40B4-BE49-F238E27FC236}">
                      <a16:creationId xmlns:a16="http://schemas.microsoft.com/office/drawing/2014/main" id="{F2858851-88EB-4E83-9F34-CCC098B2985A}"/>
                    </a:ext>
                  </a:extLst>
                </p:cNvPr>
                <p:cNvSpPr/>
                <p:nvPr/>
              </p:nvSpPr>
              <p:spPr>
                <a:xfrm>
                  <a:off x="5459744" y="3615027"/>
                  <a:ext cx="1872000" cy="934231"/>
                </a:xfrm>
                <a:prstGeom prst="roundRect">
                  <a:avLst>
                    <a:gd name="adj" fmla="val 15000"/>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1"/>
                      </a:solidFill>
                    </a:rPr>
                    <a:t>Text here</a:t>
                  </a:r>
                  <a:endParaRPr lang="zh-CN" altLang="en-US" b="1" dirty="0">
                    <a:solidFill>
                      <a:schemeClr val="tx1"/>
                    </a:solidFill>
                  </a:endParaRPr>
                </a:p>
              </p:txBody>
            </p:sp>
            <p:sp>
              <p:nvSpPr>
                <p:cNvPr id="55" name="ïṧľíďe">
                  <a:extLst>
                    <a:ext uri="{FF2B5EF4-FFF2-40B4-BE49-F238E27FC236}">
                      <a16:creationId xmlns:a16="http://schemas.microsoft.com/office/drawing/2014/main" id="{4485F415-EACC-4337-8D94-66575EFF09AF}"/>
                    </a:ext>
                  </a:extLst>
                </p:cNvPr>
                <p:cNvSpPr txBox="1"/>
                <p:nvPr/>
              </p:nvSpPr>
              <p:spPr>
                <a:xfrm flipH="1">
                  <a:off x="5456558" y="4689115"/>
                  <a:ext cx="1878373" cy="340735"/>
                </a:xfrm>
                <a:prstGeom prst="rect">
                  <a:avLst/>
                </a:prstGeom>
                <a:noFill/>
              </p:spPr>
              <p:txBody>
                <a:bodyPr wrap="square" lIns="90000" tIns="46800" rIns="90000" bIns="46800" anchor="t" anchorCtr="0">
                  <a:spAutoFit/>
                </a:bodyPr>
                <a:lstStyle/>
                <a:p>
                  <a:pPr algn="ctr"/>
                  <a:r>
                    <a:rPr lang="en-US" altLang="zh-CN" sz="800" dirty="0">
                      <a:solidFill>
                        <a:schemeClr val="tx1"/>
                      </a:solidFill>
                    </a:rPr>
                    <a:t>Theme  color makes PPT more convenient to change.</a:t>
                  </a:r>
                </a:p>
              </p:txBody>
            </p:sp>
          </p:grpSp>
          <p:grpSp>
            <p:nvGrpSpPr>
              <p:cNvPr id="10" name="iśļïďé">
                <a:extLst>
                  <a:ext uri="{FF2B5EF4-FFF2-40B4-BE49-F238E27FC236}">
                    <a16:creationId xmlns:a16="http://schemas.microsoft.com/office/drawing/2014/main" id="{88626C73-CF7B-40E5-B633-6EE79D817D4D}"/>
                  </a:ext>
                </a:extLst>
              </p:cNvPr>
              <p:cNvGrpSpPr/>
              <p:nvPr/>
            </p:nvGrpSpPr>
            <p:grpSpPr>
              <a:xfrm>
                <a:off x="8994414" y="3615027"/>
                <a:ext cx="1878373" cy="1414823"/>
                <a:chOff x="8123558" y="3615027"/>
                <a:chExt cx="1878373" cy="1414823"/>
              </a:xfrm>
            </p:grpSpPr>
            <p:sp>
              <p:nvSpPr>
                <p:cNvPr id="56" name="ïṥlïḋé">
                  <a:extLst>
                    <a:ext uri="{FF2B5EF4-FFF2-40B4-BE49-F238E27FC236}">
                      <a16:creationId xmlns:a16="http://schemas.microsoft.com/office/drawing/2014/main" id="{6EF33E2B-33FE-4EFF-B12C-4D60D9098678}"/>
                    </a:ext>
                  </a:extLst>
                </p:cNvPr>
                <p:cNvSpPr/>
                <p:nvPr/>
              </p:nvSpPr>
              <p:spPr>
                <a:xfrm>
                  <a:off x="8126744" y="3615027"/>
                  <a:ext cx="1872000" cy="934231"/>
                </a:xfrm>
                <a:prstGeom prst="roundRect">
                  <a:avLst>
                    <a:gd name="adj" fmla="val 15000"/>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1"/>
                      </a:solidFill>
                    </a:rPr>
                    <a:t>Text here</a:t>
                  </a:r>
                  <a:endParaRPr lang="zh-CN" altLang="en-US" b="1" dirty="0">
                    <a:solidFill>
                      <a:schemeClr val="tx1"/>
                    </a:solidFill>
                  </a:endParaRPr>
                </a:p>
              </p:txBody>
            </p:sp>
            <p:sp>
              <p:nvSpPr>
                <p:cNvPr id="60" name="iSḻîḋé">
                  <a:extLst>
                    <a:ext uri="{FF2B5EF4-FFF2-40B4-BE49-F238E27FC236}">
                      <a16:creationId xmlns:a16="http://schemas.microsoft.com/office/drawing/2014/main" id="{B64E61D9-4915-4286-8B9D-080B1B289E21}"/>
                    </a:ext>
                  </a:extLst>
                </p:cNvPr>
                <p:cNvSpPr txBox="1"/>
                <p:nvPr/>
              </p:nvSpPr>
              <p:spPr>
                <a:xfrm flipH="1">
                  <a:off x="8123558" y="4689115"/>
                  <a:ext cx="1878373" cy="340735"/>
                </a:xfrm>
                <a:prstGeom prst="rect">
                  <a:avLst/>
                </a:prstGeom>
                <a:noFill/>
              </p:spPr>
              <p:txBody>
                <a:bodyPr wrap="square" lIns="90000" tIns="46800" rIns="90000" bIns="46800" anchor="t" anchorCtr="0">
                  <a:spAutoFit/>
                </a:bodyPr>
                <a:lstStyle/>
                <a:p>
                  <a:pPr algn="ctr"/>
                  <a:r>
                    <a:rPr lang="en-US" altLang="zh-CN" sz="800" dirty="0">
                      <a:solidFill>
                        <a:schemeClr val="tx1"/>
                      </a:solidFill>
                    </a:rPr>
                    <a:t>Theme  color makes PPT more convenient to change.</a:t>
                  </a:r>
                </a:p>
              </p:txBody>
            </p:sp>
          </p:grpSp>
          <p:grpSp>
            <p:nvGrpSpPr>
              <p:cNvPr id="7" name="îSľïḑè">
                <a:extLst>
                  <a:ext uri="{FF2B5EF4-FFF2-40B4-BE49-F238E27FC236}">
                    <a16:creationId xmlns:a16="http://schemas.microsoft.com/office/drawing/2014/main" id="{853BB977-0334-4FBE-85D5-E673177D611E}"/>
                  </a:ext>
                </a:extLst>
              </p:cNvPr>
              <p:cNvGrpSpPr/>
              <p:nvPr/>
            </p:nvGrpSpPr>
            <p:grpSpPr>
              <a:xfrm>
                <a:off x="3245758" y="3855896"/>
                <a:ext cx="457200" cy="457200"/>
                <a:chOff x="5898244" y="3870410"/>
                <a:chExt cx="457200" cy="457200"/>
              </a:xfrm>
            </p:grpSpPr>
            <p:sp>
              <p:nvSpPr>
                <p:cNvPr id="34" name="íş1íḋe">
                  <a:extLst>
                    <a:ext uri="{FF2B5EF4-FFF2-40B4-BE49-F238E27FC236}">
                      <a16:creationId xmlns:a16="http://schemas.microsoft.com/office/drawing/2014/main" id="{EA210908-9920-4386-92BB-966999126686}"/>
                    </a:ext>
                  </a:extLst>
                </p:cNvPr>
                <p:cNvSpPr/>
                <p:nvPr/>
              </p:nvSpPr>
              <p:spPr>
                <a:xfrm>
                  <a:off x="5898244" y="387041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dirty="0">
                    <a:solidFill>
                      <a:schemeClr val="tx1"/>
                    </a:solidFill>
                  </a:endParaRPr>
                </a:p>
              </p:txBody>
            </p:sp>
            <p:sp>
              <p:nvSpPr>
                <p:cNvPr id="35" name="iŝlíďe">
                  <a:extLst>
                    <a:ext uri="{FF2B5EF4-FFF2-40B4-BE49-F238E27FC236}">
                      <a16:creationId xmlns:a16="http://schemas.microsoft.com/office/drawing/2014/main" id="{1F27043A-BAB8-4E08-9D3A-22AA32B31BBE}"/>
                    </a:ext>
                  </a:extLst>
                </p:cNvPr>
                <p:cNvSpPr/>
                <p:nvPr/>
              </p:nvSpPr>
              <p:spPr>
                <a:xfrm>
                  <a:off x="6105981" y="4057255"/>
                  <a:ext cx="56012" cy="83510"/>
                </a:xfrm>
                <a:custGeom>
                  <a:avLst/>
                  <a:gdLst>
                    <a:gd name="connsiteX0" fmla="*/ 1632776 w 1725215"/>
                    <a:gd name="connsiteY0" fmla="*/ 834031 h 1994673"/>
                    <a:gd name="connsiteX1" fmla="*/ 288512 w 1725215"/>
                    <a:gd name="connsiteY1" fmla="*/ 27454 h 1994673"/>
                    <a:gd name="connsiteX2" fmla="*/ 0 w 1725215"/>
                    <a:gd name="connsiteY2" fmla="*/ 190808 h 1994673"/>
                    <a:gd name="connsiteX3" fmla="*/ 0 w 1725215"/>
                    <a:gd name="connsiteY3" fmla="*/ 1803866 h 1994673"/>
                    <a:gd name="connsiteX4" fmla="*/ 288512 w 1725215"/>
                    <a:gd name="connsiteY4" fmla="*/ 1967220 h 1994673"/>
                    <a:gd name="connsiteX5" fmla="*/ 1632776 w 1725215"/>
                    <a:gd name="connsiteY5" fmla="*/ 1160643 h 1994673"/>
                    <a:gd name="connsiteX6" fmla="*/ 1632776 w 1725215"/>
                    <a:gd name="connsiteY6" fmla="*/ 834031 h 1994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5215" h="1994673">
                      <a:moveTo>
                        <a:pt x="1632776" y="834031"/>
                      </a:moveTo>
                      <a:lnTo>
                        <a:pt x="288512" y="27454"/>
                      </a:lnTo>
                      <a:cubicBezTo>
                        <a:pt x="161544" y="-48746"/>
                        <a:pt x="0" y="42694"/>
                        <a:pt x="0" y="190808"/>
                      </a:cubicBezTo>
                      <a:lnTo>
                        <a:pt x="0" y="1803866"/>
                      </a:lnTo>
                      <a:cubicBezTo>
                        <a:pt x="0" y="1951980"/>
                        <a:pt x="161544" y="2043420"/>
                        <a:pt x="288512" y="1967220"/>
                      </a:cubicBezTo>
                      <a:lnTo>
                        <a:pt x="1632776" y="1160643"/>
                      </a:lnTo>
                      <a:cubicBezTo>
                        <a:pt x="1756029" y="1086729"/>
                        <a:pt x="1756029" y="908040"/>
                        <a:pt x="1632776" y="83403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rgbClr val="ECECEC"/>
                    </a:solidFill>
                  </a:endParaRPr>
                </a:p>
              </p:txBody>
            </p:sp>
          </p:grpSp>
          <p:grpSp>
            <p:nvGrpSpPr>
              <p:cNvPr id="22" name="i$1îḓê">
                <a:extLst>
                  <a:ext uri="{FF2B5EF4-FFF2-40B4-BE49-F238E27FC236}">
                    <a16:creationId xmlns:a16="http://schemas.microsoft.com/office/drawing/2014/main" id="{47D9917B-F255-4F39-AEC1-94768EE444BE}"/>
                  </a:ext>
                </a:extLst>
              </p:cNvPr>
              <p:cNvGrpSpPr/>
              <p:nvPr/>
            </p:nvGrpSpPr>
            <p:grpSpPr>
              <a:xfrm>
                <a:off x="1261929" y="3615027"/>
                <a:ext cx="1878373" cy="1414823"/>
                <a:chOff x="1261929" y="3615027"/>
                <a:chExt cx="1878373" cy="1414823"/>
              </a:xfrm>
            </p:grpSpPr>
            <p:sp>
              <p:nvSpPr>
                <p:cNvPr id="42" name="iṧḻïďè">
                  <a:extLst>
                    <a:ext uri="{FF2B5EF4-FFF2-40B4-BE49-F238E27FC236}">
                      <a16:creationId xmlns:a16="http://schemas.microsoft.com/office/drawing/2014/main" id="{A70ECE2A-3B17-4402-B3B8-B9643B4AFCA7}"/>
                    </a:ext>
                  </a:extLst>
                </p:cNvPr>
                <p:cNvSpPr/>
                <p:nvPr/>
              </p:nvSpPr>
              <p:spPr>
                <a:xfrm>
                  <a:off x="1265115" y="3615027"/>
                  <a:ext cx="1872000" cy="934231"/>
                </a:xfrm>
                <a:prstGeom prst="roundRect">
                  <a:avLst>
                    <a:gd name="adj" fmla="val 15000"/>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b="1" dirty="0">
                      <a:solidFill>
                        <a:schemeClr val="tx1"/>
                      </a:solidFill>
                    </a:rPr>
                    <a:t>Text here</a:t>
                  </a:r>
                  <a:endParaRPr lang="zh-CN" altLang="en-US" b="1" dirty="0">
                    <a:solidFill>
                      <a:schemeClr val="tx1"/>
                    </a:solidFill>
                  </a:endParaRPr>
                </a:p>
              </p:txBody>
            </p:sp>
            <p:sp>
              <p:nvSpPr>
                <p:cNvPr id="44" name="iṩļïdé">
                  <a:extLst>
                    <a:ext uri="{FF2B5EF4-FFF2-40B4-BE49-F238E27FC236}">
                      <a16:creationId xmlns:a16="http://schemas.microsoft.com/office/drawing/2014/main" id="{02E2C024-DDFE-4D29-B913-D2A885859B75}"/>
                    </a:ext>
                  </a:extLst>
                </p:cNvPr>
                <p:cNvSpPr txBox="1"/>
                <p:nvPr/>
              </p:nvSpPr>
              <p:spPr>
                <a:xfrm flipH="1">
                  <a:off x="1261929" y="4689115"/>
                  <a:ext cx="1878373" cy="340735"/>
                </a:xfrm>
                <a:prstGeom prst="rect">
                  <a:avLst/>
                </a:prstGeom>
                <a:noFill/>
              </p:spPr>
              <p:txBody>
                <a:bodyPr wrap="square" lIns="90000" tIns="46800" rIns="90000" bIns="46800" anchor="t" anchorCtr="0">
                  <a:spAutoFit/>
                </a:bodyPr>
                <a:lstStyle/>
                <a:p>
                  <a:pPr algn="ctr"/>
                  <a:r>
                    <a:rPr lang="en-US" altLang="zh-CN" sz="800" dirty="0">
                      <a:solidFill>
                        <a:schemeClr val="tx1"/>
                      </a:solidFill>
                    </a:rPr>
                    <a:t>Theme  color makes PPT more convenient to change.</a:t>
                  </a:r>
                </a:p>
              </p:txBody>
            </p:sp>
          </p:grpSp>
          <p:grpSp>
            <p:nvGrpSpPr>
              <p:cNvPr id="66" name="íšḷíḑé">
                <a:extLst>
                  <a:ext uri="{FF2B5EF4-FFF2-40B4-BE49-F238E27FC236}">
                    <a16:creationId xmlns:a16="http://schemas.microsoft.com/office/drawing/2014/main" id="{1D0AD6AB-35EB-4814-BDC4-D07349E66C4D}"/>
                  </a:ext>
                </a:extLst>
              </p:cNvPr>
              <p:cNvGrpSpPr/>
              <p:nvPr/>
            </p:nvGrpSpPr>
            <p:grpSpPr>
              <a:xfrm>
                <a:off x="5843816" y="3855896"/>
                <a:ext cx="457200" cy="457200"/>
                <a:chOff x="5898244" y="3870410"/>
                <a:chExt cx="457200" cy="457200"/>
              </a:xfrm>
            </p:grpSpPr>
            <p:sp>
              <p:nvSpPr>
                <p:cNvPr id="67" name="íṧľïdè">
                  <a:extLst>
                    <a:ext uri="{FF2B5EF4-FFF2-40B4-BE49-F238E27FC236}">
                      <a16:creationId xmlns:a16="http://schemas.microsoft.com/office/drawing/2014/main" id="{467B1380-E646-4F3E-9D50-425477EFF826}"/>
                    </a:ext>
                  </a:extLst>
                </p:cNvPr>
                <p:cNvSpPr/>
                <p:nvPr/>
              </p:nvSpPr>
              <p:spPr>
                <a:xfrm>
                  <a:off x="5898244" y="3870410"/>
                  <a:ext cx="457200" cy="457200"/>
                </a:xfrm>
                <a:prstGeom prst="ellipse">
                  <a:avLst/>
                </a:prstGeom>
                <a:solidFill>
                  <a:schemeClr val="tx1">
                    <a:lumMod val="50000"/>
                    <a:lumOff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dirty="0">
                    <a:solidFill>
                      <a:schemeClr val="tx1"/>
                    </a:solidFill>
                  </a:endParaRPr>
                </a:p>
              </p:txBody>
            </p:sp>
            <p:sp>
              <p:nvSpPr>
                <p:cNvPr id="68" name="îsḷîḑé">
                  <a:extLst>
                    <a:ext uri="{FF2B5EF4-FFF2-40B4-BE49-F238E27FC236}">
                      <a16:creationId xmlns:a16="http://schemas.microsoft.com/office/drawing/2014/main" id="{E7E515A6-3B2A-45C6-AA47-25F064B5A6A0}"/>
                    </a:ext>
                  </a:extLst>
                </p:cNvPr>
                <p:cNvSpPr/>
                <p:nvPr/>
              </p:nvSpPr>
              <p:spPr>
                <a:xfrm>
                  <a:off x="6105981" y="4057255"/>
                  <a:ext cx="56012" cy="83510"/>
                </a:xfrm>
                <a:custGeom>
                  <a:avLst/>
                  <a:gdLst>
                    <a:gd name="connsiteX0" fmla="*/ 1632776 w 1725215"/>
                    <a:gd name="connsiteY0" fmla="*/ 834031 h 1994673"/>
                    <a:gd name="connsiteX1" fmla="*/ 288512 w 1725215"/>
                    <a:gd name="connsiteY1" fmla="*/ 27454 h 1994673"/>
                    <a:gd name="connsiteX2" fmla="*/ 0 w 1725215"/>
                    <a:gd name="connsiteY2" fmla="*/ 190808 h 1994673"/>
                    <a:gd name="connsiteX3" fmla="*/ 0 w 1725215"/>
                    <a:gd name="connsiteY3" fmla="*/ 1803866 h 1994673"/>
                    <a:gd name="connsiteX4" fmla="*/ 288512 w 1725215"/>
                    <a:gd name="connsiteY4" fmla="*/ 1967220 h 1994673"/>
                    <a:gd name="connsiteX5" fmla="*/ 1632776 w 1725215"/>
                    <a:gd name="connsiteY5" fmla="*/ 1160643 h 1994673"/>
                    <a:gd name="connsiteX6" fmla="*/ 1632776 w 1725215"/>
                    <a:gd name="connsiteY6" fmla="*/ 834031 h 1994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5215" h="1994673">
                      <a:moveTo>
                        <a:pt x="1632776" y="834031"/>
                      </a:moveTo>
                      <a:lnTo>
                        <a:pt x="288512" y="27454"/>
                      </a:lnTo>
                      <a:cubicBezTo>
                        <a:pt x="161544" y="-48746"/>
                        <a:pt x="0" y="42694"/>
                        <a:pt x="0" y="190808"/>
                      </a:cubicBezTo>
                      <a:lnTo>
                        <a:pt x="0" y="1803866"/>
                      </a:lnTo>
                      <a:cubicBezTo>
                        <a:pt x="0" y="1951980"/>
                        <a:pt x="161544" y="2043420"/>
                        <a:pt x="288512" y="1967220"/>
                      </a:cubicBezTo>
                      <a:lnTo>
                        <a:pt x="1632776" y="1160643"/>
                      </a:lnTo>
                      <a:cubicBezTo>
                        <a:pt x="1756029" y="1086729"/>
                        <a:pt x="1756029" y="908040"/>
                        <a:pt x="1632776" y="83403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rgbClr val="ECECEC"/>
                    </a:solidFill>
                  </a:endParaRPr>
                </a:p>
              </p:txBody>
            </p:sp>
          </p:grpSp>
          <p:grpSp>
            <p:nvGrpSpPr>
              <p:cNvPr id="69" name="ï$ľïḍè">
                <a:extLst>
                  <a:ext uri="{FF2B5EF4-FFF2-40B4-BE49-F238E27FC236}">
                    <a16:creationId xmlns:a16="http://schemas.microsoft.com/office/drawing/2014/main" id="{983036DB-5999-42E9-8D50-77EBFA118FCD}"/>
                  </a:ext>
                </a:extLst>
              </p:cNvPr>
              <p:cNvGrpSpPr/>
              <p:nvPr/>
            </p:nvGrpSpPr>
            <p:grpSpPr>
              <a:xfrm>
                <a:off x="8441873" y="3855896"/>
                <a:ext cx="457200" cy="457200"/>
                <a:chOff x="5898244" y="3870410"/>
                <a:chExt cx="457200" cy="457200"/>
              </a:xfrm>
            </p:grpSpPr>
            <p:sp>
              <p:nvSpPr>
                <p:cNvPr id="70" name="î$1ïḑè">
                  <a:extLst>
                    <a:ext uri="{FF2B5EF4-FFF2-40B4-BE49-F238E27FC236}">
                      <a16:creationId xmlns:a16="http://schemas.microsoft.com/office/drawing/2014/main" id="{A731DA97-AAF5-4FFB-918B-3615CF16CD4F}"/>
                    </a:ext>
                  </a:extLst>
                </p:cNvPr>
                <p:cNvSpPr/>
                <p:nvPr/>
              </p:nvSpPr>
              <p:spPr>
                <a:xfrm>
                  <a:off x="5898244" y="3870410"/>
                  <a:ext cx="457200" cy="457200"/>
                </a:xfrm>
                <a:prstGeom prst="ellipse">
                  <a:avLst/>
                </a:prstGeom>
                <a:solidFill>
                  <a:schemeClr val="tx1">
                    <a:lumMod val="50000"/>
                    <a:lumOff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dirty="0">
                    <a:solidFill>
                      <a:schemeClr val="tx1"/>
                    </a:solidFill>
                  </a:endParaRPr>
                </a:p>
              </p:txBody>
            </p:sp>
            <p:sp>
              <p:nvSpPr>
                <p:cNvPr id="71" name="ïşlíḓé">
                  <a:extLst>
                    <a:ext uri="{FF2B5EF4-FFF2-40B4-BE49-F238E27FC236}">
                      <a16:creationId xmlns:a16="http://schemas.microsoft.com/office/drawing/2014/main" id="{61C340AC-F317-40C0-A74B-3D7DBEF2479B}"/>
                    </a:ext>
                  </a:extLst>
                </p:cNvPr>
                <p:cNvSpPr/>
                <p:nvPr/>
              </p:nvSpPr>
              <p:spPr>
                <a:xfrm>
                  <a:off x="6105981" y="4057255"/>
                  <a:ext cx="56012" cy="83510"/>
                </a:xfrm>
                <a:custGeom>
                  <a:avLst/>
                  <a:gdLst>
                    <a:gd name="connsiteX0" fmla="*/ 1632776 w 1725215"/>
                    <a:gd name="connsiteY0" fmla="*/ 834031 h 1994673"/>
                    <a:gd name="connsiteX1" fmla="*/ 288512 w 1725215"/>
                    <a:gd name="connsiteY1" fmla="*/ 27454 h 1994673"/>
                    <a:gd name="connsiteX2" fmla="*/ 0 w 1725215"/>
                    <a:gd name="connsiteY2" fmla="*/ 190808 h 1994673"/>
                    <a:gd name="connsiteX3" fmla="*/ 0 w 1725215"/>
                    <a:gd name="connsiteY3" fmla="*/ 1803866 h 1994673"/>
                    <a:gd name="connsiteX4" fmla="*/ 288512 w 1725215"/>
                    <a:gd name="connsiteY4" fmla="*/ 1967220 h 1994673"/>
                    <a:gd name="connsiteX5" fmla="*/ 1632776 w 1725215"/>
                    <a:gd name="connsiteY5" fmla="*/ 1160643 h 1994673"/>
                    <a:gd name="connsiteX6" fmla="*/ 1632776 w 1725215"/>
                    <a:gd name="connsiteY6" fmla="*/ 834031 h 1994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5215" h="1994673">
                      <a:moveTo>
                        <a:pt x="1632776" y="834031"/>
                      </a:moveTo>
                      <a:lnTo>
                        <a:pt x="288512" y="27454"/>
                      </a:lnTo>
                      <a:cubicBezTo>
                        <a:pt x="161544" y="-48746"/>
                        <a:pt x="0" y="42694"/>
                        <a:pt x="0" y="190808"/>
                      </a:cubicBezTo>
                      <a:lnTo>
                        <a:pt x="0" y="1803866"/>
                      </a:lnTo>
                      <a:cubicBezTo>
                        <a:pt x="0" y="1951980"/>
                        <a:pt x="161544" y="2043420"/>
                        <a:pt x="288512" y="1967220"/>
                      </a:cubicBezTo>
                      <a:lnTo>
                        <a:pt x="1632776" y="1160643"/>
                      </a:lnTo>
                      <a:cubicBezTo>
                        <a:pt x="1756029" y="1086729"/>
                        <a:pt x="1756029" y="908040"/>
                        <a:pt x="1632776" y="83403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rgbClr val="ECECEC"/>
                    </a:solidFill>
                  </a:endParaRPr>
                </a:p>
              </p:txBody>
            </p:sp>
          </p:grpSp>
        </p:grpSp>
        <p:sp>
          <p:nvSpPr>
            <p:cNvPr id="72" name="íş1idè">
              <a:extLst>
                <a:ext uri="{FF2B5EF4-FFF2-40B4-BE49-F238E27FC236}">
                  <a16:creationId xmlns:a16="http://schemas.microsoft.com/office/drawing/2014/main" id="{46924F38-CCFE-4EAB-847C-D76578AC63BD}"/>
                </a:ext>
              </a:extLst>
            </p:cNvPr>
            <p:cNvSpPr/>
            <p:nvPr/>
          </p:nvSpPr>
          <p:spPr>
            <a:xfrm>
              <a:off x="1664073" y="1657310"/>
              <a:ext cx="8863854" cy="899797"/>
            </a:xfrm>
            <a:prstGeom prst="rect">
              <a:avLst/>
            </a:prstGeom>
          </p:spPr>
          <p:txBody>
            <a:bodyPr anchor="b" anchorCtr="0">
              <a:noAutofit/>
            </a:bodyPr>
            <a:lstStyle/>
            <a:p>
              <a:pPr algn="ctr">
                <a:buSzPct val="25000"/>
              </a:pPr>
              <a:r>
                <a:rPr lang="en-US" altLang="zh-CN" sz="3200" b="1" dirty="0"/>
                <a:t>Unified fonts</a:t>
              </a:r>
              <a:r>
                <a:rPr lang="zh-CN" altLang="en-US" sz="3200" b="1" dirty="0"/>
                <a:t> </a:t>
              </a:r>
              <a:r>
                <a:rPr lang="en-US" altLang="zh-CN" sz="3200" b="1" dirty="0"/>
                <a:t>make </a:t>
              </a:r>
              <a:r>
                <a:rPr lang="en-US" altLang="zh-CN" sz="3200" b="1" dirty="0">
                  <a:solidFill>
                    <a:schemeClr val="accent1"/>
                  </a:solidFill>
                </a:rPr>
                <a:t>Reading more fluent.</a:t>
              </a:r>
            </a:p>
          </p:txBody>
        </p:sp>
        <p:sp>
          <p:nvSpPr>
            <p:cNvPr id="73" name="ï$ļîdè">
              <a:extLst>
                <a:ext uri="{FF2B5EF4-FFF2-40B4-BE49-F238E27FC236}">
                  <a16:creationId xmlns:a16="http://schemas.microsoft.com/office/drawing/2014/main" id="{5A3EB703-F839-4639-8146-E32864C05D68}"/>
                </a:ext>
              </a:extLst>
            </p:cNvPr>
            <p:cNvSpPr txBox="1"/>
            <p:nvPr/>
          </p:nvSpPr>
          <p:spPr>
            <a:xfrm>
              <a:off x="1664073" y="2691332"/>
              <a:ext cx="8863854" cy="400110"/>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00000"/>
                </a:lnSpc>
              </a:pPr>
              <a:r>
                <a:rPr lang="en-US" altLang="zh-CN" sz="1000" dirty="0">
                  <a:solidFill>
                    <a:schemeClr val="tx1"/>
                  </a:solidFill>
                </a:rPr>
                <a:t>Theme color makes PPT more convenient to change. </a:t>
              </a:r>
            </a:p>
            <a:p>
              <a:pPr>
                <a:lnSpc>
                  <a:spcPct val="100000"/>
                </a:lnSpc>
              </a:pPr>
              <a:r>
                <a:rPr lang="en-US" altLang="zh-CN" sz="1000" dirty="0">
                  <a:solidFill>
                    <a:schemeClr val="tx1"/>
                  </a:solidFill>
                </a:rPr>
                <a:t>Adjust the spacing to adapt to Chinese typesetting, use the reference line in PPT……</a:t>
              </a:r>
            </a:p>
          </p:txBody>
        </p:sp>
      </p:grpSp>
    </p:spTree>
    <p:custDataLst>
      <p:tags r:id="rId1"/>
    </p:custDataLst>
    <p:extLst>
      <p:ext uri="{BB962C8B-B14F-4D97-AF65-F5344CB8AC3E}">
        <p14:creationId xmlns:p14="http://schemas.microsoft.com/office/powerpoint/2010/main" val="16531740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îṧľiďé"/>
        <p:cNvGrpSpPr/>
        <p:nvPr/>
      </p:nvGrpSpPr>
      <p:grpSpPr>
        <a:xfrm>
          <a:off x="0" y="0"/>
          <a:ext cx="0" cy="0"/>
          <a:chOff x="0" y="0"/>
          <a:chExt cx="0" cy="0"/>
        </a:xfrm>
      </p:grpSpPr>
      <p:grpSp>
        <p:nvGrpSpPr>
          <p:cNvPr id="3" name="îṧľídê"/>
          <p:cNvGrpSpPr/>
          <p:nvPr/>
        </p:nvGrpSpPr>
        <p:grpSpPr>
          <a:xfrm>
            <a:off x="1739146" y="1759863"/>
            <a:ext cx="8713709" cy="3744674"/>
            <a:chOff x="1739146" y="1759863"/>
            <a:chExt cx="8713709" cy="3744674"/>
          </a:xfrm>
        </p:grpSpPr>
        <p:grpSp>
          <p:nvGrpSpPr>
            <p:cNvPr id="109" name="îš1íḓê">
              <a:extLst>
                <a:ext uri="{FF2B5EF4-FFF2-40B4-BE49-F238E27FC236}">
                  <a16:creationId xmlns:a16="http://schemas.microsoft.com/office/drawing/2014/main" id="{CD1A51C3-F2E0-4F84-B17D-4A94F0594AC2}"/>
                </a:ext>
              </a:extLst>
            </p:cNvPr>
            <p:cNvGrpSpPr/>
            <p:nvPr/>
          </p:nvGrpSpPr>
          <p:grpSpPr>
            <a:xfrm>
              <a:off x="1739146" y="1759863"/>
              <a:ext cx="8713709" cy="3744674"/>
              <a:chOff x="2311705" y="2062309"/>
              <a:chExt cx="8713709" cy="3744674"/>
            </a:xfrm>
          </p:grpSpPr>
          <p:grpSp>
            <p:nvGrpSpPr>
              <p:cNvPr id="101" name="íslîde">
                <a:extLst>
                  <a:ext uri="{FF2B5EF4-FFF2-40B4-BE49-F238E27FC236}">
                    <a16:creationId xmlns:a16="http://schemas.microsoft.com/office/drawing/2014/main" id="{AA4194A8-4392-47FB-A1A8-873E4E28CE2C}"/>
                  </a:ext>
                </a:extLst>
              </p:cNvPr>
              <p:cNvGrpSpPr/>
              <p:nvPr/>
            </p:nvGrpSpPr>
            <p:grpSpPr>
              <a:xfrm>
                <a:off x="2311705" y="2062309"/>
                <a:ext cx="8713709" cy="934231"/>
                <a:chOff x="2311705" y="3277031"/>
                <a:chExt cx="8713709" cy="934231"/>
              </a:xfrm>
            </p:grpSpPr>
            <p:sp>
              <p:nvSpPr>
                <p:cNvPr id="81" name="îṩļiḑé">
                  <a:extLst>
                    <a:ext uri="{FF2B5EF4-FFF2-40B4-BE49-F238E27FC236}">
                      <a16:creationId xmlns:a16="http://schemas.microsoft.com/office/drawing/2014/main" id="{0A799F51-A9F4-4AE9-8AF5-9526BCB65DF4}"/>
                    </a:ext>
                  </a:extLst>
                </p:cNvPr>
                <p:cNvSpPr/>
                <p:nvPr/>
              </p:nvSpPr>
              <p:spPr>
                <a:xfrm>
                  <a:off x="2311705" y="3277031"/>
                  <a:ext cx="8713709" cy="934231"/>
                </a:xfrm>
                <a:prstGeom prst="roundRect">
                  <a:avLst>
                    <a:gd name="adj" fmla="val 15000"/>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400" dirty="0">
                    <a:solidFill>
                      <a:schemeClr val="tx1"/>
                    </a:solidFill>
                  </a:endParaRPr>
                </a:p>
              </p:txBody>
            </p:sp>
            <p:sp>
              <p:nvSpPr>
                <p:cNvPr id="82" name="ïş1idè">
                  <a:extLst>
                    <a:ext uri="{FF2B5EF4-FFF2-40B4-BE49-F238E27FC236}">
                      <a16:creationId xmlns:a16="http://schemas.microsoft.com/office/drawing/2014/main" id="{3889F9B2-4DB5-438C-9F75-7DD7C1612D9B}"/>
                    </a:ext>
                  </a:extLst>
                </p:cNvPr>
                <p:cNvSpPr/>
                <p:nvPr/>
              </p:nvSpPr>
              <p:spPr>
                <a:xfrm>
                  <a:off x="2311705" y="3277031"/>
                  <a:ext cx="8713709" cy="360000"/>
                </a:xfrm>
                <a:prstGeom prst="roundRect">
                  <a:avLst>
                    <a:gd name="adj" fmla="val 30000"/>
                  </a:avLst>
                </a:prstGeom>
                <a:solidFill>
                  <a:schemeClr val="tx1">
                    <a:lumMod val="50000"/>
                    <a:lumOff val="50000"/>
                    <a:alpha val="20000"/>
                  </a:scheme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r>
                    <a:rPr lang="en-US" altLang="zh-CN" sz="1600" b="1" dirty="0">
                      <a:solidFill>
                        <a:schemeClr val="tx1"/>
                      </a:solidFill>
                    </a:rPr>
                    <a:t>Text here</a:t>
                  </a:r>
                  <a:endParaRPr lang="zh-CN" altLang="en-US" sz="1600" b="1" dirty="0">
                    <a:solidFill>
                      <a:schemeClr val="tx1"/>
                    </a:solidFill>
                  </a:endParaRPr>
                </a:p>
              </p:txBody>
            </p:sp>
            <p:grpSp>
              <p:nvGrpSpPr>
                <p:cNvPr id="85" name="ïšľïḍê">
                  <a:extLst>
                    <a:ext uri="{FF2B5EF4-FFF2-40B4-BE49-F238E27FC236}">
                      <a16:creationId xmlns:a16="http://schemas.microsoft.com/office/drawing/2014/main" id="{4780F34B-E157-47F8-B2C1-801567DDDDE1}"/>
                    </a:ext>
                  </a:extLst>
                </p:cNvPr>
                <p:cNvGrpSpPr/>
                <p:nvPr/>
              </p:nvGrpSpPr>
              <p:grpSpPr>
                <a:xfrm>
                  <a:off x="3186894" y="3715204"/>
                  <a:ext cx="6963329" cy="371515"/>
                  <a:chOff x="4271420" y="1836530"/>
                  <a:chExt cx="5753689" cy="572643"/>
                </a:xfrm>
              </p:grpSpPr>
              <p:sp>
                <p:nvSpPr>
                  <p:cNvPr id="86" name="iśḻíḑe">
                    <a:extLst>
                      <a:ext uri="{FF2B5EF4-FFF2-40B4-BE49-F238E27FC236}">
                        <a16:creationId xmlns:a16="http://schemas.microsoft.com/office/drawing/2014/main" id="{940B406F-0C61-422D-9914-9D0AFE9A544C}"/>
                      </a:ext>
                    </a:extLst>
                  </p:cNvPr>
                  <p:cNvSpPr txBox="1"/>
                  <p:nvPr/>
                </p:nvSpPr>
                <p:spPr>
                  <a:xfrm>
                    <a:off x="4271420" y="1836532"/>
                    <a:ext cx="1878373" cy="572641"/>
                  </a:xfrm>
                  <a:prstGeom prst="rect">
                    <a:avLst/>
                  </a:prstGeom>
                  <a:noFill/>
                </p:spPr>
                <p:txBody>
                  <a:bodyPr wrap="square" lIns="90000" tIns="46800" rIns="90000" bIns="46800" anchor="t" anchorCtr="0">
                    <a:spAutoFit/>
                  </a:bodyPr>
                  <a:lstStyle/>
                  <a:p>
                    <a:pPr algn="ctr"/>
                    <a:r>
                      <a:rPr lang="en-US" altLang="zh-CN" sz="900" dirty="0">
                        <a:solidFill>
                          <a:schemeClr val="tx1"/>
                        </a:solidFill>
                      </a:rPr>
                      <a:t>Theme  color makes PPT more convenient to change.</a:t>
                    </a:r>
                  </a:p>
                </p:txBody>
              </p:sp>
              <p:sp>
                <p:nvSpPr>
                  <p:cNvPr id="87" name="íṧ1íḍe">
                    <a:extLst>
                      <a:ext uri="{FF2B5EF4-FFF2-40B4-BE49-F238E27FC236}">
                        <a16:creationId xmlns:a16="http://schemas.microsoft.com/office/drawing/2014/main" id="{6E340F71-3A08-4D83-8502-470C40E84E04}"/>
                      </a:ext>
                    </a:extLst>
                  </p:cNvPr>
                  <p:cNvSpPr txBox="1"/>
                  <p:nvPr/>
                </p:nvSpPr>
                <p:spPr>
                  <a:xfrm>
                    <a:off x="8146736" y="1836530"/>
                    <a:ext cx="1878373" cy="572641"/>
                  </a:xfrm>
                  <a:prstGeom prst="rect">
                    <a:avLst/>
                  </a:prstGeom>
                  <a:noFill/>
                </p:spPr>
                <p:txBody>
                  <a:bodyPr wrap="square" lIns="90000" tIns="46800" rIns="90000" bIns="46800" anchor="t" anchorCtr="0">
                    <a:spAutoFit/>
                  </a:bodyPr>
                  <a:lstStyle/>
                  <a:p>
                    <a:pPr algn="ctr"/>
                    <a:r>
                      <a:rPr lang="en-US" altLang="zh-CN" sz="900" dirty="0">
                        <a:solidFill>
                          <a:schemeClr val="tx1"/>
                        </a:solidFill>
                      </a:rPr>
                      <a:t>Theme  color makes PPT more convenient to change.</a:t>
                    </a:r>
                  </a:p>
                </p:txBody>
              </p:sp>
            </p:grpSp>
          </p:grpSp>
          <p:grpSp>
            <p:nvGrpSpPr>
              <p:cNvPr id="103" name="iśḻiḍé">
                <a:extLst>
                  <a:ext uri="{FF2B5EF4-FFF2-40B4-BE49-F238E27FC236}">
                    <a16:creationId xmlns:a16="http://schemas.microsoft.com/office/drawing/2014/main" id="{89513A91-2F90-42B3-965C-A9C39707A11D}"/>
                  </a:ext>
                </a:extLst>
              </p:cNvPr>
              <p:cNvGrpSpPr/>
              <p:nvPr/>
            </p:nvGrpSpPr>
            <p:grpSpPr>
              <a:xfrm>
                <a:off x="2311705" y="3467530"/>
                <a:ext cx="8713709" cy="934231"/>
                <a:chOff x="2311705" y="2062309"/>
                <a:chExt cx="8713709" cy="934231"/>
              </a:xfrm>
            </p:grpSpPr>
            <p:sp>
              <p:nvSpPr>
                <p:cNvPr id="104" name="íŝḷiḓe">
                  <a:extLst>
                    <a:ext uri="{FF2B5EF4-FFF2-40B4-BE49-F238E27FC236}">
                      <a16:creationId xmlns:a16="http://schemas.microsoft.com/office/drawing/2014/main" id="{A6F68A11-74C3-4BE4-AE83-25C59FB2A047}"/>
                    </a:ext>
                  </a:extLst>
                </p:cNvPr>
                <p:cNvSpPr/>
                <p:nvPr/>
              </p:nvSpPr>
              <p:spPr>
                <a:xfrm>
                  <a:off x="2311705" y="2062309"/>
                  <a:ext cx="8713709" cy="934231"/>
                </a:xfrm>
                <a:prstGeom prst="roundRect">
                  <a:avLst>
                    <a:gd name="adj" fmla="val 15000"/>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400" dirty="0">
                    <a:solidFill>
                      <a:schemeClr val="tx1"/>
                    </a:solidFill>
                  </a:endParaRPr>
                </a:p>
              </p:txBody>
            </p:sp>
            <p:sp>
              <p:nvSpPr>
                <p:cNvPr id="105" name="îśḻide">
                  <a:extLst>
                    <a:ext uri="{FF2B5EF4-FFF2-40B4-BE49-F238E27FC236}">
                      <a16:creationId xmlns:a16="http://schemas.microsoft.com/office/drawing/2014/main" id="{D8990AF1-68BE-43DD-AB0F-F041E5F415A2}"/>
                    </a:ext>
                  </a:extLst>
                </p:cNvPr>
                <p:cNvSpPr/>
                <p:nvPr/>
              </p:nvSpPr>
              <p:spPr>
                <a:xfrm>
                  <a:off x="2311705" y="2062309"/>
                  <a:ext cx="8713709" cy="360000"/>
                </a:xfrm>
                <a:prstGeom prst="roundRect">
                  <a:avLst>
                    <a:gd name="adj" fmla="val 3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b="1" dirty="0"/>
                    <a:t>Text here</a:t>
                  </a:r>
                  <a:endParaRPr lang="zh-CN" altLang="en-US" sz="1600" b="1" dirty="0"/>
                </a:p>
              </p:txBody>
            </p:sp>
            <p:grpSp>
              <p:nvGrpSpPr>
                <p:cNvPr id="106" name="îṥľiḓe">
                  <a:extLst>
                    <a:ext uri="{FF2B5EF4-FFF2-40B4-BE49-F238E27FC236}">
                      <a16:creationId xmlns:a16="http://schemas.microsoft.com/office/drawing/2014/main" id="{A5577837-B5C3-4703-AC1F-C5193A2F854B}"/>
                    </a:ext>
                  </a:extLst>
                </p:cNvPr>
                <p:cNvGrpSpPr/>
                <p:nvPr/>
              </p:nvGrpSpPr>
              <p:grpSpPr>
                <a:xfrm>
                  <a:off x="3186894" y="2500483"/>
                  <a:ext cx="6963329" cy="371513"/>
                  <a:chOff x="4271420" y="1836532"/>
                  <a:chExt cx="5753689" cy="572640"/>
                </a:xfrm>
              </p:grpSpPr>
              <p:sp>
                <p:nvSpPr>
                  <p:cNvPr id="107" name="íṩľîdé">
                    <a:extLst>
                      <a:ext uri="{FF2B5EF4-FFF2-40B4-BE49-F238E27FC236}">
                        <a16:creationId xmlns:a16="http://schemas.microsoft.com/office/drawing/2014/main" id="{D8EE4C29-C5F3-439C-A947-B280721838A3}"/>
                      </a:ext>
                    </a:extLst>
                  </p:cNvPr>
                  <p:cNvSpPr txBox="1"/>
                  <p:nvPr/>
                </p:nvSpPr>
                <p:spPr>
                  <a:xfrm>
                    <a:off x="4271420" y="1836532"/>
                    <a:ext cx="1878373" cy="572640"/>
                  </a:xfrm>
                  <a:prstGeom prst="rect">
                    <a:avLst/>
                  </a:prstGeom>
                  <a:noFill/>
                </p:spPr>
                <p:txBody>
                  <a:bodyPr wrap="square" lIns="90000" tIns="46800" rIns="90000" bIns="46800" anchor="t" anchorCtr="0">
                    <a:spAutoFit/>
                  </a:bodyPr>
                  <a:lstStyle/>
                  <a:p>
                    <a:pPr algn="ctr"/>
                    <a:r>
                      <a:rPr lang="en-US" altLang="zh-CN" sz="900" dirty="0">
                        <a:solidFill>
                          <a:schemeClr val="tx1"/>
                        </a:solidFill>
                      </a:rPr>
                      <a:t>Theme  color makes PPT more convenient to change.</a:t>
                    </a:r>
                  </a:p>
                </p:txBody>
              </p:sp>
              <p:sp>
                <p:nvSpPr>
                  <p:cNvPr id="108" name="iśļïḋe">
                    <a:extLst>
                      <a:ext uri="{FF2B5EF4-FFF2-40B4-BE49-F238E27FC236}">
                        <a16:creationId xmlns:a16="http://schemas.microsoft.com/office/drawing/2014/main" id="{7BE2306D-D70E-4E21-9674-BCB8E3FF0ECB}"/>
                      </a:ext>
                    </a:extLst>
                  </p:cNvPr>
                  <p:cNvSpPr txBox="1"/>
                  <p:nvPr/>
                </p:nvSpPr>
                <p:spPr>
                  <a:xfrm>
                    <a:off x="8146736" y="1836532"/>
                    <a:ext cx="1878373" cy="572640"/>
                  </a:xfrm>
                  <a:prstGeom prst="rect">
                    <a:avLst/>
                  </a:prstGeom>
                  <a:noFill/>
                </p:spPr>
                <p:txBody>
                  <a:bodyPr wrap="square" lIns="90000" tIns="46800" rIns="90000" bIns="46800" anchor="t" anchorCtr="0">
                    <a:spAutoFit/>
                  </a:bodyPr>
                  <a:lstStyle/>
                  <a:p>
                    <a:pPr algn="ctr"/>
                    <a:r>
                      <a:rPr lang="en-US" altLang="zh-CN" sz="900" dirty="0">
                        <a:solidFill>
                          <a:schemeClr val="tx1"/>
                        </a:solidFill>
                      </a:rPr>
                      <a:t>Theme  color makes PPT more convenient to change.</a:t>
                    </a:r>
                  </a:p>
                </p:txBody>
              </p:sp>
            </p:grpSp>
          </p:grpSp>
          <p:grpSp>
            <p:nvGrpSpPr>
              <p:cNvPr id="100" name="ïṥľïďê">
                <a:extLst>
                  <a:ext uri="{FF2B5EF4-FFF2-40B4-BE49-F238E27FC236}">
                    <a16:creationId xmlns:a16="http://schemas.microsoft.com/office/drawing/2014/main" id="{C72150F8-85BC-4783-B9F8-125023FD679F}"/>
                  </a:ext>
                </a:extLst>
              </p:cNvPr>
              <p:cNvGrpSpPr/>
              <p:nvPr/>
            </p:nvGrpSpPr>
            <p:grpSpPr>
              <a:xfrm>
                <a:off x="2311705" y="4872752"/>
                <a:ext cx="8713709" cy="934231"/>
                <a:chOff x="2311705" y="4491752"/>
                <a:chExt cx="8713709" cy="934231"/>
              </a:xfrm>
            </p:grpSpPr>
            <p:sp>
              <p:nvSpPr>
                <p:cNvPr id="88" name="îṧḷidé">
                  <a:extLst>
                    <a:ext uri="{FF2B5EF4-FFF2-40B4-BE49-F238E27FC236}">
                      <a16:creationId xmlns:a16="http://schemas.microsoft.com/office/drawing/2014/main" id="{8131D9B1-61DB-4BD2-986E-8E1395E9AEE8}"/>
                    </a:ext>
                  </a:extLst>
                </p:cNvPr>
                <p:cNvSpPr/>
                <p:nvPr/>
              </p:nvSpPr>
              <p:spPr>
                <a:xfrm>
                  <a:off x="2311705" y="4491752"/>
                  <a:ext cx="8713709" cy="934231"/>
                </a:xfrm>
                <a:prstGeom prst="roundRect">
                  <a:avLst>
                    <a:gd name="adj" fmla="val 15000"/>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400" dirty="0">
                    <a:solidFill>
                      <a:schemeClr val="tx1"/>
                    </a:solidFill>
                  </a:endParaRPr>
                </a:p>
              </p:txBody>
            </p:sp>
            <p:sp>
              <p:nvSpPr>
                <p:cNvPr id="89" name="íṧľiḍé">
                  <a:extLst>
                    <a:ext uri="{FF2B5EF4-FFF2-40B4-BE49-F238E27FC236}">
                      <a16:creationId xmlns:a16="http://schemas.microsoft.com/office/drawing/2014/main" id="{31716414-0EE2-47DF-B093-C90C1D6725A9}"/>
                    </a:ext>
                  </a:extLst>
                </p:cNvPr>
                <p:cNvSpPr/>
                <p:nvPr/>
              </p:nvSpPr>
              <p:spPr>
                <a:xfrm>
                  <a:off x="2311705" y="4491752"/>
                  <a:ext cx="8713709" cy="360000"/>
                </a:xfrm>
                <a:prstGeom prst="roundRect">
                  <a:avLst>
                    <a:gd name="adj" fmla="val 30000"/>
                  </a:avLst>
                </a:prstGeom>
                <a:solidFill>
                  <a:schemeClr val="tx1">
                    <a:lumMod val="50000"/>
                    <a:lumOff val="50000"/>
                    <a:alpha val="20000"/>
                  </a:scheme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r>
                    <a:rPr lang="en-US" altLang="zh-CN" sz="1600" b="1" dirty="0">
                      <a:solidFill>
                        <a:schemeClr val="tx1"/>
                      </a:solidFill>
                    </a:rPr>
                    <a:t>Text here</a:t>
                  </a:r>
                  <a:endParaRPr lang="zh-CN" altLang="en-US" sz="1600" b="1" dirty="0">
                    <a:solidFill>
                      <a:schemeClr val="tx1"/>
                    </a:solidFill>
                  </a:endParaRPr>
                </a:p>
              </p:txBody>
            </p:sp>
            <p:grpSp>
              <p:nvGrpSpPr>
                <p:cNvPr id="92" name="íṡļïďê">
                  <a:extLst>
                    <a:ext uri="{FF2B5EF4-FFF2-40B4-BE49-F238E27FC236}">
                      <a16:creationId xmlns:a16="http://schemas.microsoft.com/office/drawing/2014/main" id="{E9FC6062-FC4B-431D-BC79-2FE90277455A}"/>
                    </a:ext>
                  </a:extLst>
                </p:cNvPr>
                <p:cNvGrpSpPr/>
                <p:nvPr/>
              </p:nvGrpSpPr>
              <p:grpSpPr>
                <a:xfrm>
                  <a:off x="3186894" y="4929926"/>
                  <a:ext cx="6963329" cy="371515"/>
                  <a:chOff x="4271420" y="1836530"/>
                  <a:chExt cx="5753689" cy="572643"/>
                </a:xfrm>
              </p:grpSpPr>
              <p:sp>
                <p:nvSpPr>
                  <p:cNvPr id="93" name="iṥľíḓe">
                    <a:extLst>
                      <a:ext uri="{FF2B5EF4-FFF2-40B4-BE49-F238E27FC236}">
                        <a16:creationId xmlns:a16="http://schemas.microsoft.com/office/drawing/2014/main" id="{171A9186-DFF1-4FBB-9F6F-52590B8B4A10}"/>
                      </a:ext>
                    </a:extLst>
                  </p:cNvPr>
                  <p:cNvSpPr txBox="1"/>
                  <p:nvPr/>
                </p:nvSpPr>
                <p:spPr>
                  <a:xfrm>
                    <a:off x="4271420" y="1836532"/>
                    <a:ext cx="1878373" cy="572641"/>
                  </a:xfrm>
                  <a:prstGeom prst="rect">
                    <a:avLst/>
                  </a:prstGeom>
                  <a:noFill/>
                </p:spPr>
                <p:txBody>
                  <a:bodyPr wrap="square" lIns="90000" tIns="46800" rIns="90000" bIns="46800" anchor="t" anchorCtr="0">
                    <a:spAutoFit/>
                  </a:bodyPr>
                  <a:lstStyle/>
                  <a:p>
                    <a:pPr algn="ctr"/>
                    <a:r>
                      <a:rPr lang="en-US" altLang="zh-CN" sz="900" dirty="0">
                        <a:solidFill>
                          <a:schemeClr val="tx1"/>
                        </a:solidFill>
                      </a:rPr>
                      <a:t>Theme  color makes PPT more convenient to change.</a:t>
                    </a:r>
                  </a:p>
                </p:txBody>
              </p:sp>
              <p:sp>
                <p:nvSpPr>
                  <p:cNvPr id="94" name="îṡḷide">
                    <a:extLst>
                      <a:ext uri="{FF2B5EF4-FFF2-40B4-BE49-F238E27FC236}">
                        <a16:creationId xmlns:a16="http://schemas.microsoft.com/office/drawing/2014/main" id="{A6FB0C10-4B41-4A8D-8E32-548B208611A9}"/>
                      </a:ext>
                    </a:extLst>
                  </p:cNvPr>
                  <p:cNvSpPr txBox="1"/>
                  <p:nvPr/>
                </p:nvSpPr>
                <p:spPr>
                  <a:xfrm>
                    <a:off x="8146736" y="1836530"/>
                    <a:ext cx="1878373" cy="572641"/>
                  </a:xfrm>
                  <a:prstGeom prst="rect">
                    <a:avLst/>
                  </a:prstGeom>
                  <a:noFill/>
                </p:spPr>
                <p:txBody>
                  <a:bodyPr wrap="square" lIns="90000" tIns="46800" rIns="90000" bIns="46800" anchor="t" anchorCtr="0">
                    <a:spAutoFit/>
                  </a:bodyPr>
                  <a:lstStyle/>
                  <a:p>
                    <a:pPr algn="ctr"/>
                    <a:r>
                      <a:rPr lang="en-US" altLang="zh-CN" sz="900" dirty="0">
                        <a:solidFill>
                          <a:schemeClr val="tx1"/>
                        </a:solidFill>
                      </a:rPr>
                      <a:t>Theme  color makes PPT more convenient to change.</a:t>
                    </a:r>
                  </a:p>
                </p:txBody>
              </p:sp>
            </p:grpSp>
          </p:grpSp>
        </p:grpSp>
        <p:grpSp>
          <p:nvGrpSpPr>
            <p:cNvPr id="2" name="ïSlïḍé">
              <a:extLst>
                <a:ext uri="{FF2B5EF4-FFF2-40B4-BE49-F238E27FC236}">
                  <a16:creationId xmlns:a16="http://schemas.microsoft.com/office/drawing/2014/main" id="{7C1FBF70-8371-413A-B0A4-6F6636566B2E}"/>
                </a:ext>
              </a:extLst>
            </p:cNvPr>
            <p:cNvGrpSpPr/>
            <p:nvPr/>
          </p:nvGrpSpPr>
          <p:grpSpPr>
            <a:xfrm rot="5400000">
              <a:off x="5898244" y="3870410"/>
              <a:ext cx="457200" cy="457200"/>
              <a:chOff x="3274400" y="3855896"/>
              <a:chExt cx="457200" cy="457200"/>
            </a:xfrm>
          </p:grpSpPr>
          <p:sp>
            <p:nvSpPr>
              <p:cNvPr id="28" name="ísḷíḑê">
                <a:extLst>
                  <a:ext uri="{FF2B5EF4-FFF2-40B4-BE49-F238E27FC236}">
                    <a16:creationId xmlns:a16="http://schemas.microsoft.com/office/drawing/2014/main" id="{0AD9731F-E8B1-4F8C-B7F0-D750F91004CF}"/>
                  </a:ext>
                </a:extLst>
              </p:cNvPr>
              <p:cNvSpPr/>
              <p:nvPr/>
            </p:nvSpPr>
            <p:spPr>
              <a:xfrm>
                <a:off x="3274400" y="3855896"/>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dirty="0">
                  <a:solidFill>
                    <a:schemeClr val="tx1"/>
                  </a:solidFill>
                </a:endParaRPr>
              </a:p>
            </p:txBody>
          </p:sp>
          <p:sp>
            <p:nvSpPr>
              <p:cNvPr id="29" name="îs1îḑé">
                <a:extLst>
                  <a:ext uri="{FF2B5EF4-FFF2-40B4-BE49-F238E27FC236}">
                    <a16:creationId xmlns:a16="http://schemas.microsoft.com/office/drawing/2014/main" id="{65B7B0CF-F07D-406B-9C0F-D10350DDA5B9}"/>
                  </a:ext>
                </a:extLst>
              </p:cNvPr>
              <p:cNvSpPr/>
              <p:nvPr/>
            </p:nvSpPr>
            <p:spPr>
              <a:xfrm>
                <a:off x="3482137" y="4042741"/>
                <a:ext cx="56012" cy="83510"/>
              </a:xfrm>
              <a:custGeom>
                <a:avLst/>
                <a:gdLst>
                  <a:gd name="connsiteX0" fmla="*/ 1632776 w 1725215"/>
                  <a:gd name="connsiteY0" fmla="*/ 834031 h 1994673"/>
                  <a:gd name="connsiteX1" fmla="*/ 288512 w 1725215"/>
                  <a:gd name="connsiteY1" fmla="*/ 27454 h 1994673"/>
                  <a:gd name="connsiteX2" fmla="*/ 0 w 1725215"/>
                  <a:gd name="connsiteY2" fmla="*/ 190808 h 1994673"/>
                  <a:gd name="connsiteX3" fmla="*/ 0 w 1725215"/>
                  <a:gd name="connsiteY3" fmla="*/ 1803866 h 1994673"/>
                  <a:gd name="connsiteX4" fmla="*/ 288512 w 1725215"/>
                  <a:gd name="connsiteY4" fmla="*/ 1967220 h 1994673"/>
                  <a:gd name="connsiteX5" fmla="*/ 1632776 w 1725215"/>
                  <a:gd name="connsiteY5" fmla="*/ 1160643 h 1994673"/>
                  <a:gd name="connsiteX6" fmla="*/ 1632776 w 1725215"/>
                  <a:gd name="connsiteY6" fmla="*/ 834031 h 1994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5215" h="1994673">
                    <a:moveTo>
                      <a:pt x="1632776" y="834031"/>
                    </a:moveTo>
                    <a:lnTo>
                      <a:pt x="288512" y="27454"/>
                    </a:lnTo>
                    <a:cubicBezTo>
                      <a:pt x="161544" y="-48746"/>
                      <a:pt x="0" y="42694"/>
                      <a:pt x="0" y="190808"/>
                    </a:cubicBezTo>
                    <a:lnTo>
                      <a:pt x="0" y="1803866"/>
                    </a:lnTo>
                    <a:cubicBezTo>
                      <a:pt x="0" y="1951980"/>
                      <a:pt x="161544" y="2043420"/>
                      <a:pt x="288512" y="1967220"/>
                    </a:cubicBezTo>
                    <a:lnTo>
                      <a:pt x="1632776" y="1160643"/>
                    </a:lnTo>
                    <a:cubicBezTo>
                      <a:pt x="1756029" y="1086729"/>
                      <a:pt x="1756029" y="908040"/>
                      <a:pt x="1632776" y="83403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rgbClr val="ECECEC"/>
                  </a:solidFill>
                </a:endParaRPr>
              </a:p>
            </p:txBody>
          </p:sp>
        </p:grpSp>
        <p:grpSp>
          <p:nvGrpSpPr>
            <p:cNvPr id="31" name="îṣḻiḍê">
              <a:extLst>
                <a:ext uri="{FF2B5EF4-FFF2-40B4-BE49-F238E27FC236}">
                  <a16:creationId xmlns:a16="http://schemas.microsoft.com/office/drawing/2014/main" id="{32E1EC0C-4382-4289-B444-09D4477E77C9}"/>
                </a:ext>
              </a:extLst>
            </p:cNvPr>
            <p:cNvGrpSpPr/>
            <p:nvPr/>
          </p:nvGrpSpPr>
          <p:grpSpPr>
            <a:xfrm rot="5400000">
              <a:off x="5898244" y="2467968"/>
              <a:ext cx="457200" cy="457200"/>
              <a:chOff x="3274400" y="3855896"/>
              <a:chExt cx="457200" cy="457200"/>
            </a:xfrm>
          </p:grpSpPr>
          <p:sp>
            <p:nvSpPr>
              <p:cNvPr id="32" name="íṩḷiḍè">
                <a:extLst>
                  <a:ext uri="{FF2B5EF4-FFF2-40B4-BE49-F238E27FC236}">
                    <a16:creationId xmlns:a16="http://schemas.microsoft.com/office/drawing/2014/main" id="{AC70B19A-23AF-4798-ACBC-E3ED7D083F9A}"/>
                  </a:ext>
                </a:extLst>
              </p:cNvPr>
              <p:cNvSpPr/>
              <p:nvPr/>
            </p:nvSpPr>
            <p:spPr>
              <a:xfrm>
                <a:off x="3274400" y="3855896"/>
                <a:ext cx="457200" cy="457200"/>
              </a:xfrm>
              <a:prstGeom prst="ellipse">
                <a:avLst/>
              </a:prstGeom>
              <a:solidFill>
                <a:srgbClr val="6F6F6F">
                  <a:alpha val="49804"/>
                </a:srgbClr>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1600" b="1" dirty="0">
                  <a:solidFill>
                    <a:schemeClr val="bg1"/>
                  </a:solidFill>
                </a:endParaRPr>
              </a:p>
            </p:txBody>
          </p:sp>
          <p:sp>
            <p:nvSpPr>
              <p:cNvPr id="33" name="ïṧḻíḓè">
                <a:extLst>
                  <a:ext uri="{FF2B5EF4-FFF2-40B4-BE49-F238E27FC236}">
                    <a16:creationId xmlns:a16="http://schemas.microsoft.com/office/drawing/2014/main" id="{6F574FB6-0B71-466B-B73F-3D3260B4B0B7}"/>
                  </a:ext>
                </a:extLst>
              </p:cNvPr>
              <p:cNvSpPr/>
              <p:nvPr/>
            </p:nvSpPr>
            <p:spPr>
              <a:xfrm>
                <a:off x="3482137" y="4042741"/>
                <a:ext cx="56012" cy="83510"/>
              </a:xfrm>
              <a:custGeom>
                <a:avLst/>
                <a:gdLst>
                  <a:gd name="connsiteX0" fmla="*/ 1632776 w 1725215"/>
                  <a:gd name="connsiteY0" fmla="*/ 834031 h 1994673"/>
                  <a:gd name="connsiteX1" fmla="*/ 288512 w 1725215"/>
                  <a:gd name="connsiteY1" fmla="*/ 27454 h 1994673"/>
                  <a:gd name="connsiteX2" fmla="*/ 0 w 1725215"/>
                  <a:gd name="connsiteY2" fmla="*/ 190808 h 1994673"/>
                  <a:gd name="connsiteX3" fmla="*/ 0 w 1725215"/>
                  <a:gd name="connsiteY3" fmla="*/ 1803866 h 1994673"/>
                  <a:gd name="connsiteX4" fmla="*/ 288512 w 1725215"/>
                  <a:gd name="connsiteY4" fmla="*/ 1967220 h 1994673"/>
                  <a:gd name="connsiteX5" fmla="*/ 1632776 w 1725215"/>
                  <a:gd name="connsiteY5" fmla="*/ 1160643 h 1994673"/>
                  <a:gd name="connsiteX6" fmla="*/ 1632776 w 1725215"/>
                  <a:gd name="connsiteY6" fmla="*/ 834031 h 1994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5215" h="1994673">
                    <a:moveTo>
                      <a:pt x="1632776" y="834031"/>
                    </a:moveTo>
                    <a:lnTo>
                      <a:pt x="288512" y="27454"/>
                    </a:lnTo>
                    <a:cubicBezTo>
                      <a:pt x="161544" y="-48746"/>
                      <a:pt x="0" y="42694"/>
                      <a:pt x="0" y="190808"/>
                    </a:cubicBezTo>
                    <a:lnTo>
                      <a:pt x="0" y="1803866"/>
                    </a:lnTo>
                    <a:cubicBezTo>
                      <a:pt x="0" y="1951980"/>
                      <a:pt x="161544" y="2043420"/>
                      <a:pt x="288512" y="1967220"/>
                    </a:cubicBezTo>
                    <a:lnTo>
                      <a:pt x="1632776" y="1160643"/>
                    </a:lnTo>
                    <a:cubicBezTo>
                      <a:pt x="1756029" y="1086729"/>
                      <a:pt x="1756029" y="908040"/>
                      <a:pt x="1632776" y="83403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rgbClr val="ECECEC"/>
                  </a:solidFill>
                </a:endParaRPr>
              </a:p>
            </p:txBody>
          </p:sp>
        </p:grpSp>
      </p:grpSp>
    </p:spTree>
    <p:custDataLst>
      <p:tags r:id="rId1"/>
    </p:custDataLst>
    <p:extLst>
      <p:ext uri="{BB962C8B-B14F-4D97-AF65-F5344CB8AC3E}">
        <p14:creationId xmlns:p14="http://schemas.microsoft.com/office/powerpoint/2010/main" val="2027125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íṧ1îḋê">
            <a:extLst>
              <a:ext uri="{FF2B5EF4-FFF2-40B4-BE49-F238E27FC236}">
                <a16:creationId xmlns:a16="http://schemas.microsoft.com/office/drawing/2014/main" id="{63871B61-912E-8C0A-87C1-0B63C2731AF2}"/>
              </a:ext>
            </a:extLst>
          </p:cNvPr>
          <p:cNvGrpSpPr/>
          <p:nvPr/>
        </p:nvGrpSpPr>
        <p:grpSpPr>
          <a:xfrm>
            <a:off x="1821938" y="2175267"/>
            <a:ext cx="8304095" cy="3185580"/>
            <a:chOff x="1821938" y="2175267"/>
            <a:chExt cx="8304095" cy="3185580"/>
          </a:xfrm>
        </p:grpSpPr>
        <p:grpSp>
          <p:nvGrpSpPr>
            <p:cNvPr id="4" name="îṡľídè">
              <a:extLst>
                <a:ext uri="{FF2B5EF4-FFF2-40B4-BE49-F238E27FC236}">
                  <a16:creationId xmlns:a16="http://schemas.microsoft.com/office/drawing/2014/main" id="{FDB613EA-2632-80AD-D0F4-3EE3D7F25DC4}"/>
                </a:ext>
              </a:extLst>
            </p:cNvPr>
            <p:cNvGrpSpPr/>
            <p:nvPr/>
          </p:nvGrpSpPr>
          <p:grpSpPr>
            <a:xfrm>
              <a:off x="4496045" y="2278132"/>
              <a:ext cx="2979851" cy="2979851"/>
              <a:chOff x="4202114" y="2417126"/>
              <a:chExt cx="2979851" cy="2979851"/>
            </a:xfrm>
          </p:grpSpPr>
          <p:sp>
            <p:nvSpPr>
              <p:cNvPr id="29" name="iş1iḋè">
                <a:extLst>
                  <a:ext uri="{FF2B5EF4-FFF2-40B4-BE49-F238E27FC236}">
                    <a16:creationId xmlns:a16="http://schemas.microsoft.com/office/drawing/2014/main" id="{8A6FF86C-F6C7-10D7-3E3C-B1305B38D654}"/>
                  </a:ext>
                </a:extLst>
              </p:cNvPr>
              <p:cNvSpPr txBox="1"/>
              <p:nvPr/>
            </p:nvSpPr>
            <p:spPr>
              <a:xfrm>
                <a:off x="4402998" y="3389633"/>
                <a:ext cx="2608325" cy="1018986"/>
              </a:xfrm>
              <a:prstGeom prst="rect">
                <a:avLst/>
              </a:prstGeom>
              <a:noFill/>
              <a:ln>
                <a:noFill/>
              </a:ln>
            </p:spPr>
            <p:txBody>
              <a:bodyPr wrap="square" lIns="91440" tIns="45720" rIns="91440" bIns="45720" anchor="ctr" anchorCtr="0">
                <a:noAutofit/>
              </a:bodyPr>
              <a:lstStyle/>
              <a:p>
                <a:pPr algn="ctr">
                  <a:buSzPct val="25000"/>
                </a:pPr>
                <a:r>
                  <a:rPr lang="en-US" altLang="zh-CN" sz="3200" b="1" dirty="0"/>
                  <a:t>Supporting  text here.</a:t>
                </a:r>
              </a:p>
            </p:txBody>
          </p:sp>
          <p:sp>
            <p:nvSpPr>
              <p:cNvPr id="30" name="îṧḷïḑê">
                <a:extLst>
                  <a:ext uri="{FF2B5EF4-FFF2-40B4-BE49-F238E27FC236}">
                    <a16:creationId xmlns:a16="http://schemas.microsoft.com/office/drawing/2014/main" id="{043FBFA0-04ED-14D2-80A2-AF0FD4F6CBD3}"/>
                  </a:ext>
                </a:extLst>
              </p:cNvPr>
              <p:cNvSpPr/>
              <p:nvPr/>
            </p:nvSpPr>
            <p:spPr>
              <a:xfrm rot="18819964">
                <a:off x="4202116" y="2417126"/>
                <a:ext cx="2979849" cy="2979849"/>
              </a:xfrm>
              <a:prstGeom prst="arc">
                <a:avLst>
                  <a:gd name="adj1" fmla="val 16187256"/>
                  <a:gd name="adj2" fmla="val 726099"/>
                </a:avLst>
              </a:prstGeom>
              <a:ln w="57150" cap="rnd">
                <a:gradFill>
                  <a:gsLst>
                    <a:gs pos="100000">
                      <a:schemeClr val="tx1">
                        <a:lumMod val="50000"/>
                        <a:lumOff val="50000"/>
                        <a:alpha val="0"/>
                      </a:schemeClr>
                    </a:gs>
                    <a:gs pos="20000">
                      <a:schemeClr val="tx1">
                        <a:lumMod val="50000"/>
                        <a:lumOff val="50000"/>
                        <a:alpha val="20000"/>
                      </a:schemeClr>
                    </a:gs>
                  </a:gsLst>
                  <a:lin ang="12000000" scaled="0"/>
                </a:gradFill>
                <a:round/>
                <a:headEnd w="lg" len="lg"/>
                <a:tailEnd type="stealth"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31" name="í$lîḋê">
                <a:extLst>
                  <a:ext uri="{FF2B5EF4-FFF2-40B4-BE49-F238E27FC236}">
                    <a16:creationId xmlns:a16="http://schemas.microsoft.com/office/drawing/2014/main" id="{B86E8D2E-0D7A-BD80-8B4F-D418CE33DC40}"/>
                  </a:ext>
                </a:extLst>
              </p:cNvPr>
              <p:cNvSpPr/>
              <p:nvPr/>
            </p:nvSpPr>
            <p:spPr>
              <a:xfrm rot="2619964">
                <a:off x="4202116" y="2417128"/>
                <a:ext cx="2979849" cy="2979849"/>
              </a:xfrm>
              <a:prstGeom prst="arc">
                <a:avLst>
                  <a:gd name="adj1" fmla="val 16187256"/>
                  <a:gd name="adj2" fmla="val 726099"/>
                </a:avLst>
              </a:prstGeom>
              <a:ln w="57150" cap="rnd">
                <a:gradFill>
                  <a:gsLst>
                    <a:gs pos="100000">
                      <a:schemeClr val="tx1">
                        <a:lumMod val="50000"/>
                        <a:lumOff val="50000"/>
                        <a:alpha val="0"/>
                      </a:schemeClr>
                    </a:gs>
                    <a:gs pos="20000">
                      <a:schemeClr val="tx1">
                        <a:lumMod val="50000"/>
                        <a:lumOff val="50000"/>
                        <a:alpha val="20000"/>
                      </a:schemeClr>
                    </a:gs>
                  </a:gsLst>
                  <a:lin ang="12000000" scaled="0"/>
                </a:gradFill>
                <a:round/>
                <a:headEnd w="lg" len="lg"/>
                <a:tailEnd type="stealth"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îş1íďè">
                <a:extLst>
                  <a:ext uri="{FF2B5EF4-FFF2-40B4-BE49-F238E27FC236}">
                    <a16:creationId xmlns:a16="http://schemas.microsoft.com/office/drawing/2014/main" id="{C373CD63-8841-3526-9BF2-04ECA16F3013}"/>
                  </a:ext>
                </a:extLst>
              </p:cNvPr>
              <p:cNvSpPr/>
              <p:nvPr/>
            </p:nvSpPr>
            <p:spPr>
              <a:xfrm rot="8019964">
                <a:off x="4202114" y="2417128"/>
                <a:ext cx="2979849" cy="2979849"/>
              </a:xfrm>
              <a:prstGeom prst="arc">
                <a:avLst>
                  <a:gd name="adj1" fmla="val 16187256"/>
                  <a:gd name="adj2" fmla="val 726099"/>
                </a:avLst>
              </a:prstGeom>
              <a:ln w="57150" cap="rnd">
                <a:gradFill>
                  <a:gsLst>
                    <a:gs pos="100000">
                      <a:schemeClr val="tx1">
                        <a:lumMod val="50000"/>
                        <a:lumOff val="50000"/>
                        <a:alpha val="0"/>
                      </a:schemeClr>
                    </a:gs>
                    <a:gs pos="20000">
                      <a:schemeClr val="tx1">
                        <a:lumMod val="50000"/>
                        <a:lumOff val="50000"/>
                        <a:alpha val="20000"/>
                      </a:schemeClr>
                    </a:gs>
                  </a:gsLst>
                  <a:lin ang="12000000" scaled="0"/>
                </a:gradFill>
                <a:round/>
                <a:headEnd w="lg" len="lg"/>
                <a:tailEnd type="stealth"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3" name="ïṡľídê">
                <a:extLst>
                  <a:ext uri="{FF2B5EF4-FFF2-40B4-BE49-F238E27FC236}">
                    <a16:creationId xmlns:a16="http://schemas.microsoft.com/office/drawing/2014/main" id="{DFC18CB3-AE7C-2EDF-B56B-5CE6778D69A0}"/>
                  </a:ext>
                </a:extLst>
              </p:cNvPr>
              <p:cNvSpPr/>
              <p:nvPr/>
            </p:nvSpPr>
            <p:spPr>
              <a:xfrm rot="13419964">
                <a:off x="4202114" y="2417126"/>
                <a:ext cx="2979849" cy="2979849"/>
              </a:xfrm>
              <a:prstGeom prst="arc">
                <a:avLst>
                  <a:gd name="adj1" fmla="val 16187256"/>
                  <a:gd name="adj2" fmla="val 726099"/>
                </a:avLst>
              </a:prstGeom>
              <a:ln w="57150" cap="rnd">
                <a:gradFill>
                  <a:gsLst>
                    <a:gs pos="100000">
                      <a:schemeClr val="tx1">
                        <a:lumMod val="50000"/>
                        <a:lumOff val="50000"/>
                        <a:alpha val="0"/>
                      </a:schemeClr>
                    </a:gs>
                    <a:gs pos="20000">
                      <a:schemeClr val="tx1">
                        <a:lumMod val="50000"/>
                        <a:lumOff val="50000"/>
                        <a:alpha val="20000"/>
                      </a:schemeClr>
                    </a:gs>
                  </a:gsLst>
                  <a:lin ang="12000000" scaled="0"/>
                </a:gradFill>
                <a:round/>
                <a:headEnd w="lg" len="lg"/>
                <a:tailEnd type="stealth"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5" name="îśļïḍè">
              <a:extLst>
                <a:ext uri="{FF2B5EF4-FFF2-40B4-BE49-F238E27FC236}">
                  <a16:creationId xmlns:a16="http://schemas.microsoft.com/office/drawing/2014/main" id="{B71520AC-0185-D902-7CFC-1CD0C3409EC6}"/>
                </a:ext>
              </a:extLst>
            </p:cNvPr>
            <p:cNvGrpSpPr/>
            <p:nvPr/>
          </p:nvGrpSpPr>
          <p:grpSpPr>
            <a:xfrm>
              <a:off x="7501182" y="2175267"/>
              <a:ext cx="2624851" cy="833242"/>
              <a:chOff x="7247182" y="2189938"/>
              <a:chExt cx="2624851" cy="833242"/>
            </a:xfrm>
          </p:grpSpPr>
          <p:grpSp>
            <p:nvGrpSpPr>
              <p:cNvPr id="24" name="ïŝ1íḋê">
                <a:extLst>
                  <a:ext uri="{FF2B5EF4-FFF2-40B4-BE49-F238E27FC236}">
                    <a16:creationId xmlns:a16="http://schemas.microsoft.com/office/drawing/2014/main" id="{73B57B85-5938-4577-62FB-666F5017D287}"/>
                  </a:ext>
                </a:extLst>
              </p:cNvPr>
              <p:cNvGrpSpPr/>
              <p:nvPr/>
            </p:nvGrpSpPr>
            <p:grpSpPr>
              <a:xfrm>
                <a:off x="7247182" y="2255216"/>
                <a:ext cx="637746" cy="637746"/>
                <a:chOff x="4901308" y="2791254"/>
                <a:chExt cx="637746" cy="637746"/>
              </a:xfrm>
            </p:grpSpPr>
            <p:sp>
              <p:nvSpPr>
                <p:cNvPr id="27" name="ï$liḋe">
                  <a:extLst>
                    <a:ext uri="{FF2B5EF4-FFF2-40B4-BE49-F238E27FC236}">
                      <a16:creationId xmlns:a16="http://schemas.microsoft.com/office/drawing/2014/main" id="{AF1D6910-1BB8-46CC-E36F-969CDA84BA0E}"/>
                    </a:ext>
                  </a:extLst>
                </p:cNvPr>
                <p:cNvSpPr/>
                <p:nvPr/>
              </p:nvSpPr>
              <p:spPr>
                <a:xfrm>
                  <a:off x="4901308" y="2791254"/>
                  <a:ext cx="637746" cy="637746"/>
                </a:xfrm>
                <a:prstGeom prst="roundRect">
                  <a:avLst>
                    <a:gd name="adj" fmla="val 50000"/>
                  </a:avLst>
                </a:prstGeom>
                <a:solidFill>
                  <a:schemeClr val="accent1"/>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28" name="išľiḋe">
                  <a:extLst>
                    <a:ext uri="{FF2B5EF4-FFF2-40B4-BE49-F238E27FC236}">
                      <a16:creationId xmlns:a16="http://schemas.microsoft.com/office/drawing/2014/main" id="{DA3F490D-5232-97BB-D106-7CF8D804F112}"/>
                    </a:ext>
                  </a:extLst>
                </p:cNvPr>
                <p:cNvSpPr/>
                <p:nvPr/>
              </p:nvSpPr>
              <p:spPr>
                <a:xfrm>
                  <a:off x="5049992" y="2923769"/>
                  <a:ext cx="340379" cy="372717"/>
                </a:xfrm>
                <a:custGeom>
                  <a:avLst/>
                  <a:gdLst>
                    <a:gd name="connsiteX0" fmla="*/ 367478 w 487121"/>
                    <a:gd name="connsiteY0" fmla="*/ 621 h 533400"/>
                    <a:gd name="connsiteX1" fmla="*/ 367478 w 487121"/>
                    <a:gd name="connsiteY1" fmla="*/ 19671 h 533400"/>
                    <a:gd name="connsiteX2" fmla="*/ 338903 w 487121"/>
                    <a:gd name="connsiteY2" fmla="*/ 19671 h 533400"/>
                    <a:gd name="connsiteX3" fmla="*/ 338903 w 487121"/>
                    <a:gd name="connsiteY3" fmla="*/ 135876 h 533400"/>
                    <a:gd name="connsiteX4" fmla="*/ 340808 w 487121"/>
                    <a:gd name="connsiteY4" fmla="*/ 145401 h 533400"/>
                    <a:gd name="connsiteX5" fmla="*/ 341761 w 487121"/>
                    <a:gd name="connsiteY5" fmla="*/ 147306 h 533400"/>
                    <a:gd name="connsiteX6" fmla="*/ 482731 w 487121"/>
                    <a:gd name="connsiteY6" fmla="*/ 464489 h 533400"/>
                    <a:gd name="connsiteX7" fmla="*/ 483683 w 487121"/>
                    <a:gd name="connsiteY7" fmla="*/ 509256 h 533400"/>
                    <a:gd name="connsiteX8" fmla="*/ 447488 w 487121"/>
                    <a:gd name="connsiteY8" fmla="*/ 534021 h 533400"/>
                    <a:gd name="connsiteX9" fmla="*/ 447488 w 487121"/>
                    <a:gd name="connsiteY9" fmla="*/ 534021 h 533400"/>
                    <a:gd name="connsiteX10" fmla="*/ 40771 w 487121"/>
                    <a:gd name="connsiteY10" fmla="*/ 534021 h 533400"/>
                    <a:gd name="connsiteX11" fmla="*/ 4576 w 487121"/>
                    <a:gd name="connsiteY11" fmla="*/ 509256 h 533400"/>
                    <a:gd name="connsiteX12" fmla="*/ 5528 w 487121"/>
                    <a:gd name="connsiteY12" fmla="*/ 464489 h 533400"/>
                    <a:gd name="connsiteX13" fmla="*/ 5528 w 487121"/>
                    <a:gd name="connsiteY13" fmla="*/ 464489 h 533400"/>
                    <a:gd name="connsiteX14" fmla="*/ 146498 w 487121"/>
                    <a:gd name="connsiteY14" fmla="*/ 147306 h 533400"/>
                    <a:gd name="connsiteX15" fmla="*/ 149356 w 487121"/>
                    <a:gd name="connsiteY15" fmla="*/ 135876 h 533400"/>
                    <a:gd name="connsiteX16" fmla="*/ 149356 w 487121"/>
                    <a:gd name="connsiteY16" fmla="*/ 135876 h 533400"/>
                    <a:gd name="connsiteX17" fmla="*/ 149356 w 487121"/>
                    <a:gd name="connsiteY17" fmla="*/ 19671 h 533400"/>
                    <a:gd name="connsiteX18" fmla="*/ 120781 w 487121"/>
                    <a:gd name="connsiteY18" fmla="*/ 19671 h 533400"/>
                    <a:gd name="connsiteX19" fmla="*/ 120781 w 487121"/>
                    <a:gd name="connsiteY19" fmla="*/ 621 h 533400"/>
                    <a:gd name="connsiteX20" fmla="*/ 367478 w 487121"/>
                    <a:gd name="connsiteY20" fmla="*/ 621 h 533400"/>
                    <a:gd name="connsiteX21" fmla="*/ 252226 w 487121"/>
                    <a:gd name="connsiteY21" fmla="*/ 415911 h 533400"/>
                    <a:gd name="connsiteX22" fmla="*/ 249368 w 487121"/>
                    <a:gd name="connsiteY22" fmla="*/ 417816 h 533400"/>
                    <a:gd name="connsiteX23" fmla="*/ 50296 w 487121"/>
                    <a:gd name="connsiteY23" fmla="*/ 409244 h 533400"/>
                    <a:gd name="connsiteX24" fmla="*/ 22673 w 487121"/>
                    <a:gd name="connsiteY24" fmla="*/ 471156 h 533400"/>
                    <a:gd name="connsiteX25" fmla="*/ 21721 w 487121"/>
                    <a:gd name="connsiteY25" fmla="*/ 501636 h 533400"/>
                    <a:gd name="connsiteX26" fmla="*/ 39818 w 487121"/>
                    <a:gd name="connsiteY26" fmla="*/ 514019 h 533400"/>
                    <a:gd name="connsiteX27" fmla="*/ 39818 w 487121"/>
                    <a:gd name="connsiteY27" fmla="*/ 514019 h 533400"/>
                    <a:gd name="connsiteX28" fmla="*/ 446536 w 487121"/>
                    <a:gd name="connsiteY28" fmla="*/ 514019 h 533400"/>
                    <a:gd name="connsiteX29" fmla="*/ 464633 w 487121"/>
                    <a:gd name="connsiteY29" fmla="*/ 501636 h 533400"/>
                    <a:gd name="connsiteX30" fmla="*/ 463681 w 487121"/>
                    <a:gd name="connsiteY30" fmla="*/ 471156 h 533400"/>
                    <a:gd name="connsiteX31" fmla="*/ 463681 w 487121"/>
                    <a:gd name="connsiteY31" fmla="*/ 471156 h 533400"/>
                    <a:gd name="connsiteX32" fmla="*/ 435106 w 487121"/>
                    <a:gd name="connsiteY32" fmla="*/ 407339 h 533400"/>
                    <a:gd name="connsiteX33" fmla="*/ 434153 w 487121"/>
                    <a:gd name="connsiteY33" fmla="*/ 407339 h 533400"/>
                    <a:gd name="connsiteX34" fmla="*/ 252226 w 487121"/>
                    <a:gd name="connsiteY34" fmla="*/ 415911 h 533400"/>
                    <a:gd name="connsiteX35" fmla="*/ 319853 w 487121"/>
                    <a:gd name="connsiteY35" fmla="*/ 19671 h 533400"/>
                    <a:gd name="connsiteX36" fmla="*/ 167453 w 487121"/>
                    <a:gd name="connsiteY36" fmla="*/ 19671 h 533400"/>
                    <a:gd name="connsiteX37" fmla="*/ 167453 w 487121"/>
                    <a:gd name="connsiteY37" fmla="*/ 135876 h 533400"/>
                    <a:gd name="connsiteX38" fmla="*/ 164596 w 487121"/>
                    <a:gd name="connsiteY38" fmla="*/ 153021 h 533400"/>
                    <a:gd name="connsiteX39" fmla="*/ 164596 w 487121"/>
                    <a:gd name="connsiteY39" fmla="*/ 153021 h 533400"/>
                    <a:gd name="connsiteX40" fmla="*/ 163643 w 487121"/>
                    <a:gd name="connsiteY40" fmla="*/ 155879 h 533400"/>
                    <a:gd name="connsiteX41" fmla="*/ 57916 w 487121"/>
                    <a:gd name="connsiteY41" fmla="*/ 393051 h 533400"/>
                    <a:gd name="connsiteX42" fmla="*/ 235081 w 487121"/>
                    <a:gd name="connsiteY42" fmla="*/ 405434 h 533400"/>
                    <a:gd name="connsiteX43" fmla="*/ 237938 w 487121"/>
                    <a:gd name="connsiteY43" fmla="*/ 403529 h 533400"/>
                    <a:gd name="connsiteX44" fmla="*/ 424628 w 487121"/>
                    <a:gd name="connsiteY44" fmla="*/ 383526 h 533400"/>
                    <a:gd name="connsiteX45" fmla="*/ 323663 w 487121"/>
                    <a:gd name="connsiteY45" fmla="*/ 155879 h 533400"/>
                    <a:gd name="connsiteX46" fmla="*/ 319853 w 487121"/>
                    <a:gd name="connsiteY46" fmla="*/ 136829 h 533400"/>
                    <a:gd name="connsiteX47" fmla="*/ 319853 w 487121"/>
                    <a:gd name="connsiteY47" fmla="*/ 136829 h 533400"/>
                    <a:gd name="connsiteX48" fmla="*/ 319853 w 487121"/>
                    <a:gd name="connsiteY48" fmla="*/ 19671 h 533400"/>
                    <a:gd name="connsiteX49" fmla="*/ 305566 w 487121"/>
                    <a:gd name="connsiteY49" fmla="*/ 248271 h 533400"/>
                    <a:gd name="connsiteX50" fmla="*/ 348428 w 487121"/>
                    <a:gd name="connsiteY50" fmla="*/ 291134 h 533400"/>
                    <a:gd name="connsiteX51" fmla="*/ 305566 w 487121"/>
                    <a:gd name="connsiteY51" fmla="*/ 333996 h 533400"/>
                    <a:gd name="connsiteX52" fmla="*/ 262703 w 487121"/>
                    <a:gd name="connsiteY52" fmla="*/ 291134 h 533400"/>
                    <a:gd name="connsiteX53" fmla="*/ 305566 w 487121"/>
                    <a:gd name="connsiteY53" fmla="*/ 248271 h 533400"/>
                    <a:gd name="connsiteX54" fmla="*/ 305566 w 487121"/>
                    <a:gd name="connsiteY54" fmla="*/ 267321 h 533400"/>
                    <a:gd name="connsiteX55" fmla="*/ 281753 w 487121"/>
                    <a:gd name="connsiteY55" fmla="*/ 291134 h 533400"/>
                    <a:gd name="connsiteX56" fmla="*/ 305566 w 487121"/>
                    <a:gd name="connsiteY56" fmla="*/ 314946 h 533400"/>
                    <a:gd name="connsiteX57" fmla="*/ 329378 w 487121"/>
                    <a:gd name="connsiteY57" fmla="*/ 291134 h 533400"/>
                    <a:gd name="connsiteX58" fmla="*/ 305566 w 487121"/>
                    <a:gd name="connsiteY58" fmla="*/ 26732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87121" h="533400">
                      <a:moveTo>
                        <a:pt x="367478" y="621"/>
                      </a:moveTo>
                      <a:lnTo>
                        <a:pt x="367478" y="19671"/>
                      </a:lnTo>
                      <a:lnTo>
                        <a:pt x="338903" y="19671"/>
                      </a:lnTo>
                      <a:lnTo>
                        <a:pt x="338903" y="135876"/>
                      </a:lnTo>
                      <a:cubicBezTo>
                        <a:pt x="338903" y="138734"/>
                        <a:pt x="339856" y="142544"/>
                        <a:pt x="340808" y="145401"/>
                      </a:cubicBezTo>
                      <a:lnTo>
                        <a:pt x="341761" y="147306"/>
                      </a:lnTo>
                      <a:lnTo>
                        <a:pt x="482731" y="464489"/>
                      </a:lnTo>
                      <a:cubicBezTo>
                        <a:pt x="489398" y="478776"/>
                        <a:pt x="489398" y="494969"/>
                        <a:pt x="483683" y="509256"/>
                      </a:cubicBezTo>
                      <a:cubicBezTo>
                        <a:pt x="477968" y="524496"/>
                        <a:pt x="463681" y="534021"/>
                        <a:pt x="447488" y="534021"/>
                      </a:cubicBezTo>
                      <a:lnTo>
                        <a:pt x="447488" y="534021"/>
                      </a:lnTo>
                      <a:lnTo>
                        <a:pt x="40771" y="534021"/>
                      </a:lnTo>
                      <a:cubicBezTo>
                        <a:pt x="24578" y="534021"/>
                        <a:pt x="10291" y="524496"/>
                        <a:pt x="4576" y="509256"/>
                      </a:cubicBezTo>
                      <a:cubicBezTo>
                        <a:pt x="-1139" y="494969"/>
                        <a:pt x="-187" y="478776"/>
                        <a:pt x="5528" y="464489"/>
                      </a:cubicBezTo>
                      <a:lnTo>
                        <a:pt x="5528" y="464489"/>
                      </a:lnTo>
                      <a:lnTo>
                        <a:pt x="146498" y="147306"/>
                      </a:lnTo>
                      <a:cubicBezTo>
                        <a:pt x="148403" y="143496"/>
                        <a:pt x="149356" y="139686"/>
                        <a:pt x="149356" y="135876"/>
                      </a:cubicBezTo>
                      <a:lnTo>
                        <a:pt x="149356" y="135876"/>
                      </a:lnTo>
                      <a:lnTo>
                        <a:pt x="149356" y="19671"/>
                      </a:lnTo>
                      <a:lnTo>
                        <a:pt x="120781" y="19671"/>
                      </a:lnTo>
                      <a:lnTo>
                        <a:pt x="120781" y="621"/>
                      </a:lnTo>
                      <a:lnTo>
                        <a:pt x="367478" y="621"/>
                      </a:lnTo>
                      <a:close/>
                      <a:moveTo>
                        <a:pt x="252226" y="415911"/>
                      </a:moveTo>
                      <a:lnTo>
                        <a:pt x="249368" y="417816"/>
                      </a:lnTo>
                      <a:cubicBezTo>
                        <a:pt x="194123" y="456869"/>
                        <a:pt x="118876" y="453059"/>
                        <a:pt x="50296" y="409244"/>
                      </a:cubicBezTo>
                      <a:lnTo>
                        <a:pt x="22673" y="471156"/>
                      </a:lnTo>
                      <a:cubicBezTo>
                        <a:pt x="18863" y="480681"/>
                        <a:pt x="17911" y="491159"/>
                        <a:pt x="21721" y="501636"/>
                      </a:cubicBezTo>
                      <a:cubicBezTo>
                        <a:pt x="24578" y="509256"/>
                        <a:pt x="32198" y="514019"/>
                        <a:pt x="39818" y="514019"/>
                      </a:cubicBezTo>
                      <a:lnTo>
                        <a:pt x="39818" y="514019"/>
                      </a:lnTo>
                      <a:lnTo>
                        <a:pt x="446536" y="514019"/>
                      </a:lnTo>
                      <a:cubicBezTo>
                        <a:pt x="455108" y="514019"/>
                        <a:pt x="461776" y="509256"/>
                        <a:pt x="464633" y="501636"/>
                      </a:cubicBezTo>
                      <a:cubicBezTo>
                        <a:pt x="468443" y="492111"/>
                        <a:pt x="468443" y="480681"/>
                        <a:pt x="463681" y="471156"/>
                      </a:cubicBezTo>
                      <a:lnTo>
                        <a:pt x="463681" y="471156"/>
                      </a:lnTo>
                      <a:lnTo>
                        <a:pt x="435106" y="407339"/>
                      </a:lnTo>
                      <a:lnTo>
                        <a:pt x="434153" y="407339"/>
                      </a:lnTo>
                      <a:cubicBezTo>
                        <a:pt x="374146" y="378764"/>
                        <a:pt x="301756" y="382574"/>
                        <a:pt x="252226" y="415911"/>
                      </a:cubicBezTo>
                      <a:close/>
                      <a:moveTo>
                        <a:pt x="319853" y="19671"/>
                      </a:moveTo>
                      <a:lnTo>
                        <a:pt x="167453" y="19671"/>
                      </a:lnTo>
                      <a:lnTo>
                        <a:pt x="167453" y="135876"/>
                      </a:lnTo>
                      <a:cubicBezTo>
                        <a:pt x="167453" y="141591"/>
                        <a:pt x="166501" y="147306"/>
                        <a:pt x="164596" y="153021"/>
                      </a:cubicBezTo>
                      <a:lnTo>
                        <a:pt x="164596" y="153021"/>
                      </a:lnTo>
                      <a:lnTo>
                        <a:pt x="163643" y="155879"/>
                      </a:lnTo>
                      <a:lnTo>
                        <a:pt x="57916" y="393051"/>
                      </a:lnTo>
                      <a:cubicBezTo>
                        <a:pt x="119828" y="433056"/>
                        <a:pt x="186503" y="437819"/>
                        <a:pt x="235081" y="405434"/>
                      </a:cubicBezTo>
                      <a:lnTo>
                        <a:pt x="237938" y="403529"/>
                      </a:lnTo>
                      <a:cubicBezTo>
                        <a:pt x="289373" y="367334"/>
                        <a:pt x="360811" y="360666"/>
                        <a:pt x="424628" y="383526"/>
                      </a:cubicBezTo>
                      <a:lnTo>
                        <a:pt x="323663" y="155879"/>
                      </a:lnTo>
                      <a:cubicBezTo>
                        <a:pt x="320806" y="150164"/>
                        <a:pt x="319853" y="143496"/>
                        <a:pt x="319853" y="136829"/>
                      </a:cubicBezTo>
                      <a:lnTo>
                        <a:pt x="319853" y="136829"/>
                      </a:lnTo>
                      <a:lnTo>
                        <a:pt x="319853" y="19671"/>
                      </a:lnTo>
                      <a:close/>
                      <a:moveTo>
                        <a:pt x="305566" y="248271"/>
                      </a:moveTo>
                      <a:cubicBezTo>
                        <a:pt x="329378" y="248271"/>
                        <a:pt x="348428" y="267321"/>
                        <a:pt x="348428" y="291134"/>
                      </a:cubicBezTo>
                      <a:cubicBezTo>
                        <a:pt x="348428" y="314946"/>
                        <a:pt x="329378" y="333996"/>
                        <a:pt x="305566" y="333996"/>
                      </a:cubicBezTo>
                      <a:cubicBezTo>
                        <a:pt x="281753" y="333996"/>
                        <a:pt x="262703" y="314946"/>
                        <a:pt x="262703" y="291134"/>
                      </a:cubicBezTo>
                      <a:cubicBezTo>
                        <a:pt x="262703" y="267321"/>
                        <a:pt x="281753" y="248271"/>
                        <a:pt x="305566" y="248271"/>
                      </a:cubicBezTo>
                      <a:close/>
                      <a:moveTo>
                        <a:pt x="305566" y="267321"/>
                      </a:moveTo>
                      <a:cubicBezTo>
                        <a:pt x="292231" y="267321"/>
                        <a:pt x="281753" y="277799"/>
                        <a:pt x="281753" y="291134"/>
                      </a:cubicBezTo>
                      <a:cubicBezTo>
                        <a:pt x="281753" y="304469"/>
                        <a:pt x="292231" y="314946"/>
                        <a:pt x="305566" y="314946"/>
                      </a:cubicBezTo>
                      <a:cubicBezTo>
                        <a:pt x="318901" y="314946"/>
                        <a:pt x="329378" y="304469"/>
                        <a:pt x="329378" y="291134"/>
                      </a:cubicBezTo>
                      <a:cubicBezTo>
                        <a:pt x="329378" y="277799"/>
                        <a:pt x="318901" y="267321"/>
                        <a:pt x="305566" y="267321"/>
                      </a:cubicBezTo>
                      <a:close/>
                    </a:path>
                  </a:pathLst>
                </a:custGeom>
                <a:solidFill>
                  <a:srgbClr val="FFFFFF"/>
                </a:solidFill>
                <a:ln w="9525" cap="flat">
                  <a:noFill/>
                  <a:prstDash val="solid"/>
                  <a:miter/>
                </a:ln>
              </p:spPr>
              <p:txBody>
                <a:bodyPr rtlCol="0" anchor="ctr"/>
                <a:lstStyle/>
                <a:p>
                  <a:endParaRPr lang="zh-CN" altLang="en-US"/>
                </a:p>
              </p:txBody>
            </p:sp>
          </p:grpSp>
          <p:sp>
            <p:nvSpPr>
              <p:cNvPr id="25" name="íšḷiḓe">
                <a:extLst>
                  <a:ext uri="{FF2B5EF4-FFF2-40B4-BE49-F238E27FC236}">
                    <a16:creationId xmlns:a16="http://schemas.microsoft.com/office/drawing/2014/main" id="{F496974A-3D71-F569-EADF-0CA461B0DD94}"/>
                  </a:ext>
                </a:extLst>
              </p:cNvPr>
              <p:cNvSpPr txBox="1"/>
              <p:nvPr/>
            </p:nvSpPr>
            <p:spPr>
              <a:xfrm>
                <a:off x="7986528" y="2497715"/>
                <a:ext cx="1885505" cy="525465"/>
              </a:xfrm>
              <a:prstGeom prst="rect">
                <a:avLst/>
              </a:prstGeom>
              <a:noFill/>
            </p:spPr>
            <p:txBody>
              <a:bodyPr wrap="square" rtlCol="0">
                <a:spAutoFit/>
              </a:bodyPr>
              <a:lstStyle/>
              <a:p>
                <a:pPr defTabSz="913765">
                  <a:lnSpc>
                    <a:spcPct val="150000"/>
                  </a:lnSpc>
                  <a:buSzPct val="25000"/>
                  <a:defRPr/>
                </a:pPr>
                <a:r>
                  <a:rPr kumimoji="0" lang="en-US" altLang="zh-CN" sz="1000" b="0" i="0" u="none" strike="noStrike" kern="1200" cap="none" spc="0" normalizeH="0" baseline="0" noProof="0" dirty="0">
                    <a:ln>
                      <a:noFill/>
                    </a:ln>
                    <a:effectLst/>
                    <a:uLnTx/>
                    <a:uFillTx/>
                  </a:rPr>
                  <a:t>Theme  color makes PPT more convenient to change</a:t>
                </a:r>
                <a:endParaRPr lang="en-US" altLang="zh-CN" sz="1000" dirty="0"/>
              </a:p>
            </p:txBody>
          </p:sp>
          <p:sp>
            <p:nvSpPr>
              <p:cNvPr id="26" name="íŝľîḑè">
                <a:extLst>
                  <a:ext uri="{FF2B5EF4-FFF2-40B4-BE49-F238E27FC236}">
                    <a16:creationId xmlns:a16="http://schemas.microsoft.com/office/drawing/2014/main" id="{8CC82BD4-7F4D-99DE-CE81-972F2EF2896F}"/>
                  </a:ext>
                </a:extLst>
              </p:cNvPr>
              <p:cNvSpPr txBox="1"/>
              <p:nvPr/>
            </p:nvSpPr>
            <p:spPr>
              <a:xfrm>
                <a:off x="7986528" y="2189938"/>
                <a:ext cx="1081515" cy="338554"/>
              </a:xfrm>
              <a:prstGeom prst="rect">
                <a:avLst/>
              </a:prstGeom>
              <a:noFill/>
            </p:spPr>
            <p:txBody>
              <a:bodyPr wrap="none" rtlCol="0">
                <a:spAutoFit/>
              </a:bodyPr>
              <a:lstStyle/>
              <a:p>
                <a:r>
                  <a:rPr kumimoji="0" lang="en-US" altLang="zh-CN" sz="1600" b="1" i="0" u="none" strike="noStrike" kern="1200" cap="none" spc="0" normalizeH="0" baseline="0" noProof="0" dirty="0">
                    <a:ln>
                      <a:noFill/>
                    </a:ln>
                    <a:effectLst/>
                    <a:uLnTx/>
                    <a:uFillTx/>
                  </a:rPr>
                  <a:t>Text here</a:t>
                </a:r>
              </a:p>
            </p:txBody>
          </p:sp>
        </p:grpSp>
        <p:grpSp>
          <p:nvGrpSpPr>
            <p:cNvPr id="6" name="îṡľíḓê">
              <a:extLst>
                <a:ext uri="{FF2B5EF4-FFF2-40B4-BE49-F238E27FC236}">
                  <a16:creationId xmlns:a16="http://schemas.microsoft.com/office/drawing/2014/main" id="{476F567B-0C23-B95A-28EB-F70044DF7CFF}"/>
                </a:ext>
              </a:extLst>
            </p:cNvPr>
            <p:cNvGrpSpPr/>
            <p:nvPr/>
          </p:nvGrpSpPr>
          <p:grpSpPr>
            <a:xfrm>
              <a:off x="7501182" y="4527605"/>
              <a:ext cx="2624851" cy="833242"/>
              <a:chOff x="7501182" y="4527605"/>
              <a:chExt cx="2624851" cy="833242"/>
            </a:xfrm>
          </p:grpSpPr>
          <p:grpSp>
            <p:nvGrpSpPr>
              <p:cNvPr id="19" name="íṧľíḓè">
                <a:extLst>
                  <a:ext uri="{FF2B5EF4-FFF2-40B4-BE49-F238E27FC236}">
                    <a16:creationId xmlns:a16="http://schemas.microsoft.com/office/drawing/2014/main" id="{986133C7-F3AB-D588-F918-B7D7E172A425}"/>
                  </a:ext>
                </a:extLst>
              </p:cNvPr>
              <p:cNvGrpSpPr/>
              <p:nvPr/>
            </p:nvGrpSpPr>
            <p:grpSpPr>
              <a:xfrm>
                <a:off x="7501182" y="4527605"/>
                <a:ext cx="637746" cy="637746"/>
                <a:chOff x="4835463" y="4598345"/>
                <a:chExt cx="637746" cy="637746"/>
              </a:xfrm>
            </p:grpSpPr>
            <p:sp>
              <p:nvSpPr>
                <p:cNvPr id="22" name="îṣḻiḓe">
                  <a:extLst>
                    <a:ext uri="{FF2B5EF4-FFF2-40B4-BE49-F238E27FC236}">
                      <a16:creationId xmlns:a16="http://schemas.microsoft.com/office/drawing/2014/main" id="{B46C0FD8-8229-9611-1CCC-21D9E8981EA6}"/>
                    </a:ext>
                  </a:extLst>
                </p:cNvPr>
                <p:cNvSpPr/>
                <p:nvPr/>
              </p:nvSpPr>
              <p:spPr>
                <a:xfrm>
                  <a:off x="4835463" y="4598345"/>
                  <a:ext cx="637746" cy="637746"/>
                </a:xfrm>
                <a:prstGeom prst="roundRect">
                  <a:avLst>
                    <a:gd name="adj" fmla="val 50000"/>
                  </a:avLst>
                </a:prstGeom>
                <a:solidFill>
                  <a:schemeClr val="tx1">
                    <a:lumMod val="50000"/>
                    <a:lumOff val="50000"/>
                    <a:alpha val="1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23" name="íŝḷiḋê">
                  <a:extLst>
                    <a:ext uri="{FF2B5EF4-FFF2-40B4-BE49-F238E27FC236}">
                      <a16:creationId xmlns:a16="http://schemas.microsoft.com/office/drawing/2014/main" id="{BFE89AEA-2DF0-3B49-F568-29D6CDBE8665}"/>
                    </a:ext>
                  </a:extLst>
                </p:cNvPr>
                <p:cNvSpPr/>
                <p:nvPr/>
              </p:nvSpPr>
              <p:spPr>
                <a:xfrm>
                  <a:off x="4967978" y="4730860"/>
                  <a:ext cx="372717" cy="372717"/>
                </a:xfrm>
                <a:custGeom>
                  <a:avLst/>
                  <a:gdLst>
                    <a:gd name="connsiteX0" fmla="*/ 343764 w 533400"/>
                    <a:gd name="connsiteY0" fmla="*/ 621 h 533400"/>
                    <a:gd name="connsiteX1" fmla="*/ 381864 w 533400"/>
                    <a:gd name="connsiteY1" fmla="*/ 38721 h 533400"/>
                    <a:gd name="connsiteX2" fmla="*/ 381864 w 533400"/>
                    <a:gd name="connsiteY2" fmla="*/ 38721 h 533400"/>
                    <a:gd name="connsiteX3" fmla="*/ 381864 w 533400"/>
                    <a:gd name="connsiteY3" fmla="*/ 114921 h 533400"/>
                    <a:gd name="connsiteX4" fmla="*/ 496164 w 533400"/>
                    <a:gd name="connsiteY4" fmla="*/ 114921 h 533400"/>
                    <a:gd name="connsiteX5" fmla="*/ 534264 w 533400"/>
                    <a:gd name="connsiteY5" fmla="*/ 151116 h 533400"/>
                    <a:gd name="connsiteX6" fmla="*/ 534264 w 533400"/>
                    <a:gd name="connsiteY6" fmla="*/ 153021 h 533400"/>
                    <a:gd name="connsiteX7" fmla="*/ 534264 w 533400"/>
                    <a:gd name="connsiteY7" fmla="*/ 381621 h 533400"/>
                    <a:gd name="connsiteX8" fmla="*/ 498069 w 533400"/>
                    <a:gd name="connsiteY8" fmla="*/ 419721 h 533400"/>
                    <a:gd name="connsiteX9" fmla="*/ 496164 w 533400"/>
                    <a:gd name="connsiteY9" fmla="*/ 419721 h 533400"/>
                    <a:gd name="connsiteX10" fmla="*/ 381864 w 533400"/>
                    <a:gd name="connsiteY10" fmla="*/ 419721 h 533400"/>
                    <a:gd name="connsiteX11" fmla="*/ 381864 w 533400"/>
                    <a:gd name="connsiteY11" fmla="*/ 495921 h 533400"/>
                    <a:gd name="connsiteX12" fmla="*/ 345669 w 533400"/>
                    <a:gd name="connsiteY12" fmla="*/ 534021 h 533400"/>
                    <a:gd name="connsiteX13" fmla="*/ 343764 w 533400"/>
                    <a:gd name="connsiteY13" fmla="*/ 534021 h 533400"/>
                    <a:gd name="connsiteX14" fmla="*/ 191364 w 533400"/>
                    <a:gd name="connsiteY14" fmla="*/ 534021 h 533400"/>
                    <a:gd name="connsiteX15" fmla="*/ 153264 w 533400"/>
                    <a:gd name="connsiteY15" fmla="*/ 495921 h 533400"/>
                    <a:gd name="connsiteX16" fmla="*/ 153264 w 533400"/>
                    <a:gd name="connsiteY16" fmla="*/ 495921 h 533400"/>
                    <a:gd name="connsiteX17" fmla="*/ 153264 w 533400"/>
                    <a:gd name="connsiteY17" fmla="*/ 419721 h 533400"/>
                    <a:gd name="connsiteX18" fmla="*/ 38964 w 533400"/>
                    <a:gd name="connsiteY18" fmla="*/ 419721 h 533400"/>
                    <a:gd name="connsiteX19" fmla="*/ 864 w 533400"/>
                    <a:gd name="connsiteY19" fmla="*/ 383526 h 533400"/>
                    <a:gd name="connsiteX20" fmla="*/ 864 w 533400"/>
                    <a:gd name="connsiteY20" fmla="*/ 381621 h 533400"/>
                    <a:gd name="connsiteX21" fmla="*/ 864 w 533400"/>
                    <a:gd name="connsiteY21" fmla="*/ 197789 h 533400"/>
                    <a:gd name="connsiteX22" fmla="*/ 9436 w 533400"/>
                    <a:gd name="connsiteY22" fmla="*/ 173976 h 533400"/>
                    <a:gd name="connsiteX23" fmla="*/ 11342 w 533400"/>
                    <a:gd name="connsiteY23" fmla="*/ 172071 h 533400"/>
                    <a:gd name="connsiteX24" fmla="*/ 52299 w 533400"/>
                    <a:gd name="connsiteY24" fmla="*/ 127304 h 533400"/>
                    <a:gd name="connsiteX25" fmla="*/ 78017 w 533400"/>
                    <a:gd name="connsiteY25" fmla="*/ 114921 h 533400"/>
                    <a:gd name="connsiteX26" fmla="*/ 79921 w 533400"/>
                    <a:gd name="connsiteY26" fmla="*/ 114921 h 533400"/>
                    <a:gd name="connsiteX27" fmla="*/ 153264 w 533400"/>
                    <a:gd name="connsiteY27" fmla="*/ 114921 h 533400"/>
                    <a:gd name="connsiteX28" fmla="*/ 153264 w 533400"/>
                    <a:gd name="connsiteY28" fmla="*/ 38721 h 533400"/>
                    <a:gd name="connsiteX29" fmla="*/ 189459 w 533400"/>
                    <a:gd name="connsiteY29" fmla="*/ 621 h 533400"/>
                    <a:gd name="connsiteX30" fmla="*/ 191364 w 533400"/>
                    <a:gd name="connsiteY30" fmla="*/ 621 h 533400"/>
                    <a:gd name="connsiteX31" fmla="*/ 343764 w 533400"/>
                    <a:gd name="connsiteY31" fmla="*/ 621 h 533400"/>
                    <a:gd name="connsiteX32" fmla="*/ 343764 w 533400"/>
                    <a:gd name="connsiteY32" fmla="*/ 286371 h 533400"/>
                    <a:gd name="connsiteX33" fmla="*/ 191364 w 533400"/>
                    <a:gd name="connsiteY33" fmla="*/ 286371 h 533400"/>
                    <a:gd name="connsiteX34" fmla="*/ 172314 w 533400"/>
                    <a:gd name="connsiteY34" fmla="*/ 305421 h 533400"/>
                    <a:gd name="connsiteX35" fmla="*/ 172314 w 533400"/>
                    <a:gd name="connsiteY35" fmla="*/ 305421 h 533400"/>
                    <a:gd name="connsiteX36" fmla="*/ 172314 w 533400"/>
                    <a:gd name="connsiteY36" fmla="*/ 495921 h 533400"/>
                    <a:gd name="connsiteX37" fmla="*/ 191364 w 533400"/>
                    <a:gd name="connsiteY37" fmla="*/ 514971 h 533400"/>
                    <a:gd name="connsiteX38" fmla="*/ 191364 w 533400"/>
                    <a:gd name="connsiteY38" fmla="*/ 514971 h 533400"/>
                    <a:gd name="connsiteX39" fmla="*/ 343764 w 533400"/>
                    <a:gd name="connsiteY39" fmla="*/ 514971 h 533400"/>
                    <a:gd name="connsiteX40" fmla="*/ 362814 w 533400"/>
                    <a:gd name="connsiteY40" fmla="*/ 495921 h 533400"/>
                    <a:gd name="connsiteX41" fmla="*/ 362814 w 533400"/>
                    <a:gd name="connsiteY41" fmla="*/ 495921 h 533400"/>
                    <a:gd name="connsiteX42" fmla="*/ 362814 w 533400"/>
                    <a:gd name="connsiteY42" fmla="*/ 305421 h 533400"/>
                    <a:gd name="connsiteX43" fmla="*/ 343764 w 533400"/>
                    <a:gd name="connsiteY43" fmla="*/ 286371 h 533400"/>
                    <a:gd name="connsiteX44" fmla="*/ 343764 w 533400"/>
                    <a:gd name="connsiteY44" fmla="*/ 286371 h 533400"/>
                    <a:gd name="connsiteX45" fmla="*/ 496164 w 533400"/>
                    <a:gd name="connsiteY45" fmla="*/ 133971 h 533400"/>
                    <a:gd name="connsiteX46" fmla="*/ 79921 w 533400"/>
                    <a:gd name="connsiteY46" fmla="*/ 133971 h 533400"/>
                    <a:gd name="connsiteX47" fmla="*/ 67539 w 533400"/>
                    <a:gd name="connsiteY47" fmla="*/ 138734 h 533400"/>
                    <a:gd name="connsiteX48" fmla="*/ 66586 w 533400"/>
                    <a:gd name="connsiteY48" fmla="*/ 139686 h 533400"/>
                    <a:gd name="connsiteX49" fmla="*/ 25629 w 533400"/>
                    <a:gd name="connsiteY49" fmla="*/ 184454 h 533400"/>
                    <a:gd name="connsiteX50" fmla="*/ 20867 w 533400"/>
                    <a:gd name="connsiteY50" fmla="*/ 195884 h 533400"/>
                    <a:gd name="connsiteX51" fmla="*/ 20867 w 533400"/>
                    <a:gd name="connsiteY51" fmla="*/ 197789 h 533400"/>
                    <a:gd name="connsiteX52" fmla="*/ 20867 w 533400"/>
                    <a:gd name="connsiteY52" fmla="*/ 381621 h 533400"/>
                    <a:gd name="connsiteX53" fmla="*/ 38964 w 533400"/>
                    <a:gd name="connsiteY53" fmla="*/ 400671 h 533400"/>
                    <a:gd name="connsiteX54" fmla="*/ 39917 w 533400"/>
                    <a:gd name="connsiteY54" fmla="*/ 400671 h 533400"/>
                    <a:gd name="connsiteX55" fmla="*/ 154217 w 533400"/>
                    <a:gd name="connsiteY55" fmla="*/ 400671 h 533400"/>
                    <a:gd name="connsiteX56" fmla="*/ 154217 w 533400"/>
                    <a:gd name="connsiteY56" fmla="*/ 305421 h 533400"/>
                    <a:gd name="connsiteX57" fmla="*/ 190411 w 533400"/>
                    <a:gd name="connsiteY57" fmla="*/ 267321 h 533400"/>
                    <a:gd name="connsiteX58" fmla="*/ 192317 w 533400"/>
                    <a:gd name="connsiteY58" fmla="*/ 267321 h 533400"/>
                    <a:gd name="connsiteX59" fmla="*/ 344717 w 533400"/>
                    <a:gd name="connsiteY59" fmla="*/ 267321 h 533400"/>
                    <a:gd name="connsiteX60" fmla="*/ 382817 w 533400"/>
                    <a:gd name="connsiteY60" fmla="*/ 305421 h 533400"/>
                    <a:gd name="connsiteX61" fmla="*/ 382817 w 533400"/>
                    <a:gd name="connsiteY61" fmla="*/ 305421 h 533400"/>
                    <a:gd name="connsiteX62" fmla="*/ 382817 w 533400"/>
                    <a:gd name="connsiteY62" fmla="*/ 400671 h 533400"/>
                    <a:gd name="connsiteX63" fmla="*/ 497117 w 533400"/>
                    <a:gd name="connsiteY63" fmla="*/ 400671 h 533400"/>
                    <a:gd name="connsiteX64" fmla="*/ 516167 w 533400"/>
                    <a:gd name="connsiteY64" fmla="*/ 382574 h 533400"/>
                    <a:gd name="connsiteX65" fmla="*/ 516167 w 533400"/>
                    <a:gd name="connsiteY65" fmla="*/ 381621 h 533400"/>
                    <a:gd name="connsiteX66" fmla="*/ 516167 w 533400"/>
                    <a:gd name="connsiteY66" fmla="*/ 153021 h 533400"/>
                    <a:gd name="connsiteX67" fmla="*/ 498069 w 533400"/>
                    <a:gd name="connsiteY67" fmla="*/ 133971 h 533400"/>
                    <a:gd name="connsiteX68" fmla="*/ 496164 w 533400"/>
                    <a:gd name="connsiteY68" fmla="*/ 133971 h 533400"/>
                    <a:gd name="connsiteX69" fmla="*/ 462827 w 533400"/>
                    <a:gd name="connsiteY69" fmla="*/ 172071 h 533400"/>
                    <a:gd name="connsiteX70" fmla="*/ 477114 w 533400"/>
                    <a:gd name="connsiteY70" fmla="*/ 186359 h 533400"/>
                    <a:gd name="connsiteX71" fmla="*/ 462827 w 533400"/>
                    <a:gd name="connsiteY71" fmla="*/ 200646 h 533400"/>
                    <a:gd name="connsiteX72" fmla="*/ 448539 w 533400"/>
                    <a:gd name="connsiteY72" fmla="*/ 186359 h 533400"/>
                    <a:gd name="connsiteX73" fmla="*/ 462827 w 533400"/>
                    <a:gd name="connsiteY73" fmla="*/ 172071 h 533400"/>
                    <a:gd name="connsiteX74" fmla="*/ 343764 w 533400"/>
                    <a:gd name="connsiteY74" fmla="*/ 19671 h 533400"/>
                    <a:gd name="connsiteX75" fmla="*/ 191364 w 533400"/>
                    <a:gd name="connsiteY75" fmla="*/ 19671 h 533400"/>
                    <a:gd name="connsiteX76" fmla="*/ 172314 w 533400"/>
                    <a:gd name="connsiteY76" fmla="*/ 38721 h 533400"/>
                    <a:gd name="connsiteX77" fmla="*/ 172314 w 533400"/>
                    <a:gd name="connsiteY77" fmla="*/ 38721 h 533400"/>
                    <a:gd name="connsiteX78" fmla="*/ 172314 w 533400"/>
                    <a:gd name="connsiteY78" fmla="*/ 114921 h 533400"/>
                    <a:gd name="connsiteX79" fmla="*/ 362814 w 533400"/>
                    <a:gd name="connsiteY79" fmla="*/ 114921 h 533400"/>
                    <a:gd name="connsiteX80" fmla="*/ 362814 w 533400"/>
                    <a:gd name="connsiteY80" fmla="*/ 38721 h 533400"/>
                    <a:gd name="connsiteX81" fmla="*/ 344717 w 533400"/>
                    <a:gd name="connsiteY81" fmla="*/ 19671 h 533400"/>
                    <a:gd name="connsiteX82" fmla="*/ 344717 w 533400"/>
                    <a:gd name="connsiteY82" fmla="*/ 19671 h 533400"/>
                    <a:gd name="connsiteX83" fmla="*/ 343764 w 533400"/>
                    <a:gd name="connsiteY83" fmla="*/ 196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33400" h="533400">
                      <a:moveTo>
                        <a:pt x="343764" y="621"/>
                      </a:moveTo>
                      <a:cubicBezTo>
                        <a:pt x="364719" y="621"/>
                        <a:pt x="381864" y="17766"/>
                        <a:pt x="381864" y="38721"/>
                      </a:cubicBezTo>
                      <a:lnTo>
                        <a:pt x="381864" y="38721"/>
                      </a:lnTo>
                      <a:lnTo>
                        <a:pt x="381864" y="114921"/>
                      </a:lnTo>
                      <a:lnTo>
                        <a:pt x="496164" y="114921"/>
                      </a:lnTo>
                      <a:cubicBezTo>
                        <a:pt x="516167" y="114921"/>
                        <a:pt x="533311" y="131114"/>
                        <a:pt x="534264" y="151116"/>
                      </a:cubicBezTo>
                      <a:lnTo>
                        <a:pt x="534264" y="153021"/>
                      </a:lnTo>
                      <a:lnTo>
                        <a:pt x="534264" y="381621"/>
                      </a:lnTo>
                      <a:cubicBezTo>
                        <a:pt x="534264" y="401624"/>
                        <a:pt x="518071" y="418769"/>
                        <a:pt x="498069" y="419721"/>
                      </a:cubicBezTo>
                      <a:lnTo>
                        <a:pt x="496164" y="419721"/>
                      </a:lnTo>
                      <a:lnTo>
                        <a:pt x="381864" y="419721"/>
                      </a:lnTo>
                      <a:lnTo>
                        <a:pt x="381864" y="495921"/>
                      </a:lnTo>
                      <a:cubicBezTo>
                        <a:pt x="381864" y="515924"/>
                        <a:pt x="365671" y="533069"/>
                        <a:pt x="345669" y="534021"/>
                      </a:cubicBezTo>
                      <a:lnTo>
                        <a:pt x="343764" y="534021"/>
                      </a:lnTo>
                      <a:lnTo>
                        <a:pt x="191364" y="534021"/>
                      </a:lnTo>
                      <a:cubicBezTo>
                        <a:pt x="170409" y="534021"/>
                        <a:pt x="153264" y="516876"/>
                        <a:pt x="153264" y="495921"/>
                      </a:cubicBezTo>
                      <a:lnTo>
                        <a:pt x="153264" y="495921"/>
                      </a:lnTo>
                      <a:lnTo>
                        <a:pt x="153264" y="419721"/>
                      </a:lnTo>
                      <a:lnTo>
                        <a:pt x="38964" y="419721"/>
                      </a:lnTo>
                      <a:cubicBezTo>
                        <a:pt x="18961" y="419721"/>
                        <a:pt x="1817" y="403529"/>
                        <a:pt x="864" y="383526"/>
                      </a:cubicBezTo>
                      <a:lnTo>
                        <a:pt x="864" y="381621"/>
                      </a:lnTo>
                      <a:lnTo>
                        <a:pt x="864" y="197789"/>
                      </a:lnTo>
                      <a:cubicBezTo>
                        <a:pt x="864" y="189216"/>
                        <a:pt x="3721" y="180644"/>
                        <a:pt x="9436" y="173976"/>
                      </a:cubicBezTo>
                      <a:lnTo>
                        <a:pt x="11342" y="172071"/>
                      </a:lnTo>
                      <a:lnTo>
                        <a:pt x="52299" y="127304"/>
                      </a:lnTo>
                      <a:cubicBezTo>
                        <a:pt x="58967" y="119684"/>
                        <a:pt x="68492" y="115874"/>
                        <a:pt x="78017" y="114921"/>
                      </a:cubicBezTo>
                      <a:lnTo>
                        <a:pt x="79921" y="114921"/>
                      </a:lnTo>
                      <a:lnTo>
                        <a:pt x="153264" y="114921"/>
                      </a:lnTo>
                      <a:lnTo>
                        <a:pt x="153264" y="38721"/>
                      </a:lnTo>
                      <a:cubicBezTo>
                        <a:pt x="153264" y="18719"/>
                        <a:pt x="169457" y="1574"/>
                        <a:pt x="189459" y="621"/>
                      </a:cubicBezTo>
                      <a:lnTo>
                        <a:pt x="191364" y="621"/>
                      </a:lnTo>
                      <a:lnTo>
                        <a:pt x="343764" y="621"/>
                      </a:lnTo>
                      <a:close/>
                      <a:moveTo>
                        <a:pt x="343764" y="286371"/>
                      </a:moveTo>
                      <a:lnTo>
                        <a:pt x="191364" y="286371"/>
                      </a:lnTo>
                      <a:cubicBezTo>
                        <a:pt x="180886" y="286371"/>
                        <a:pt x="172314" y="294944"/>
                        <a:pt x="172314" y="305421"/>
                      </a:cubicBezTo>
                      <a:lnTo>
                        <a:pt x="172314" y="305421"/>
                      </a:lnTo>
                      <a:lnTo>
                        <a:pt x="172314" y="495921"/>
                      </a:lnTo>
                      <a:cubicBezTo>
                        <a:pt x="172314" y="506399"/>
                        <a:pt x="180886" y="514971"/>
                        <a:pt x="191364" y="514971"/>
                      </a:cubicBezTo>
                      <a:lnTo>
                        <a:pt x="191364" y="514971"/>
                      </a:lnTo>
                      <a:lnTo>
                        <a:pt x="343764" y="514971"/>
                      </a:lnTo>
                      <a:cubicBezTo>
                        <a:pt x="354242" y="514971"/>
                        <a:pt x="362814" y="506399"/>
                        <a:pt x="362814" y="495921"/>
                      </a:cubicBezTo>
                      <a:lnTo>
                        <a:pt x="362814" y="495921"/>
                      </a:lnTo>
                      <a:lnTo>
                        <a:pt x="362814" y="305421"/>
                      </a:lnTo>
                      <a:cubicBezTo>
                        <a:pt x="362814" y="294944"/>
                        <a:pt x="354242" y="286371"/>
                        <a:pt x="343764" y="286371"/>
                      </a:cubicBezTo>
                      <a:lnTo>
                        <a:pt x="343764" y="286371"/>
                      </a:lnTo>
                      <a:close/>
                      <a:moveTo>
                        <a:pt x="496164" y="133971"/>
                      </a:moveTo>
                      <a:lnTo>
                        <a:pt x="79921" y="133971"/>
                      </a:lnTo>
                      <a:cubicBezTo>
                        <a:pt x="75159" y="133971"/>
                        <a:pt x="70396" y="135876"/>
                        <a:pt x="67539" y="138734"/>
                      </a:cubicBezTo>
                      <a:lnTo>
                        <a:pt x="66586" y="139686"/>
                      </a:lnTo>
                      <a:lnTo>
                        <a:pt x="25629" y="184454"/>
                      </a:lnTo>
                      <a:cubicBezTo>
                        <a:pt x="22771" y="187311"/>
                        <a:pt x="20867" y="191121"/>
                        <a:pt x="20867" y="195884"/>
                      </a:cubicBezTo>
                      <a:lnTo>
                        <a:pt x="20867" y="197789"/>
                      </a:lnTo>
                      <a:lnTo>
                        <a:pt x="20867" y="381621"/>
                      </a:lnTo>
                      <a:cubicBezTo>
                        <a:pt x="20867" y="392099"/>
                        <a:pt x="28486" y="399719"/>
                        <a:pt x="38964" y="400671"/>
                      </a:cubicBezTo>
                      <a:lnTo>
                        <a:pt x="39917" y="400671"/>
                      </a:lnTo>
                      <a:lnTo>
                        <a:pt x="154217" y="400671"/>
                      </a:lnTo>
                      <a:lnTo>
                        <a:pt x="154217" y="305421"/>
                      </a:lnTo>
                      <a:cubicBezTo>
                        <a:pt x="154217" y="285419"/>
                        <a:pt x="170409" y="268274"/>
                        <a:pt x="190411" y="267321"/>
                      </a:cubicBezTo>
                      <a:lnTo>
                        <a:pt x="192317" y="267321"/>
                      </a:lnTo>
                      <a:lnTo>
                        <a:pt x="344717" y="267321"/>
                      </a:lnTo>
                      <a:cubicBezTo>
                        <a:pt x="365671" y="267321"/>
                        <a:pt x="382817" y="284466"/>
                        <a:pt x="382817" y="305421"/>
                      </a:cubicBezTo>
                      <a:lnTo>
                        <a:pt x="382817" y="305421"/>
                      </a:lnTo>
                      <a:lnTo>
                        <a:pt x="382817" y="400671"/>
                      </a:lnTo>
                      <a:lnTo>
                        <a:pt x="497117" y="400671"/>
                      </a:lnTo>
                      <a:cubicBezTo>
                        <a:pt x="507594" y="400671"/>
                        <a:pt x="515214" y="393051"/>
                        <a:pt x="516167" y="382574"/>
                      </a:cubicBezTo>
                      <a:lnTo>
                        <a:pt x="516167" y="381621"/>
                      </a:lnTo>
                      <a:lnTo>
                        <a:pt x="516167" y="153021"/>
                      </a:lnTo>
                      <a:cubicBezTo>
                        <a:pt x="516167" y="142544"/>
                        <a:pt x="508546" y="134924"/>
                        <a:pt x="498069" y="133971"/>
                      </a:cubicBezTo>
                      <a:lnTo>
                        <a:pt x="496164" y="133971"/>
                      </a:lnTo>
                      <a:close/>
                      <a:moveTo>
                        <a:pt x="462827" y="172071"/>
                      </a:moveTo>
                      <a:cubicBezTo>
                        <a:pt x="470446" y="172071"/>
                        <a:pt x="477114" y="178739"/>
                        <a:pt x="477114" y="186359"/>
                      </a:cubicBezTo>
                      <a:cubicBezTo>
                        <a:pt x="477114" y="193979"/>
                        <a:pt x="470446" y="200646"/>
                        <a:pt x="462827" y="200646"/>
                      </a:cubicBezTo>
                      <a:cubicBezTo>
                        <a:pt x="455207" y="200646"/>
                        <a:pt x="448539" y="193979"/>
                        <a:pt x="448539" y="186359"/>
                      </a:cubicBezTo>
                      <a:cubicBezTo>
                        <a:pt x="448539" y="178739"/>
                        <a:pt x="455207" y="172071"/>
                        <a:pt x="462827" y="172071"/>
                      </a:cubicBezTo>
                      <a:close/>
                      <a:moveTo>
                        <a:pt x="343764" y="19671"/>
                      </a:moveTo>
                      <a:lnTo>
                        <a:pt x="191364" y="19671"/>
                      </a:lnTo>
                      <a:cubicBezTo>
                        <a:pt x="180886" y="19671"/>
                        <a:pt x="172314" y="28244"/>
                        <a:pt x="172314" y="38721"/>
                      </a:cubicBezTo>
                      <a:lnTo>
                        <a:pt x="172314" y="38721"/>
                      </a:lnTo>
                      <a:lnTo>
                        <a:pt x="172314" y="114921"/>
                      </a:lnTo>
                      <a:lnTo>
                        <a:pt x="362814" y="114921"/>
                      </a:lnTo>
                      <a:lnTo>
                        <a:pt x="362814" y="38721"/>
                      </a:lnTo>
                      <a:cubicBezTo>
                        <a:pt x="362814" y="28244"/>
                        <a:pt x="355194" y="20624"/>
                        <a:pt x="344717" y="19671"/>
                      </a:cubicBezTo>
                      <a:lnTo>
                        <a:pt x="344717" y="19671"/>
                      </a:lnTo>
                      <a:lnTo>
                        <a:pt x="343764" y="19671"/>
                      </a:lnTo>
                      <a:close/>
                    </a:path>
                  </a:pathLst>
                </a:custGeom>
                <a:solidFill>
                  <a:schemeClr val="tx1"/>
                </a:solidFill>
                <a:ln w="9525" cap="flat">
                  <a:noFill/>
                  <a:prstDash val="solid"/>
                  <a:miter/>
                </a:ln>
              </p:spPr>
              <p:txBody>
                <a:bodyPr rtlCol="0" anchor="ctr"/>
                <a:lstStyle/>
                <a:p>
                  <a:endParaRPr lang="zh-CN" altLang="en-US"/>
                </a:p>
              </p:txBody>
            </p:sp>
          </p:grpSp>
          <p:sp>
            <p:nvSpPr>
              <p:cNvPr id="20" name="î$ḷïḓe">
                <a:extLst>
                  <a:ext uri="{FF2B5EF4-FFF2-40B4-BE49-F238E27FC236}">
                    <a16:creationId xmlns:a16="http://schemas.microsoft.com/office/drawing/2014/main" id="{6BEFA3A9-F554-0509-6401-BE5A1EB79068}"/>
                  </a:ext>
                </a:extLst>
              </p:cNvPr>
              <p:cNvSpPr txBox="1"/>
              <p:nvPr/>
            </p:nvSpPr>
            <p:spPr>
              <a:xfrm>
                <a:off x="8240528" y="4835382"/>
                <a:ext cx="1885505" cy="525465"/>
              </a:xfrm>
              <a:prstGeom prst="rect">
                <a:avLst/>
              </a:prstGeom>
              <a:noFill/>
            </p:spPr>
            <p:txBody>
              <a:bodyPr wrap="square" rtlCol="0">
                <a:spAutoFit/>
              </a:bodyPr>
              <a:lstStyle/>
              <a:p>
                <a:pPr defTabSz="913765">
                  <a:lnSpc>
                    <a:spcPct val="150000"/>
                  </a:lnSpc>
                  <a:buSzPct val="25000"/>
                  <a:defRPr/>
                </a:pPr>
                <a:r>
                  <a:rPr kumimoji="0" lang="en-US" altLang="zh-CN" sz="1000" b="0" i="0" u="none" strike="noStrike" kern="1200" cap="none" spc="0" normalizeH="0" baseline="0" noProof="0" dirty="0">
                    <a:ln>
                      <a:noFill/>
                    </a:ln>
                    <a:effectLst/>
                    <a:uLnTx/>
                    <a:uFillTx/>
                  </a:rPr>
                  <a:t>Theme  color makes PPT more convenient to change</a:t>
                </a:r>
                <a:endParaRPr lang="en-US" altLang="zh-CN" sz="1000" dirty="0"/>
              </a:p>
            </p:txBody>
          </p:sp>
          <p:sp>
            <p:nvSpPr>
              <p:cNvPr id="21" name="îsľiďè">
                <a:extLst>
                  <a:ext uri="{FF2B5EF4-FFF2-40B4-BE49-F238E27FC236}">
                    <a16:creationId xmlns:a16="http://schemas.microsoft.com/office/drawing/2014/main" id="{E7D5C82B-D410-6FDF-0772-3EACB3BAA5C1}"/>
                  </a:ext>
                </a:extLst>
              </p:cNvPr>
              <p:cNvSpPr txBox="1"/>
              <p:nvPr/>
            </p:nvSpPr>
            <p:spPr>
              <a:xfrm>
                <a:off x="8240528" y="4527605"/>
                <a:ext cx="1081515" cy="338554"/>
              </a:xfrm>
              <a:prstGeom prst="rect">
                <a:avLst/>
              </a:prstGeom>
              <a:noFill/>
            </p:spPr>
            <p:txBody>
              <a:bodyPr wrap="none" rtlCol="0">
                <a:spAutoFit/>
              </a:bodyPr>
              <a:lstStyle/>
              <a:p>
                <a:r>
                  <a:rPr kumimoji="0" lang="en-US" altLang="zh-CN" sz="1600" b="1" i="0" u="none" strike="noStrike" kern="1200" cap="none" spc="0" normalizeH="0" baseline="0" noProof="0" dirty="0">
                    <a:ln>
                      <a:noFill/>
                    </a:ln>
                    <a:effectLst/>
                    <a:uLnTx/>
                    <a:uFillTx/>
                  </a:rPr>
                  <a:t>Text here</a:t>
                </a:r>
              </a:p>
            </p:txBody>
          </p:sp>
        </p:grpSp>
        <p:grpSp>
          <p:nvGrpSpPr>
            <p:cNvPr id="7" name="íš1íḋe">
              <a:extLst>
                <a:ext uri="{FF2B5EF4-FFF2-40B4-BE49-F238E27FC236}">
                  <a16:creationId xmlns:a16="http://schemas.microsoft.com/office/drawing/2014/main" id="{CF5F938C-8EF3-D5A3-0A26-2FD64C47339D}"/>
                </a:ext>
              </a:extLst>
            </p:cNvPr>
            <p:cNvGrpSpPr/>
            <p:nvPr/>
          </p:nvGrpSpPr>
          <p:grpSpPr>
            <a:xfrm>
              <a:off x="1821938" y="2175267"/>
              <a:ext cx="2648821" cy="833242"/>
              <a:chOff x="1567938" y="2189938"/>
              <a:chExt cx="2648821" cy="833242"/>
            </a:xfrm>
          </p:grpSpPr>
          <p:grpSp>
            <p:nvGrpSpPr>
              <p:cNvPr id="14" name="î$ľîdè">
                <a:extLst>
                  <a:ext uri="{FF2B5EF4-FFF2-40B4-BE49-F238E27FC236}">
                    <a16:creationId xmlns:a16="http://schemas.microsoft.com/office/drawing/2014/main" id="{E9339FCB-848D-C34F-D1B7-90718738E889}"/>
                  </a:ext>
                </a:extLst>
              </p:cNvPr>
              <p:cNvGrpSpPr/>
              <p:nvPr/>
            </p:nvGrpSpPr>
            <p:grpSpPr>
              <a:xfrm>
                <a:off x="3579013" y="2255216"/>
                <a:ext cx="637746" cy="637746"/>
                <a:chOff x="1222256" y="2760578"/>
                <a:chExt cx="637746" cy="637746"/>
              </a:xfrm>
            </p:grpSpPr>
            <p:sp>
              <p:nvSpPr>
                <p:cNvPr id="17" name="ïṥļïḍé">
                  <a:extLst>
                    <a:ext uri="{FF2B5EF4-FFF2-40B4-BE49-F238E27FC236}">
                      <a16:creationId xmlns:a16="http://schemas.microsoft.com/office/drawing/2014/main" id="{651AC594-0C52-F2DF-ABED-D8AA5935BD22}"/>
                    </a:ext>
                  </a:extLst>
                </p:cNvPr>
                <p:cNvSpPr/>
                <p:nvPr/>
              </p:nvSpPr>
              <p:spPr>
                <a:xfrm>
                  <a:off x="1222256" y="2760578"/>
                  <a:ext cx="637746" cy="637746"/>
                </a:xfrm>
                <a:prstGeom prst="roundRect">
                  <a:avLst>
                    <a:gd name="adj" fmla="val 50000"/>
                  </a:avLst>
                </a:prstGeom>
                <a:solidFill>
                  <a:schemeClr val="tx1">
                    <a:lumMod val="50000"/>
                    <a:lumOff val="50000"/>
                    <a:alpha val="1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8" name="îṡḻîde">
                  <a:extLst>
                    <a:ext uri="{FF2B5EF4-FFF2-40B4-BE49-F238E27FC236}">
                      <a16:creationId xmlns:a16="http://schemas.microsoft.com/office/drawing/2014/main" id="{DCD2E8BB-021A-E11A-346D-A667F5626176}"/>
                    </a:ext>
                  </a:extLst>
                </p:cNvPr>
                <p:cNvSpPr/>
                <p:nvPr/>
              </p:nvSpPr>
              <p:spPr>
                <a:xfrm>
                  <a:off x="1388049" y="2893093"/>
                  <a:ext cx="306160" cy="372717"/>
                </a:xfrm>
                <a:custGeom>
                  <a:avLst/>
                  <a:gdLst>
                    <a:gd name="connsiteX0" fmla="*/ 284197 w 438150"/>
                    <a:gd name="connsiteY0" fmla="*/ 621 h 533400"/>
                    <a:gd name="connsiteX1" fmla="*/ 310867 w 438150"/>
                    <a:gd name="connsiteY1" fmla="*/ 12051 h 533400"/>
                    <a:gd name="connsiteX2" fmla="*/ 310867 w 438150"/>
                    <a:gd name="connsiteY2" fmla="*/ 12051 h 533400"/>
                    <a:gd name="connsiteX3" fmla="*/ 427072 w 438150"/>
                    <a:gd name="connsiteY3" fmla="*/ 128256 h 533400"/>
                    <a:gd name="connsiteX4" fmla="*/ 438502 w 438150"/>
                    <a:gd name="connsiteY4" fmla="*/ 154926 h 533400"/>
                    <a:gd name="connsiteX5" fmla="*/ 438502 w 438150"/>
                    <a:gd name="connsiteY5" fmla="*/ 154926 h 533400"/>
                    <a:gd name="connsiteX6" fmla="*/ 438502 w 438150"/>
                    <a:gd name="connsiteY6" fmla="*/ 495921 h 533400"/>
                    <a:gd name="connsiteX7" fmla="*/ 400402 w 438150"/>
                    <a:gd name="connsiteY7" fmla="*/ 534021 h 533400"/>
                    <a:gd name="connsiteX8" fmla="*/ 400402 w 438150"/>
                    <a:gd name="connsiteY8" fmla="*/ 534021 h 533400"/>
                    <a:gd name="connsiteX9" fmla="*/ 38452 w 438150"/>
                    <a:gd name="connsiteY9" fmla="*/ 534021 h 533400"/>
                    <a:gd name="connsiteX10" fmla="*/ 352 w 438150"/>
                    <a:gd name="connsiteY10" fmla="*/ 495921 h 533400"/>
                    <a:gd name="connsiteX11" fmla="*/ 352 w 438150"/>
                    <a:gd name="connsiteY11" fmla="*/ 495921 h 533400"/>
                    <a:gd name="connsiteX12" fmla="*/ 352 w 438150"/>
                    <a:gd name="connsiteY12" fmla="*/ 38721 h 533400"/>
                    <a:gd name="connsiteX13" fmla="*/ 38452 w 438150"/>
                    <a:gd name="connsiteY13" fmla="*/ 621 h 533400"/>
                    <a:gd name="connsiteX14" fmla="*/ 38452 w 438150"/>
                    <a:gd name="connsiteY14" fmla="*/ 621 h 533400"/>
                    <a:gd name="connsiteX15" fmla="*/ 284197 w 438150"/>
                    <a:gd name="connsiteY15" fmla="*/ 621 h 533400"/>
                    <a:gd name="connsiteX16" fmla="*/ 284197 w 438150"/>
                    <a:gd name="connsiteY16" fmla="*/ 19671 h 533400"/>
                    <a:gd name="connsiteX17" fmla="*/ 38452 w 438150"/>
                    <a:gd name="connsiteY17" fmla="*/ 19671 h 533400"/>
                    <a:gd name="connsiteX18" fmla="*/ 19402 w 438150"/>
                    <a:gd name="connsiteY18" fmla="*/ 38721 h 533400"/>
                    <a:gd name="connsiteX19" fmla="*/ 19402 w 438150"/>
                    <a:gd name="connsiteY19" fmla="*/ 38721 h 533400"/>
                    <a:gd name="connsiteX20" fmla="*/ 19402 w 438150"/>
                    <a:gd name="connsiteY20" fmla="*/ 495921 h 533400"/>
                    <a:gd name="connsiteX21" fmla="*/ 38452 w 438150"/>
                    <a:gd name="connsiteY21" fmla="*/ 514971 h 533400"/>
                    <a:gd name="connsiteX22" fmla="*/ 38452 w 438150"/>
                    <a:gd name="connsiteY22" fmla="*/ 514971 h 533400"/>
                    <a:gd name="connsiteX23" fmla="*/ 400402 w 438150"/>
                    <a:gd name="connsiteY23" fmla="*/ 514971 h 533400"/>
                    <a:gd name="connsiteX24" fmla="*/ 419452 w 438150"/>
                    <a:gd name="connsiteY24" fmla="*/ 495921 h 533400"/>
                    <a:gd name="connsiteX25" fmla="*/ 419452 w 438150"/>
                    <a:gd name="connsiteY25" fmla="*/ 495921 h 533400"/>
                    <a:gd name="connsiteX26" fmla="*/ 419452 w 438150"/>
                    <a:gd name="connsiteY26" fmla="*/ 154926 h 533400"/>
                    <a:gd name="connsiteX27" fmla="*/ 419452 w 438150"/>
                    <a:gd name="connsiteY27" fmla="*/ 153021 h 533400"/>
                    <a:gd name="connsiteX28" fmla="*/ 314677 w 438150"/>
                    <a:gd name="connsiteY28" fmla="*/ 153021 h 533400"/>
                    <a:gd name="connsiteX29" fmla="*/ 286102 w 438150"/>
                    <a:gd name="connsiteY29" fmla="*/ 126351 h 533400"/>
                    <a:gd name="connsiteX30" fmla="*/ 286102 w 438150"/>
                    <a:gd name="connsiteY30" fmla="*/ 124446 h 533400"/>
                    <a:gd name="connsiteX31" fmla="*/ 286102 w 438150"/>
                    <a:gd name="connsiteY31" fmla="*/ 19671 h 533400"/>
                    <a:gd name="connsiteX32" fmla="*/ 284197 w 438150"/>
                    <a:gd name="connsiteY32" fmla="*/ 19671 h 533400"/>
                    <a:gd name="connsiteX33" fmla="*/ 284197 w 438150"/>
                    <a:gd name="connsiteY33" fmla="*/ 19671 h 533400"/>
                    <a:gd name="connsiteX34" fmla="*/ 248002 w 438150"/>
                    <a:gd name="connsiteY34" fmla="*/ 200646 h 533400"/>
                    <a:gd name="connsiteX35" fmla="*/ 305152 w 438150"/>
                    <a:gd name="connsiteY35" fmla="*/ 257796 h 533400"/>
                    <a:gd name="connsiteX36" fmla="*/ 248002 w 438150"/>
                    <a:gd name="connsiteY36" fmla="*/ 314946 h 533400"/>
                    <a:gd name="connsiteX37" fmla="*/ 248002 w 438150"/>
                    <a:gd name="connsiteY37" fmla="*/ 314946 h 533400"/>
                    <a:gd name="connsiteX38" fmla="*/ 171802 w 438150"/>
                    <a:gd name="connsiteY38" fmla="*/ 314946 h 533400"/>
                    <a:gd name="connsiteX39" fmla="*/ 171802 w 438150"/>
                    <a:gd name="connsiteY39" fmla="*/ 410196 h 533400"/>
                    <a:gd name="connsiteX40" fmla="*/ 152752 w 438150"/>
                    <a:gd name="connsiteY40" fmla="*/ 410196 h 533400"/>
                    <a:gd name="connsiteX41" fmla="*/ 152752 w 438150"/>
                    <a:gd name="connsiteY41" fmla="*/ 200646 h 533400"/>
                    <a:gd name="connsiteX42" fmla="*/ 248002 w 438150"/>
                    <a:gd name="connsiteY42" fmla="*/ 200646 h 533400"/>
                    <a:gd name="connsiteX43" fmla="*/ 248002 w 438150"/>
                    <a:gd name="connsiteY43" fmla="*/ 219696 h 533400"/>
                    <a:gd name="connsiteX44" fmla="*/ 171802 w 438150"/>
                    <a:gd name="connsiteY44" fmla="*/ 219696 h 533400"/>
                    <a:gd name="connsiteX45" fmla="*/ 171802 w 438150"/>
                    <a:gd name="connsiteY45" fmla="*/ 295896 h 533400"/>
                    <a:gd name="connsiteX46" fmla="*/ 248002 w 438150"/>
                    <a:gd name="connsiteY46" fmla="*/ 295896 h 533400"/>
                    <a:gd name="connsiteX47" fmla="*/ 286102 w 438150"/>
                    <a:gd name="connsiteY47" fmla="*/ 257796 h 533400"/>
                    <a:gd name="connsiteX48" fmla="*/ 248002 w 438150"/>
                    <a:gd name="connsiteY48" fmla="*/ 219696 h 533400"/>
                    <a:gd name="connsiteX49" fmla="*/ 248002 w 438150"/>
                    <a:gd name="connsiteY49" fmla="*/ 219696 h 533400"/>
                    <a:gd name="connsiteX50" fmla="*/ 305152 w 438150"/>
                    <a:gd name="connsiteY50" fmla="*/ 33006 h 533400"/>
                    <a:gd name="connsiteX51" fmla="*/ 305152 w 438150"/>
                    <a:gd name="connsiteY51" fmla="*/ 124446 h 533400"/>
                    <a:gd name="connsiteX52" fmla="*/ 313724 w 438150"/>
                    <a:gd name="connsiteY52" fmla="*/ 133971 h 533400"/>
                    <a:gd name="connsiteX53" fmla="*/ 314677 w 438150"/>
                    <a:gd name="connsiteY53" fmla="*/ 133971 h 533400"/>
                    <a:gd name="connsiteX54" fmla="*/ 406117 w 438150"/>
                    <a:gd name="connsiteY54" fmla="*/ 133971 h 533400"/>
                    <a:gd name="connsiteX55" fmla="*/ 305152 w 438150"/>
                    <a:gd name="connsiteY55" fmla="*/ 33006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38150" h="533400">
                      <a:moveTo>
                        <a:pt x="284197" y="621"/>
                      </a:moveTo>
                      <a:cubicBezTo>
                        <a:pt x="294674" y="621"/>
                        <a:pt x="304199" y="4431"/>
                        <a:pt x="310867" y="12051"/>
                      </a:cubicBezTo>
                      <a:lnTo>
                        <a:pt x="310867" y="12051"/>
                      </a:lnTo>
                      <a:lnTo>
                        <a:pt x="427072" y="128256"/>
                      </a:lnTo>
                      <a:cubicBezTo>
                        <a:pt x="434692" y="135876"/>
                        <a:pt x="438502" y="145401"/>
                        <a:pt x="438502" y="154926"/>
                      </a:cubicBezTo>
                      <a:lnTo>
                        <a:pt x="438502" y="154926"/>
                      </a:lnTo>
                      <a:lnTo>
                        <a:pt x="438502" y="495921"/>
                      </a:lnTo>
                      <a:cubicBezTo>
                        <a:pt x="438502" y="516876"/>
                        <a:pt x="421357" y="534021"/>
                        <a:pt x="400402" y="534021"/>
                      </a:cubicBezTo>
                      <a:lnTo>
                        <a:pt x="400402" y="534021"/>
                      </a:lnTo>
                      <a:lnTo>
                        <a:pt x="38452" y="534021"/>
                      </a:lnTo>
                      <a:cubicBezTo>
                        <a:pt x="17497" y="534021"/>
                        <a:pt x="352" y="516876"/>
                        <a:pt x="352" y="495921"/>
                      </a:cubicBezTo>
                      <a:lnTo>
                        <a:pt x="352" y="495921"/>
                      </a:lnTo>
                      <a:lnTo>
                        <a:pt x="352" y="38721"/>
                      </a:lnTo>
                      <a:cubicBezTo>
                        <a:pt x="352" y="17766"/>
                        <a:pt x="17497" y="621"/>
                        <a:pt x="38452" y="621"/>
                      </a:cubicBezTo>
                      <a:lnTo>
                        <a:pt x="38452" y="621"/>
                      </a:lnTo>
                      <a:lnTo>
                        <a:pt x="284197" y="621"/>
                      </a:lnTo>
                      <a:close/>
                      <a:moveTo>
                        <a:pt x="284197" y="19671"/>
                      </a:moveTo>
                      <a:lnTo>
                        <a:pt x="38452" y="19671"/>
                      </a:lnTo>
                      <a:cubicBezTo>
                        <a:pt x="27974" y="19671"/>
                        <a:pt x="19402" y="28244"/>
                        <a:pt x="19402" y="38721"/>
                      </a:cubicBezTo>
                      <a:lnTo>
                        <a:pt x="19402" y="38721"/>
                      </a:lnTo>
                      <a:lnTo>
                        <a:pt x="19402" y="495921"/>
                      </a:lnTo>
                      <a:cubicBezTo>
                        <a:pt x="19402" y="506399"/>
                        <a:pt x="27974" y="514971"/>
                        <a:pt x="38452" y="514971"/>
                      </a:cubicBezTo>
                      <a:lnTo>
                        <a:pt x="38452" y="514971"/>
                      </a:lnTo>
                      <a:lnTo>
                        <a:pt x="400402" y="514971"/>
                      </a:lnTo>
                      <a:cubicBezTo>
                        <a:pt x="410880" y="514971"/>
                        <a:pt x="419452" y="506399"/>
                        <a:pt x="419452" y="495921"/>
                      </a:cubicBezTo>
                      <a:lnTo>
                        <a:pt x="419452" y="495921"/>
                      </a:lnTo>
                      <a:lnTo>
                        <a:pt x="419452" y="154926"/>
                      </a:lnTo>
                      <a:cubicBezTo>
                        <a:pt x="419452" y="153974"/>
                        <a:pt x="419452" y="153021"/>
                        <a:pt x="419452" y="153021"/>
                      </a:cubicBezTo>
                      <a:lnTo>
                        <a:pt x="314677" y="153021"/>
                      </a:lnTo>
                      <a:cubicBezTo>
                        <a:pt x="299437" y="153021"/>
                        <a:pt x="287055" y="141591"/>
                        <a:pt x="286102" y="126351"/>
                      </a:cubicBezTo>
                      <a:lnTo>
                        <a:pt x="286102" y="124446"/>
                      </a:lnTo>
                      <a:lnTo>
                        <a:pt x="286102" y="19671"/>
                      </a:lnTo>
                      <a:cubicBezTo>
                        <a:pt x="285149" y="19671"/>
                        <a:pt x="284197" y="19671"/>
                        <a:pt x="284197" y="19671"/>
                      </a:cubicBezTo>
                      <a:lnTo>
                        <a:pt x="284197" y="19671"/>
                      </a:lnTo>
                      <a:close/>
                      <a:moveTo>
                        <a:pt x="248002" y="200646"/>
                      </a:moveTo>
                      <a:cubicBezTo>
                        <a:pt x="279434" y="200646"/>
                        <a:pt x="305152" y="226364"/>
                        <a:pt x="305152" y="257796"/>
                      </a:cubicBezTo>
                      <a:cubicBezTo>
                        <a:pt x="305152" y="289229"/>
                        <a:pt x="279434" y="314946"/>
                        <a:pt x="248002" y="314946"/>
                      </a:cubicBezTo>
                      <a:lnTo>
                        <a:pt x="248002" y="314946"/>
                      </a:lnTo>
                      <a:lnTo>
                        <a:pt x="171802" y="314946"/>
                      </a:lnTo>
                      <a:lnTo>
                        <a:pt x="171802" y="410196"/>
                      </a:lnTo>
                      <a:lnTo>
                        <a:pt x="152752" y="410196"/>
                      </a:lnTo>
                      <a:lnTo>
                        <a:pt x="152752" y="200646"/>
                      </a:lnTo>
                      <a:lnTo>
                        <a:pt x="248002" y="200646"/>
                      </a:lnTo>
                      <a:close/>
                      <a:moveTo>
                        <a:pt x="248002" y="219696"/>
                      </a:moveTo>
                      <a:lnTo>
                        <a:pt x="171802" y="219696"/>
                      </a:lnTo>
                      <a:lnTo>
                        <a:pt x="171802" y="295896"/>
                      </a:lnTo>
                      <a:lnTo>
                        <a:pt x="248002" y="295896"/>
                      </a:lnTo>
                      <a:cubicBezTo>
                        <a:pt x="268957" y="295896"/>
                        <a:pt x="286102" y="278751"/>
                        <a:pt x="286102" y="257796"/>
                      </a:cubicBezTo>
                      <a:cubicBezTo>
                        <a:pt x="286102" y="236841"/>
                        <a:pt x="268957" y="219696"/>
                        <a:pt x="248002" y="219696"/>
                      </a:cubicBezTo>
                      <a:lnTo>
                        <a:pt x="248002" y="219696"/>
                      </a:lnTo>
                      <a:close/>
                      <a:moveTo>
                        <a:pt x="305152" y="33006"/>
                      </a:moveTo>
                      <a:lnTo>
                        <a:pt x="305152" y="124446"/>
                      </a:lnTo>
                      <a:cubicBezTo>
                        <a:pt x="305152" y="129209"/>
                        <a:pt x="308962" y="133019"/>
                        <a:pt x="313724" y="133971"/>
                      </a:cubicBezTo>
                      <a:lnTo>
                        <a:pt x="314677" y="133971"/>
                      </a:lnTo>
                      <a:lnTo>
                        <a:pt x="406117" y="133971"/>
                      </a:lnTo>
                      <a:lnTo>
                        <a:pt x="305152" y="33006"/>
                      </a:lnTo>
                      <a:close/>
                    </a:path>
                  </a:pathLst>
                </a:custGeom>
                <a:solidFill>
                  <a:schemeClr val="tx1"/>
                </a:solidFill>
                <a:ln w="9525" cap="flat">
                  <a:noFill/>
                  <a:prstDash val="solid"/>
                  <a:miter/>
                </a:ln>
              </p:spPr>
              <p:txBody>
                <a:bodyPr rtlCol="0" anchor="ctr"/>
                <a:lstStyle/>
                <a:p>
                  <a:endParaRPr lang="zh-CN" altLang="en-US"/>
                </a:p>
              </p:txBody>
            </p:sp>
          </p:grpSp>
          <p:sp>
            <p:nvSpPr>
              <p:cNvPr id="15" name="iṧ1îde">
                <a:extLst>
                  <a:ext uri="{FF2B5EF4-FFF2-40B4-BE49-F238E27FC236}">
                    <a16:creationId xmlns:a16="http://schemas.microsoft.com/office/drawing/2014/main" id="{EBC4BAC8-9AAB-130F-6C1C-3BFEEBCC704A}"/>
                  </a:ext>
                </a:extLst>
              </p:cNvPr>
              <p:cNvSpPr txBox="1"/>
              <p:nvPr/>
            </p:nvSpPr>
            <p:spPr>
              <a:xfrm>
                <a:off x="1567938" y="2497715"/>
                <a:ext cx="1885505" cy="525465"/>
              </a:xfrm>
              <a:prstGeom prst="rect">
                <a:avLst/>
              </a:prstGeom>
              <a:noFill/>
            </p:spPr>
            <p:txBody>
              <a:bodyPr wrap="square" rtlCol="0">
                <a:spAutoFit/>
              </a:bodyPr>
              <a:lstStyle/>
              <a:p>
                <a:pPr algn="r" defTabSz="913765">
                  <a:lnSpc>
                    <a:spcPct val="150000"/>
                  </a:lnSpc>
                  <a:buSzPct val="25000"/>
                  <a:defRPr/>
                </a:pPr>
                <a:r>
                  <a:rPr kumimoji="0" lang="en-US" altLang="zh-CN" sz="1000" b="0" i="0" u="none" strike="noStrike" kern="1200" cap="none" spc="0" normalizeH="0" baseline="0" noProof="0" dirty="0">
                    <a:ln>
                      <a:noFill/>
                    </a:ln>
                    <a:effectLst/>
                    <a:uLnTx/>
                    <a:uFillTx/>
                  </a:rPr>
                  <a:t>Theme  color makes PPT more convenient to change</a:t>
                </a:r>
                <a:endParaRPr lang="en-US" altLang="zh-CN" sz="1000" dirty="0"/>
              </a:p>
            </p:txBody>
          </p:sp>
          <p:sp>
            <p:nvSpPr>
              <p:cNvPr id="16" name="ïśļiďè">
                <a:extLst>
                  <a:ext uri="{FF2B5EF4-FFF2-40B4-BE49-F238E27FC236}">
                    <a16:creationId xmlns:a16="http://schemas.microsoft.com/office/drawing/2014/main" id="{23864E9A-4E66-74FF-8C86-BC670E002FC4}"/>
                  </a:ext>
                </a:extLst>
              </p:cNvPr>
              <p:cNvSpPr txBox="1"/>
              <p:nvPr/>
            </p:nvSpPr>
            <p:spPr>
              <a:xfrm>
                <a:off x="2371929" y="2189938"/>
                <a:ext cx="1081514" cy="338554"/>
              </a:xfrm>
              <a:prstGeom prst="rect">
                <a:avLst/>
              </a:prstGeom>
              <a:noFill/>
            </p:spPr>
            <p:txBody>
              <a:bodyPr wrap="none" rtlCol="0">
                <a:spAutoFit/>
              </a:bodyPr>
              <a:lstStyle/>
              <a:p>
                <a:pPr algn="r"/>
                <a:r>
                  <a:rPr kumimoji="0" lang="en-US" altLang="zh-CN" sz="1600" b="1" i="0" u="none" strike="noStrike" kern="1200" cap="none" spc="0" normalizeH="0" baseline="0" noProof="0" dirty="0">
                    <a:ln>
                      <a:noFill/>
                    </a:ln>
                    <a:effectLst/>
                    <a:uLnTx/>
                    <a:uFillTx/>
                  </a:rPr>
                  <a:t>Text here</a:t>
                </a:r>
              </a:p>
            </p:txBody>
          </p:sp>
        </p:grpSp>
        <p:grpSp>
          <p:nvGrpSpPr>
            <p:cNvPr id="8" name="ïŝļidê">
              <a:extLst>
                <a:ext uri="{FF2B5EF4-FFF2-40B4-BE49-F238E27FC236}">
                  <a16:creationId xmlns:a16="http://schemas.microsoft.com/office/drawing/2014/main" id="{9D816F11-26D0-F6B9-B3BB-D47C3A6AF29E}"/>
                </a:ext>
              </a:extLst>
            </p:cNvPr>
            <p:cNvGrpSpPr/>
            <p:nvPr/>
          </p:nvGrpSpPr>
          <p:grpSpPr>
            <a:xfrm>
              <a:off x="1821938" y="4527605"/>
              <a:ext cx="2648821" cy="833242"/>
              <a:chOff x="1567938" y="4542276"/>
              <a:chExt cx="2648821" cy="833242"/>
            </a:xfrm>
          </p:grpSpPr>
          <p:grpSp>
            <p:nvGrpSpPr>
              <p:cNvPr id="9" name="iśļîďe">
                <a:extLst>
                  <a:ext uri="{FF2B5EF4-FFF2-40B4-BE49-F238E27FC236}">
                    <a16:creationId xmlns:a16="http://schemas.microsoft.com/office/drawing/2014/main" id="{52F77834-3709-E2E0-0869-BCD98AAF04CA}"/>
                  </a:ext>
                </a:extLst>
              </p:cNvPr>
              <p:cNvGrpSpPr/>
              <p:nvPr/>
            </p:nvGrpSpPr>
            <p:grpSpPr>
              <a:xfrm>
                <a:off x="3579013" y="4552844"/>
                <a:ext cx="637746" cy="637746"/>
                <a:chOff x="1263383" y="4614264"/>
                <a:chExt cx="637746" cy="637746"/>
              </a:xfrm>
            </p:grpSpPr>
            <p:sp>
              <p:nvSpPr>
                <p:cNvPr id="12" name="iṧļiďê">
                  <a:extLst>
                    <a:ext uri="{FF2B5EF4-FFF2-40B4-BE49-F238E27FC236}">
                      <a16:creationId xmlns:a16="http://schemas.microsoft.com/office/drawing/2014/main" id="{9394874F-BABF-1F07-3CE4-94A6C03AE7DB}"/>
                    </a:ext>
                  </a:extLst>
                </p:cNvPr>
                <p:cNvSpPr/>
                <p:nvPr/>
              </p:nvSpPr>
              <p:spPr>
                <a:xfrm>
                  <a:off x="1263383" y="4614264"/>
                  <a:ext cx="637746" cy="637746"/>
                </a:xfrm>
                <a:prstGeom prst="roundRect">
                  <a:avLst>
                    <a:gd name="adj" fmla="val 50000"/>
                  </a:avLst>
                </a:prstGeom>
                <a:solidFill>
                  <a:schemeClr val="tx1">
                    <a:lumMod val="50000"/>
                    <a:lumOff val="50000"/>
                    <a:alpha val="10000"/>
                  </a:schemeClr>
                </a:solidFill>
                <a:ln w="190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3" name="í$líḑe">
                  <a:extLst>
                    <a:ext uri="{FF2B5EF4-FFF2-40B4-BE49-F238E27FC236}">
                      <a16:creationId xmlns:a16="http://schemas.microsoft.com/office/drawing/2014/main" id="{49E1A60D-D4AB-3153-DDE2-208B23C9CFE7}"/>
                    </a:ext>
                  </a:extLst>
                </p:cNvPr>
                <p:cNvSpPr/>
                <p:nvPr/>
              </p:nvSpPr>
              <p:spPr>
                <a:xfrm>
                  <a:off x="1409209" y="4746779"/>
                  <a:ext cx="346094" cy="372717"/>
                </a:xfrm>
                <a:custGeom>
                  <a:avLst/>
                  <a:gdLst>
                    <a:gd name="connsiteX0" fmla="*/ 362430 w 495300"/>
                    <a:gd name="connsiteY0" fmla="*/ 621 h 533400"/>
                    <a:gd name="connsiteX1" fmla="*/ 400530 w 495300"/>
                    <a:gd name="connsiteY1" fmla="*/ 38721 h 533400"/>
                    <a:gd name="connsiteX2" fmla="*/ 400530 w 495300"/>
                    <a:gd name="connsiteY2" fmla="*/ 38721 h 533400"/>
                    <a:gd name="connsiteX3" fmla="*/ 400530 w 495300"/>
                    <a:gd name="connsiteY3" fmla="*/ 124446 h 533400"/>
                    <a:gd name="connsiteX4" fmla="*/ 362430 w 495300"/>
                    <a:gd name="connsiteY4" fmla="*/ 162546 h 533400"/>
                    <a:gd name="connsiteX5" fmla="*/ 362430 w 495300"/>
                    <a:gd name="connsiteY5" fmla="*/ 162546 h 533400"/>
                    <a:gd name="connsiteX6" fmla="*/ 257655 w 495300"/>
                    <a:gd name="connsiteY6" fmla="*/ 162546 h 533400"/>
                    <a:gd name="connsiteX7" fmla="*/ 257655 w 495300"/>
                    <a:gd name="connsiteY7" fmla="*/ 295896 h 533400"/>
                    <a:gd name="connsiteX8" fmla="*/ 419580 w 495300"/>
                    <a:gd name="connsiteY8" fmla="*/ 295896 h 533400"/>
                    <a:gd name="connsiteX9" fmla="*/ 457680 w 495300"/>
                    <a:gd name="connsiteY9" fmla="*/ 332091 h 533400"/>
                    <a:gd name="connsiteX10" fmla="*/ 457680 w 495300"/>
                    <a:gd name="connsiteY10" fmla="*/ 333996 h 533400"/>
                    <a:gd name="connsiteX11" fmla="*/ 457680 w 495300"/>
                    <a:gd name="connsiteY11" fmla="*/ 438771 h 533400"/>
                    <a:gd name="connsiteX12" fmla="*/ 467205 w 495300"/>
                    <a:gd name="connsiteY12" fmla="*/ 438771 h 533400"/>
                    <a:gd name="connsiteX13" fmla="*/ 495780 w 495300"/>
                    <a:gd name="connsiteY13" fmla="*/ 465441 h 533400"/>
                    <a:gd name="connsiteX14" fmla="*/ 495780 w 495300"/>
                    <a:gd name="connsiteY14" fmla="*/ 467346 h 533400"/>
                    <a:gd name="connsiteX15" fmla="*/ 495780 w 495300"/>
                    <a:gd name="connsiteY15" fmla="*/ 505446 h 533400"/>
                    <a:gd name="connsiteX16" fmla="*/ 467205 w 495300"/>
                    <a:gd name="connsiteY16" fmla="*/ 534021 h 533400"/>
                    <a:gd name="connsiteX17" fmla="*/ 467205 w 495300"/>
                    <a:gd name="connsiteY17" fmla="*/ 534021 h 533400"/>
                    <a:gd name="connsiteX18" fmla="*/ 429105 w 495300"/>
                    <a:gd name="connsiteY18" fmla="*/ 534021 h 533400"/>
                    <a:gd name="connsiteX19" fmla="*/ 400530 w 495300"/>
                    <a:gd name="connsiteY19" fmla="*/ 505446 h 533400"/>
                    <a:gd name="connsiteX20" fmla="*/ 400530 w 495300"/>
                    <a:gd name="connsiteY20" fmla="*/ 505446 h 533400"/>
                    <a:gd name="connsiteX21" fmla="*/ 400530 w 495300"/>
                    <a:gd name="connsiteY21" fmla="*/ 467346 h 533400"/>
                    <a:gd name="connsiteX22" fmla="*/ 429105 w 495300"/>
                    <a:gd name="connsiteY22" fmla="*/ 438771 h 533400"/>
                    <a:gd name="connsiteX23" fmla="*/ 429105 w 495300"/>
                    <a:gd name="connsiteY23" fmla="*/ 438771 h 533400"/>
                    <a:gd name="connsiteX24" fmla="*/ 438630 w 495300"/>
                    <a:gd name="connsiteY24" fmla="*/ 438771 h 533400"/>
                    <a:gd name="connsiteX25" fmla="*/ 438630 w 495300"/>
                    <a:gd name="connsiteY25" fmla="*/ 333996 h 533400"/>
                    <a:gd name="connsiteX26" fmla="*/ 420533 w 495300"/>
                    <a:gd name="connsiteY26" fmla="*/ 314946 h 533400"/>
                    <a:gd name="connsiteX27" fmla="*/ 419580 w 495300"/>
                    <a:gd name="connsiteY27" fmla="*/ 314946 h 533400"/>
                    <a:gd name="connsiteX28" fmla="*/ 257655 w 495300"/>
                    <a:gd name="connsiteY28" fmla="*/ 314946 h 533400"/>
                    <a:gd name="connsiteX29" fmla="*/ 257655 w 495300"/>
                    <a:gd name="connsiteY29" fmla="*/ 438771 h 533400"/>
                    <a:gd name="connsiteX30" fmla="*/ 267180 w 495300"/>
                    <a:gd name="connsiteY30" fmla="*/ 438771 h 533400"/>
                    <a:gd name="connsiteX31" fmla="*/ 295755 w 495300"/>
                    <a:gd name="connsiteY31" fmla="*/ 465441 h 533400"/>
                    <a:gd name="connsiteX32" fmla="*/ 295755 w 495300"/>
                    <a:gd name="connsiteY32" fmla="*/ 467346 h 533400"/>
                    <a:gd name="connsiteX33" fmla="*/ 295755 w 495300"/>
                    <a:gd name="connsiteY33" fmla="*/ 505446 h 533400"/>
                    <a:gd name="connsiteX34" fmla="*/ 267180 w 495300"/>
                    <a:gd name="connsiteY34" fmla="*/ 534021 h 533400"/>
                    <a:gd name="connsiteX35" fmla="*/ 267180 w 495300"/>
                    <a:gd name="connsiteY35" fmla="*/ 534021 h 533400"/>
                    <a:gd name="connsiteX36" fmla="*/ 229080 w 495300"/>
                    <a:gd name="connsiteY36" fmla="*/ 534021 h 533400"/>
                    <a:gd name="connsiteX37" fmla="*/ 200505 w 495300"/>
                    <a:gd name="connsiteY37" fmla="*/ 505446 h 533400"/>
                    <a:gd name="connsiteX38" fmla="*/ 200505 w 495300"/>
                    <a:gd name="connsiteY38" fmla="*/ 505446 h 533400"/>
                    <a:gd name="connsiteX39" fmla="*/ 200505 w 495300"/>
                    <a:gd name="connsiteY39" fmla="*/ 467346 h 533400"/>
                    <a:gd name="connsiteX40" fmla="*/ 229080 w 495300"/>
                    <a:gd name="connsiteY40" fmla="*/ 438771 h 533400"/>
                    <a:gd name="connsiteX41" fmla="*/ 229080 w 495300"/>
                    <a:gd name="connsiteY41" fmla="*/ 438771 h 533400"/>
                    <a:gd name="connsiteX42" fmla="*/ 238605 w 495300"/>
                    <a:gd name="connsiteY42" fmla="*/ 438771 h 533400"/>
                    <a:gd name="connsiteX43" fmla="*/ 238605 w 495300"/>
                    <a:gd name="connsiteY43" fmla="*/ 314946 h 533400"/>
                    <a:gd name="connsiteX44" fmla="*/ 76680 w 495300"/>
                    <a:gd name="connsiteY44" fmla="*/ 314946 h 533400"/>
                    <a:gd name="connsiteX45" fmla="*/ 57630 w 495300"/>
                    <a:gd name="connsiteY45" fmla="*/ 333044 h 533400"/>
                    <a:gd name="connsiteX46" fmla="*/ 57630 w 495300"/>
                    <a:gd name="connsiteY46" fmla="*/ 333996 h 533400"/>
                    <a:gd name="connsiteX47" fmla="*/ 57630 w 495300"/>
                    <a:gd name="connsiteY47" fmla="*/ 438771 h 533400"/>
                    <a:gd name="connsiteX48" fmla="*/ 67155 w 495300"/>
                    <a:gd name="connsiteY48" fmla="*/ 438771 h 533400"/>
                    <a:gd name="connsiteX49" fmla="*/ 95730 w 495300"/>
                    <a:gd name="connsiteY49" fmla="*/ 465441 h 533400"/>
                    <a:gd name="connsiteX50" fmla="*/ 95730 w 495300"/>
                    <a:gd name="connsiteY50" fmla="*/ 467346 h 533400"/>
                    <a:gd name="connsiteX51" fmla="*/ 95730 w 495300"/>
                    <a:gd name="connsiteY51" fmla="*/ 505446 h 533400"/>
                    <a:gd name="connsiteX52" fmla="*/ 67155 w 495300"/>
                    <a:gd name="connsiteY52" fmla="*/ 534021 h 533400"/>
                    <a:gd name="connsiteX53" fmla="*/ 67155 w 495300"/>
                    <a:gd name="connsiteY53" fmla="*/ 534021 h 533400"/>
                    <a:gd name="connsiteX54" fmla="*/ 29055 w 495300"/>
                    <a:gd name="connsiteY54" fmla="*/ 534021 h 533400"/>
                    <a:gd name="connsiteX55" fmla="*/ 480 w 495300"/>
                    <a:gd name="connsiteY55" fmla="*/ 505446 h 533400"/>
                    <a:gd name="connsiteX56" fmla="*/ 480 w 495300"/>
                    <a:gd name="connsiteY56" fmla="*/ 505446 h 533400"/>
                    <a:gd name="connsiteX57" fmla="*/ 480 w 495300"/>
                    <a:gd name="connsiteY57" fmla="*/ 467346 h 533400"/>
                    <a:gd name="connsiteX58" fmla="*/ 29055 w 495300"/>
                    <a:gd name="connsiteY58" fmla="*/ 438771 h 533400"/>
                    <a:gd name="connsiteX59" fmla="*/ 29055 w 495300"/>
                    <a:gd name="connsiteY59" fmla="*/ 438771 h 533400"/>
                    <a:gd name="connsiteX60" fmla="*/ 38580 w 495300"/>
                    <a:gd name="connsiteY60" fmla="*/ 438771 h 533400"/>
                    <a:gd name="connsiteX61" fmla="*/ 38580 w 495300"/>
                    <a:gd name="connsiteY61" fmla="*/ 333996 h 533400"/>
                    <a:gd name="connsiteX62" fmla="*/ 74775 w 495300"/>
                    <a:gd name="connsiteY62" fmla="*/ 295896 h 533400"/>
                    <a:gd name="connsiteX63" fmla="*/ 76680 w 495300"/>
                    <a:gd name="connsiteY63" fmla="*/ 295896 h 533400"/>
                    <a:gd name="connsiteX64" fmla="*/ 238605 w 495300"/>
                    <a:gd name="connsiteY64" fmla="*/ 295896 h 533400"/>
                    <a:gd name="connsiteX65" fmla="*/ 238605 w 495300"/>
                    <a:gd name="connsiteY65" fmla="*/ 162546 h 533400"/>
                    <a:gd name="connsiteX66" fmla="*/ 133830 w 495300"/>
                    <a:gd name="connsiteY66" fmla="*/ 162546 h 533400"/>
                    <a:gd name="connsiteX67" fmla="*/ 95730 w 495300"/>
                    <a:gd name="connsiteY67" fmla="*/ 126351 h 533400"/>
                    <a:gd name="connsiteX68" fmla="*/ 95730 w 495300"/>
                    <a:gd name="connsiteY68" fmla="*/ 124446 h 533400"/>
                    <a:gd name="connsiteX69" fmla="*/ 95730 w 495300"/>
                    <a:gd name="connsiteY69" fmla="*/ 38721 h 533400"/>
                    <a:gd name="connsiteX70" fmla="*/ 133830 w 495300"/>
                    <a:gd name="connsiteY70" fmla="*/ 621 h 533400"/>
                    <a:gd name="connsiteX71" fmla="*/ 133830 w 495300"/>
                    <a:gd name="connsiteY71" fmla="*/ 621 h 533400"/>
                    <a:gd name="connsiteX72" fmla="*/ 362430 w 495300"/>
                    <a:gd name="connsiteY72" fmla="*/ 621 h 533400"/>
                    <a:gd name="connsiteX73" fmla="*/ 67155 w 495300"/>
                    <a:gd name="connsiteY73" fmla="*/ 457821 h 533400"/>
                    <a:gd name="connsiteX74" fmla="*/ 29055 w 495300"/>
                    <a:gd name="connsiteY74" fmla="*/ 457821 h 533400"/>
                    <a:gd name="connsiteX75" fmla="*/ 19530 w 495300"/>
                    <a:gd name="connsiteY75" fmla="*/ 467346 h 533400"/>
                    <a:gd name="connsiteX76" fmla="*/ 19530 w 495300"/>
                    <a:gd name="connsiteY76" fmla="*/ 467346 h 533400"/>
                    <a:gd name="connsiteX77" fmla="*/ 19530 w 495300"/>
                    <a:gd name="connsiteY77" fmla="*/ 505446 h 533400"/>
                    <a:gd name="connsiteX78" fmla="*/ 29055 w 495300"/>
                    <a:gd name="connsiteY78" fmla="*/ 514971 h 533400"/>
                    <a:gd name="connsiteX79" fmla="*/ 29055 w 495300"/>
                    <a:gd name="connsiteY79" fmla="*/ 514971 h 533400"/>
                    <a:gd name="connsiteX80" fmla="*/ 67155 w 495300"/>
                    <a:gd name="connsiteY80" fmla="*/ 514971 h 533400"/>
                    <a:gd name="connsiteX81" fmla="*/ 76680 w 495300"/>
                    <a:gd name="connsiteY81" fmla="*/ 505446 h 533400"/>
                    <a:gd name="connsiteX82" fmla="*/ 76680 w 495300"/>
                    <a:gd name="connsiteY82" fmla="*/ 505446 h 533400"/>
                    <a:gd name="connsiteX83" fmla="*/ 76680 w 495300"/>
                    <a:gd name="connsiteY83" fmla="*/ 467346 h 533400"/>
                    <a:gd name="connsiteX84" fmla="*/ 67155 w 495300"/>
                    <a:gd name="connsiteY84" fmla="*/ 457821 h 533400"/>
                    <a:gd name="connsiteX85" fmla="*/ 67155 w 495300"/>
                    <a:gd name="connsiteY85" fmla="*/ 457821 h 533400"/>
                    <a:gd name="connsiteX86" fmla="*/ 267180 w 495300"/>
                    <a:gd name="connsiteY86" fmla="*/ 457821 h 533400"/>
                    <a:gd name="connsiteX87" fmla="*/ 229080 w 495300"/>
                    <a:gd name="connsiteY87" fmla="*/ 457821 h 533400"/>
                    <a:gd name="connsiteX88" fmla="*/ 219555 w 495300"/>
                    <a:gd name="connsiteY88" fmla="*/ 467346 h 533400"/>
                    <a:gd name="connsiteX89" fmla="*/ 219555 w 495300"/>
                    <a:gd name="connsiteY89" fmla="*/ 467346 h 533400"/>
                    <a:gd name="connsiteX90" fmla="*/ 219555 w 495300"/>
                    <a:gd name="connsiteY90" fmla="*/ 505446 h 533400"/>
                    <a:gd name="connsiteX91" fmla="*/ 229080 w 495300"/>
                    <a:gd name="connsiteY91" fmla="*/ 514971 h 533400"/>
                    <a:gd name="connsiteX92" fmla="*/ 229080 w 495300"/>
                    <a:gd name="connsiteY92" fmla="*/ 514971 h 533400"/>
                    <a:gd name="connsiteX93" fmla="*/ 267180 w 495300"/>
                    <a:gd name="connsiteY93" fmla="*/ 514971 h 533400"/>
                    <a:gd name="connsiteX94" fmla="*/ 276705 w 495300"/>
                    <a:gd name="connsiteY94" fmla="*/ 505446 h 533400"/>
                    <a:gd name="connsiteX95" fmla="*/ 276705 w 495300"/>
                    <a:gd name="connsiteY95" fmla="*/ 505446 h 533400"/>
                    <a:gd name="connsiteX96" fmla="*/ 276705 w 495300"/>
                    <a:gd name="connsiteY96" fmla="*/ 467346 h 533400"/>
                    <a:gd name="connsiteX97" fmla="*/ 267180 w 495300"/>
                    <a:gd name="connsiteY97" fmla="*/ 457821 h 533400"/>
                    <a:gd name="connsiteX98" fmla="*/ 267180 w 495300"/>
                    <a:gd name="connsiteY98" fmla="*/ 457821 h 533400"/>
                    <a:gd name="connsiteX99" fmla="*/ 467205 w 495300"/>
                    <a:gd name="connsiteY99" fmla="*/ 457821 h 533400"/>
                    <a:gd name="connsiteX100" fmla="*/ 429105 w 495300"/>
                    <a:gd name="connsiteY100" fmla="*/ 457821 h 533400"/>
                    <a:gd name="connsiteX101" fmla="*/ 419580 w 495300"/>
                    <a:gd name="connsiteY101" fmla="*/ 467346 h 533400"/>
                    <a:gd name="connsiteX102" fmla="*/ 419580 w 495300"/>
                    <a:gd name="connsiteY102" fmla="*/ 467346 h 533400"/>
                    <a:gd name="connsiteX103" fmla="*/ 419580 w 495300"/>
                    <a:gd name="connsiteY103" fmla="*/ 505446 h 533400"/>
                    <a:gd name="connsiteX104" fmla="*/ 429105 w 495300"/>
                    <a:gd name="connsiteY104" fmla="*/ 514971 h 533400"/>
                    <a:gd name="connsiteX105" fmla="*/ 429105 w 495300"/>
                    <a:gd name="connsiteY105" fmla="*/ 514971 h 533400"/>
                    <a:gd name="connsiteX106" fmla="*/ 467205 w 495300"/>
                    <a:gd name="connsiteY106" fmla="*/ 514971 h 533400"/>
                    <a:gd name="connsiteX107" fmla="*/ 476730 w 495300"/>
                    <a:gd name="connsiteY107" fmla="*/ 505446 h 533400"/>
                    <a:gd name="connsiteX108" fmla="*/ 476730 w 495300"/>
                    <a:gd name="connsiteY108" fmla="*/ 505446 h 533400"/>
                    <a:gd name="connsiteX109" fmla="*/ 476730 w 495300"/>
                    <a:gd name="connsiteY109" fmla="*/ 467346 h 533400"/>
                    <a:gd name="connsiteX110" fmla="*/ 467205 w 495300"/>
                    <a:gd name="connsiteY110" fmla="*/ 457821 h 533400"/>
                    <a:gd name="connsiteX111" fmla="*/ 467205 w 495300"/>
                    <a:gd name="connsiteY111" fmla="*/ 457821 h 533400"/>
                    <a:gd name="connsiteX112" fmla="*/ 362430 w 495300"/>
                    <a:gd name="connsiteY112" fmla="*/ 19671 h 533400"/>
                    <a:gd name="connsiteX113" fmla="*/ 133830 w 495300"/>
                    <a:gd name="connsiteY113" fmla="*/ 19671 h 533400"/>
                    <a:gd name="connsiteX114" fmla="*/ 114780 w 495300"/>
                    <a:gd name="connsiteY114" fmla="*/ 38721 h 533400"/>
                    <a:gd name="connsiteX115" fmla="*/ 114780 w 495300"/>
                    <a:gd name="connsiteY115" fmla="*/ 38721 h 533400"/>
                    <a:gd name="connsiteX116" fmla="*/ 114780 w 495300"/>
                    <a:gd name="connsiteY116" fmla="*/ 124446 h 533400"/>
                    <a:gd name="connsiteX117" fmla="*/ 133830 w 495300"/>
                    <a:gd name="connsiteY117" fmla="*/ 143496 h 533400"/>
                    <a:gd name="connsiteX118" fmla="*/ 133830 w 495300"/>
                    <a:gd name="connsiteY118" fmla="*/ 143496 h 533400"/>
                    <a:gd name="connsiteX119" fmla="*/ 362430 w 495300"/>
                    <a:gd name="connsiteY119" fmla="*/ 143496 h 533400"/>
                    <a:gd name="connsiteX120" fmla="*/ 381480 w 495300"/>
                    <a:gd name="connsiteY120" fmla="*/ 124446 h 533400"/>
                    <a:gd name="connsiteX121" fmla="*/ 381480 w 495300"/>
                    <a:gd name="connsiteY121" fmla="*/ 124446 h 533400"/>
                    <a:gd name="connsiteX122" fmla="*/ 381480 w 495300"/>
                    <a:gd name="connsiteY122" fmla="*/ 38721 h 533400"/>
                    <a:gd name="connsiteX123" fmla="*/ 362430 w 495300"/>
                    <a:gd name="connsiteY123" fmla="*/ 19671 h 533400"/>
                    <a:gd name="connsiteX124" fmla="*/ 362430 w 495300"/>
                    <a:gd name="connsiteY124" fmla="*/ 19671 h 533400"/>
                    <a:gd name="connsiteX125" fmla="*/ 157643 w 495300"/>
                    <a:gd name="connsiteY125" fmla="*/ 86346 h 533400"/>
                    <a:gd name="connsiteX126" fmla="*/ 171930 w 495300"/>
                    <a:gd name="connsiteY126" fmla="*/ 100634 h 533400"/>
                    <a:gd name="connsiteX127" fmla="*/ 157643 w 495300"/>
                    <a:gd name="connsiteY127" fmla="*/ 114921 h 533400"/>
                    <a:gd name="connsiteX128" fmla="*/ 143355 w 495300"/>
                    <a:gd name="connsiteY128" fmla="*/ 100634 h 533400"/>
                    <a:gd name="connsiteX129" fmla="*/ 157643 w 495300"/>
                    <a:gd name="connsiteY129" fmla="*/ 86346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495300" h="533400">
                      <a:moveTo>
                        <a:pt x="362430" y="621"/>
                      </a:moveTo>
                      <a:cubicBezTo>
                        <a:pt x="383385" y="621"/>
                        <a:pt x="400530" y="17766"/>
                        <a:pt x="400530" y="38721"/>
                      </a:cubicBezTo>
                      <a:lnTo>
                        <a:pt x="400530" y="38721"/>
                      </a:lnTo>
                      <a:lnTo>
                        <a:pt x="400530" y="124446"/>
                      </a:lnTo>
                      <a:cubicBezTo>
                        <a:pt x="400530" y="145401"/>
                        <a:pt x="383385" y="162546"/>
                        <a:pt x="362430" y="162546"/>
                      </a:cubicBezTo>
                      <a:lnTo>
                        <a:pt x="362430" y="162546"/>
                      </a:lnTo>
                      <a:lnTo>
                        <a:pt x="257655" y="162546"/>
                      </a:lnTo>
                      <a:lnTo>
                        <a:pt x="257655" y="295896"/>
                      </a:lnTo>
                      <a:lnTo>
                        <a:pt x="419580" y="295896"/>
                      </a:lnTo>
                      <a:cubicBezTo>
                        <a:pt x="439583" y="295896"/>
                        <a:pt x="456727" y="312089"/>
                        <a:pt x="457680" y="332091"/>
                      </a:cubicBezTo>
                      <a:lnTo>
                        <a:pt x="457680" y="333996"/>
                      </a:lnTo>
                      <a:lnTo>
                        <a:pt x="457680" y="438771"/>
                      </a:lnTo>
                      <a:lnTo>
                        <a:pt x="467205" y="438771"/>
                      </a:lnTo>
                      <a:cubicBezTo>
                        <a:pt x="482445" y="438771"/>
                        <a:pt x="494827" y="450201"/>
                        <a:pt x="495780" y="465441"/>
                      </a:cubicBezTo>
                      <a:lnTo>
                        <a:pt x="495780" y="467346"/>
                      </a:lnTo>
                      <a:lnTo>
                        <a:pt x="495780" y="505446"/>
                      </a:lnTo>
                      <a:cubicBezTo>
                        <a:pt x="495780" y="521639"/>
                        <a:pt x="483398" y="534021"/>
                        <a:pt x="467205" y="534021"/>
                      </a:cubicBezTo>
                      <a:lnTo>
                        <a:pt x="467205" y="534021"/>
                      </a:lnTo>
                      <a:lnTo>
                        <a:pt x="429105" y="534021"/>
                      </a:lnTo>
                      <a:cubicBezTo>
                        <a:pt x="412912" y="534021"/>
                        <a:pt x="400530" y="521639"/>
                        <a:pt x="400530" y="505446"/>
                      </a:cubicBezTo>
                      <a:lnTo>
                        <a:pt x="400530" y="505446"/>
                      </a:lnTo>
                      <a:lnTo>
                        <a:pt x="400530" y="467346"/>
                      </a:lnTo>
                      <a:cubicBezTo>
                        <a:pt x="400530" y="451154"/>
                        <a:pt x="412912" y="438771"/>
                        <a:pt x="429105" y="438771"/>
                      </a:cubicBezTo>
                      <a:lnTo>
                        <a:pt x="429105" y="438771"/>
                      </a:lnTo>
                      <a:lnTo>
                        <a:pt x="438630" y="438771"/>
                      </a:lnTo>
                      <a:lnTo>
                        <a:pt x="438630" y="333996"/>
                      </a:lnTo>
                      <a:cubicBezTo>
                        <a:pt x="438630" y="323519"/>
                        <a:pt x="431010" y="315899"/>
                        <a:pt x="420533" y="314946"/>
                      </a:cubicBezTo>
                      <a:lnTo>
                        <a:pt x="419580" y="314946"/>
                      </a:lnTo>
                      <a:lnTo>
                        <a:pt x="257655" y="314946"/>
                      </a:lnTo>
                      <a:lnTo>
                        <a:pt x="257655" y="438771"/>
                      </a:lnTo>
                      <a:lnTo>
                        <a:pt x="267180" y="438771"/>
                      </a:lnTo>
                      <a:cubicBezTo>
                        <a:pt x="282420" y="438771"/>
                        <a:pt x="294802" y="450201"/>
                        <a:pt x="295755" y="465441"/>
                      </a:cubicBezTo>
                      <a:lnTo>
                        <a:pt x="295755" y="467346"/>
                      </a:lnTo>
                      <a:lnTo>
                        <a:pt x="295755" y="505446"/>
                      </a:lnTo>
                      <a:cubicBezTo>
                        <a:pt x="295755" y="521639"/>
                        <a:pt x="283373" y="534021"/>
                        <a:pt x="267180" y="534021"/>
                      </a:cubicBezTo>
                      <a:lnTo>
                        <a:pt x="267180" y="534021"/>
                      </a:lnTo>
                      <a:lnTo>
                        <a:pt x="229080" y="534021"/>
                      </a:lnTo>
                      <a:cubicBezTo>
                        <a:pt x="212887" y="534021"/>
                        <a:pt x="200505" y="521639"/>
                        <a:pt x="200505" y="505446"/>
                      </a:cubicBezTo>
                      <a:lnTo>
                        <a:pt x="200505" y="505446"/>
                      </a:lnTo>
                      <a:lnTo>
                        <a:pt x="200505" y="467346"/>
                      </a:lnTo>
                      <a:cubicBezTo>
                        <a:pt x="200505" y="451154"/>
                        <a:pt x="212887" y="438771"/>
                        <a:pt x="229080" y="438771"/>
                      </a:cubicBezTo>
                      <a:lnTo>
                        <a:pt x="229080" y="438771"/>
                      </a:lnTo>
                      <a:lnTo>
                        <a:pt x="238605" y="438771"/>
                      </a:lnTo>
                      <a:lnTo>
                        <a:pt x="238605" y="314946"/>
                      </a:lnTo>
                      <a:lnTo>
                        <a:pt x="76680" y="314946"/>
                      </a:lnTo>
                      <a:cubicBezTo>
                        <a:pt x="66202" y="314946"/>
                        <a:pt x="58583" y="322566"/>
                        <a:pt x="57630" y="333044"/>
                      </a:cubicBezTo>
                      <a:lnTo>
                        <a:pt x="57630" y="333996"/>
                      </a:lnTo>
                      <a:lnTo>
                        <a:pt x="57630" y="438771"/>
                      </a:lnTo>
                      <a:lnTo>
                        <a:pt x="67155" y="438771"/>
                      </a:lnTo>
                      <a:cubicBezTo>
                        <a:pt x="82395" y="438771"/>
                        <a:pt x="94777" y="450201"/>
                        <a:pt x="95730" y="465441"/>
                      </a:cubicBezTo>
                      <a:lnTo>
                        <a:pt x="95730" y="467346"/>
                      </a:lnTo>
                      <a:lnTo>
                        <a:pt x="95730" y="505446"/>
                      </a:lnTo>
                      <a:cubicBezTo>
                        <a:pt x="95730" y="521639"/>
                        <a:pt x="83348" y="534021"/>
                        <a:pt x="67155" y="534021"/>
                      </a:cubicBezTo>
                      <a:lnTo>
                        <a:pt x="67155" y="534021"/>
                      </a:lnTo>
                      <a:lnTo>
                        <a:pt x="29055" y="534021"/>
                      </a:lnTo>
                      <a:cubicBezTo>
                        <a:pt x="12862" y="534021"/>
                        <a:pt x="480" y="521639"/>
                        <a:pt x="480" y="505446"/>
                      </a:cubicBezTo>
                      <a:lnTo>
                        <a:pt x="480" y="505446"/>
                      </a:lnTo>
                      <a:lnTo>
                        <a:pt x="480" y="467346"/>
                      </a:lnTo>
                      <a:cubicBezTo>
                        <a:pt x="480" y="451154"/>
                        <a:pt x="12862" y="438771"/>
                        <a:pt x="29055" y="438771"/>
                      </a:cubicBezTo>
                      <a:lnTo>
                        <a:pt x="29055" y="438771"/>
                      </a:lnTo>
                      <a:lnTo>
                        <a:pt x="38580" y="438771"/>
                      </a:lnTo>
                      <a:lnTo>
                        <a:pt x="38580" y="333996"/>
                      </a:lnTo>
                      <a:cubicBezTo>
                        <a:pt x="38580" y="313994"/>
                        <a:pt x="54773" y="296849"/>
                        <a:pt x="74775" y="295896"/>
                      </a:cubicBezTo>
                      <a:lnTo>
                        <a:pt x="76680" y="295896"/>
                      </a:lnTo>
                      <a:lnTo>
                        <a:pt x="238605" y="295896"/>
                      </a:lnTo>
                      <a:lnTo>
                        <a:pt x="238605" y="162546"/>
                      </a:lnTo>
                      <a:lnTo>
                        <a:pt x="133830" y="162546"/>
                      </a:lnTo>
                      <a:cubicBezTo>
                        <a:pt x="113827" y="162546"/>
                        <a:pt x="96683" y="146354"/>
                        <a:pt x="95730" y="126351"/>
                      </a:cubicBezTo>
                      <a:lnTo>
                        <a:pt x="95730" y="124446"/>
                      </a:lnTo>
                      <a:lnTo>
                        <a:pt x="95730" y="38721"/>
                      </a:lnTo>
                      <a:cubicBezTo>
                        <a:pt x="95730" y="17766"/>
                        <a:pt x="112875" y="621"/>
                        <a:pt x="133830" y="621"/>
                      </a:cubicBezTo>
                      <a:lnTo>
                        <a:pt x="133830" y="621"/>
                      </a:lnTo>
                      <a:lnTo>
                        <a:pt x="362430" y="621"/>
                      </a:lnTo>
                      <a:close/>
                      <a:moveTo>
                        <a:pt x="67155" y="457821"/>
                      </a:moveTo>
                      <a:lnTo>
                        <a:pt x="29055" y="457821"/>
                      </a:lnTo>
                      <a:cubicBezTo>
                        <a:pt x="23340" y="457821"/>
                        <a:pt x="19530" y="461631"/>
                        <a:pt x="19530" y="467346"/>
                      </a:cubicBezTo>
                      <a:lnTo>
                        <a:pt x="19530" y="467346"/>
                      </a:lnTo>
                      <a:lnTo>
                        <a:pt x="19530" y="505446"/>
                      </a:lnTo>
                      <a:cubicBezTo>
                        <a:pt x="19530" y="511161"/>
                        <a:pt x="23340" y="514971"/>
                        <a:pt x="29055" y="514971"/>
                      </a:cubicBezTo>
                      <a:lnTo>
                        <a:pt x="29055" y="514971"/>
                      </a:lnTo>
                      <a:lnTo>
                        <a:pt x="67155" y="514971"/>
                      </a:lnTo>
                      <a:cubicBezTo>
                        <a:pt x="72870" y="514971"/>
                        <a:pt x="76680" y="511161"/>
                        <a:pt x="76680" y="505446"/>
                      </a:cubicBezTo>
                      <a:lnTo>
                        <a:pt x="76680" y="505446"/>
                      </a:lnTo>
                      <a:lnTo>
                        <a:pt x="76680" y="467346"/>
                      </a:lnTo>
                      <a:cubicBezTo>
                        <a:pt x="76680" y="461631"/>
                        <a:pt x="72870" y="457821"/>
                        <a:pt x="67155" y="457821"/>
                      </a:cubicBezTo>
                      <a:lnTo>
                        <a:pt x="67155" y="457821"/>
                      </a:lnTo>
                      <a:close/>
                      <a:moveTo>
                        <a:pt x="267180" y="457821"/>
                      </a:moveTo>
                      <a:lnTo>
                        <a:pt x="229080" y="457821"/>
                      </a:lnTo>
                      <a:cubicBezTo>
                        <a:pt x="223365" y="457821"/>
                        <a:pt x="219555" y="461631"/>
                        <a:pt x="219555" y="467346"/>
                      </a:cubicBezTo>
                      <a:lnTo>
                        <a:pt x="219555" y="467346"/>
                      </a:lnTo>
                      <a:lnTo>
                        <a:pt x="219555" y="505446"/>
                      </a:lnTo>
                      <a:cubicBezTo>
                        <a:pt x="219555" y="511161"/>
                        <a:pt x="223365" y="514971"/>
                        <a:pt x="229080" y="514971"/>
                      </a:cubicBezTo>
                      <a:lnTo>
                        <a:pt x="229080" y="514971"/>
                      </a:lnTo>
                      <a:lnTo>
                        <a:pt x="267180" y="514971"/>
                      </a:lnTo>
                      <a:cubicBezTo>
                        <a:pt x="272895" y="514971"/>
                        <a:pt x="276705" y="511161"/>
                        <a:pt x="276705" y="505446"/>
                      </a:cubicBezTo>
                      <a:lnTo>
                        <a:pt x="276705" y="505446"/>
                      </a:lnTo>
                      <a:lnTo>
                        <a:pt x="276705" y="467346"/>
                      </a:lnTo>
                      <a:cubicBezTo>
                        <a:pt x="276705" y="461631"/>
                        <a:pt x="272895" y="457821"/>
                        <a:pt x="267180" y="457821"/>
                      </a:cubicBezTo>
                      <a:lnTo>
                        <a:pt x="267180" y="457821"/>
                      </a:lnTo>
                      <a:close/>
                      <a:moveTo>
                        <a:pt x="467205" y="457821"/>
                      </a:moveTo>
                      <a:lnTo>
                        <a:pt x="429105" y="457821"/>
                      </a:lnTo>
                      <a:cubicBezTo>
                        <a:pt x="423390" y="457821"/>
                        <a:pt x="419580" y="461631"/>
                        <a:pt x="419580" y="467346"/>
                      </a:cubicBezTo>
                      <a:lnTo>
                        <a:pt x="419580" y="467346"/>
                      </a:lnTo>
                      <a:lnTo>
                        <a:pt x="419580" y="505446"/>
                      </a:lnTo>
                      <a:cubicBezTo>
                        <a:pt x="419580" y="511161"/>
                        <a:pt x="423390" y="514971"/>
                        <a:pt x="429105" y="514971"/>
                      </a:cubicBezTo>
                      <a:lnTo>
                        <a:pt x="429105" y="514971"/>
                      </a:lnTo>
                      <a:lnTo>
                        <a:pt x="467205" y="514971"/>
                      </a:lnTo>
                      <a:cubicBezTo>
                        <a:pt x="472920" y="514971"/>
                        <a:pt x="476730" y="511161"/>
                        <a:pt x="476730" y="505446"/>
                      </a:cubicBezTo>
                      <a:lnTo>
                        <a:pt x="476730" y="505446"/>
                      </a:lnTo>
                      <a:lnTo>
                        <a:pt x="476730" y="467346"/>
                      </a:lnTo>
                      <a:cubicBezTo>
                        <a:pt x="476730" y="461631"/>
                        <a:pt x="472920" y="457821"/>
                        <a:pt x="467205" y="457821"/>
                      </a:cubicBezTo>
                      <a:lnTo>
                        <a:pt x="467205" y="457821"/>
                      </a:lnTo>
                      <a:close/>
                      <a:moveTo>
                        <a:pt x="362430" y="19671"/>
                      </a:moveTo>
                      <a:lnTo>
                        <a:pt x="133830" y="19671"/>
                      </a:lnTo>
                      <a:cubicBezTo>
                        <a:pt x="123352" y="19671"/>
                        <a:pt x="114780" y="28244"/>
                        <a:pt x="114780" y="38721"/>
                      </a:cubicBezTo>
                      <a:lnTo>
                        <a:pt x="114780" y="38721"/>
                      </a:lnTo>
                      <a:lnTo>
                        <a:pt x="114780" y="124446"/>
                      </a:lnTo>
                      <a:cubicBezTo>
                        <a:pt x="114780" y="134924"/>
                        <a:pt x="123352" y="143496"/>
                        <a:pt x="133830" y="143496"/>
                      </a:cubicBezTo>
                      <a:lnTo>
                        <a:pt x="133830" y="143496"/>
                      </a:lnTo>
                      <a:lnTo>
                        <a:pt x="362430" y="143496"/>
                      </a:lnTo>
                      <a:cubicBezTo>
                        <a:pt x="372908" y="143496"/>
                        <a:pt x="381480" y="134924"/>
                        <a:pt x="381480" y="124446"/>
                      </a:cubicBezTo>
                      <a:lnTo>
                        <a:pt x="381480" y="124446"/>
                      </a:lnTo>
                      <a:lnTo>
                        <a:pt x="381480" y="38721"/>
                      </a:lnTo>
                      <a:cubicBezTo>
                        <a:pt x="381480" y="28244"/>
                        <a:pt x="372908" y="19671"/>
                        <a:pt x="362430" y="19671"/>
                      </a:cubicBezTo>
                      <a:lnTo>
                        <a:pt x="362430" y="19671"/>
                      </a:lnTo>
                      <a:close/>
                      <a:moveTo>
                        <a:pt x="157643" y="86346"/>
                      </a:moveTo>
                      <a:cubicBezTo>
                        <a:pt x="165262" y="86346"/>
                        <a:pt x="171930" y="93014"/>
                        <a:pt x="171930" y="100634"/>
                      </a:cubicBezTo>
                      <a:cubicBezTo>
                        <a:pt x="171930" y="108254"/>
                        <a:pt x="165262" y="114921"/>
                        <a:pt x="157643" y="114921"/>
                      </a:cubicBezTo>
                      <a:cubicBezTo>
                        <a:pt x="150023" y="114921"/>
                        <a:pt x="143355" y="108254"/>
                        <a:pt x="143355" y="100634"/>
                      </a:cubicBezTo>
                      <a:cubicBezTo>
                        <a:pt x="143355" y="93014"/>
                        <a:pt x="150023" y="86346"/>
                        <a:pt x="157643" y="86346"/>
                      </a:cubicBezTo>
                      <a:close/>
                    </a:path>
                  </a:pathLst>
                </a:custGeom>
                <a:solidFill>
                  <a:schemeClr val="tx1"/>
                </a:solidFill>
                <a:ln w="9525" cap="flat">
                  <a:noFill/>
                  <a:prstDash val="solid"/>
                  <a:miter/>
                </a:ln>
              </p:spPr>
              <p:txBody>
                <a:bodyPr rtlCol="0" anchor="ctr"/>
                <a:lstStyle/>
                <a:p>
                  <a:endParaRPr lang="zh-CN" altLang="en-US"/>
                </a:p>
              </p:txBody>
            </p:sp>
          </p:grpSp>
          <p:sp>
            <p:nvSpPr>
              <p:cNvPr id="10" name="ïṧļíḓe">
                <a:extLst>
                  <a:ext uri="{FF2B5EF4-FFF2-40B4-BE49-F238E27FC236}">
                    <a16:creationId xmlns:a16="http://schemas.microsoft.com/office/drawing/2014/main" id="{EB12720F-A336-A727-D45A-FFFA15709A7C}"/>
                  </a:ext>
                </a:extLst>
              </p:cNvPr>
              <p:cNvSpPr txBox="1"/>
              <p:nvPr/>
            </p:nvSpPr>
            <p:spPr>
              <a:xfrm>
                <a:off x="1567938" y="4850053"/>
                <a:ext cx="1885505" cy="525465"/>
              </a:xfrm>
              <a:prstGeom prst="rect">
                <a:avLst/>
              </a:prstGeom>
              <a:noFill/>
            </p:spPr>
            <p:txBody>
              <a:bodyPr wrap="square" rtlCol="0">
                <a:spAutoFit/>
              </a:bodyPr>
              <a:lstStyle/>
              <a:p>
                <a:pPr algn="r" defTabSz="913765">
                  <a:lnSpc>
                    <a:spcPct val="150000"/>
                  </a:lnSpc>
                  <a:buSzPct val="25000"/>
                  <a:defRPr/>
                </a:pPr>
                <a:r>
                  <a:rPr kumimoji="0" lang="en-US" altLang="zh-CN" sz="1000" b="0" i="0" u="none" strike="noStrike" kern="1200" cap="none" spc="0" normalizeH="0" baseline="0" noProof="0" dirty="0">
                    <a:ln>
                      <a:noFill/>
                    </a:ln>
                    <a:effectLst/>
                    <a:uLnTx/>
                    <a:uFillTx/>
                  </a:rPr>
                  <a:t>Theme  color makes PPT more convenient to change</a:t>
                </a:r>
                <a:endParaRPr lang="en-US" altLang="zh-CN" sz="1000" dirty="0"/>
              </a:p>
            </p:txBody>
          </p:sp>
          <p:sp>
            <p:nvSpPr>
              <p:cNvPr id="11" name="iṣliḍè">
                <a:extLst>
                  <a:ext uri="{FF2B5EF4-FFF2-40B4-BE49-F238E27FC236}">
                    <a16:creationId xmlns:a16="http://schemas.microsoft.com/office/drawing/2014/main" id="{316FF55A-6E71-DF1C-252F-8F523F6E8786}"/>
                  </a:ext>
                </a:extLst>
              </p:cNvPr>
              <p:cNvSpPr txBox="1"/>
              <p:nvPr/>
            </p:nvSpPr>
            <p:spPr>
              <a:xfrm>
                <a:off x="2371929" y="4542276"/>
                <a:ext cx="1081514" cy="338554"/>
              </a:xfrm>
              <a:prstGeom prst="rect">
                <a:avLst/>
              </a:prstGeom>
              <a:noFill/>
            </p:spPr>
            <p:txBody>
              <a:bodyPr wrap="none" rtlCol="0">
                <a:spAutoFit/>
              </a:bodyPr>
              <a:lstStyle/>
              <a:p>
                <a:pPr algn="r"/>
                <a:r>
                  <a:rPr kumimoji="0" lang="en-US" altLang="zh-CN" sz="1600" b="1" i="0" u="none" strike="noStrike" kern="1200" cap="none" spc="0" normalizeH="0" baseline="0" noProof="0" dirty="0">
                    <a:ln>
                      <a:noFill/>
                    </a:ln>
                    <a:effectLst/>
                    <a:uLnTx/>
                    <a:uFillTx/>
                  </a:rPr>
                  <a:t>Text here</a:t>
                </a:r>
              </a:p>
            </p:txBody>
          </p:sp>
        </p:grpSp>
      </p:grpSp>
    </p:spTree>
    <p:custDataLst>
      <p:tags r:id="rId1"/>
    </p:custDataLst>
    <p:extLst>
      <p:ext uri="{BB962C8B-B14F-4D97-AF65-F5344CB8AC3E}">
        <p14:creationId xmlns:p14="http://schemas.microsoft.com/office/powerpoint/2010/main" val="3655459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iŝḷiḑè"/>
        <p:cNvGrpSpPr/>
        <p:nvPr/>
      </p:nvGrpSpPr>
      <p:grpSpPr>
        <a:xfrm>
          <a:off x="0" y="0"/>
          <a:ext cx="0" cy="0"/>
          <a:chOff x="0" y="0"/>
          <a:chExt cx="0" cy="0"/>
        </a:xfrm>
      </p:grpSpPr>
      <p:sp>
        <p:nvSpPr>
          <p:cNvPr id="4" name="işḻiďê">
            <a:extLst>
              <a:ext uri="{FF2B5EF4-FFF2-40B4-BE49-F238E27FC236}">
                <a16:creationId xmlns:a16="http://schemas.microsoft.com/office/drawing/2014/main" id="{3E7816B9-4368-481C-AF7D-011CB1B5D3BB}"/>
              </a:ext>
            </a:extLst>
          </p:cNvPr>
          <p:cNvSpPr>
            <a:spLocks noGrp="1"/>
          </p:cNvSpPr>
          <p:nvPr>
            <p:ph type="title"/>
          </p:nvPr>
        </p:nvSpPr>
        <p:spPr/>
        <p:txBody>
          <a:bodyPr/>
          <a:lstStyle/>
          <a:p>
            <a:r>
              <a:rPr lang="zh-CN" altLang="en-US" dirty="0">
                <a:solidFill>
                  <a:srgbClr val="080808"/>
                </a:solidFill>
              </a:rPr>
              <a:t>未来工作计划</a:t>
            </a:r>
          </a:p>
        </p:txBody>
      </p:sp>
      <p:sp>
        <p:nvSpPr>
          <p:cNvPr id="5" name="îṧliďê">
            <a:extLst>
              <a:ext uri="{FF2B5EF4-FFF2-40B4-BE49-F238E27FC236}">
                <a16:creationId xmlns:a16="http://schemas.microsoft.com/office/drawing/2014/main" id="{7239E965-33B6-4BC1-B1B3-CD2DC6B7EA81}"/>
              </a:ext>
            </a:extLst>
          </p:cNvPr>
          <p:cNvSpPr>
            <a:spLocks noGrp="1"/>
          </p:cNvSpPr>
          <p:nvPr>
            <p:ph type="body" idx="1"/>
          </p:nvPr>
        </p:nvSpPr>
        <p:spPr/>
        <p:txBody>
          <a:bodyPr/>
          <a:lstStyle/>
          <a:p>
            <a:r>
              <a:rPr lang="en-GB" altLang="zh-CN" dirty="0">
                <a:solidFill>
                  <a:srgbClr val="080808"/>
                </a:solidFill>
              </a:rPr>
              <a:t>When you copy &amp; paste, choose "keep text only" option.</a:t>
            </a:r>
          </a:p>
        </p:txBody>
      </p:sp>
      <p:sp>
        <p:nvSpPr>
          <p:cNvPr id="7" name="íŝḻíḑe">
            <a:extLst>
              <a:ext uri="{FF2B5EF4-FFF2-40B4-BE49-F238E27FC236}">
                <a16:creationId xmlns:a16="http://schemas.microsoft.com/office/drawing/2014/main" id="{C6B820E2-F969-89E1-D7D8-D19D2648D416}"/>
              </a:ext>
            </a:extLst>
          </p:cNvPr>
          <p:cNvSpPr txBox="1">
            <a:spLocks/>
          </p:cNvSpPr>
          <p:nvPr/>
        </p:nvSpPr>
        <p:spPr>
          <a:xfrm>
            <a:off x="3224068" y="2381694"/>
            <a:ext cx="5731164" cy="95105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zh-CN" altLang="en-US" sz="2400" b="1" kern="1200">
                <a:solidFill>
                  <a:schemeClr val="tx1"/>
                </a:solidFill>
                <a:latin typeface="+mj-lt"/>
                <a:ea typeface="+mj-ea"/>
                <a:cs typeface="+mj-cs"/>
              </a:defRPr>
            </a:lvl1pPr>
          </a:lstStyle>
          <a:p>
            <a:pPr algn="ctr"/>
            <a:r>
              <a:rPr lang="en-GB" altLang="zh-CN" sz="3600" dirty="0">
                <a:solidFill>
                  <a:schemeClr val="accent1"/>
                </a:solidFill>
              </a:rPr>
              <a:t>04.</a:t>
            </a:r>
            <a:endParaRPr lang="en-GB" sz="3600" dirty="0">
              <a:solidFill>
                <a:schemeClr val="accent1"/>
              </a:solidFill>
            </a:endParaRPr>
          </a:p>
        </p:txBody>
      </p:sp>
    </p:spTree>
    <p:custDataLst>
      <p:tags r:id="rId1"/>
    </p:custDataLst>
    <p:extLst>
      <p:ext uri="{BB962C8B-B14F-4D97-AF65-F5344CB8AC3E}">
        <p14:creationId xmlns:p14="http://schemas.microsoft.com/office/powerpoint/2010/main" val="1789434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additive="base">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ïšḻíḓe">
            <a:extLst>
              <a:ext uri="{FF2B5EF4-FFF2-40B4-BE49-F238E27FC236}">
                <a16:creationId xmlns:a16="http://schemas.microsoft.com/office/drawing/2014/main" id="{A56268C6-E202-4752-B4FF-59744B517B85}"/>
              </a:ext>
            </a:extLst>
          </p:cNvPr>
          <p:cNvGrpSpPr/>
          <p:nvPr/>
        </p:nvGrpSpPr>
        <p:grpSpPr>
          <a:xfrm>
            <a:off x="785150" y="1490099"/>
            <a:ext cx="10681734" cy="4147838"/>
            <a:chOff x="785150" y="1490099"/>
            <a:chExt cx="10681734" cy="4147838"/>
          </a:xfrm>
        </p:grpSpPr>
        <p:sp>
          <p:nvSpPr>
            <p:cNvPr id="4" name="îṧḻïḑé">
              <a:extLst>
                <a:ext uri="{FF2B5EF4-FFF2-40B4-BE49-F238E27FC236}">
                  <a16:creationId xmlns:a16="http://schemas.microsoft.com/office/drawing/2014/main" id="{2C822521-8964-1930-F6F7-2E0151792515}"/>
                </a:ext>
              </a:extLst>
            </p:cNvPr>
            <p:cNvSpPr/>
            <p:nvPr/>
          </p:nvSpPr>
          <p:spPr>
            <a:xfrm>
              <a:off x="785150" y="5115331"/>
              <a:ext cx="2140109" cy="522606"/>
            </a:xfrm>
            <a:prstGeom prst="rect">
              <a:avLst/>
            </a:prstGeom>
            <a:ln>
              <a:noFill/>
            </a:ln>
          </p:spPr>
          <p:txBody>
            <a:bodyPr wrap="square" lIns="91440" tIns="45720" rIns="91440" bIns="45720" anchor="t">
              <a:noAutofit/>
            </a:bodyPr>
            <a:lstStyle/>
            <a:p>
              <a:pPr algn="ctr">
                <a:lnSpc>
                  <a:spcPct val="150000"/>
                </a:lnSpc>
              </a:pPr>
              <a:r>
                <a:rPr lang="en-US" altLang="zh-CN" sz="1000" dirty="0"/>
                <a:t>Copy paste fonts. Choose the only option to retain text</a:t>
              </a:r>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p:txBody>
        </p:sp>
        <p:sp>
          <p:nvSpPr>
            <p:cNvPr id="5" name="ïsḻiďè">
              <a:extLst>
                <a:ext uri="{FF2B5EF4-FFF2-40B4-BE49-F238E27FC236}">
                  <a16:creationId xmlns:a16="http://schemas.microsoft.com/office/drawing/2014/main" id="{C8AE529A-79B7-CD4E-DAD6-D9F3A0FC5C51}"/>
                </a:ext>
              </a:extLst>
            </p:cNvPr>
            <p:cNvSpPr txBox="1"/>
            <p:nvPr/>
          </p:nvSpPr>
          <p:spPr>
            <a:xfrm>
              <a:off x="1533642" y="4160030"/>
              <a:ext cx="643125" cy="584775"/>
            </a:xfrm>
            <a:prstGeom prst="rect">
              <a:avLst/>
            </a:prstGeom>
            <a:noFill/>
            <a:effectLst/>
          </p:spPr>
          <p:txBody>
            <a:bodyPr wrap="none" rtlCol="0">
              <a:spAutoFit/>
            </a:bodyPr>
            <a:lstStyle/>
            <a:p>
              <a:pPr algn="ctr"/>
              <a:r>
                <a:rPr lang="en-US" altLang="zh-CN" sz="3200" b="1" i="1" dirty="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rPr>
                <a:t>0</a:t>
              </a:r>
              <a:r>
                <a:rPr lang="en-US" altLang="zh-CN" sz="100" b="1" i="1" dirty="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rPr>
                <a:t> </a:t>
              </a:r>
              <a:r>
                <a:rPr lang="en-US" altLang="zh-CN" sz="3200" b="1" i="1" dirty="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rPr>
                <a:t>1</a:t>
              </a:r>
              <a:endParaRPr lang="zh-CN" altLang="en-US" sz="3200" b="1" i="1" dirty="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endParaRPr>
            </a:p>
          </p:txBody>
        </p:sp>
        <p:sp>
          <p:nvSpPr>
            <p:cNvPr id="6" name="ïṡlïḓê">
              <a:extLst>
                <a:ext uri="{FF2B5EF4-FFF2-40B4-BE49-F238E27FC236}">
                  <a16:creationId xmlns:a16="http://schemas.microsoft.com/office/drawing/2014/main" id="{69DA12DC-F0B7-5AE4-4E82-7CA04B7BAC34}"/>
                </a:ext>
              </a:extLst>
            </p:cNvPr>
            <p:cNvSpPr txBox="1"/>
            <p:nvPr/>
          </p:nvSpPr>
          <p:spPr>
            <a:xfrm flipH="1">
              <a:off x="1298758" y="4783126"/>
              <a:ext cx="1112893" cy="374571"/>
            </a:xfrm>
            <a:prstGeom prst="roundRect">
              <a:avLst/>
            </a:prstGeom>
            <a:noFill/>
            <a:effectLst/>
          </p:spPr>
          <p:txBody>
            <a:bodyPr wrap="none" rtlCol="0">
              <a:spAutoFit/>
            </a:bodyPr>
            <a:lstStyle>
              <a:defPPr>
                <a:defRPr lang="zh-CN"/>
              </a:defPPr>
              <a:lvl1pPr>
                <a:defRPr sz="3200" b="1" i="1">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altLang="zh-CN" sz="1600" i="0" dirty="0">
                  <a:solidFill>
                    <a:schemeClr val="tx1"/>
                  </a:solidFill>
                  <a:effectLst/>
                </a:rPr>
                <a:t>Text here</a:t>
              </a:r>
            </a:p>
          </p:txBody>
        </p:sp>
        <p:sp>
          <p:nvSpPr>
            <p:cNvPr id="7" name="íṡľiḍê">
              <a:extLst>
                <a:ext uri="{FF2B5EF4-FFF2-40B4-BE49-F238E27FC236}">
                  <a16:creationId xmlns:a16="http://schemas.microsoft.com/office/drawing/2014/main" id="{37D2DB97-2919-9916-E1B5-D423541A9F2B}"/>
                </a:ext>
              </a:extLst>
            </p:cNvPr>
            <p:cNvSpPr txBox="1"/>
            <p:nvPr/>
          </p:nvSpPr>
          <p:spPr>
            <a:xfrm>
              <a:off x="3669048" y="2886815"/>
              <a:ext cx="643125" cy="584775"/>
            </a:xfrm>
            <a:prstGeom prst="rect">
              <a:avLst/>
            </a:prstGeom>
            <a:noFill/>
            <a:effectLst/>
          </p:spPr>
          <p:txBody>
            <a:bodyPr wrap="none" rtlCol="0">
              <a:spAutoFit/>
            </a:bodyPr>
            <a:lstStyle/>
            <a:p>
              <a:pPr algn="ctr"/>
              <a:r>
                <a:rPr lang="en-US" altLang="zh-CN" sz="3200" b="1" i="1" dirty="0">
                  <a:gradFill>
                    <a:gsLst>
                      <a:gs pos="0">
                        <a:schemeClr val="accent2">
                          <a:lumMod val="60000"/>
                          <a:lumOff val="40000"/>
                        </a:schemeClr>
                      </a:gs>
                      <a:gs pos="60000">
                        <a:schemeClr val="accent2"/>
                      </a:gs>
                    </a:gsLst>
                    <a:lin ang="2700000" scaled="0"/>
                  </a:gradFill>
                  <a:effectLst>
                    <a:outerShdw blurRad="76200" dist="50800" dir="5400000" algn="ctr" rotWithShape="0">
                      <a:schemeClr val="accent2">
                        <a:alpha val="20000"/>
                      </a:schemeClr>
                    </a:outerShdw>
                  </a:effectLst>
                </a:rPr>
                <a:t>0</a:t>
              </a:r>
              <a:r>
                <a:rPr lang="en-US" altLang="zh-CN" sz="100" b="1" i="1" dirty="0">
                  <a:gradFill>
                    <a:gsLst>
                      <a:gs pos="0">
                        <a:schemeClr val="accent2">
                          <a:lumMod val="60000"/>
                          <a:lumOff val="40000"/>
                        </a:schemeClr>
                      </a:gs>
                      <a:gs pos="60000">
                        <a:schemeClr val="accent2"/>
                      </a:gs>
                    </a:gsLst>
                    <a:lin ang="2700000" scaled="0"/>
                  </a:gradFill>
                  <a:effectLst>
                    <a:outerShdw blurRad="76200" dist="50800" dir="5400000" algn="ctr" rotWithShape="0">
                      <a:schemeClr val="accent2">
                        <a:alpha val="20000"/>
                      </a:schemeClr>
                    </a:outerShdw>
                  </a:effectLst>
                </a:rPr>
                <a:t> </a:t>
              </a:r>
              <a:r>
                <a:rPr lang="en-US" altLang="zh-CN" sz="3200" b="1" i="1" dirty="0">
                  <a:gradFill>
                    <a:gsLst>
                      <a:gs pos="0">
                        <a:schemeClr val="accent2">
                          <a:lumMod val="60000"/>
                          <a:lumOff val="40000"/>
                        </a:schemeClr>
                      </a:gs>
                      <a:gs pos="60000">
                        <a:schemeClr val="accent2"/>
                      </a:gs>
                    </a:gsLst>
                    <a:lin ang="2700000" scaled="0"/>
                  </a:gradFill>
                  <a:effectLst>
                    <a:outerShdw blurRad="76200" dist="50800" dir="5400000" algn="ctr" rotWithShape="0">
                      <a:schemeClr val="accent2">
                        <a:alpha val="20000"/>
                      </a:schemeClr>
                    </a:outerShdw>
                  </a:effectLst>
                </a:rPr>
                <a:t>2</a:t>
              </a:r>
              <a:endParaRPr lang="zh-CN" altLang="en-US" sz="3200" b="1" i="1" dirty="0">
                <a:gradFill>
                  <a:gsLst>
                    <a:gs pos="0">
                      <a:schemeClr val="accent2">
                        <a:lumMod val="60000"/>
                        <a:lumOff val="40000"/>
                      </a:schemeClr>
                    </a:gs>
                    <a:gs pos="60000">
                      <a:schemeClr val="accent2"/>
                    </a:gs>
                  </a:gsLst>
                  <a:lin ang="2700000" scaled="0"/>
                </a:gradFill>
                <a:effectLst>
                  <a:outerShdw blurRad="76200" dist="50800" dir="5400000" algn="ctr" rotWithShape="0">
                    <a:schemeClr val="accent2">
                      <a:alpha val="20000"/>
                    </a:schemeClr>
                  </a:outerShdw>
                </a:effectLst>
              </a:endParaRPr>
            </a:p>
          </p:txBody>
        </p:sp>
        <p:sp>
          <p:nvSpPr>
            <p:cNvPr id="8" name="ïṣ1îḋê">
              <a:extLst>
                <a:ext uri="{FF2B5EF4-FFF2-40B4-BE49-F238E27FC236}">
                  <a16:creationId xmlns:a16="http://schemas.microsoft.com/office/drawing/2014/main" id="{FB35F4AE-D6A6-8680-EF42-805277A768B6}"/>
                </a:ext>
              </a:extLst>
            </p:cNvPr>
            <p:cNvSpPr/>
            <p:nvPr/>
          </p:nvSpPr>
          <p:spPr>
            <a:xfrm>
              <a:off x="2920556" y="3842116"/>
              <a:ext cx="2140109" cy="522606"/>
            </a:xfrm>
            <a:prstGeom prst="rect">
              <a:avLst/>
            </a:prstGeom>
            <a:ln>
              <a:noFill/>
            </a:ln>
          </p:spPr>
          <p:txBody>
            <a:bodyPr wrap="square" lIns="91440" tIns="45720" rIns="91440" bIns="45720" anchor="t">
              <a:noAutofit/>
            </a:bodyPr>
            <a:lstStyle/>
            <a:p>
              <a:pPr algn="ctr">
                <a:lnSpc>
                  <a:spcPct val="150000"/>
                </a:lnSpc>
              </a:pPr>
              <a:r>
                <a:rPr lang="en-US" altLang="zh-CN" sz="1000" dirty="0"/>
                <a:t>Copy paste fonts. Choose the only option to retain text</a:t>
              </a:r>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p:txBody>
        </p:sp>
        <p:sp>
          <p:nvSpPr>
            <p:cNvPr id="9" name="iṩḻïḍê">
              <a:extLst>
                <a:ext uri="{FF2B5EF4-FFF2-40B4-BE49-F238E27FC236}">
                  <a16:creationId xmlns:a16="http://schemas.microsoft.com/office/drawing/2014/main" id="{AB25ED2C-2006-F779-219F-142919BA8E68}"/>
                </a:ext>
              </a:extLst>
            </p:cNvPr>
            <p:cNvSpPr txBox="1"/>
            <p:nvPr/>
          </p:nvSpPr>
          <p:spPr>
            <a:xfrm flipH="1">
              <a:off x="3434164" y="3509911"/>
              <a:ext cx="1112893" cy="374571"/>
            </a:xfrm>
            <a:prstGeom prst="roundRect">
              <a:avLst/>
            </a:prstGeom>
            <a:noFill/>
            <a:effectLst/>
          </p:spPr>
          <p:txBody>
            <a:bodyPr wrap="none" rtlCol="0">
              <a:spAutoFit/>
            </a:bodyPr>
            <a:lstStyle>
              <a:defPPr>
                <a:defRPr lang="zh-CN"/>
              </a:defPPr>
              <a:lvl1pPr>
                <a:defRPr sz="3200" b="1" i="1">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altLang="zh-CN" sz="1600" i="0" dirty="0">
                  <a:solidFill>
                    <a:schemeClr val="tx1"/>
                  </a:solidFill>
                  <a:effectLst/>
                </a:rPr>
                <a:t>Text here</a:t>
              </a:r>
            </a:p>
          </p:txBody>
        </p:sp>
        <p:sp>
          <p:nvSpPr>
            <p:cNvPr id="10" name="îŝ1ïdè">
              <a:extLst>
                <a:ext uri="{FF2B5EF4-FFF2-40B4-BE49-F238E27FC236}">
                  <a16:creationId xmlns:a16="http://schemas.microsoft.com/office/drawing/2014/main" id="{D518CBF7-DB7F-7F9C-D756-C32E07067FA0}"/>
                </a:ext>
              </a:extLst>
            </p:cNvPr>
            <p:cNvSpPr txBox="1"/>
            <p:nvPr/>
          </p:nvSpPr>
          <p:spPr>
            <a:xfrm>
              <a:off x="5804454" y="4160030"/>
              <a:ext cx="643125" cy="584775"/>
            </a:xfrm>
            <a:prstGeom prst="rect">
              <a:avLst/>
            </a:prstGeom>
            <a:noFill/>
            <a:effectLst/>
          </p:spPr>
          <p:txBody>
            <a:bodyPr wrap="none" rtlCol="0">
              <a:spAutoFit/>
            </a:bodyPr>
            <a:lstStyle/>
            <a:p>
              <a:pPr algn="ctr"/>
              <a:r>
                <a:rPr lang="en-US" altLang="zh-CN" sz="3200" b="1" i="1" dirty="0">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rPr>
                <a:t>0</a:t>
              </a:r>
              <a:r>
                <a:rPr lang="en-US" altLang="zh-CN" sz="100" b="1" i="1" dirty="0">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rPr>
                <a:t> </a:t>
              </a:r>
              <a:r>
                <a:rPr lang="en-US" altLang="zh-CN" sz="3200" b="1" i="1" dirty="0">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rPr>
                <a:t>3</a:t>
              </a:r>
              <a:endParaRPr lang="zh-CN" altLang="en-US" sz="3200" b="1" i="1" dirty="0">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endParaRPr>
            </a:p>
          </p:txBody>
        </p:sp>
        <p:sp>
          <p:nvSpPr>
            <p:cNvPr id="11" name="iṡľïďé">
              <a:extLst>
                <a:ext uri="{FF2B5EF4-FFF2-40B4-BE49-F238E27FC236}">
                  <a16:creationId xmlns:a16="http://schemas.microsoft.com/office/drawing/2014/main" id="{8355A795-93DC-F936-FAF0-10717483D0FE}"/>
                </a:ext>
              </a:extLst>
            </p:cNvPr>
            <p:cNvSpPr/>
            <p:nvPr/>
          </p:nvSpPr>
          <p:spPr>
            <a:xfrm>
              <a:off x="5055962" y="5115331"/>
              <a:ext cx="2140109" cy="522606"/>
            </a:xfrm>
            <a:prstGeom prst="rect">
              <a:avLst/>
            </a:prstGeom>
            <a:ln>
              <a:noFill/>
            </a:ln>
          </p:spPr>
          <p:txBody>
            <a:bodyPr wrap="square" lIns="91440" tIns="45720" rIns="91440" bIns="45720" anchor="t">
              <a:noAutofit/>
            </a:bodyPr>
            <a:lstStyle/>
            <a:p>
              <a:pPr algn="ctr">
                <a:lnSpc>
                  <a:spcPct val="150000"/>
                </a:lnSpc>
              </a:pPr>
              <a:r>
                <a:rPr lang="en-US" altLang="zh-CN" sz="1000" dirty="0"/>
                <a:t>Copy paste fonts. Choose the only option to retain text</a:t>
              </a:r>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p:txBody>
        </p:sp>
        <p:sp>
          <p:nvSpPr>
            <p:cNvPr id="12" name="ïšḻïdé">
              <a:extLst>
                <a:ext uri="{FF2B5EF4-FFF2-40B4-BE49-F238E27FC236}">
                  <a16:creationId xmlns:a16="http://schemas.microsoft.com/office/drawing/2014/main" id="{29F5CAA7-5CE5-CD04-2FBC-2A6EC5683383}"/>
                </a:ext>
              </a:extLst>
            </p:cNvPr>
            <p:cNvSpPr txBox="1"/>
            <p:nvPr/>
          </p:nvSpPr>
          <p:spPr>
            <a:xfrm flipH="1">
              <a:off x="5569570" y="4783126"/>
              <a:ext cx="1112893" cy="374571"/>
            </a:xfrm>
            <a:prstGeom prst="roundRect">
              <a:avLst/>
            </a:prstGeom>
            <a:noFill/>
            <a:effectLst/>
          </p:spPr>
          <p:txBody>
            <a:bodyPr wrap="none" rtlCol="0">
              <a:spAutoFit/>
            </a:bodyPr>
            <a:lstStyle>
              <a:defPPr>
                <a:defRPr lang="zh-CN"/>
              </a:defPPr>
              <a:lvl1pPr>
                <a:defRPr sz="3200" b="1" i="1">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altLang="zh-CN" sz="1600" i="0" dirty="0">
                  <a:solidFill>
                    <a:schemeClr val="tx1"/>
                  </a:solidFill>
                  <a:effectLst/>
                </a:rPr>
                <a:t>Text here</a:t>
              </a:r>
            </a:p>
          </p:txBody>
        </p:sp>
        <p:sp>
          <p:nvSpPr>
            <p:cNvPr id="13" name="ï$1ïḋé">
              <a:extLst>
                <a:ext uri="{FF2B5EF4-FFF2-40B4-BE49-F238E27FC236}">
                  <a16:creationId xmlns:a16="http://schemas.microsoft.com/office/drawing/2014/main" id="{31621689-BE7E-1CEE-E5A1-93FA3B93DE33}"/>
                </a:ext>
              </a:extLst>
            </p:cNvPr>
            <p:cNvSpPr txBox="1"/>
            <p:nvPr/>
          </p:nvSpPr>
          <p:spPr>
            <a:xfrm>
              <a:off x="7939860" y="2886815"/>
              <a:ext cx="643125" cy="584775"/>
            </a:xfrm>
            <a:prstGeom prst="rect">
              <a:avLst/>
            </a:prstGeom>
            <a:noFill/>
            <a:effectLst/>
          </p:spPr>
          <p:txBody>
            <a:bodyPr wrap="none" rtlCol="0">
              <a:spAutoFit/>
            </a:bodyPr>
            <a:lstStyle/>
            <a:p>
              <a:pPr algn="ctr"/>
              <a:r>
                <a:rPr lang="en-US" altLang="zh-CN" sz="3200" b="1" i="1" dirty="0">
                  <a:gradFill>
                    <a:gsLst>
                      <a:gs pos="0">
                        <a:schemeClr val="accent4">
                          <a:lumMod val="60000"/>
                          <a:lumOff val="40000"/>
                        </a:schemeClr>
                      </a:gs>
                      <a:gs pos="60000">
                        <a:schemeClr val="accent4"/>
                      </a:gs>
                    </a:gsLst>
                    <a:lin ang="2700000" scaled="0"/>
                  </a:gradFill>
                  <a:effectLst>
                    <a:outerShdw blurRad="76200" dist="50800" dir="5400000" algn="ctr" rotWithShape="0">
                      <a:schemeClr val="accent4">
                        <a:alpha val="20000"/>
                      </a:schemeClr>
                    </a:outerShdw>
                  </a:effectLst>
                </a:rPr>
                <a:t>0</a:t>
              </a:r>
              <a:r>
                <a:rPr lang="en-US" altLang="zh-CN" sz="100" b="1" i="1" dirty="0">
                  <a:gradFill>
                    <a:gsLst>
                      <a:gs pos="0">
                        <a:schemeClr val="accent4">
                          <a:lumMod val="60000"/>
                          <a:lumOff val="40000"/>
                        </a:schemeClr>
                      </a:gs>
                      <a:gs pos="60000">
                        <a:schemeClr val="accent4"/>
                      </a:gs>
                    </a:gsLst>
                    <a:lin ang="2700000" scaled="0"/>
                  </a:gradFill>
                  <a:effectLst>
                    <a:outerShdw blurRad="76200" dist="50800" dir="5400000" algn="ctr" rotWithShape="0">
                      <a:schemeClr val="accent4">
                        <a:alpha val="20000"/>
                      </a:schemeClr>
                    </a:outerShdw>
                  </a:effectLst>
                </a:rPr>
                <a:t> </a:t>
              </a:r>
              <a:r>
                <a:rPr lang="en-US" altLang="zh-CN" sz="3200" b="1" i="1" dirty="0">
                  <a:gradFill>
                    <a:gsLst>
                      <a:gs pos="0">
                        <a:schemeClr val="accent4">
                          <a:lumMod val="60000"/>
                          <a:lumOff val="40000"/>
                        </a:schemeClr>
                      </a:gs>
                      <a:gs pos="60000">
                        <a:schemeClr val="accent4"/>
                      </a:gs>
                    </a:gsLst>
                    <a:lin ang="2700000" scaled="0"/>
                  </a:gradFill>
                  <a:effectLst>
                    <a:outerShdw blurRad="76200" dist="50800" dir="5400000" algn="ctr" rotWithShape="0">
                      <a:schemeClr val="accent4">
                        <a:alpha val="20000"/>
                      </a:schemeClr>
                    </a:outerShdw>
                  </a:effectLst>
                </a:rPr>
                <a:t>4</a:t>
              </a:r>
              <a:endParaRPr lang="zh-CN" altLang="en-US" sz="3200" b="1" i="1" dirty="0">
                <a:gradFill>
                  <a:gsLst>
                    <a:gs pos="0">
                      <a:schemeClr val="accent4">
                        <a:lumMod val="60000"/>
                        <a:lumOff val="40000"/>
                      </a:schemeClr>
                    </a:gs>
                    <a:gs pos="60000">
                      <a:schemeClr val="accent4"/>
                    </a:gs>
                  </a:gsLst>
                  <a:lin ang="2700000" scaled="0"/>
                </a:gradFill>
                <a:effectLst>
                  <a:outerShdw blurRad="76200" dist="50800" dir="5400000" algn="ctr" rotWithShape="0">
                    <a:schemeClr val="accent4">
                      <a:alpha val="20000"/>
                    </a:schemeClr>
                  </a:outerShdw>
                </a:effectLst>
              </a:endParaRPr>
            </a:p>
          </p:txBody>
        </p:sp>
        <p:sp>
          <p:nvSpPr>
            <p:cNvPr id="14" name="ïšlïḑe">
              <a:extLst>
                <a:ext uri="{FF2B5EF4-FFF2-40B4-BE49-F238E27FC236}">
                  <a16:creationId xmlns:a16="http://schemas.microsoft.com/office/drawing/2014/main" id="{756A9871-C452-BBC7-C55E-E3263FC5E822}"/>
                </a:ext>
              </a:extLst>
            </p:cNvPr>
            <p:cNvSpPr/>
            <p:nvPr/>
          </p:nvSpPr>
          <p:spPr>
            <a:xfrm>
              <a:off x="7191368" y="3842116"/>
              <a:ext cx="2140109" cy="522606"/>
            </a:xfrm>
            <a:prstGeom prst="rect">
              <a:avLst/>
            </a:prstGeom>
            <a:ln>
              <a:noFill/>
            </a:ln>
          </p:spPr>
          <p:txBody>
            <a:bodyPr wrap="square" lIns="91440" tIns="45720" rIns="91440" bIns="45720" anchor="t">
              <a:noAutofit/>
            </a:bodyPr>
            <a:lstStyle/>
            <a:p>
              <a:pPr algn="ctr">
                <a:lnSpc>
                  <a:spcPct val="150000"/>
                </a:lnSpc>
              </a:pPr>
              <a:r>
                <a:rPr lang="en-US" altLang="zh-CN" sz="1000" dirty="0"/>
                <a:t>Copy paste fonts. Choose the only option to retain text</a:t>
              </a:r>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p:txBody>
        </p:sp>
        <p:sp>
          <p:nvSpPr>
            <p:cNvPr id="15" name="íŝľiḍê">
              <a:extLst>
                <a:ext uri="{FF2B5EF4-FFF2-40B4-BE49-F238E27FC236}">
                  <a16:creationId xmlns:a16="http://schemas.microsoft.com/office/drawing/2014/main" id="{5435F85D-875C-9924-A203-0BA322EF5E13}"/>
                </a:ext>
              </a:extLst>
            </p:cNvPr>
            <p:cNvSpPr txBox="1"/>
            <p:nvPr/>
          </p:nvSpPr>
          <p:spPr>
            <a:xfrm flipH="1">
              <a:off x="7704976" y="3509911"/>
              <a:ext cx="1112893" cy="374571"/>
            </a:xfrm>
            <a:prstGeom prst="roundRect">
              <a:avLst/>
            </a:prstGeom>
            <a:noFill/>
            <a:effectLst/>
          </p:spPr>
          <p:txBody>
            <a:bodyPr wrap="none" rtlCol="0">
              <a:spAutoFit/>
            </a:bodyPr>
            <a:lstStyle>
              <a:defPPr>
                <a:defRPr lang="zh-CN"/>
              </a:defPPr>
              <a:lvl1pPr>
                <a:defRPr sz="3200" b="1" i="1">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altLang="zh-CN" sz="1600" i="0" dirty="0">
                  <a:solidFill>
                    <a:schemeClr val="tx1"/>
                  </a:solidFill>
                  <a:effectLst/>
                </a:rPr>
                <a:t>Text here</a:t>
              </a:r>
            </a:p>
          </p:txBody>
        </p:sp>
        <p:sp>
          <p:nvSpPr>
            <p:cNvPr id="16" name="i$ļïde">
              <a:extLst>
                <a:ext uri="{FF2B5EF4-FFF2-40B4-BE49-F238E27FC236}">
                  <a16:creationId xmlns:a16="http://schemas.microsoft.com/office/drawing/2014/main" id="{A41BD5D5-C904-DA1D-87EB-5E67EA8A1B4E}"/>
                </a:ext>
              </a:extLst>
            </p:cNvPr>
            <p:cNvSpPr txBox="1"/>
            <p:nvPr/>
          </p:nvSpPr>
          <p:spPr>
            <a:xfrm>
              <a:off x="10075267" y="4160030"/>
              <a:ext cx="643125" cy="584775"/>
            </a:xfrm>
            <a:prstGeom prst="rect">
              <a:avLst/>
            </a:prstGeom>
            <a:noFill/>
            <a:effectLst/>
          </p:spPr>
          <p:txBody>
            <a:bodyPr wrap="none" rtlCol="0">
              <a:spAutoFit/>
            </a:bodyPr>
            <a:lstStyle/>
            <a:p>
              <a:pPr algn="ctr"/>
              <a:r>
                <a:rPr lang="en-US" altLang="zh-CN" sz="3200" b="1" i="1" dirty="0">
                  <a:gradFill>
                    <a:gsLst>
                      <a:gs pos="0">
                        <a:schemeClr val="accent5">
                          <a:lumMod val="60000"/>
                          <a:lumOff val="40000"/>
                        </a:schemeClr>
                      </a:gs>
                      <a:gs pos="60000">
                        <a:schemeClr val="accent5"/>
                      </a:gs>
                    </a:gsLst>
                    <a:lin ang="2700000" scaled="0"/>
                  </a:gradFill>
                  <a:effectLst>
                    <a:outerShdw blurRad="76200" dist="50800" dir="5400000" algn="ctr" rotWithShape="0">
                      <a:schemeClr val="accent5">
                        <a:alpha val="20000"/>
                      </a:schemeClr>
                    </a:outerShdw>
                  </a:effectLst>
                </a:rPr>
                <a:t>0</a:t>
              </a:r>
              <a:r>
                <a:rPr lang="en-US" altLang="zh-CN" sz="100" b="1" i="1" dirty="0">
                  <a:gradFill>
                    <a:gsLst>
                      <a:gs pos="0">
                        <a:schemeClr val="accent5">
                          <a:lumMod val="60000"/>
                          <a:lumOff val="40000"/>
                        </a:schemeClr>
                      </a:gs>
                      <a:gs pos="60000">
                        <a:schemeClr val="accent5"/>
                      </a:gs>
                    </a:gsLst>
                    <a:lin ang="2700000" scaled="0"/>
                  </a:gradFill>
                  <a:effectLst>
                    <a:outerShdw blurRad="76200" dist="50800" dir="5400000" algn="ctr" rotWithShape="0">
                      <a:schemeClr val="accent5">
                        <a:alpha val="20000"/>
                      </a:schemeClr>
                    </a:outerShdw>
                  </a:effectLst>
                </a:rPr>
                <a:t> </a:t>
              </a:r>
              <a:r>
                <a:rPr lang="en-US" altLang="zh-CN" sz="3200" b="1" i="1" dirty="0">
                  <a:gradFill>
                    <a:gsLst>
                      <a:gs pos="0">
                        <a:schemeClr val="accent5">
                          <a:lumMod val="60000"/>
                          <a:lumOff val="40000"/>
                        </a:schemeClr>
                      </a:gs>
                      <a:gs pos="60000">
                        <a:schemeClr val="accent5"/>
                      </a:gs>
                    </a:gsLst>
                    <a:lin ang="2700000" scaled="0"/>
                  </a:gradFill>
                  <a:effectLst>
                    <a:outerShdw blurRad="76200" dist="50800" dir="5400000" algn="ctr" rotWithShape="0">
                      <a:schemeClr val="accent5">
                        <a:alpha val="20000"/>
                      </a:schemeClr>
                    </a:outerShdw>
                  </a:effectLst>
                </a:rPr>
                <a:t>5</a:t>
              </a:r>
              <a:endParaRPr lang="zh-CN" altLang="en-US" sz="3200" b="1" i="1" dirty="0">
                <a:gradFill>
                  <a:gsLst>
                    <a:gs pos="0">
                      <a:schemeClr val="accent5">
                        <a:lumMod val="60000"/>
                        <a:lumOff val="40000"/>
                      </a:schemeClr>
                    </a:gs>
                    <a:gs pos="60000">
                      <a:schemeClr val="accent5"/>
                    </a:gs>
                  </a:gsLst>
                  <a:lin ang="2700000" scaled="0"/>
                </a:gradFill>
                <a:effectLst>
                  <a:outerShdw blurRad="76200" dist="50800" dir="5400000" algn="ctr" rotWithShape="0">
                    <a:schemeClr val="accent5">
                      <a:alpha val="20000"/>
                    </a:schemeClr>
                  </a:outerShdw>
                </a:effectLst>
              </a:endParaRPr>
            </a:p>
          </p:txBody>
        </p:sp>
        <p:sp>
          <p:nvSpPr>
            <p:cNvPr id="17" name="iṡļîḓe">
              <a:extLst>
                <a:ext uri="{FF2B5EF4-FFF2-40B4-BE49-F238E27FC236}">
                  <a16:creationId xmlns:a16="http://schemas.microsoft.com/office/drawing/2014/main" id="{2390F8F3-9649-3BBC-F12B-D3AF4375032D}"/>
                </a:ext>
              </a:extLst>
            </p:cNvPr>
            <p:cNvSpPr/>
            <p:nvPr/>
          </p:nvSpPr>
          <p:spPr>
            <a:xfrm>
              <a:off x="9326775" y="5115331"/>
              <a:ext cx="2140109" cy="522606"/>
            </a:xfrm>
            <a:prstGeom prst="rect">
              <a:avLst/>
            </a:prstGeom>
            <a:ln>
              <a:noFill/>
            </a:ln>
          </p:spPr>
          <p:txBody>
            <a:bodyPr wrap="square" lIns="91440" tIns="45720" rIns="91440" bIns="45720" anchor="t">
              <a:noAutofit/>
            </a:bodyPr>
            <a:lstStyle/>
            <a:p>
              <a:pPr algn="ctr">
                <a:lnSpc>
                  <a:spcPct val="150000"/>
                </a:lnSpc>
              </a:pPr>
              <a:r>
                <a:rPr lang="en-US" altLang="zh-CN" sz="1000" dirty="0"/>
                <a:t>Copy paste fonts. Choose the only option to retain text</a:t>
              </a:r>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a:p>
              <a:pPr algn="ctr">
                <a:lnSpc>
                  <a:spcPct val="150000"/>
                </a:lnSpc>
              </a:pPr>
              <a:endParaRPr lang="en-US" altLang="zh-CN" sz="1000" dirty="0"/>
            </a:p>
          </p:txBody>
        </p:sp>
        <p:sp>
          <p:nvSpPr>
            <p:cNvPr id="18" name="îṥļïḓè">
              <a:extLst>
                <a:ext uri="{FF2B5EF4-FFF2-40B4-BE49-F238E27FC236}">
                  <a16:creationId xmlns:a16="http://schemas.microsoft.com/office/drawing/2014/main" id="{69FA9745-0BFE-4B10-ECA7-FF4B2ACE1B87}"/>
                </a:ext>
              </a:extLst>
            </p:cNvPr>
            <p:cNvSpPr txBox="1"/>
            <p:nvPr/>
          </p:nvSpPr>
          <p:spPr>
            <a:xfrm flipH="1">
              <a:off x="9840383" y="4783126"/>
              <a:ext cx="1112893" cy="374571"/>
            </a:xfrm>
            <a:prstGeom prst="roundRect">
              <a:avLst/>
            </a:prstGeom>
            <a:noFill/>
            <a:effectLst/>
          </p:spPr>
          <p:txBody>
            <a:bodyPr wrap="none" rtlCol="0">
              <a:spAutoFit/>
            </a:bodyPr>
            <a:lstStyle>
              <a:defPPr>
                <a:defRPr lang="zh-CN"/>
              </a:defPPr>
              <a:lvl1pPr>
                <a:defRPr sz="3200" b="1" i="1">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n-US" altLang="zh-CN" sz="1600" i="0" dirty="0">
                  <a:solidFill>
                    <a:schemeClr val="tx1"/>
                  </a:solidFill>
                  <a:effectLst/>
                </a:rPr>
                <a:t>Text here</a:t>
              </a:r>
            </a:p>
          </p:txBody>
        </p:sp>
        <p:sp>
          <p:nvSpPr>
            <p:cNvPr id="19" name="íş1íḓè">
              <a:extLst>
                <a:ext uri="{FF2B5EF4-FFF2-40B4-BE49-F238E27FC236}">
                  <a16:creationId xmlns:a16="http://schemas.microsoft.com/office/drawing/2014/main" id="{E3CD7037-6171-290F-97C5-74B91B279B0D}"/>
                </a:ext>
              </a:extLst>
            </p:cNvPr>
            <p:cNvSpPr/>
            <p:nvPr/>
          </p:nvSpPr>
          <p:spPr>
            <a:xfrm>
              <a:off x="1977307" y="1490099"/>
              <a:ext cx="8297418" cy="584775"/>
            </a:xfrm>
            <a:prstGeom prst="rect">
              <a:avLst/>
            </a:prstGeom>
          </p:spPr>
          <p:txBody>
            <a:bodyPr anchor="b" anchorCtr="0">
              <a:noAutofit/>
            </a:bodyPr>
            <a:lstStyle/>
            <a:p>
              <a:pPr algn="ctr">
                <a:buSzPct val="25000"/>
              </a:pPr>
              <a:r>
                <a:rPr lang="en-US" altLang="zh-CN" sz="3200" b="1" dirty="0"/>
                <a:t>Unified </a:t>
              </a:r>
              <a:r>
                <a:rPr lang="en-US" altLang="zh-CN" sz="3200" b="1" dirty="0" err="1"/>
                <a:t>fon</a:t>
              </a:r>
              <a:r>
                <a:rPr lang="en-US" altLang="zh-CN" sz="200" b="1" dirty="0"/>
                <a:t> </a:t>
              </a:r>
              <a:r>
                <a:rPr lang="en-US" altLang="zh-CN" sz="3200" b="1" dirty="0" err="1"/>
                <a:t>ts</a:t>
              </a:r>
              <a:r>
                <a:rPr lang="en-US" altLang="zh-CN" sz="3200" b="1" dirty="0"/>
                <a:t> make Reading </a:t>
              </a:r>
              <a:r>
                <a:rPr lang="en-US" altLang="zh-CN" sz="3200" b="1" dirty="0">
                  <a:solidFill>
                    <a:schemeClr val="accent1"/>
                  </a:solidFill>
                </a:rPr>
                <a:t>more fluent.</a:t>
              </a:r>
            </a:p>
          </p:txBody>
        </p:sp>
      </p:grpSp>
    </p:spTree>
    <p:custDataLst>
      <p:tags r:id="rId1"/>
    </p:custDataLst>
    <p:extLst>
      <p:ext uri="{BB962C8B-B14F-4D97-AF65-F5344CB8AC3E}">
        <p14:creationId xmlns:p14="http://schemas.microsoft.com/office/powerpoint/2010/main" val="929012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ïṡļîḍè">
            <a:extLst>
              <a:ext uri="{FF2B5EF4-FFF2-40B4-BE49-F238E27FC236}">
                <a16:creationId xmlns:a16="http://schemas.microsoft.com/office/drawing/2014/main" id="{14743D66-56E4-3D87-44BF-F69C25B45AA9}"/>
              </a:ext>
            </a:extLst>
          </p:cNvPr>
          <p:cNvGrpSpPr/>
          <p:nvPr/>
        </p:nvGrpSpPr>
        <p:grpSpPr>
          <a:xfrm>
            <a:off x="2496000" y="1074285"/>
            <a:ext cx="7200001" cy="4519539"/>
            <a:chOff x="2496000" y="1074285"/>
            <a:chExt cx="7200001" cy="4519539"/>
          </a:xfrm>
        </p:grpSpPr>
        <p:sp>
          <p:nvSpPr>
            <p:cNvPr id="4" name="ïṩliḓe">
              <a:extLst>
                <a:ext uri="{FF2B5EF4-FFF2-40B4-BE49-F238E27FC236}">
                  <a16:creationId xmlns:a16="http://schemas.microsoft.com/office/drawing/2014/main" id="{8E056FA2-AA38-F97B-593A-E2D0C58FAE39}"/>
                </a:ext>
              </a:extLst>
            </p:cNvPr>
            <p:cNvSpPr/>
            <p:nvPr/>
          </p:nvSpPr>
          <p:spPr>
            <a:xfrm>
              <a:off x="2496001" y="1074285"/>
              <a:ext cx="7200000" cy="815667"/>
            </a:xfrm>
            <a:prstGeom prst="rect">
              <a:avLst/>
            </a:prstGeom>
          </p:spPr>
          <p:txBody>
            <a:bodyPr anchor="b" anchorCtr="0">
              <a:noAutofit/>
            </a:bodyPr>
            <a:lstStyle/>
            <a:p>
              <a:pPr algn="ctr">
                <a:buSzPct val="25000"/>
              </a:pPr>
              <a:r>
                <a:rPr lang="en-US" altLang="zh-CN" sz="3200" b="1" dirty="0"/>
                <a:t>Supporting text h</a:t>
              </a:r>
              <a:r>
                <a:rPr lang="en-US" altLang="zh-CN" sz="300" b="1" dirty="0"/>
                <a:t> </a:t>
              </a:r>
              <a:r>
                <a:rPr lang="en-US" altLang="zh-CN" sz="3200" b="1" dirty="0"/>
                <a:t>ere.</a:t>
              </a:r>
            </a:p>
          </p:txBody>
        </p:sp>
        <p:sp>
          <p:nvSpPr>
            <p:cNvPr id="5" name="íṧ1íḍé">
              <a:extLst>
                <a:ext uri="{FF2B5EF4-FFF2-40B4-BE49-F238E27FC236}">
                  <a16:creationId xmlns:a16="http://schemas.microsoft.com/office/drawing/2014/main" id="{B988EDD5-582D-5265-6B0A-A56B6AAC942C}"/>
                </a:ext>
              </a:extLst>
            </p:cNvPr>
            <p:cNvSpPr txBox="1"/>
            <p:nvPr/>
          </p:nvSpPr>
          <p:spPr>
            <a:xfrm>
              <a:off x="2496000" y="2041982"/>
              <a:ext cx="7200000" cy="490584"/>
            </a:xfrm>
            <a:prstGeom prst="rect">
              <a:avLst/>
            </a:prstGeom>
            <a:noFill/>
          </p:spPr>
          <p:txBody>
            <a:bodyPr wrap="square" rtlCol="0">
              <a:spAutoFit/>
            </a:bodyPr>
            <a:lstStyle>
              <a:defPPr>
                <a:defRPr lang="zh-CN"/>
              </a:defPPr>
              <a:lvl1pPr algn="ctr">
                <a:lnSpc>
                  <a:spcPct val="150000"/>
                </a:lnSpc>
                <a:defRPr sz="1200">
                  <a:solidFill>
                    <a:schemeClr val="bg1">
                      <a:lumMod val="50000"/>
                    </a:schemeClr>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en-US" altLang="zh-CN" sz="1050" dirty="0">
                  <a:solidFill>
                    <a:schemeClr val="tx1"/>
                  </a:solidFill>
                </a:rPr>
                <a:t>Theme color makes PPT more convenient to change. </a:t>
              </a:r>
            </a:p>
            <a:p>
              <a:pPr>
                <a:lnSpc>
                  <a:spcPct val="130000"/>
                </a:lnSpc>
              </a:pPr>
              <a:r>
                <a:rPr lang="en-US" altLang="zh-CN" sz="1050" dirty="0">
                  <a:solidFill>
                    <a:schemeClr val="tx1"/>
                  </a:solidFill>
                </a:rPr>
                <a:t>Adjust the spacing to adapt to Chinese typesetting, use the reference line in PPT……</a:t>
              </a:r>
            </a:p>
          </p:txBody>
        </p:sp>
        <p:grpSp>
          <p:nvGrpSpPr>
            <p:cNvPr id="6" name="i$ľîḑe">
              <a:extLst>
                <a:ext uri="{FF2B5EF4-FFF2-40B4-BE49-F238E27FC236}">
                  <a16:creationId xmlns:a16="http://schemas.microsoft.com/office/drawing/2014/main" id="{C980D029-B852-459F-E9D7-4B6B3500E477}"/>
                </a:ext>
              </a:extLst>
            </p:cNvPr>
            <p:cNvGrpSpPr/>
            <p:nvPr/>
          </p:nvGrpSpPr>
          <p:grpSpPr>
            <a:xfrm>
              <a:off x="2496000" y="2813576"/>
              <a:ext cx="7200000" cy="2780248"/>
              <a:chOff x="2496000" y="2804885"/>
              <a:chExt cx="7200000" cy="2780248"/>
            </a:xfrm>
          </p:grpSpPr>
          <p:grpSp>
            <p:nvGrpSpPr>
              <p:cNvPr id="7" name="iṣ1îḓè">
                <a:extLst>
                  <a:ext uri="{FF2B5EF4-FFF2-40B4-BE49-F238E27FC236}">
                    <a16:creationId xmlns:a16="http://schemas.microsoft.com/office/drawing/2014/main" id="{B50C8E63-9DCE-9A42-5AC9-FC923632CE7B}"/>
                  </a:ext>
                </a:extLst>
              </p:cNvPr>
              <p:cNvGrpSpPr>
                <a:grpSpLocks noChangeAspect="1"/>
              </p:cNvGrpSpPr>
              <p:nvPr/>
            </p:nvGrpSpPr>
            <p:grpSpPr>
              <a:xfrm>
                <a:off x="6759150" y="4856726"/>
                <a:ext cx="540002" cy="540000"/>
                <a:chOff x="9056304" y="1930888"/>
                <a:chExt cx="876463" cy="876459"/>
              </a:xfrm>
            </p:grpSpPr>
            <p:sp>
              <p:nvSpPr>
                <p:cNvPr id="22" name="ïśliḋé">
                  <a:extLst>
                    <a:ext uri="{FF2B5EF4-FFF2-40B4-BE49-F238E27FC236}">
                      <a16:creationId xmlns:a16="http://schemas.microsoft.com/office/drawing/2014/main" id="{AB3B8FE6-3EDD-7013-85DC-06F8BBFEA12F}"/>
                    </a:ext>
                  </a:extLst>
                </p:cNvPr>
                <p:cNvSpPr/>
                <p:nvPr/>
              </p:nvSpPr>
              <p:spPr>
                <a:xfrm>
                  <a:off x="9056304" y="1930888"/>
                  <a:ext cx="876463" cy="876459"/>
                </a:xfrm>
                <a:prstGeom prst="ellipse">
                  <a:avLst/>
                </a:prstGeom>
                <a:gradFill>
                  <a:gsLst>
                    <a:gs pos="0">
                      <a:schemeClr val="accent3">
                        <a:lumMod val="60000"/>
                        <a:lumOff val="40000"/>
                      </a:schemeClr>
                    </a:gs>
                    <a:gs pos="60000">
                      <a:schemeClr val="accent3"/>
                    </a:gs>
                  </a:gsLst>
                  <a:lin ang="2700000" scaled="0"/>
                </a:gradFill>
                <a:ln w="57150" cap="rnd">
                  <a:noFill/>
                  <a:prstDash val="solid"/>
                  <a:round/>
                </a:ln>
                <a:effectLst>
                  <a:outerShdw blurRad="762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23" name="iṡlîḑe">
                  <a:extLst>
                    <a:ext uri="{FF2B5EF4-FFF2-40B4-BE49-F238E27FC236}">
                      <a16:creationId xmlns:a16="http://schemas.microsoft.com/office/drawing/2014/main" id="{523C54D0-39F3-2FD9-C3FE-FE97F0F79A27}"/>
                    </a:ext>
                  </a:extLst>
                </p:cNvPr>
                <p:cNvSpPr/>
                <p:nvPr/>
              </p:nvSpPr>
              <p:spPr>
                <a:xfrm>
                  <a:off x="9304372" y="2217585"/>
                  <a:ext cx="380330" cy="316629"/>
                </a:xfrm>
                <a:custGeom>
                  <a:avLst/>
                  <a:gdLst>
                    <a:gd name="connsiteX0" fmla="*/ 483573 w 526297"/>
                    <a:gd name="connsiteY0" fmla="*/ 133971 h 438150"/>
                    <a:gd name="connsiteX1" fmla="*/ 527674 w 526297"/>
                    <a:gd name="connsiteY1" fmla="*/ 178072 h 438150"/>
                    <a:gd name="connsiteX2" fmla="*/ 527579 w 526297"/>
                    <a:gd name="connsiteY2" fmla="*/ 181501 h 438150"/>
                    <a:gd name="connsiteX3" fmla="*/ 514244 w 526297"/>
                    <a:gd name="connsiteY3" fmla="*/ 355237 h 438150"/>
                    <a:gd name="connsiteX4" fmla="*/ 485764 w 526297"/>
                    <a:gd name="connsiteY4" fmla="*/ 381621 h 438150"/>
                    <a:gd name="connsiteX5" fmla="*/ 454998 w 526297"/>
                    <a:gd name="connsiteY5" fmla="*/ 381621 h 438150"/>
                    <a:gd name="connsiteX6" fmla="*/ 454998 w 526297"/>
                    <a:gd name="connsiteY6" fmla="*/ 438771 h 438150"/>
                    <a:gd name="connsiteX7" fmla="*/ 435948 w 526297"/>
                    <a:gd name="connsiteY7" fmla="*/ 438771 h 438150"/>
                    <a:gd name="connsiteX8" fmla="*/ 435948 w 526297"/>
                    <a:gd name="connsiteY8" fmla="*/ 381621 h 438150"/>
                    <a:gd name="connsiteX9" fmla="*/ 93048 w 526297"/>
                    <a:gd name="connsiteY9" fmla="*/ 381621 h 438150"/>
                    <a:gd name="connsiteX10" fmla="*/ 93048 w 526297"/>
                    <a:gd name="connsiteY10" fmla="*/ 438771 h 438150"/>
                    <a:gd name="connsiteX11" fmla="*/ 73998 w 526297"/>
                    <a:gd name="connsiteY11" fmla="*/ 438771 h 438150"/>
                    <a:gd name="connsiteX12" fmla="*/ 73998 w 526297"/>
                    <a:gd name="connsiteY12" fmla="*/ 381621 h 438150"/>
                    <a:gd name="connsiteX13" fmla="*/ 43328 w 526297"/>
                    <a:gd name="connsiteY13" fmla="*/ 381621 h 438150"/>
                    <a:gd name="connsiteX14" fmla="*/ 14848 w 526297"/>
                    <a:gd name="connsiteY14" fmla="*/ 355237 h 438150"/>
                    <a:gd name="connsiteX15" fmla="*/ 1513 w 526297"/>
                    <a:gd name="connsiteY15" fmla="*/ 181501 h 438150"/>
                    <a:gd name="connsiteX16" fmla="*/ 42089 w 526297"/>
                    <a:gd name="connsiteY16" fmla="*/ 134162 h 438150"/>
                    <a:gd name="connsiteX17" fmla="*/ 45518 w 526297"/>
                    <a:gd name="connsiteY17" fmla="*/ 134066 h 438150"/>
                    <a:gd name="connsiteX18" fmla="*/ 101906 w 526297"/>
                    <a:gd name="connsiteY18" fmla="*/ 180834 h 438150"/>
                    <a:gd name="connsiteX19" fmla="*/ 121623 w 526297"/>
                    <a:gd name="connsiteY19" fmla="*/ 286371 h 438150"/>
                    <a:gd name="connsiteX20" fmla="*/ 407373 w 526297"/>
                    <a:gd name="connsiteY20" fmla="*/ 286371 h 438150"/>
                    <a:gd name="connsiteX21" fmla="*/ 427185 w 526297"/>
                    <a:gd name="connsiteY21" fmla="*/ 180739 h 438150"/>
                    <a:gd name="connsiteX22" fmla="*/ 483573 w 526297"/>
                    <a:gd name="connsiteY22" fmla="*/ 133971 h 438150"/>
                    <a:gd name="connsiteX23" fmla="*/ 416898 w 526297"/>
                    <a:gd name="connsiteY23" fmla="*/ 621 h 438150"/>
                    <a:gd name="connsiteX24" fmla="*/ 483573 w 526297"/>
                    <a:gd name="connsiteY24" fmla="*/ 67296 h 438150"/>
                    <a:gd name="connsiteX25" fmla="*/ 483573 w 526297"/>
                    <a:gd name="connsiteY25" fmla="*/ 115397 h 438150"/>
                    <a:gd name="connsiteX26" fmla="*/ 476429 w 526297"/>
                    <a:gd name="connsiteY26" fmla="*/ 114921 h 438150"/>
                    <a:gd name="connsiteX27" fmla="*/ 412040 w 526297"/>
                    <a:gd name="connsiteY27" fmla="*/ 166451 h 438150"/>
                    <a:gd name="connsiteX28" fmla="*/ 411564 w 526297"/>
                    <a:gd name="connsiteY28" fmla="*/ 168737 h 438150"/>
                    <a:gd name="connsiteX29" fmla="*/ 393086 w 526297"/>
                    <a:gd name="connsiteY29" fmla="*/ 267321 h 438150"/>
                    <a:gd name="connsiteX30" fmla="*/ 135911 w 526297"/>
                    <a:gd name="connsiteY30" fmla="*/ 267321 h 438150"/>
                    <a:gd name="connsiteX31" fmla="*/ 117432 w 526297"/>
                    <a:gd name="connsiteY31" fmla="*/ 168737 h 438150"/>
                    <a:gd name="connsiteX32" fmla="*/ 52567 w 526297"/>
                    <a:gd name="connsiteY32" fmla="*/ 114921 h 438150"/>
                    <a:gd name="connsiteX33" fmla="*/ 54948 w 526297"/>
                    <a:gd name="connsiteY33" fmla="*/ 67296 h 438150"/>
                    <a:gd name="connsiteX34" fmla="*/ 121623 w 526297"/>
                    <a:gd name="connsiteY34" fmla="*/ 621 h 438150"/>
                    <a:gd name="connsiteX35" fmla="*/ 416898 w 526297"/>
                    <a:gd name="connsiteY35" fmla="*/ 621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6297" h="438150">
                      <a:moveTo>
                        <a:pt x="483573" y="133971"/>
                      </a:moveTo>
                      <a:cubicBezTo>
                        <a:pt x="507957" y="133971"/>
                        <a:pt x="527674" y="153688"/>
                        <a:pt x="527674" y="178072"/>
                      </a:cubicBezTo>
                      <a:cubicBezTo>
                        <a:pt x="527674" y="179215"/>
                        <a:pt x="527674" y="180358"/>
                        <a:pt x="527579" y="181501"/>
                      </a:cubicBezTo>
                      <a:lnTo>
                        <a:pt x="514244" y="355237"/>
                      </a:lnTo>
                      <a:cubicBezTo>
                        <a:pt x="513101" y="370096"/>
                        <a:pt x="500718" y="381621"/>
                        <a:pt x="485764" y="381621"/>
                      </a:cubicBezTo>
                      <a:lnTo>
                        <a:pt x="454998" y="381621"/>
                      </a:lnTo>
                      <a:lnTo>
                        <a:pt x="454998" y="438771"/>
                      </a:lnTo>
                      <a:lnTo>
                        <a:pt x="435948" y="438771"/>
                      </a:lnTo>
                      <a:lnTo>
                        <a:pt x="435948" y="381621"/>
                      </a:lnTo>
                      <a:lnTo>
                        <a:pt x="93048" y="381621"/>
                      </a:lnTo>
                      <a:lnTo>
                        <a:pt x="93048" y="438771"/>
                      </a:lnTo>
                      <a:lnTo>
                        <a:pt x="73998" y="438771"/>
                      </a:lnTo>
                      <a:lnTo>
                        <a:pt x="73998" y="381621"/>
                      </a:lnTo>
                      <a:lnTo>
                        <a:pt x="43328" y="381621"/>
                      </a:lnTo>
                      <a:cubicBezTo>
                        <a:pt x="28373" y="381621"/>
                        <a:pt x="15991" y="370096"/>
                        <a:pt x="14848" y="355237"/>
                      </a:cubicBezTo>
                      <a:lnTo>
                        <a:pt x="1513" y="181501"/>
                      </a:lnTo>
                      <a:cubicBezTo>
                        <a:pt x="-392" y="157212"/>
                        <a:pt x="17801" y="135971"/>
                        <a:pt x="42089" y="134162"/>
                      </a:cubicBezTo>
                      <a:cubicBezTo>
                        <a:pt x="43232" y="134066"/>
                        <a:pt x="44375" y="134066"/>
                        <a:pt x="45518" y="134066"/>
                      </a:cubicBezTo>
                      <a:cubicBezTo>
                        <a:pt x="73141" y="134066"/>
                        <a:pt x="96858" y="153688"/>
                        <a:pt x="101906" y="180834"/>
                      </a:cubicBezTo>
                      <a:lnTo>
                        <a:pt x="121623" y="286371"/>
                      </a:lnTo>
                      <a:lnTo>
                        <a:pt x="407373" y="286371"/>
                      </a:lnTo>
                      <a:lnTo>
                        <a:pt x="427185" y="180739"/>
                      </a:lnTo>
                      <a:cubicBezTo>
                        <a:pt x="432233" y="153592"/>
                        <a:pt x="455951" y="133971"/>
                        <a:pt x="483573" y="133971"/>
                      </a:cubicBezTo>
                      <a:close/>
                      <a:moveTo>
                        <a:pt x="416898" y="621"/>
                      </a:moveTo>
                      <a:cubicBezTo>
                        <a:pt x="453760" y="621"/>
                        <a:pt x="483573" y="30434"/>
                        <a:pt x="483573" y="67296"/>
                      </a:cubicBezTo>
                      <a:lnTo>
                        <a:pt x="483573" y="115397"/>
                      </a:lnTo>
                      <a:cubicBezTo>
                        <a:pt x="481192" y="115112"/>
                        <a:pt x="478811" y="114921"/>
                        <a:pt x="476429" y="114921"/>
                      </a:cubicBezTo>
                      <a:cubicBezTo>
                        <a:pt x="445473" y="114921"/>
                        <a:pt x="418803" y="136448"/>
                        <a:pt x="412040" y="166451"/>
                      </a:cubicBezTo>
                      <a:lnTo>
                        <a:pt x="411564" y="168737"/>
                      </a:lnTo>
                      <a:lnTo>
                        <a:pt x="393086" y="267321"/>
                      </a:lnTo>
                      <a:lnTo>
                        <a:pt x="135911" y="267321"/>
                      </a:lnTo>
                      <a:lnTo>
                        <a:pt x="117432" y="168737"/>
                      </a:lnTo>
                      <a:cubicBezTo>
                        <a:pt x="111622" y="137495"/>
                        <a:pt x="84285" y="114921"/>
                        <a:pt x="52567" y="114921"/>
                      </a:cubicBezTo>
                      <a:lnTo>
                        <a:pt x="54948" y="67296"/>
                      </a:lnTo>
                      <a:cubicBezTo>
                        <a:pt x="54948" y="30434"/>
                        <a:pt x="84761" y="621"/>
                        <a:pt x="121623" y="621"/>
                      </a:cubicBezTo>
                      <a:lnTo>
                        <a:pt x="416898" y="621"/>
                      </a:ln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4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grpSp>
            <p:nvGrpSpPr>
              <p:cNvPr id="8" name="išľîḑê">
                <a:extLst>
                  <a:ext uri="{FF2B5EF4-FFF2-40B4-BE49-F238E27FC236}">
                    <a16:creationId xmlns:a16="http://schemas.microsoft.com/office/drawing/2014/main" id="{6BCA5640-8950-1466-A4F5-9C52B87C12D9}"/>
                  </a:ext>
                </a:extLst>
              </p:cNvPr>
              <p:cNvGrpSpPr/>
              <p:nvPr/>
            </p:nvGrpSpPr>
            <p:grpSpPr>
              <a:xfrm>
                <a:off x="2496000" y="3677272"/>
                <a:ext cx="7200000" cy="540000"/>
                <a:chOff x="2496000" y="3677272"/>
                <a:chExt cx="7200000" cy="540000"/>
              </a:xfrm>
            </p:grpSpPr>
            <p:sp>
              <p:nvSpPr>
                <p:cNvPr id="20" name="ïṣľiḓé">
                  <a:extLst>
                    <a:ext uri="{FF2B5EF4-FFF2-40B4-BE49-F238E27FC236}">
                      <a16:creationId xmlns:a16="http://schemas.microsoft.com/office/drawing/2014/main" id="{6998E9D3-F4EB-5A86-5134-A326AEC102A5}"/>
                    </a:ext>
                  </a:extLst>
                </p:cNvPr>
                <p:cNvSpPr/>
                <p:nvPr/>
              </p:nvSpPr>
              <p:spPr>
                <a:xfrm>
                  <a:off x="2496000" y="3677272"/>
                  <a:ext cx="7200000" cy="540000"/>
                </a:xfrm>
                <a:prstGeom prst="roundRect">
                  <a:avLst>
                    <a:gd name="adj" fmla="val 50000"/>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íṩḷïḓè">
                  <a:extLst>
                    <a:ext uri="{FF2B5EF4-FFF2-40B4-BE49-F238E27FC236}">
                      <a16:creationId xmlns:a16="http://schemas.microsoft.com/office/drawing/2014/main" id="{987F88B4-4680-5361-C852-3505CD43858E}"/>
                    </a:ext>
                  </a:extLst>
                </p:cNvPr>
                <p:cNvSpPr/>
                <p:nvPr/>
              </p:nvSpPr>
              <p:spPr>
                <a:xfrm>
                  <a:off x="2496000" y="3677272"/>
                  <a:ext cx="3600000" cy="540000"/>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lgn="ctr" defTabSz="913765"/>
                  <a:endParaRPr lang="zh-CN" altLang="en-US" sz="2000" b="1">
                    <a:solidFill>
                      <a:schemeClr val="bg1"/>
                    </a:solidFill>
                  </a:endParaRPr>
                </a:p>
              </p:txBody>
            </p:sp>
          </p:grpSp>
          <p:sp>
            <p:nvSpPr>
              <p:cNvPr id="9" name="ïṩlíḑé">
                <a:extLst>
                  <a:ext uri="{FF2B5EF4-FFF2-40B4-BE49-F238E27FC236}">
                    <a16:creationId xmlns:a16="http://schemas.microsoft.com/office/drawing/2014/main" id="{EEDDCA0E-2E73-835A-6442-A0714C3ABF29}"/>
                  </a:ext>
                </a:extLst>
              </p:cNvPr>
              <p:cNvSpPr txBox="1"/>
              <p:nvPr/>
            </p:nvSpPr>
            <p:spPr>
              <a:xfrm>
                <a:off x="5593299" y="2804885"/>
                <a:ext cx="1005403" cy="584775"/>
              </a:xfrm>
              <a:prstGeom prst="rect">
                <a:avLst/>
              </a:prstGeom>
              <a:noFill/>
              <a:effectLst/>
            </p:spPr>
            <p:txBody>
              <a:bodyPr wrap="none" rtlCol="0">
                <a:spAutoFit/>
              </a:bodyPr>
              <a:lstStyle/>
              <a:p>
                <a:r>
                  <a:rPr lang="en-US" altLang="zh-CN" sz="3200" b="1" dirty="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rPr>
                  <a:t>50%</a:t>
                </a:r>
                <a:endParaRPr lang="zh-CN" altLang="en-US" sz="3200" b="1" dirty="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endParaRPr>
              </a:p>
            </p:txBody>
          </p:sp>
          <p:grpSp>
            <p:nvGrpSpPr>
              <p:cNvPr id="10" name="îŝḻíďé">
                <a:extLst>
                  <a:ext uri="{FF2B5EF4-FFF2-40B4-BE49-F238E27FC236}">
                    <a16:creationId xmlns:a16="http://schemas.microsoft.com/office/drawing/2014/main" id="{9AB29CFA-3AF2-05D0-3D8E-8150F5EDB239}"/>
                  </a:ext>
                </a:extLst>
              </p:cNvPr>
              <p:cNvGrpSpPr/>
              <p:nvPr/>
            </p:nvGrpSpPr>
            <p:grpSpPr>
              <a:xfrm>
                <a:off x="3159150" y="4668320"/>
                <a:ext cx="2273701" cy="916813"/>
                <a:chOff x="3155916" y="4305463"/>
                <a:chExt cx="2273701" cy="916813"/>
              </a:xfrm>
            </p:grpSpPr>
            <p:grpSp>
              <p:nvGrpSpPr>
                <p:cNvPr id="14" name="íšḻïdê">
                  <a:extLst>
                    <a:ext uri="{FF2B5EF4-FFF2-40B4-BE49-F238E27FC236}">
                      <a16:creationId xmlns:a16="http://schemas.microsoft.com/office/drawing/2014/main" id="{9B0912D8-964A-525F-CE69-63024E07FDDD}"/>
                    </a:ext>
                  </a:extLst>
                </p:cNvPr>
                <p:cNvGrpSpPr/>
                <p:nvPr/>
              </p:nvGrpSpPr>
              <p:grpSpPr>
                <a:xfrm>
                  <a:off x="3803348" y="4305463"/>
                  <a:ext cx="1626269" cy="916813"/>
                  <a:chOff x="3891943" y="4514024"/>
                  <a:chExt cx="1626269" cy="916813"/>
                </a:xfrm>
              </p:grpSpPr>
              <p:sp>
                <p:nvSpPr>
                  <p:cNvPr id="18" name="íśľidè">
                    <a:extLst>
                      <a:ext uri="{FF2B5EF4-FFF2-40B4-BE49-F238E27FC236}">
                        <a16:creationId xmlns:a16="http://schemas.microsoft.com/office/drawing/2014/main" id="{E364D455-A462-416F-6020-75DC4660499A}"/>
                      </a:ext>
                    </a:extLst>
                  </p:cNvPr>
                  <p:cNvSpPr txBox="1"/>
                  <p:nvPr/>
                </p:nvSpPr>
                <p:spPr>
                  <a:xfrm>
                    <a:off x="3891943" y="4514024"/>
                    <a:ext cx="1626268" cy="489534"/>
                  </a:xfrm>
                  <a:prstGeom prst="rect">
                    <a:avLst/>
                  </a:prstGeom>
                  <a:noFill/>
                </p:spPr>
                <p:txBody>
                  <a:bodyPr wrap="square" lIns="90000" tIns="90000" rIns="90000" bIns="90000" rtlCol="0" anchor="ctr" anchorCtr="0">
                    <a:spAutoFit/>
                  </a:bodyPr>
                  <a:lstStyle/>
                  <a:p>
                    <a:r>
                      <a:rPr lang="en-US" altLang="zh-CN" sz="2000" b="1" dirty="0"/>
                      <a:t>Text here</a:t>
                    </a:r>
                    <a:endParaRPr lang="zh-CN" altLang="en-US" sz="2000" b="1" dirty="0"/>
                  </a:p>
                </p:txBody>
              </p:sp>
              <p:sp>
                <p:nvSpPr>
                  <p:cNvPr id="19" name="îSļiḋê">
                    <a:extLst>
                      <a:ext uri="{FF2B5EF4-FFF2-40B4-BE49-F238E27FC236}">
                        <a16:creationId xmlns:a16="http://schemas.microsoft.com/office/drawing/2014/main" id="{3581A704-720E-F976-0565-1D9E63439012}"/>
                      </a:ext>
                    </a:extLst>
                  </p:cNvPr>
                  <p:cNvSpPr/>
                  <p:nvPr/>
                </p:nvSpPr>
                <p:spPr>
                  <a:xfrm>
                    <a:off x="3891943" y="5019329"/>
                    <a:ext cx="1626269" cy="411508"/>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t" anchorCtr="0" forceAA="0" compatLnSpc="1">
                    <a:noAutofit/>
                  </a:bodyPr>
                  <a:lstStyle/>
                  <a:p>
                    <a:r>
                      <a:rPr lang="en-US" altLang="zh-CN" sz="800" dirty="0">
                        <a:solidFill>
                          <a:schemeClr val="tx1"/>
                        </a:solidFill>
                      </a:rPr>
                      <a:t>Theme  color makes PPT </a:t>
                    </a:r>
                  </a:p>
                  <a:p>
                    <a:r>
                      <a:rPr lang="en-US" altLang="zh-CN" sz="800" dirty="0">
                        <a:solidFill>
                          <a:schemeClr val="tx1"/>
                        </a:solidFill>
                      </a:rPr>
                      <a:t>more convenient to change.</a:t>
                    </a:r>
                  </a:p>
                </p:txBody>
              </p:sp>
            </p:grpSp>
            <p:grpSp>
              <p:nvGrpSpPr>
                <p:cNvPr id="15" name="íŝlide">
                  <a:extLst>
                    <a:ext uri="{FF2B5EF4-FFF2-40B4-BE49-F238E27FC236}">
                      <a16:creationId xmlns:a16="http://schemas.microsoft.com/office/drawing/2014/main" id="{8390E92A-E27F-42A4-8622-90A55E8AE747}"/>
                    </a:ext>
                  </a:extLst>
                </p:cNvPr>
                <p:cNvGrpSpPr>
                  <a:grpSpLocks noChangeAspect="1"/>
                </p:cNvGrpSpPr>
                <p:nvPr/>
              </p:nvGrpSpPr>
              <p:grpSpPr>
                <a:xfrm>
                  <a:off x="3155916" y="4493869"/>
                  <a:ext cx="540002" cy="540000"/>
                  <a:chOff x="5017150" y="1930888"/>
                  <a:chExt cx="876463" cy="876459"/>
                </a:xfrm>
              </p:grpSpPr>
              <p:sp>
                <p:nvSpPr>
                  <p:cNvPr id="16" name="iṣḷiḓè">
                    <a:extLst>
                      <a:ext uri="{FF2B5EF4-FFF2-40B4-BE49-F238E27FC236}">
                        <a16:creationId xmlns:a16="http://schemas.microsoft.com/office/drawing/2014/main" id="{3E75871A-C468-B938-E585-E19678C66C79}"/>
                      </a:ext>
                    </a:extLst>
                  </p:cNvPr>
                  <p:cNvSpPr/>
                  <p:nvPr/>
                </p:nvSpPr>
                <p:spPr>
                  <a:xfrm>
                    <a:off x="5017150" y="1930888"/>
                    <a:ext cx="876463" cy="876459"/>
                  </a:xfrm>
                  <a:prstGeom prst="ellipse">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17" name="íŝľídé">
                    <a:extLst>
                      <a:ext uri="{FF2B5EF4-FFF2-40B4-BE49-F238E27FC236}">
                        <a16:creationId xmlns:a16="http://schemas.microsoft.com/office/drawing/2014/main" id="{E79A10F9-6910-BF09-A1B4-925A86C4A581}"/>
                      </a:ext>
                    </a:extLst>
                  </p:cNvPr>
                  <p:cNvSpPr/>
                  <p:nvPr/>
                </p:nvSpPr>
                <p:spPr>
                  <a:xfrm>
                    <a:off x="5265218" y="2226495"/>
                    <a:ext cx="380330" cy="285246"/>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419 w 533400"/>
                      <a:gd name="connsiteY9" fmla="*/ 198646 h 400050"/>
                      <a:gd name="connsiteX10" fmla="*/ 351414 w 533400"/>
                      <a:gd name="connsiteY10" fmla="*/ 204170 h 400050"/>
                      <a:gd name="connsiteX11" fmla="*/ 351414 w 533400"/>
                      <a:gd name="connsiteY11" fmla="*/ 204170 h 400050"/>
                      <a:gd name="connsiteX12" fmla="*/ 267118 w 533400"/>
                      <a:gd name="connsiteY12" fmla="*/ 315613 h 400050"/>
                      <a:gd name="connsiteX13" fmla="*/ 264641 w 533400"/>
                      <a:gd name="connsiteY13" fmla="*/ 318470 h 400050"/>
                      <a:gd name="connsiteX14" fmla="*/ 224255 w 533400"/>
                      <a:gd name="connsiteY14" fmla="*/ 318756 h 400050"/>
                      <a:gd name="connsiteX15" fmla="*/ 224255 w 533400"/>
                      <a:gd name="connsiteY15" fmla="*/ 318756 h 400050"/>
                      <a:gd name="connsiteX16" fmla="*/ 162152 w 533400"/>
                      <a:gd name="connsiteY16" fmla="*/ 257415 h 400050"/>
                      <a:gd name="connsiteX17" fmla="*/ 160247 w 533400"/>
                      <a:gd name="connsiteY17" fmla="*/ 255701 h 400050"/>
                      <a:gd name="connsiteX18" fmla="*/ 120052 w 533400"/>
                      <a:gd name="connsiteY18" fmla="*/ 259606 h 400050"/>
                      <a:gd name="connsiteX19" fmla="*/ 120052 w 533400"/>
                      <a:gd name="connsiteY19" fmla="*/ 259606 h 400050"/>
                      <a:gd name="connsiteX20" fmla="*/ 32517 w 533400"/>
                      <a:gd name="connsiteY20" fmla="*/ 366095 h 400050"/>
                      <a:gd name="connsiteX21" fmla="*/ 30326 w 533400"/>
                      <a:gd name="connsiteY21" fmla="*/ 372096 h 400050"/>
                      <a:gd name="connsiteX22" fmla="*/ 39851 w 533400"/>
                      <a:gd name="connsiteY22" fmla="*/ 381621 h 400050"/>
                      <a:gd name="connsiteX23" fmla="*/ 39851 w 533400"/>
                      <a:gd name="connsiteY23" fmla="*/ 381621 h 400050"/>
                      <a:gd name="connsiteX24" fmla="*/ 497242 w 533400"/>
                      <a:gd name="connsiteY24" fmla="*/ 381621 h 400050"/>
                      <a:gd name="connsiteX25" fmla="*/ 502480 w 533400"/>
                      <a:gd name="connsiteY25" fmla="*/ 380002 h 400050"/>
                      <a:gd name="connsiteX26" fmla="*/ 505147 w 533400"/>
                      <a:gd name="connsiteY26" fmla="*/ 366762 h 400050"/>
                      <a:gd name="connsiteX27" fmla="*/ 505147 w 533400"/>
                      <a:gd name="connsiteY27" fmla="*/ 366762 h 400050"/>
                      <a:gd name="connsiteX28" fmla="*/ 397991 w 533400"/>
                      <a:gd name="connsiteY28" fmla="*/ 205504 h 400050"/>
                      <a:gd name="connsiteX29" fmla="*/ 391419 w 533400"/>
                      <a:gd name="connsiteY29" fmla="*/ 198646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grpSp>
          <p:grpSp>
            <p:nvGrpSpPr>
              <p:cNvPr id="11" name="iṥliḑè">
                <a:extLst>
                  <a:ext uri="{FF2B5EF4-FFF2-40B4-BE49-F238E27FC236}">
                    <a16:creationId xmlns:a16="http://schemas.microsoft.com/office/drawing/2014/main" id="{117AE73F-8DA6-52F3-FF7E-5D289EADA6DF}"/>
                  </a:ext>
                </a:extLst>
              </p:cNvPr>
              <p:cNvGrpSpPr/>
              <p:nvPr/>
            </p:nvGrpSpPr>
            <p:grpSpPr>
              <a:xfrm>
                <a:off x="7406582" y="4668320"/>
                <a:ext cx="1626269" cy="916813"/>
                <a:chOff x="3891943" y="4514024"/>
                <a:chExt cx="1626269" cy="916813"/>
              </a:xfrm>
            </p:grpSpPr>
            <p:sp>
              <p:nvSpPr>
                <p:cNvPr id="12" name="ïṩ1iḑé">
                  <a:extLst>
                    <a:ext uri="{FF2B5EF4-FFF2-40B4-BE49-F238E27FC236}">
                      <a16:creationId xmlns:a16="http://schemas.microsoft.com/office/drawing/2014/main" id="{0EF59148-EE7A-9317-4024-93364141ED6D}"/>
                    </a:ext>
                  </a:extLst>
                </p:cNvPr>
                <p:cNvSpPr txBox="1"/>
                <p:nvPr/>
              </p:nvSpPr>
              <p:spPr>
                <a:xfrm>
                  <a:off x="3891943" y="4514024"/>
                  <a:ext cx="1626268" cy="489534"/>
                </a:xfrm>
                <a:prstGeom prst="rect">
                  <a:avLst/>
                </a:prstGeom>
                <a:noFill/>
              </p:spPr>
              <p:txBody>
                <a:bodyPr wrap="square" lIns="90000" tIns="90000" rIns="90000" bIns="90000" rtlCol="0" anchor="ctr" anchorCtr="0">
                  <a:spAutoFit/>
                </a:bodyPr>
                <a:lstStyle/>
                <a:p>
                  <a:r>
                    <a:rPr lang="en-US" altLang="zh-CN" sz="2000" b="1" dirty="0"/>
                    <a:t>Text here</a:t>
                  </a:r>
                  <a:endParaRPr lang="zh-CN" altLang="en-US" sz="2000" b="1" dirty="0"/>
                </a:p>
              </p:txBody>
            </p:sp>
            <p:sp>
              <p:nvSpPr>
                <p:cNvPr id="13" name="ïśḷiďe">
                  <a:extLst>
                    <a:ext uri="{FF2B5EF4-FFF2-40B4-BE49-F238E27FC236}">
                      <a16:creationId xmlns:a16="http://schemas.microsoft.com/office/drawing/2014/main" id="{5730275F-C2E3-B1B2-D33E-A3E99C806C9D}"/>
                    </a:ext>
                  </a:extLst>
                </p:cNvPr>
                <p:cNvSpPr/>
                <p:nvPr/>
              </p:nvSpPr>
              <p:spPr>
                <a:xfrm>
                  <a:off x="3891943" y="5019329"/>
                  <a:ext cx="1626269" cy="411508"/>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t" anchorCtr="0" forceAA="0" compatLnSpc="1">
                  <a:noAutofit/>
                </a:bodyPr>
                <a:lstStyle/>
                <a:p>
                  <a:r>
                    <a:rPr lang="en-US" altLang="zh-CN" sz="800" dirty="0">
                      <a:solidFill>
                        <a:schemeClr val="tx1"/>
                      </a:solidFill>
                    </a:rPr>
                    <a:t>Theme  color makes PPT </a:t>
                  </a:r>
                </a:p>
                <a:p>
                  <a:r>
                    <a:rPr lang="en-US" altLang="zh-CN" sz="800" dirty="0">
                      <a:solidFill>
                        <a:schemeClr val="tx1"/>
                      </a:solidFill>
                    </a:rPr>
                    <a:t>more convenient to change.</a:t>
                  </a:r>
                </a:p>
              </p:txBody>
            </p:sp>
          </p:grpSp>
        </p:grpSp>
      </p:grpSp>
    </p:spTree>
    <p:custDataLst>
      <p:tags r:id="rId1"/>
    </p:custDataLst>
    <p:extLst>
      <p:ext uri="{BB962C8B-B14F-4D97-AF65-F5344CB8AC3E}">
        <p14:creationId xmlns:p14="http://schemas.microsoft.com/office/powerpoint/2010/main" val="169224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ïš1iḍê"/>
        <p:cNvGrpSpPr/>
        <p:nvPr/>
      </p:nvGrpSpPr>
      <p:grpSpPr>
        <a:xfrm>
          <a:off x="0" y="0"/>
          <a:ext cx="0" cy="0"/>
          <a:chOff x="0" y="0"/>
          <a:chExt cx="0" cy="0"/>
        </a:xfrm>
      </p:grpSpPr>
      <p:sp>
        <p:nvSpPr>
          <p:cNvPr id="18" name="îṡľiḍe">
            <a:extLst>
              <a:ext uri="{FF2B5EF4-FFF2-40B4-BE49-F238E27FC236}">
                <a16:creationId xmlns:a16="http://schemas.microsoft.com/office/drawing/2014/main" id="{1B6D5B95-51CF-F518-8196-A4D19F6235CE}"/>
              </a:ext>
            </a:extLst>
          </p:cNvPr>
          <p:cNvSpPr/>
          <p:nvPr/>
        </p:nvSpPr>
        <p:spPr>
          <a:xfrm>
            <a:off x="9332260" y="3791164"/>
            <a:ext cx="2859739" cy="3066836"/>
          </a:xfrm>
          <a:custGeom>
            <a:avLst/>
            <a:gdLst>
              <a:gd name="connsiteX0" fmla="*/ 2463597 w 3862696"/>
              <a:gd name="connsiteY0" fmla="*/ 852 h 4142426"/>
              <a:gd name="connsiteX1" fmla="*/ 3855788 w 3862696"/>
              <a:gd name="connsiteY1" fmla="*/ 373889 h 4142426"/>
              <a:gd name="connsiteX2" fmla="*/ 3862696 w 3862696"/>
              <a:gd name="connsiteY2" fmla="*/ 378597 h 4142426"/>
              <a:gd name="connsiteX3" fmla="*/ 3862696 w 3862696"/>
              <a:gd name="connsiteY3" fmla="*/ 4142426 h 4142426"/>
              <a:gd name="connsiteX4" fmla="*/ 582470 w 3862696"/>
              <a:gd name="connsiteY4" fmla="*/ 4142426 h 4142426"/>
              <a:gd name="connsiteX5" fmla="*/ 480247 w 3862696"/>
              <a:gd name="connsiteY5" fmla="*/ 4014728 h 4142426"/>
              <a:gd name="connsiteX6" fmla="*/ 339532 w 3862696"/>
              <a:gd name="connsiteY6" fmla="*/ 3797139 h 4142426"/>
              <a:gd name="connsiteX7" fmla="*/ 1265995 w 3862696"/>
              <a:gd name="connsiteY7" fmla="*/ 339532 h 4142426"/>
              <a:gd name="connsiteX8" fmla="*/ 2463597 w 3862696"/>
              <a:gd name="connsiteY8" fmla="*/ 852 h 414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2696" h="4142426">
                <a:moveTo>
                  <a:pt x="2463597" y="852"/>
                </a:moveTo>
                <a:cubicBezTo>
                  <a:pt x="2953209" y="-11864"/>
                  <a:pt x="3438129" y="118070"/>
                  <a:pt x="3855788" y="373889"/>
                </a:cubicBezTo>
                <a:lnTo>
                  <a:pt x="3862696" y="378597"/>
                </a:lnTo>
                <a:lnTo>
                  <a:pt x="3862696" y="4142426"/>
                </a:lnTo>
                <a:lnTo>
                  <a:pt x="582470" y="4142426"/>
                </a:lnTo>
                <a:lnTo>
                  <a:pt x="480247" y="4014728"/>
                </a:lnTo>
                <a:cubicBezTo>
                  <a:pt x="430218" y="3945359"/>
                  <a:pt x="383217" y="3872803"/>
                  <a:pt x="339532" y="3797139"/>
                </a:cubicBezTo>
                <a:cubicBezTo>
                  <a:pt x="-359424" y="2586512"/>
                  <a:pt x="55368" y="1038488"/>
                  <a:pt x="1265995" y="339532"/>
                </a:cubicBezTo>
                <a:cubicBezTo>
                  <a:pt x="1644316" y="121108"/>
                  <a:pt x="2055586" y="11449"/>
                  <a:pt x="2463597" y="852"/>
                </a:cubicBezTo>
                <a:close/>
              </a:path>
            </a:pathLst>
          </a:custGeom>
          <a:gradFill flip="none" rotWithShape="1">
            <a:gsLst>
              <a:gs pos="7000">
                <a:schemeClr val="accent1">
                  <a:lumMod val="5000"/>
                  <a:lumOff val="95000"/>
                  <a:alpha val="0"/>
                </a:schemeClr>
              </a:gs>
              <a:gs pos="100000">
                <a:schemeClr val="accent1">
                  <a:lumMod val="30000"/>
                  <a:lumOff val="70000"/>
                  <a:alpha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sp>
        <p:nvSpPr>
          <p:cNvPr id="19" name="íš1ídé">
            <a:extLst>
              <a:ext uri="{FF2B5EF4-FFF2-40B4-BE49-F238E27FC236}">
                <a16:creationId xmlns:a16="http://schemas.microsoft.com/office/drawing/2014/main" id="{8C0C7592-9F2E-20FD-4BA9-FF2F16A81030}"/>
              </a:ext>
            </a:extLst>
          </p:cNvPr>
          <p:cNvSpPr/>
          <p:nvPr/>
        </p:nvSpPr>
        <p:spPr>
          <a:xfrm>
            <a:off x="8086072" y="5956300"/>
            <a:ext cx="3138606" cy="901701"/>
          </a:xfrm>
          <a:custGeom>
            <a:avLst/>
            <a:gdLst>
              <a:gd name="connsiteX0" fmla="*/ 1677294 w 3570005"/>
              <a:gd name="connsiteY0" fmla="*/ 2674 h 1025639"/>
              <a:gd name="connsiteX1" fmla="*/ 1888969 w 3570005"/>
              <a:gd name="connsiteY1" fmla="*/ 2685 h 1025639"/>
              <a:gd name="connsiteX2" fmla="*/ 2860682 w 3570005"/>
              <a:gd name="connsiteY2" fmla="*/ 301674 h 1025639"/>
              <a:gd name="connsiteX3" fmla="*/ 3501815 w 3570005"/>
              <a:gd name="connsiteY3" fmla="*/ 915810 h 1025639"/>
              <a:gd name="connsiteX4" fmla="*/ 3570005 w 3570005"/>
              <a:gd name="connsiteY4" fmla="*/ 1025639 h 1025639"/>
              <a:gd name="connsiteX5" fmla="*/ 0 w 3570005"/>
              <a:gd name="connsiteY5" fmla="*/ 1025639 h 1025639"/>
              <a:gd name="connsiteX6" fmla="*/ 18563 w 3570005"/>
              <a:gd name="connsiteY6" fmla="*/ 991614 h 1025639"/>
              <a:gd name="connsiteX7" fmla="*/ 1677294 w 3570005"/>
              <a:gd name="connsiteY7" fmla="*/ 2674 h 102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0005" h="1025639">
                <a:moveTo>
                  <a:pt x="1677294" y="2674"/>
                </a:moveTo>
                <a:cubicBezTo>
                  <a:pt x="1747070" y="-867"/>
                  <a:pt x="1817689" y="-918"/>
                  <a:pt x="1888969" y="2685"/>
                </a:cubicBezTo>
                <a:cubicBezTo>
                  <a:pt x="2245368" y="20699"/>
                  <a:pt x="2576117" y="127935"/>
                  <a:pt x="2860682" y="301674"/>
                </a:cubicBezTo>
                <a:cubicBezTo>
                  <a:pt x="3116790" y="458038"/>
                  <a:pt x="3335490" y="668271"/>
                  <a:pt x="3501815" y="915810"/>
                </a:cubicBezTo>
                <a:lnTo>
                  <a:pt x="3570005" y="1025639"/>
                </a:lnTo>
                <a:lnTo>
                  <a:pt x="0" y="1025639"/>
                </a:lnTo>
                <a:lnTo>
                  <a:pt x="18563" y="991614"/>
                </a:lnTo>
                <a:cubicBezTo>
                  <a:pt x="366041" y="422483"/>
                  <a:pt x="979532" y="38085"/>
                  <a:pt x="1677294" y="2674"/>
                </a:cubicBezTo>
                <a:close/>
              </a:path>
            </a:pathLst>
          </a:custGeom>
          <a:gradFill flip="none" rotWithShape="1">
            <a:gsLst>
              <a:gs pos="7000">
                <a:schemeClr val="accent1">
                  <a:lumMod val="5000"/>
                  <a:lumOff val="95000"/>
                  <a:alpha val="0"/>
                </a:schemeClr>
              </a:gs>
              <a:gs pos="100000">
                <a:schemeClr val="accent1">
                  <a:lumMod val="30000"/>
                  <a:lumOff val="70000"/>
                  <a:alpha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grpSp>
        <p:nvGrpSpPr>
          <p:cNvPr id="4" name="iṩlídé">
            <a:extLst>
              <a:ext uri="{FF2B5EF4-FFF2-40B4-BE49-F238E27FC236}">
                <a16:creationId xmlns:a16="http://schemas.microsoft.com/office/drawing/2014/main" id="{88E2B38B-5266-45D5-68DE-FFE45D8A051B}"/>
              </a:ext>
            </a:extLst>
          </p:cNvPr>
          <p:cNvGrpSpPr/>
          <p:nvPr/>
        </p:nvGrpSpPr>
        <p:grpSpPr>
          <a:xfrm>
            <a:off x="1300383" y="1639885"/>
            <a:ext cx="9398644" cy="3800870"/>
            <a:chOff x="1262283" y="1658935"/>
            <a:chExt cx="9398644" cy="3800870"/>
          </a:xfrm>
        </p:grpSpPr>
        <p:sp>
          <p:nvSpPr>
            <p:cNvPr id="5" name="îsļiḋé">
              <a:extLst>
                <a:ext uri="{FF2B5EF4-FFF2-40B4-BE49-F238E27FC236}">
                  <a16:creationId xmlns:a16="http://schemas.microsoft.com/office/drawing/2014/main" id="{40073CC7-94EA-813F-3E39-F4BB69A72AE2}"/>
                </a:ext>
              </a:extLst>
            </p:cNvPr>
            <p:cNvSpPr/>
            <p:nvPr/>
          </p:nvSpPr>
          <p:spPr>
            <a:xfrm>
              <a:off x="1262283" y="3766365"/>
              <a:ext cx="2963120" cy="1693440"/>
            </a:xfrm>
            <a:prstGeom prst="roundRect">
              <a:avLst>
                <a:gd name="adj" fmla="val 815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îṩ1îdê">
              <a:extLst>
                <a:ext uri="{FF2B5EF4-FFF2-40B4-BE49-F238E27FC236}">
                  <a16:creationId xmlns:a16="http://schemas.microsoft.com/office/drawing/2014/main" id="{F1C74CB8-42FE-A66B-58B7-C45FA7A9170A}"/>
                </a:ext>
              </a:extLst>
            </p:cNvPr>
            <p:cNvSpPr/>
            <p:nvPr/>
          </p:nvSpPr>
          <p:spPr>
            <a:xfrm>
              <a:off x="4480045" y="3766365"/>
              <a:ext cx="2963120" cy="1693440"/>
            </a:xfrm>
            <a:prstGeom prst="roundRect">
              <a:avLst>
                <a:gd name="adj" fmla="val 8158"/>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a:solidFill>
                  <a:schemeClr val="accent1"/>
                </a:solidFill>
              </a:endParaRPr>
            </a:p>
          </p:txBody>
        </p:sp>
        <p:sp>
          <p:nvSpPr>
            <p:cNvPr id="7" name="işḻíḓé">
              <a:extLst>
                <a:ext uri="{FF2B5EF4-FFF2-40B4-BE49-F238E27FC236}">
                  <a16:creationId xmlns:a16="http://schemas.microsoft.com/office/drawing/2014/main" id="{39A66576-7CE3-3160-6ED3-8EF3B9A8D2D5}"/>
                </a:ext>
              </a:extLst>
            </p:cNvPr>
            <p:cNvSpPr/>
            <p:nvPr/>
          </p:nvSpPr>
          <p:spPr>
            <a:xfrm>
              <a:off x="7697807" y="3766365"/>
              <a:ext cx="2963120" cy="1693440"/>
            </a:xfrm>
            <a:prstGeom prst="roundRect">
              <a:avLst>
                <a:gd name="adj" fmla="val 8158"/>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a:solidFill>
                  <a:schemeClr val="accent1"/>
                </a:solidFill>
              </a:endParaRPr>
            </a:p>
          </p:txBody>
        </p:sp>
        <p:sp>
          <p:nvSpPr>
            <p:cNvPr id="8" name="ïṣļïḍé">
              <a:extLst>
                <a:ext uri="{FF2B5EF4-FFF2-40B4-BE49-F238E27FC236}">
                  <a16:creationId xmlns:a16="http://schemas.microsoft.com/office/drawing/2014/main" id="{48B0C00C-125B-1DA4-459A-4B0A61D2091D}"/>
                </a:ext>
              </a:extLst>
            </p:cNvPr>
            <p:cNvSpPr/>
            <p:nvPr/>
          </p:nvSpPr>
          <p:spPr>
            <a:xfrm>
              <a:off x="1262283" y="1810243"/>
              <a:ext cx="2963120" cy="1693440"/>
            </a:xfrm>
            <a:prstGeom prst="roundRect">
              <a:avLst>
                <a:gd name="adj" fmla="val 8158"/>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a:solidFill>
                  <a:schemeClr val="accent1"/>
                </a:solidFill>
              </a:endParaRPr>
            </a:p>
          </p:txBody>
        </p:sp>
        <p:sp>
          <p:nvSpPr>
            <p:cNvPr id="9" name="ïŝḻïďê">
              <a:extLst>
                <a:ext uri="{FF2B5EF4-FFF2-40B4-BE49-F238E27FC236}">
                  <a16:creationId xmlns:a16="http://schemas.microsoft.com/office/drawing/2014/main" id="{D0528E02-8FCD-3A32-8F6C-ECB694709BA8}"/>
                </a:ext>
              </a:extLst>
            </p:cNvPr>
            <p:cNvSpPr txBox="1"/>
            <p:nvPr/>
          </p:nvSpPr>
          <p:spPr>
            <a:xfrm>
              <a:off x="4688392" y="4070903"/>
              <a:ext cx="904415" cy="523220"/>
            </a:xfrm>
            <a:prstGeom prst="rect">
              <a:avLst/>
            </a:prstGeom>
            <a:noFill/>
          </p:spPr>
          <p:txBody>
            <a:bodyPr wrap="none" rtlCol="0">
              <a:spAutoFit/>
            </a:bodyPr>
            <a:lstStyle/>
            <a:p>
              <a:r>
                <a:rPr lang="en-US" altLang="zh-CN" sz="2800" b="1" dirty="0">
                  <a:solidFill>
                    <a:schemeClr val="accent1"/>
                  </a:solidFill>
                </a:rPr>
                <a:t>7</a:t>
              </a:r>
              <a:r>
                <a:rPr kumimoji="0" lang="en-US" altLang="zh-CN" sz="2800" b="1" i="0" u="none" strike="noStrike" kern="1200" cap="none" spc="0" normalizeH="0" baseline="0" noProof="0" dirty="0">
                  <a:ln>
                    <a:noFill/>
                  </a:ln>
                  <a:solidFill>
                    <a:schemeClr val="accent1"/>
                  </a:solidFill>
                  <a:effectLst/>
                  <a:uLnTx/>
                  <a:uFillTx/>
                </a:rPr>
                <a:t>0%</a:t>
              </a:r>
            </a:p>
          </p:txBody>
        </p:sp>
        <p:sp>
          <p:nvSpPr>
            <p:cNvPr id="10" name="îṩľïḑè">
              <a:extLst>
                <a:ext uri="{FF2B5EF4-FFF2-40B4-BE49-F238E27FC236}">
                  <a16:creationId xmlns:a16="http://schemas.microsoft.com/office/drawing/2014/main" id="{9F65B675-BB27-1AE8-053B-A51301C618E2}"/>
                </a:ext>
              </a:extLst>
            </p:cNvPr>
            <p:cNvSpPr txBox="1"/>
            <p:nvPr/>
          </p:nvSpPr>
          <p:spPr>
            <a:xfrm>
              <a:off x="4688391" y="4598610"/>
              <a:ext cx="2525209" cy="629339"/>
            </a:xfrm>
            <a:prstGeom prst="rect">
              <a:avLst/>
            </a:prstGeom>
            <a:noFill/>
          </p:spPr>
          <p:txBody>
            <a:bodyPr wrap="square">
              <a:spAutoFit/>
            </a:bodyPr>
            <a:lstStyle/>
            <a:p>
              <a:pPr>
                <a:lnSpc>
                  <a:spcPct val="120000"/>
                </a:lnSpc>
              </a:pPr>
              <a:r>
                <a:rPr lang="en-US" altLang="zh-CN" sz="1000" dirty="0"/>
                <a:t>Unified fonts make reading more </a:t>
              </a:r>
              <a:r>
                <a:rPr lang="en-US" altLang="zh-CN" sz="1000" dirty="0" err="1"/>
                <a:t>fluent.Copy</a:t>
              </a:r>
              <a:r>
                <a:rPr lang="en-US" altLang="zh-CN" sz="1000" dirty="0"/>
                <a:t> paste fonts. Choose the only </a:t>
              </a:r>
              <a:r>
                <a:rPr lang="en-US" altLang="zh-CN" sz="1000" dirty="0" err="1"/>
                <a:t>optio</a:t>
              </a:r>
              <a:r>
                <a:rPr lang="en-US" altLang="zh-CN" sz="1000" dirty="0"/>
                <a:t> to retain text……</a:t>
              </a:r>
            </a:p>
          </p:txBody>
        </p:sp>
        <p:sp>
          <p:nvSpPr>
            <p:cNvPr id="11" name="îśļíḓé">
              <a:extLst>
                <a:ext uri="{FF2B5EF4-FFF2-40B4-BE49-F238E27FC236}">
                  <a16:creationId xmlns:a16="http://schemas.microsoft.com/office/drawing/2014/main" id="{BA550370-3E4A-2015-0982-C3E129AFAB1F}"/>
                </a:ext>
              </a:extLst>
            </p:cNvPr>
            <p:cNvSpPr txBox="1"/>
            <p:nvPr/>
          </p:nvSpPr>
          <p:spPr>
            <a:xfrm>
              <a:off x="7896049" y="4070903"/>
              <a:ext cx="904415" cy="523220"/>
            </a:xfrm>
            <a:prstGeom prst="rect">
              <a:avLst/>
            </a:prstGeom>
            <a:noFill/>
          </p:spPr>
          <p:txBody>
            <a:bodyPr wrap="none" rtlCol="0">
              <a:spAutoFit/>
            </a:bodyPr>
            <a:lstStyle/>
            <a:p>
              <a:r>
                <a:rPr lang="en-US" altLang="zh-CN" sz="2800" b="1" dirty="0">
                  <a:solidFill>
                    <a:schemeClr val="accent1"/>
                  </a:solidFill>
                </a:rPr>
                <a:t>66</a:t>
              </a:r>
              <a:r>
                <a:rPr kumimoji="0" lang="en-US" altLang="zh-CN" sz="2800" b="1" i="0" u="none" strike="noStrike" kern="1200" cap="none" spc="0" normalizeH="0" baseline="0" noProof="0" dirty="0">
                  <a:ln>
                    <a:noFill/>
                  </a:ln>
                  <a:solidFill>
                    <a:schemeClr val="accent1"/>
                  </a:solidFill>
                  <a:effectLst/>
                  <a:uLnTx/>
                  <a:uFillTx/>
                </a:rPr>
                <a:t>%</a:t>
              </a:r>
            </a:p>
          </p:txBody>
        </p:sp>
        <p:sp>
          <p:nvSpPr>
            <p:cNvPr id="12" name="îSļíďê">
              <a:extLst>
                <a:ext uri="{FF2B5EF4-FFF2-40B4-BE49-F238E27FC236}">
                  <a16:creationId xmlns:a16="http://schemas.microsoft.com/office/drawing/2014/main" id="{0A2487F8-0BF6-6B1F-F255-FB70F2974CCA}"/>
                </a:ext>
              </a:extLst>
            </p:cNvPr>
            <p:cNvSpPr txBox="1"/>
            <p:nvPr/>
          </p:nvSpPr>
          <p:spPr>
            <a:xfrm>
              <a:off x="7896048" y="4598610"/>
              <a:ext cx="2525209" cy="629339"/>
            </a:xfrm>
            <a:prstGeom prst="rect">
              <a:avLst/>
            </a:prstGeom>
            <a:noFill/>
          </p:spPr>
          <p:txBody>
            <a:bodyPr wrap="square">
              <a:spAutoFit/>
            </a:bodyPr>
            <a:lstStyle/>
            <a:p>
              <a:pPr>
                <a:lnSpc>
                  <a:spcPct val="120000"/>
                </a:lnSpc>
              </a:pPr>
              <a:r>
                <a:rPr lang="en-US" altLang="zh-CN" sz="1000" dirty="0"/>
                <a:t>Unified fonts make reading more </a:t>
              </a:r>
              <a:r>
                <a:rPr lang="en-US" altLang="zh-CN" sz="1000" dirty="0" err="1"/>
                <a:t>fluent.Copy</a:t>
              </a:r>
              <a:r>
                <a:rPr lang="en-US" altLang="zh-CN" sz="1000" dirty="0"/>
                <a:t> paste fonts. Choose the only </a:t>
              </a:r>
              <a:r>
                <a:rPr lang="en-US" altLang="zh-CN" sz="1000" dirty="0" err="1"/>
                <a:t>optio</a:t>
              </a:r>
              <a:r>
                <a:rPr lang="en-US" altLang="zh-CN" sz="1000" dirty="0"/>
                <a:t> to retain text……</a:t>
              </a:r>
            </a:p>
          </p:txBody>
        </p:sp>
        <p:sp>
          <p:nvSpPr>
            <p:cNvPr id="13" name="íŝḷîḍè">
              <a:extLst>
                <a:ext uri="{FF2B5EF4-FFF2-40B4-BE49-F238E27FC236}">
                  <a16:creationId xmlns:a16="http://schemas.microsoft.com/office/drawing/2014/main" id="{25244C35-754A-5880-D0BD-7D6FC58C3FDF}"/>
                </a:ext>
              </a:extLst>
            </p:cNvPr>
            <p:cNvSpPr txBox="1"/>
            <p:nvPr/>
          </p:nvSpPr>
          <p:spPr>
            <a:xfrm>
              <a:off x="1531073" y="4070903"/>
              <a:ext cx="904415" cy="523220"/>
            </a:xfrm>
            <a:prstGeom prst="rect">
              <a:avLst/>
            </a:prstGeom>
            <a:noFill/>
          </p:spPr>
          <p:txBody>
            <a:bodyPr wrap="none" rtlCol="0">
              <a:spAutoFit/>
            </a:bodyPr>
            <a:lstStyle/>
            <a:p>
              <a:r>
                <a:rPr kumimoji="0" lang="en-US" altLang="zh-CN" sz="2800" b="1" i="0" u="none" strike="noStrike" kern="1200" cap="none" spc="0" normalizeH="0" baseline="0" noProof="0" dirty="0">
                  <a:ln>
                    <a:noFill/>
                  </a:ln>
                  <a:solidFill>
                    <a:srgbClr val="FFFFFF"/>
                  </a:solidFill>
                  <a:effectLst/>
                  <a:uLnTx/>
                  <a:uFillTx/>
                </a:rPr>
                <a:t>20%</a:t>
              </a:r>
            </a:p>
          </p:txBody>
        </p:sp>
        <p:sp>
          <p:nvSpPr>
            <p:cNvPr id="14" name="ïṣḷïdè">
              <a:extLst>
                <a:ext uri="{FF2B5EF4-FFF2-40B4-BE49-F238E27FC236}">
                  <a16:creationId xmlns:a16="http://schemas.microsoft.com/office/drawing/2014/main" id="{2BFB2514-C336-5A6C-4903-F7E69AFAA910}"/>
                </a:ext>
              </a:extLst>
            </p:cNvPr>
            <p:cNvSpPr txBox="1"/>
            <p:nvPr/>
          </p:nvSpPr>
          <p:spPr>
            <a:xfrm>
              <a:off x="1531072" y="4598610"/>
              <a:ext cx="2525209" cy="629339"/>
            </a:xfrm>
            <a:prstGeom prst="rect">
              <a:avLst/>
            </a:prstGeom>
            <a:noFill/>
          </p:spPr>
          <p:txBody>
            <a:bodyPr wrap="square">
              <a:spAutoFit/>
            </a:bodyPr>
            <a:lstStyle/>
            <a:p>
              <a:pPr>
                <a:lnSpc>
                  <a:spcPct val="120000"/>
                </a:lnSpc>
              </a:pPr>
              <a:r>
                <a:rPr lang="en-US" altLang="zh-CN" sz="1000" dirty="0">
                  <a:solidFill>
                    <a:srgbClr val="FFFFFF"/>
                  </a:solidFill>
                </a:rPr>
                <a:t>Unified fonts make reading more </a:t>
              </a:r>
              <a:r>
                <a:rPr lang="en-US" altLang="zh-CN" sz="1000" dirty="0" err="1">
                  <a:solidFill>
                    <a:srgbClr val="FFFFFF"/>
                  </a:solidFill>
                </a:rPr>
                <a:t>fluent.Copy</a:t>
              </a:r>
              <a:r>
                <a:rPr lang="en-US" altLang="zh-CN" sz="1000" dirty="0">
                  <a:solidFill>
                    <a:srgbClr val="FFFFFF"/>
                  </a:solidFill>
                </a:rPr>
                <a:t> paste fonts. Choose the only </a:t>
              </a:r>
              <a:r>
                <a:rPr lang="en-US" altLang="zh-CN" sz="1000" dirty="0" err="1">
                  <a:solidFill>
                    <a:srgbClr val="FFFFFF"/>
                  </a:solidFill>
                </a:rPr>
                <a:t>optio</a:t>
              </a:r>
              <a:r>
                <a:rPr lang="en-US" altLang="zh-CN" sz="1000" dirty="0">
                  <a:solidFill>
                    <a:srgbClr val="FFFFFF"/>
                  </a:solidFill>
                </a:rPr>
                <a:t> to retain text……</a:t>
              </a:r>
            </a:p>
          </p:txBody>
        </p:sp>
        <p:sp>
          <p:nvSpPr>
            <p:cNvPr id="15" name="îṧľidé">
              <a:extLst>
                <a:ext uri="{FF2B5EF4-FFF2-40B4-BE49-F238E27FC236}">
                  <a16:creationId xmlns:a16="http://schemas.microsoft.com/office/drawing/2014/main" id="{180F851B-BB2A-6AFD-ADD5-498935EDF8A6}"/>
                </a:ext>
              </a:extLst>
            </p:cNvPr>
            <p:cNvSpPr txBox="1"/>
            <p:nvPr/>
          </p:nvSpPr>
          <p:spPr>
            <a:xfrm>
              <a:off x="1531073" y="2085027"/>
              <a:ext cx="904415" cy="523220"/>
            </a:xfrm>
            <a:prstGeom prst="rect">
              <a:avLst/>
            </a:prstGeom>
            <a:noFill/>
          </p:spPr>
          <p:txBody>
            <a:bodyPr wrap="none" rtlCol="0">
              <a:spAutoFit/>
            </a:bodyPr>
            <a:lstStyle/>
            <a:p>
              <a:r>
                <a:rPr kumimoji="0" lang="en-US" altLang="zh-CN" sz="2800" b="1" i="0" u="none" strike="noStrike" kern="1200" cap="none" spc="0" normalizeH="0" baseline="0" noProof="0" dirty="0">
                  <a:ln>
                    <a:noFill/>
                  </a:ln>
                  <a:solidFill>
                    <a:schemeClr val="accent1"/>
                  </a:solidFill>
                  <a:effectLst/>
                  <a:uLnTx/>
                  <a:uFillTx/>
                </a:rPr>
                <a:t>80%</a:t>
              </a:r>
            </a:p>
          </p:txBody>
        </p:sp>
        <p:sp>
          <p:nvSpPr>
            <p:cNvPr id="16" name="îśľîḓè">
              <a:extLst>
                <a:ext uri="{FF2B5EF4-FFF2-40B4-BE49-F238E27FC236}">
                  <a16:creationId xmlns:a16="http://schemas.microsoft.com/office/drawing/2014/main" id="{43C8C3AC-A701-BB99-A5F7-87068E3434C0}"/>
                </a:ext>
              </a:extLst>
            </p:cNvPr>
            <p:cNvSpPr txBox="1"/>
            <p:nvPr/>
          </p:nvSpPr>
          <p:spPr>
            <a:xfrm>
              <a:off x="1531072" y="2612734"/>
              <a:ext cx="2525209" cy="629339"/>
            </a:xfrm>
            <a:prstGeom prst="rect">
              <a:avLst/>
            </a:prstGeom>
            <a:noFill/>
          </p:spPr>
          <p:txBody>
            <a:bodyPr wrap="square">
              <a:spAutoFit/>
            </a:bodyPr>
            <a:lstStyle/>
            <a:p>
              <a:pPr>
                <a:lnSpc>
                  <a:spcPct val="120000"/>
                </a:lnSpc>
              </a:pPr>
              <a:r>
                <a:rPr lang="en-US" altLang="zh-CN" sz="1000" dirty="0"/>
                <a:t>Unified fonts make reading more </a:t>
              </a:r>
              <a:r>
                <a:rPr lang="en-US" altLang="zh-CN" sz="1000" dirty="0" err="1"/>
                <a:t>fluent.Copy</a:t>
              </a:r>
              <a:r>
                <a:rPr lang="en-US" altLang="zh-CN" sz="1000" dirty="0"/>
                <a:t> paste fonts. Choose the only </a:t>
              </a:r>
              <a:r>
                <a:rPr lang="en-US" altLang="zh-CN" sz="1000" dirty="0" err="1"/>
                <a:t>optio</a:t>
              </a:r>
              <a:r>
                <a:rPr lang="en-US" altLang="zh-CN" sz="1000" dirty="0"/>
                <a:t> to retain text……</a:t>
              </a:r>
            </a:p>
          </p:txBody>
        </p:sp>
        <p:sp>
          <p:nvSpPr>
            <p:cNvPr id="17" name="iśḻiḍè">
              <a:extLst>
                <a:ext uri="{FF2B5EF4-FFF2-40B4-BE49-F238E27FC236}">
                  <a16:creationId xmlns:a16="http://schemas.microsoft.com/office/drawing/2014/main" id="{89A51B4B-262B-581B-7E06-7DDFA8B19F0D}"/>
                </a:ext>
              </a:extLst>
            </p:cNvPr>
            <p:cNvSpPr txBox="1"/>
            <p:nvPr/>
          </p:nvSpPr>
          <p:spPr>
            <a:xfrm>
              <a:off x="4480045" y="1658935"/>
              <a:ext cx="6180882" cy="1375404"/>
            </a:xfrm>
            <a:prstGeom prst="rect">
              <a:avLst/>
            </a:prstGeom>
            <a:noFill/>
            <a:ln>
              <a:noFill/>
            </a:ln>
          </p:spPr>
          <p:txBody>
            <a:bodyPr wrap="square" lIns="91440" tIns="45720" rIns="91440" bIns="45720" anchor="ctr" anchorCtr="0">
              <a:normAutofit/>
            </a:bodyPr>
            <a:lstStyle/>
            <a:p>
              <a:pPr marL="0" marR="0" lvl="0" indent="0" defTabSz="913765" rtl="0" eaLnBrk="1" fontAlgn="auto" latinLnBrk="0" hangingPunct="1">
                <a:lnSpc>
                  <a:spcPct val="100000"/>
                </a:lnSpc>
                <a:spcBef>
                  <a:spcPts val="0"/>
                </a:spcBef>
                <a:spcAft>
                  <a:spcPts val="0"/>
                </a:spcAft>
                <a:buClrTx/>
                <a:buSzPct val="25000"/>
                <a:buFontTx/>
                <a:buNone/>
                <a:defRPr/>
              </a:pPr>
              <a:r>
                <a:rPr kumimoji="0" lang="en-US" sz="2800" b="1" i="0" u="none" strike="noStrike" kern="1200" cap="none" spc="0" normalizeH="0" baseline="0" noProof="0" dirty="0">
                  <a:ln>
                    <a:noFill/>
                  </a:ln>
                  <a:solidFill>
                    <a:schemeClr val="accent1"/>
                  </a:solidFill>
                  <a:effectLst/>
                  <a:uLnTx/>
                  <a:uFillTx/>
                </a:rPr>
                <a:t>Unified</a:t>
              </a:r>
              <a:r>
                <a:rPr kumimoji="0" lang="en-US" sz="2800" b="1" i="0" u="none" strike="noStrike" kern="1200" cap="none" spc="0" normalizeH="0" baseline="0" noProof="0" dirty="0">
                  <a:ln>
                    <a:noFill/>
                  </a:ln>
                  <a:effectLst/>
                  <a:uLnTx/>
                  <a:uFillTx/>
                </a:rPr>
                <a:t> </a:t>
              </a:r>
              <a:r>
                <a:rPr kumimoji="0" lang="en-US" sz="2800" b="1" i="0" u="none" strike="noStrike" kern="1200" cap="none" spc="0" normalizeH="0" baseline="0" noProof="0" dirty="0">
                  <a:ln>
                    <a:noFill/>
                  </a:ln>
                  <a:solidFill>
                    <a:schemeClr val="tx1">
                      <a:lumMod val="85000"/>
                      <a:lumOff val="15000"/>
                    </a:schemeClr>
                  </a:solidFill>
                  <a:effectLst/>
                  <a:uLnTx/>
                  <a:uFillTx/>
                </a:rPr>
                <a:t>fonts make reading more fluent.</a:t>
              </a:r>
            </a:p>
          </p:txBody>
        </p:sp>
      </p:grpSp>
    </p:spTree>
    <p:custDataLst>
      <p:tags r:id="rId1"/>
    </p:custDataLst>
    <p:extLst>
      <p:ext uri="{BB962C8B-B14F-4D97-AF65-F5344CB8AC3E}">
        <p14:creationId xmlns:p14="http://schemas.microsoft.com/office/powerpoint/2010/main" val="1631837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íšlíḓè"/>
        <p:cNvGrpSpPr/>
        <p:nvPr/>
      </p:nvGrpSpPr>
      <p:grpSpPr>
        <a:xfrm>
          <a:off x="0" y="0"/>
          <a:ext cx="0" cy="0"/>
          <a:chOff x="0" y="0"/>
          <a:chExt cx="0" cy="0"/>
        </a:xfrm>
      </p:grpSpPr>
      <p:grpSp>
        <p:nvGrpSpPr>
          <p:cNvPr id="4" name="îṥľídê">
            <a:extLst>
              <a:ext uri="{FF2B5EF4-FFF2-40B4-BE49-F238E27FC236}">
                <a16:creationId xmlns:a16="http://schemas.microsoft.com/office/drawing/2014/main" id="{F224CE99-B83D-A979-1ED4-378E854FDC67}"/>
              </a:ext>
            </a:extLst>
          </p:cNvPr>
          <p:cNvGrpSpPr>
            <a:grpSpLocks noChangeAspect="1"/>
          </p:cNvGrpSpPr>
          <p:nvPr/>
        </p:nvGrpSpPr>
        <p:grpSpPr>
          <a:xfrm>
            <a:off x="602669" y="1357979"/>
            <a:ext cx="11589331" cy="5227892"/>
            <a:chOff x="631535" y="707190"/>
            <a:chExt cx="11589331" cy="5227892"/>
          </a:xfrm>
        </p:grpSpPr>
        <p:graphicFrame>
          <p:nvGraphicFramePr>
            <p:cNvPr id="5" name="iṧľïďe">
              <a:extLst>
                <a:ext uri="{FF2B5EF4-FFF2-40B4-BE49-F238E27FC236}">
                  <a16:creationId xmlns:a16="http://schemas.microsoft.com/office/drawing/2014/main" id="{059CF28A-36F1-679E-8323-AA15F6E70BFB}"/>
                </a:ext>
              </a:extLst>
            </p:cNvPr>
            <p:cNvGraphicFramePr/>
            <p:nvPr>
              <p:extLst>
                <p:ext uri="{D42A27DB-BD31-4B8C-83A1-F6EECF244321}">
                  <p14:modId xmlns:p14="http://schemas.microsoft.com/office/powerpoint/2010/main" val="1948481190"/>
                </p:ext>
              </p:extLst>
            </p:nvPr>
          </p:nvGraphicFramePr>
          <p:xfrm>
            <a:off x="631535" y="707190"/>
            <a:ext cx="10496713" cy="3044448"/>
          </p:xfrm>
          <a:graphic>
            <a:graphicData uri="http://schemas.openxmlformats.org/drawingml/2006/chart">
              <c:chart xmlns:c="http://schemas.openxmlformats.org/drawingml/2006/chart" xmlns:r="http://schemas.openxmlformats.org/officeDocument/2006/relationships" r:id="rId3"/>
            </a:graphicData>
          </a:graphic>
        </p:graphicFrame>
        <p:sp>
          <p:nvSpPr>
            <p:cNvPr id="6" name="ísḻiḑê">
              <a:extLst>
                <a:ext uri="{FF2B5EF4-FFF2-40B4-BE49-F238E27FC236}">
                  <a16:creationId xmlns:a16="http://schemas.microsoft.com/office/drawing/2014/main" id="{E477EFB3-A6F4-49D8-F850-2510BCA9D117}"/>
                </a:ext>
              </a:extLst>
            </p:cNvPr>
            <p:cNvSpPr txBox="1"/>
            <p:nvPr/>
          </p:nvSpPr>
          <p:spPr>
            <a:xfrm>
              <a:off x="9774423" y="4175796"/>
              <a:ext cx="2446443" cy="369332"/>
            </a:xfrm>
            <a:prstGeom prst="rect">
              <a:avLst/>
            </a:prstGeom>
            <a:noFill/>
          </p:spPr>
          <p:txBody>
            <a:bodyPr wrap="square" rtlCol="0" anchor="b">
              <a:spAutoFit/>
            </a:bodyPr>
            <a:lstStyle/>
            <a:p>
              <a:r>
                <a:rPr lang="en-US" altLang="zh-CN" b="1" dirty="0">
                  <a:solidFill>
                    <a:schemeClr val="accent1"/>
                  </a:solidFill>
                  <a:effectLst>
                    <a:outerShdw blurRad="152400" dist="76200" dir="5400000" algn="ctr" rotWithShape="0">
                      <a:schemeClr val="accent4">
                        <a:lumMod val="75000"/>
                        <a:alpha val="10000"/>
                      </a:schemeClr>
                    </a:outerShdw>
                  </a:effectLst>
                </a:rPr>
                <a:t>+ 4365</a:t>
              </a:r>
            </a:p>
          </p:txBody>
        </p:sp>
        <p:sp>
          <p:nvSpPr>
            <p:cNvPr id="7" name="íṣľïḑe">
              <a:extLst>
                <a:ext uri="{FF2B5EF4-FFF2-40B4-BE49-F238E27FC236}">
                  <a16:creationId xmlns:a16="http://schemas.microsoft.com/office/drawing/2014/main" id="{335EB22D-582B-B842-061B-0F5B328CCE58}"/>
                </a:ext>
              </a:extLst>
            </p:cNvPr>
            <p:cNvSpPr txBox="1"/>
            <p:nvPr/>
          </p:nvSpPr>
          <p:spPr>
            <a:xfrm>
              <a:off x="9774423" y="4573562"/>
              <a:ext cx="2446443" cy="304763"/>
            </a:xfrm>
            <a:prstGeom prst="rect">
              <a:avLst/>
            </a:prstGeom>
            <a:noFill/>
          </p:spPr>
          <p:txBody>
            <a:bodyPr wrap="square" rtlCol="0">
              <a:spAutoFit/>
            </a:bodyPr>
            <a:lstStyle/>
            <a:p>
              <a:pPr defTabSz="913765">
                <a:lnSpc>
                  <a:spcPct val="150000"/>
                </a:lnSpc>
                <a:buSzPct val="25000"/>
                <a:defRPr/>
              </a:pPr>
              <a:r>
                <a:rPr lang="en-US" altLang="zh-CN" sz="1050" dirty="0">
                  <a:solidFill>
                    <a:schemeClr val="tx1">
                      <a:lumMod val="95000"/>
                      <a:lumOff val="5000"/>
                      <a:alpha val="50000"/>
                    </a:schemeClr>
                  </a:solidFill>
                </a:rPr>
                <a:t>Supporting text here</a:t>
              </a:r>
            </a:p>
          </p:txBody>
        </p:sp>
        <p:sp>
          <p:nvSpPr>
            <p:cNvPr id="8" name="î$1ïḑè">
              <a:extLst>
                <a:ext uri="{FF2B5EF4-FFF2-40B4-BE49-F238E27FC236}">
                  <a16:creationId xmlns:a16="http://schemas.microsoft.com/office/drawing/2014/main" id="{87A62D4B-2B71-E030-A36C-02C579DCB687}"/>
                </a:ext>
              </a:extLst>
            </p:cNvPr>
            <p:cNvSpPr txBox="1"/>
            <p:nvPr/>
          </p:nvSpPr>
          <p:spPr>
            <a:xfrm>
              <a:off x="9774423" y="5202160"/>
              <a:ext cx="2446443" cy="369332"/>
            </a:xfrm>
            <a:prstGeom prst="rect">
              <a:avLst/>
            </a:prstGeom>
            <a:noFill/>
          </p:spPr>
          <p:txBody>
            <a:bodyPr wrap="square" rtlCol="0" anchor="b">
              <a:spAutoFit/>
            </a:bodyPr>
            <a:lstStyle/>
            <a:p>
              <a:r>
                <a:rPr lang="en-US" altLang="zh-CN" b="1" dirty="0">
                  <a:solidFill>
                    <a:schemeClr val="accent1"/>
                  </a:solidFill>
                  <a:effectLst>
                    <a:outerShdw blurRad="152400" dist="76200" dir="5400000" algn="ctr" rotWithShape="0">
                      <a:schemeClr val="accent4">
                        <a:lumMod val="75000"/>
                        <a:alpha val="10000"/>
                      </a:schemeClr>
                    </a:outerShdw>
                  </a:effectLst>
                </a:rPr>
                <a:t>- 2457</a:t>
              </a:r>
            </a:p>
          </p:txBody>
        </p:sp>
        <p:sp>
          <p:nvSpPr>
            <p:cNvPr id="9" name="ïSlîḍè">
              <a:extLst>
                <a:ext uri="{FF2B5EF4-FFF2-40B4-BE49-F238E27FC236}">
                  <a16:creationId xmlns:a16="http://schemas.microsoft.com/office/drawing/2014/main" id="{6738A051-80EA-6C24-FED8-5F22F41DAB79}"/>
                </a:ext>
              </a:extLst>
            </p:cNvPr>
            <p:cNvSpPr txBox="1"/>
            <p:nvPr/>
          </p:nvSpPr>
          <p:spPr>
            <a:xfrm>
              <a:off x="9774423" y="5599926"/>
              <a:ext cx="2446443" cy="335156"/>
            </a:xfrm>
            <a:prstGeom prst="rect">
              <a:avLst/>
            </a:prstGeom>
            <a:noFill/>
          </p:spPr>
          <p:txBody>
            <a:bodyPr wrap="square" rtlCol="0">
              <a:spAutoFit/>
            </a:bodyPr>
            <a:lstStyle/>
            <a:p>
              <a:pPr>
                <a:lnSpc>
                  <a:spcPct val="150000"/>
                </a:lnSpc>
                <a:buSzPct val="25000"/>
                <a:defRPr/>
              </a:pPr>
              <a:r>
                <a:rPr lang="en-US" altLang="zh-CN" sz="1200" dirty="0">
                  <a:solidFill>
                    <a:schemeClr val="tx1">
                      <a:alpha val="50000"/>
                    </a:schemeClr>
                  </a:solidFill>
                </a:rPr>
                <a:t>Supporting text here</a:t>
              </a:r>
            </a:p>
          </p:txBody>
        </p:sp>
        <p:sp>
          <p:nvSpPr>
            <p:cNvPr id="10" name="íşļïḋé">
              <a:extLst>
                <a:ext uri="{FF2B5EF4-FFF2-40B4-BE49-F238E27FC236}">
                  <a16:creationId xmlns:a16="http://schemas.microsoft.com/office/drawing/2014/main" id="{2D54F74C-D539-7EE2-6671-44F0F39ED587}"/>
                </a:ext>
              </a:extLst>
            </p:cNvPr>
            <p:cNvSpPr txBox="1"/>
            <p:nvPr/>
          </p:nvSpPr>
          <p:spPr>
            <a:xfrm>
              <a:off x="631535" y="4148667"/>
              <a:ext cx="3340400" cy="307777"/>
            </a:xfrm>
            <a:prstGeom prst="rect">
              <a:avLst/>
            </a:prstGeom>
            <a:noFill/>
            <a:effectLst/>
          </p:spPr>
          <p:txBody>
            <a:bodyPr wrap="square" rtlCol="0">
              <a:spAutoFit/>
            </a:bodyPr>
            <a:lstStyle>
              <a:defPPr>
                <a:defRPr lang="zh-CN"/>
              </a:defPPr>
              <a:lvl1pPr>
                <a:defRPr sz="1400" b="1" i="0">
                  <a:gradFill>
                    <a:gsLst>
                      <a:gs pos="0">
                        <a:schemeClr val="accent4">
                          <a:lumMod val="60000"/>
                          <a:lumOff val="40000"/>
                        </a:schemeClr>
                      </a:gs>
                      <a:gs pos="60000">
                        <a:schemeClr val="accent4"/>
                      </a:gs>
                    </a:gsLst>
                    <a:lin ang="2700000" scaled="0"/>
                  </a:gradFill>
                  <a:effectLst>
                    <a:outerShdw blurRad="76200" dist="50800" dir="5400000" algn="ctr" rotWithShape="0">
                      <a:schemeClr val="accent4">
                        <a:alpha val="20000"/>
                      </a:schemeClr>
                    </a:outerShdw>
                  </a:effectLst>
                </a:defRPr>
              </a:lvl1pPr>
            </a:lstStyle>
            <a:p>
              <a:r>
                <a:rPr lang="en-US" altLang="zh-CN" dirty="0">
                  <a:solidFill>
                    <a:schemeClr val="tx1"/>
                  </a:solidFill>
                  <a:effectLst/>
                </a:rPr>
                <a:t>TEXT HERE</a:t>
              </a:r>
            </a:p>
          </p:txBody>
        </p:sp>
        <p:sp>
          <p:nvSpPr>
            <p:cNvPr id="11" name="ïṩḻiďé">
              <a:extLst>
                <a:ext uri="{FF2B5EF4-FFF2-40B4-BE49-F238E27FC236}">
                  <a16:creationId xmlns:a16="http://schemas.microsoft.com/office/drawing/2014/main" id="{2A1EC69C-09A9-5D9C-2E8D-176519DC043C}"/>
                </a:ext>
              </a:extLst>
            </p:cNvPr>
            <p:cNvSpPr txBox="1"/>
            <p:nvPr/>
          </p:nvSpPr>
          <p:spPr>
            <a:xfrm>
              <a:off x="631535" y="4469518"/>
              <a:ext cx="3340400" cy="304763"/>
            </a:xfrm>
            <a:prstGeom prst="rect">
              <a:avLst/>
            </a:prstGeom>
            <a:noFill/>
          </p:spPr>
          <p:txBody>
            <a:bodyPr wrap="square" rtlCol="0">
              <a:spAutoFit/>
            </a:bodyPr>
            <a:lstStyle>
              <a:defPPr>
                <a:defRPr lang="zh-CN"/>
              </a:defPPr>
              <a:lvl1pPr>
                <a:lnSpc>
                  <a:spcPct val="150000"/>
                </a:lnSpc>
                <a:defRPr kumimoji="0" sz="900" i="0" u="none" strike="noStrike" cap="none" spc="0" normalizeH="0" baseline="0">
                  <a:ln>
                    <a:noFill/>
                  </a:ln>
                  <a:effectLst/>
                  <a:uLnTx/>
                  <a:uFillTx/>
                </a:defRPr>
              </a:lvl1pPr>
            </a:lstStyle>
            <a:p>
              <a:pPr defTabSz="913765">
                <a:buSzPct val="25000"/>
                <a:defRPr/>
              </a:pPr>
              <a:r>
                <a:rPr lang="en-US" sz="1050" dirty="0">
                  <a:solidFill>
                    <a:schemeClr val="tx1">
                      <a:lumMod val="95000"/>
                      <a:lumOff val="5000"/>
                      <a:alpha val="50000"/>
                    </a:schemeClr>
                  </a:solidFill>
                </a:rPr>
                <a:t>Adjust the spacing to adapt to Chinese typesetting</a:t>
              </a:r>
            </a:p>
          </p:txBody>
        </p:sp>
        <p:sp>
          <p:nvSpPr>
            <p:cNvPr id="12" name="îṥḻíḓé">
              <a:extLst>
                <a:ext uri="{FF2B5EF4-FFF2-40B4-BE49-F238E27FC236}">
                  <a16:creationId xmlns:a16="http://schemas.microsoft.com/office/drawing/2014/main" id="{0D195CF0-7694-78EF-CECF-2AC9E6ECDDD4}"/>
                </a:ext>
              </a:extLst>
            </p:cNvPr>
            <p:cNvSpPr txBox="1"/>
            <p:nvPr/>
          </p:nvSpPr>
          <p:spPr>
            <a:xfrm>
              <a:off x="631535" y="5198440"/>
              <a:ext cx="3340400" cy="307777"/>
            </a:xfrm>
            <a:prstGeom prst="rect">
              <a:avLst/>
            </a:prstGeom>
            <a:noFill/>
            <a:effectLst/>
          </p:spPr>
          <p:txBody>
            <a:bodyPr wrap="square" rtlCol="0">
              <a:spAutoFit/>
            </a:bodyPr>
            <a:lstStyle>
              <a:defPPr>
                <a:defRPr lang="zh-CN"/>
              </a:defPPr>
              <a:lvl1pPr>
                <a:defRPr sz="1400" b="1" i="0">
                  <a:gradFill>
                    <a:gsLst>
                      <a:gs pos="0">
                        <a:schemeClr val="accent4">
                          <a:lumMod val="60000"/>
                          <a:lumOff val="40000"/>
                        </a:schemeClr>
                      </a:gs>
                      <a:gs pos="60000">
                        <a:schemeClr val="accent4"/>
                      </a:gs>
                    </a:gsLst>
                    <a:lin ang="2700000" scaled="0"/>
                  </a:gradFill>
                  <a:effectLst>
                    <a:outerShdw blurRad="76200" dist="50800" dir="5400000" algn="ctr" rotWithShape="0">
                      <a:schemeClr val="accent4">
                        <a:alpha val="20000"/>
                      </a:schemeClr>
                    </a:outerShdw>
                  </a:effectLst>
                </a:defRPr>
              </a:lvl1pPr>
            </a:lstStyle>
            <a:p>
              <a:r>
                <a:rPr lang="en-US" altLang="zh-CN" dirty="0">
                  <a:solidFill>
                    <a:schemeClr val="tx1"/>
                  </a:solidFill>
                  <a:effectLst/>
                </a:rPr>
                <a:t>TEXT HERE</a:t>
              </a:r>
            </a:p>
          </p:txBody>
        </p:sp>
        <p:sp>
          <p:nvSpPr>
            <p:cNvPr id="13" name="ïšḻíḓê">
              <a:extLst>
                <a:ext uri="{FF2B5EF4-FFF2-40B4-BE49-F238E27FC236}">
                  <a16:creationId xmlns:a16="http://schemas.microsoft.com/office/drawing/2014/main" id="{B37A207D-427C-469B-2007-9CFACAF3F52A}"/>
                </a:ext>
              </a:extLst>
            </p:cNvPr>
            <p:cNvSpPr txBox="1"/>
            <p:nvPr/>
          </p:nvSpPr>
          <p:spPr>
            <a:xfrm>
              <a:off x="631535" y="5519291"/>
              <a:ext cx="3340400" cy="304763"/>
            </a:xfrm>
            <a:prstGeom prst="rect">
              <a:avLst/>
            </a:prstGeom>
            <a:noFill/>
          </p:spPr>
          <p:txBody>
            <a:bodyPr wrap="square" rtlCol="0">
              <a:spAutoFit/>
            </a:bodyPr>
            <a:lstStyle>
              <a:defPPr>
                <a:defRPr lang="zh-CN"/>
              </a:defPPr>
              <a:lvl1pPr>
                <a:lnSpc>
                  <a:spcPct val="150000"/>
                </a:lnSpc>
                <a:defRPr kumimoji="0" sz="900" i="0" u="none" strike="noStrike" cap="none" spc="0" normalizeH="0" baseline="0">
                  <a:ln>
                    <a:noFill/>
                  </a:ln>
                  <a:effectLst/>
                  <a:uLnTx/>
                  <a:uFillTx/>
                </a:defRPr>
              </a:lvl1pPr>
            </a:lstStyle>
            <a:p>
              <a:pPr defTabSz="913765">
                <a:buSzPct val="25000"/>
                <a:defRPr/>
              </a:pPr>
              <a:r>
                <a:rPr lang="en-US" altLang="zh-CN" sz="1050" dirty="0">
                  <a:solidFill>
                    <a:schemeClr val="tx1">
                      <a:lumMod val="95000"/>
                      <a:lumOff val="5000"/>
                      <a:alpha val="50000"/>
                    </a:schemeClr>
                  </a:solidFill>
                </a:rPr>
                <a:t>Adjust the spacing to adapt to Chinese typesetting</a:t>
              </a:r>
            </a:p>
          </p:txBody>
        </p:sp>
      </p:grpSp>
    </p:spTree>
    <p:custDataLst>
      <p:tags r:id="rId1"/>
    </p:custDataLst>
    <p:extLst>
      <p:ext uri="{BB962C8B-B14F-4D97-AF65-F5344CB8AC3E}">
        <p14:creationId xmlns:p14="http://schemas.microsoft.com/office/powerpoint/2010/main" val="3857574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ïṡlïḋê"/>
        <p:cNvGrpSpPr/>
        <p:nvPr/>
      </p:nvGrpSpPr>
      <p:grpSpPr>
        <a:xfrm>
          <a:off x="0" y="0"/>
          <a:ext cx="0" cy="0"/>
          <a:chOff x="0" y="0"/>
          <a:chExt cx="0" cy="0"/>
        </a:xfrm>
      </p:grpSpPr>
      <p:graphicFrame>
        <p:nvGraphicFramePr>
          <p:cNvPr id="4" name="íṡľîďe">
            <a:extLst>
              <a:ext uri="{FF2B5EF4-FFF2-40B4-BE49-F238E27FC236}">
                <a16:creationId xmlns:a16="http://schemas.microsoft.com/office/drawing/2014/main" id="{362C6750-5ED6-899D-D6D4-10C22E3473BE}"/>
              </a:ext>
            </a:extLst>
          </p:cNvPr>
          <p:cNvGraphicFramePr>
            <a:graphicFrameLocks noGrp="1"/>
          </p:cNvGraphicFramePr>
          <p:nvPr>
            <p:extLst>
              <p:ext uri="{D42A27DB-BD31-4B8C-83A1-F6EECF244321}">
                <p14:modId xmlns:p14="http://schemas.microsoft.com/office/powerpoint/2010/main" val="3198949019"/>
              </p:ext>
            </p:extLst>
          </p:nvPr>
        </p:nvGraphicFramePr>
        <p:xfrm>
          <a:off x="673100" y="2791877"/>
          <a:ext cx="10845799" cy="3342223"/>
        </p:xfrm>
        <a:graphic>
          <a:graphicData uri="http://schemas.openxmlformats.org/drawingml/2006/table">
            <a:tbl>
              <a:tblPr firstRow="1" bandRow="1">
                <a:tableStyleId>{E8034E78-7F5D-4C2E-B375-FC64B27BC917}</a:tableStyleId>
              </a:tblPr>
              <a:tblGrid>
                <a:gridCol w="770663">
                  <a:extLst>
                    <a:ext uri="{9D8B030D-6E8A-4147-A177-3AD203B41FA5}">
                      <a16:colId xmlns:a16="http://schemas.microsoft.com/office/drawing/2014/main" val="1468096354"/>
                    </a:ext>
                  </a:extLst>
                </a:gridCol>
                <a:gridCol w="2524974">
                  <a:extLst>
                    <a:ext uri="{9D8B030D-6E8A-4147-A177-3AD203B41FA5}">
                      <a16:colId xmlns:a16="http://schemas.microsoft.com/office/drawing/2014/main" val="1237564200"/>
                    </a:ext>
                  </a:extLst>
                </a:gridCol>
                <a:gridCol w="2524974">
                  <a:extLst>
                    <a:ext uri="{9D8B030D-6E8A-4147-A177-3AD203B41FA5}">
                      <a16:colId xmlns:a16="http://schemas.microsoft.com/office/drawing/2014/main" val="1402997039"/>
                    </a:ext>
                  </a:extLst>
                </a:gridCol>
                <a:gridCol w="2538265">
                  <a:extLst>
                    <a:ext uri="{9D8B030D-6E8A-4147-A177-3AD203B41FA5}">
                      <a16:colId xmlns:a16="http://schemas.microsoft.com/office/drawing/2014/main" val="3613636216"/>
                    </a:ext>
                  </a:extLst>
                </a:gridCol>
                <a:gridCol w="2486923">
                  <a:extLst>
                    <a:ext uri="{9D8B030D-6E8A-4147-A177-3AD203B41FA5}">
                      <a16:colId xmlns:a16="http://schemas.microsoft.com/office/drawing/2014/main" val="2378357999"/>
                    </a:ext>
                  </a:extLst>
                </a:gridCol>
              </a:tblGrid>
              <a:tr h="569059">
                <a:tc>
                  <a:txBody>
                    <a:bodyPr/>
                    <a:lstStyle/>
                    <a:p>
                      <a:endParaRPr lang="zh-CN" altLang="en-US" sz="1600" dirty="0"/>
                    </a:p>
                  </a:txBody>
                  <a:tcPr anchor="ctr">
                    <a:lnL w="9525" cap="flat" cmpd="sng" algn="ctr">
                      <a:no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kumimoji="0" lang="en-US" altLang="zh-CN" sz="1600" b="1" i="0" u="none" strike="noStrike" kern="1200" cap="none" spc="0" normalizeH="0" baseline="0" noProof="0" dirty="0">
                          <a:ln>
                            <a:noFill/>
                          </a:ln>
                          <a:solidFill>
                            <a:srgbClr val="FFFFFF"/>
                          </a:solidFill>
                          <a:effectLst/>
                          <a:uLnTx/>
                          <a:uFillTx/>
                        </a:rPr>
                        <a:t>text here</a:t>
                      </a:r>
                      <a:endParaRPr lang="zh-CN" altLang="en-US" sz="1600" dirty="0"/>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kumimoji="0" lang="en-US" altLang="zh-CN" sz="1600" b="1" i="0" u="none" strike="noStrike" kern="1200" cap="none" spc="0" normalizeH="0" baseline="0" noProof="0" dirty="0">
                          <a:ln>
                            <a:noFill/>
                          </a:ln>
                          <a:solidFill>
                            <a:srgbClr val="FFFFFF"/>
                          </a:solidFill>
                          <a:effectLst/>
                          <a:uLnTx/>
                          <a:uFillTx/>
                        </a:rPr>
                        <a:t>text here</a:t>
                      </a:r>
                      <a:endParaRPr lang="zh-CN" altLang="en-US" sz="1600" dirty="0"/>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kumimoji="0" lang="en-US" altLang="zh-CN" sz="1600" b="1" i="0" u="none" strike="noStrike" kern="1200" cap="none" spc="0" normalizeH="0" baseline="0" noProof="0" dirty="0">
                          <a:ln>
                            <a:noFill/>
                          </a:ln>
                          <a:solidFill>
                            <a:srgbClr val="FFFFFF"/>
                          </a:solidFill>
                          <a:effectLst/>
                          <a:uLnTx/>
                          <a:uFillTx/>
                        </a:rPr>
                        <a:t>text here</a:t>
                      </a:r>
                      <a:endParaRPr lang="zh-CN" altLang="en-US" sz="1600" dirty="0"/>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kumimoji="0" lang="en-US" altLang="zh-CN" sz="1600" b="1" i="0" u="none" strike="noStrike" kern="1200" cap="none" spc="0" normalizeH="0" baseline="0" noProof="0" dirty="0">
                          <a:ln>
                            <a:noFill/>
                          </a:ln>
                          <a:solidFill>
                            <a:srgbClr val="FFFFFF"/>
                          </a:solidFill>
                          <a:effectLst/>
                          <a:uLnTx/>
                          <a:uFillTx/>
                        </a:rPr>
                        <a:t>text here</a:t>
                      </a:r>
                      <a:endParaRPr lang="zh-CN" altLang="en-US" sz="1600" dirty="0"/>
                    </a:p>
                  </a:txBody>
                  <a:tcPr anchor="ctr">
                    <a:lnL w="9525" cap="flat" cmpd="sng" algn="ctr">
                      <a:solidFill>
                        <a:schemeClr val="bg1">
                          <a:lumMod val="85000"/>
                          <a:lumOff val="1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65067070"/>
                  </a:ext>
                </a:extLst>
              </a:tr>
              <a:tr h="545340">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chemeClr val="accent4"/>
                          </a:solidFill>
                          <a:effectLst/>
                          <a:uLnTx/>
                          <a:uFillTx/>
                        </a:rPr>
                        <a:t>No.1</a:t>
                      </a:r>
                      <a:endParaRPr lang="zh-CN" altLang="en-US" sz="1400" b="1" dirty="0">
                        <a:solidFill>
                          <a:schemeClr val="accent4"/>
                        </a:solidFill>
                      </a:endParaRPr>
                    </a:p>
                  </a:txBody>
                  <a:tcPr anchor="ctr">
                    <a:lnL w="9525" cap="flat" cmpd="sng" algn="ctr">
                      <a:no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44535755"/>
                  </a:ext>
                </a:extLst>
              </a:tr>
              <a:tr h="520647">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chemeClr val="accent4"/>
                          </a:solidFill>
                          <a:effectLst/>
                          <a:uLnTx/>
                          <a:uFillTx/>
                        </a:rPr>
                        <a:t>No.2</a:t>
                      </a:r>
                      <a:endParaRPr lang="zh-CN" altLang="en-US" sz="1400" b="1" dirty="0">
                        <a:solidFill>
                          <a:schemeClr val="accent4"/>
                        </a:solidFill>
                      </a:endParaRPr>
                    </a:p>
                  </a:txBody>
                  <a:tcPr anchor="ctr">
                    <a:lnL w="9525" cap="flat" cmpd="sng" algn="ctr">
                      <a:no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100000"/>
                        <a:alpha val="15000"/>
                      </a:schemeClr>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100000"/>
                        <a:alpha val="15000"/>
                      </a:schemeClr>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100000"/>
                        <a:alpha val="15000"/>
                      </a:schemeClr>
                    </a:solidFill>
                  </a:tcPr>
                </a:tc>
                <a:tc>
                  <a:txBody>
                    <a:bodyPr/>
                    <a:lstStyle/>
                    <a:p>
                      <a:pPr marL="0" marR="0" lvl="0" indent="0" algn="r" defTabSz="913765" rtl="0" eaLnBrk="1" fontAlgn="auto" latinLnBrk="0" hangingPunct="1">
                        <a:lnSpc>
                          <a:spcPct val="150000"/>
                        </a:lnSpc>
                        <a:spcBef>
                          <a:spcPts val="0"/>
                        </a:spcBef>
                        <a:spcAft>
                          <a:spcPts val="0"/>
                        </a:spcAft>
                        <a:buClrTx/>
                        <a:buSzPct val="25000"/>
                        <a:buFontTx/>
                        <a:buNone/>
                        <a:defRPr/>
                      </a:pPr>
                      <a:r>
                        <a:rPr kumimoji="0" lang="en-US" altLang="zh-CN" sz="800" b="0" i="0" u="none" strike="noStrike" kern="1200" cap="none" spc="0" normalizeH="0" baseline="0" noProof="0" dirty="0">
                          <a:ln>
                            <a:noFill/>
                          </a:ln>
                          <a:solidFill>
                            <a:schemeClr val="tx1"/>
                          </a:solidFill>
                          <a:effectLst/>
                          <a:uLnTx/>
                          <a:uFillTx/>
                        </a:rPr>
                        <a:t>Adjust the spacing to adapt to Chinese typesetting, use the reference line in PPT……..</a:t>
                      </a: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100000"/>
                        <a:alpha val="15000"/>
                      </a:schemeClr>
                    </a:solidFill>
                  </a:tcPr>
                </a:tc>
                <a:tc>
                  <a:txBody>
                    <a:bodyPr/>
                    <a:lstStyle/>
                    <a:p>
                      <a:pPr algn="r"/>
                      <a:r>
                        <a:rPr lang="en-US" altLang="zh-CN" sz="800" dirty="0">
                          <a:solidFill>
                            <a:schemeClr val="tx1"/>
                          </a:solidFill>
                        </a:rPr>
                        <a:t>……..</a:t>
                      </a: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100000"/>
                        <a:alpha val="15000"/>
                      </a:schemeClr>
                    </a:solidFill>
                  </a:tcPr>
                </a:tc>
                <a:extLst>
                  <a:ext uri="{0D108BD9-81ED-4DB2-BD59-A6C34878D82A}">
                    <a16:rowId xmlns:a16="http://schemas.microsoft.com/office/drawing/2014/main" val="3587555006"/>
                  </a:ext>
                </a:extLst>
              </a:tr>
              <a:tr h="569059">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chemeClr val="accent4"/>
                          </a:solidFill>
                          <a:effectLst/>
                          <a:uLnTx/>
                          <a:uFillTx/>
                        </a:rPr>
                        <a:t>No.3</a:t>
                      </a:r>
                      <a:endParaRPr lang="zh-CN" altLang="en-US" sz="1400" b="1" dirty="0">
                        <a:solidFill>
                          <a:schemeClr val="accent4"/>
                        </a:solidFill>
                      </a:endParaRPr>
                    </a:p>
                  </a:txBody>
                  <a:tcPr anchor="ctr">
                    <a:lnL w="9525" cap="flat" cmpd="sng" algn="ctr">
                      <a:no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800" dirty="0">
                          <a:solidFill>
                            <a:schemeClr val="tx1"/>
                          </a:solidFill>
                        </a:rPr>
                        <a:t>……..</a:t>
                      </a: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800" dirty="0">
                          <a:solidFill>
                            <a:schemeClr val="tx1"/>
                          </a:solidFill>
                        </a:rPr>
                        <a:t>……..</a:t>
                      </a: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8437291"/>
                  </a:ext>
                </a:extLst>
              </a:tr>
              <a:tr h="569059">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chemeClr val="accent4"/>
                          </a:solidFill>
                          <a:effectLst/>
                          <a:uLnTx/>
                          <a:uFillTx/>
                        </a:rPr>
                        <a:t>No.4</a:t>
                      </a:r>
                      <a:endParaRPr lang="zh-CN" altLang="en-US" sz="1400" b="1" dirty="0">
                        <a:solidFill>
                          <a:schemeClr val="accent4"/>
                        </a:solidFill>
                      </a:endParaRPr>
                    </a:p>
                  </a:txBody>
                  <a:tcPr anchor="ctr">
                    <a:lnL w="9525" cap="flat" cmpd="sng" algn="ctr">
                      <a:no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100000"/>
                        <a:alpha val="15000"/>
                      </a:schemeClr>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100000"/>
                        <a:alpha val="15000"/>
                      </a:schemeClr>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100000"/>
                        <a:alpha val="15000"/>
                      </a:schemeClr>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100000"/>
                        <a:alpha val="15000"/>
                      </a:schemeClr>
                    </a:solidFill>
                  </a:tcPr>
                </a:tc>
                <a:tc>
                  <a:txBody>
                    <a:bodyPr/>
                    <a:lstStyle/>
                    <a:p>
                      <a:pPr marL="0" marR="0" lvl="0" indent="0" algn="r" defTabSz="914354"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chemeClr val="tx1"/>
                          </a:solidFill>
                          <a:effectLst/>
                          <a:uLnTx/>
                          <a:uFillTx/>
                        </a:rPr>
                        <a:t>Adjust the spacing to adapt to Chinese typesetting</a:t>
                      </a:r>
                    </a:p>
                    <a:p>
                      <a:pPr algn="r"/>
                      <a:r>
                        <a:rPr lang="en-US" altLang="zh-CN" sz="800" dirty="0">
                          <a:solidFill>
                            <a:schemeClr val="tx1"/>
                          </a:solidFill>
                        </a:rPr>
                        <a:t>……..</a:t>
                      </a: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solidFill>
                        <a:schemeClr val="bg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100000"/>
                        <a:alpha val="15000"/>
                      </a:schemeClr>
                    </a:solidFill>
                  </a:tcPr>
                </a:tc>
                <a:extLst>
                  <a:ext uri="{0D108BD9-81ED-4DB2-BD59-A6C34878D82A}">
                    <a16:rowId xmlns:a16="http://schemas.microsoft.com/office/drawing/2014/main" val="2127378123"/>
                  </a:ext>
                </a:extLst>
              </a:tr>
              <a:tr h="569059">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chemeClr val="accent4"/>
                          </a:solidFill>
                          <a:effectLst/>
                          <a:uLnTx/>
                          <a:uFillTx/>
                        </a:rPr>
                        <a:t>No.5</a:t>
                      </a:r>
                      <a:endParaRPr lang="zh-CN" altLang="en-US" sz="1400" b="1" dirty="0">
                        <a:solidFill>
                          <a:schemeClr val="accent4"/>
                        </a:solidFill>
                      </a:endParaRPr>
                    </a:p>
                  </a:txBody>
                  <a:tcPr anchor="ctr">
                    <a:lnL w="9525" cap="flat" cmpd="sng" algn="ctr">
                      <a:no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800" dirty="0">
                          <a:solidFill>
                            <a:schemeClr val="tx1"/>
                          </a:solidFill>
                        </a:rPr>
                        <a:t>……..</a:t>
                      </a: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solidFill>
                        <a:schemeClr val="bg1">
                          <a:lumMod val="85000"/>
                          <a:lumOff val="15000"/>
                        </a:schemeClr>
                      </a:solid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altLang="zh-CN" sz="800" dirty="0">
                          <a:solidFill>
                            <a:schemeClr val="tx1"/>
                          </a:solidFill>
                        </a:rPr>
                        <a:t>……..</a:t>
                      </a:r>
                      <a:endParaRPr lang="zh-CN" altLang="en-US" sz="800" dirty="0">
                        <a:solidFill>
                          <a:schemeClr val="tx1"/>
                        </a:solidFill>
                      </a:endParaRPr>
                    </a:p>
                  </a:txBody>
                  <a:tcPr anchor="ctr">
                    <a:lnL w="9525" cap="flat" cmpd="sng" algn="ctr">
                      <a:solidFill>
                        <a:schemeClr val="bg1">
                          <a:lumMod val="85000"/>
                          <a:lumOff val="1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lumOff val="1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4508200"/>
                  </a:ext>
                </a:extLst>
              </a:tr>
            </a:tbl>
          </a:graphicData>
        </a:graphic>
      </p:graphicFrame>
      <p:grpSp>
        <p:nvGrpSpPr>
          <p:cNvPr id="5" name="iṩlíḋe">
            <a:extLst>
              <a:ext uri="{FF2B5EF4-FFF2-40B4-BE49-F238E27FC236}">
                <a16:creationId xmlns:a16="http://schemas.microsoft.com/office/drawing/2014/main" id="{4F8A217E-B662-A0EC-FB3B-27751DCA2740}"/>
              </a:ext>
            </a:extLst>
          </p:cNvPr>
          <p:cNvGrpSpPr/>
          <p:nvPr/>
        </p:nvGrpSpPr>
        <p:grpSpPr>
          <a:xfrm>
            <a:off x="660400" y="1390724"/>
            <a:ext cx="10858499" cy="1018944"/>
            <a:chOff x="660400" y="1390724"/>
            <a:chExt cx="10858499" cy="1018944"/>
          </a:xfrm>
        </p:grpSpPr>
        <p:sp>
          <p:nvSpPr>
            <p:cNvPr id="6" name="îṩlîďé">
              <a:extLst>
                <a:ext uri="{FF2B5EF4-FFF2-40B4-BE49-F238E27FC236}">
                  <a16:creationId xmlns:a16="http://schemas.microsoft.com/office/drawing/2014/main" id="{96B3491F-E8BC-D0F8-B7E2-2867CE748A65}"/>
                </a:ext>
              </a:extLst>
            </p:cNvPr>
            <p:cNvSpPr txBox="1"/>
            <p:nvPr/>
          </p:nvSpPr>
          <p:spPr>
            <a:xfrm>
              <a:off x="660400" y="1390724"/>
              <a:ext cx="3065780" cy="438838"/>
            </a:xfrm>
            <a:prstGeom prst="rect">
              <a:avLst/>
            </a:prstGeom>
            <a:noFill/>
            <a:ln>
              <a:noFill/>
            </a:ln>
          </p:spPr>
          <p:txBody>
            <a:bodyPr wrap="square" lIns="91440" tIns="45720" rIns="91440" bIns="45720" anchor="t" anchorCtr="0">
              <a:spAutoFit/>
            </a:bodyPr>
            <a:lstStyle>
              <a:defPPr>
                <a:defRPr lang="zh-CN"/>
              </a:defPPr>
              <a:lvl1pPr>
                <a:lnSpc>
                  <a:spcPct val="150000"/>
                </a:lnSpc>
                <a:defRPr sz="800"/>
              </a:lvl1pPr>
            </a:lstStyle>
            <a:p>
              <a:r>
                <a:rPr lang="en-US" altLang="zh-CN" dirty="0"/>
                <a:t>Theme color makes PPT more convenient to change. Adjust the spacing to adapt to Chinese typesetting, </a:t>
              </a:r>
            </a:p>
          </p:txBody>
        </p:sp>
        <p:sp>
          <p:nvSpPr>
            <p:cNvPr id="7" name="íşlïdê">
              <a:extLst>
                <a:ext uri="{FF2B5EF4-FFF2-40B4-BE49-F238E27FC236}">
                  <a16:creationId xmlns:a16="http://schemas.microsoft.com/office/drawing/2014/main" id="{00BF87D4-3FFA-8653-7FC2-345CF6B10113}"/>
                </a:ext>
              </a:extLst>
            </p:cNvPr>
            <p:cNvSpPr txBox="1"/>
            <p:nvPr/>
          </p:nvSpPr>
          <p:spPr>
            <a:xfrm>
              <a:off x="660400" y="1824893"/>
              <a:ext cx="3065780" cy="584775"/>
            </a:xfrm>
            <a:prstGeom prst="rect">
              <a:avLst/>
            </a:prstGeom>
            <a:noFill/>
          </p:spPr>
          <p:txBody>
            <a:bodyPr wrap="square">
              <a:spAutoFit/>
            </a:bodyPr>
            <a:lstStyle/>
            <a:p>
              <a:r>
                <a:rPr lang="en-US" altLang="zh-CN" sz="3200" b="1" dirty="0">
                  <a:solidFill>
                    <a:schemeClr val="accent1"/>
                  </a:solidFill>
                </a:rPr>
                <a:t>687.9K</a:t>
              </a:r>
            </a:p>
          </p:txBody>
        </p:sp>
        <p:sp>
          <p:nvSpPr>
            <p:cNvPr id="8" name="íṧliḍè">
              <a:extLst>
                <a:ext uri="{FF2B5EF4-FFF2-40B4-BE49-F238E27FC236}">
                  <a16:creationId xmlns:a16="http://schemas.microsoft.com/office/drawing/2014/main" id="{AC488121-41B4-DFDD-E1C2-FCE482F64747}"/>
                </a:ext>
              </a:extLst>
            </p:cNvPr>
            <p:cNvSpPr txBox="1"/>
            <p:nvPr/>
          </p:nvSpPr>
          <p:spPr>
            <a:xfrm>
              <a:off x="8864600" y="1455561"/>
              <a:ext cx="2654299" cy="954107"/>
            </a:xfrm>
            <a:prstGeom prst="rect">
              <a:avLst/>
            </a:prstGeom>
            <a:noFill/>
          </p:spPr>
          <p:txBody>
            <a:bodyPr wrap="square">
              <a:spAutoFit/>
            </a:bodyPr>
            <a:lstStyle/>
            <a:p>
              <a:pPr algn="r"/>
              <a:r>
                <a:rPr lang="en-US" altLang="zh-CN" sz="2800" b="1" dirty="0">
                  <a:solidFill>
                    <a:schemeClr val="tx1"/>
                  </a:solidFill>
                </a:rPr>
                <a:t>Supporting </a:t>
              </a:r>
              <a:r>
                <a:rPr lang="en-US" altLang="zh-CN" sz="2800" b="1" dirty="0">
                  <a:solidFill>
                    <a:schemeClr val="accent1"/>
                  </a:solidFill>
                </a:rPr>
                <a:t>text here.</a:t>
              </a:r>
            </a:p>
          </p:txBody>
        </p:sp>
      </p:grpSp>
    </p:spTree>
    <p:custDataLst>
      <p:tags r:id="rId1"/>
    </p:custDataLst>
    <p:extLst>
      <p:ext uri="{BB962C8B-B14F-4D97-AF65-F5344CB8AC3E}">
        <p14:creationId xmlns:p14="http://schemas.microsoft.com/office/powerpoint/2010/main" val="3362262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ïšḷiďè"/>
        <p:cNvGrpSpPr/>
        <p:nvPr/>
      </p:nvGrpSpPr>
      <p:grpSpPr>
        <a:xfrm>
          <a:off x="0" y="0"/>
          <a:ext cx="0" cy="0"/>
          <a:chOff x="0" y="0"/>
          <a:chExt cx="0" cy="0"/>
        </a:xfrm>
      </p:grpSpPr>
      <p:sp>
        <p:nvSpPr>
          <p:cNvPr id="3" name="i$ḻïḋè">
            <a:extLst>
              <a:ext uri="{FF2B5EF4-FFF2-40B4-BE49-F238E27FC236}">
                <a16:creationId xmlns:a16="http://schemas.microsoft.com/office/drawing/2014/main" id="{DFD52094-98C0-4141-A04B-98B9DF4DFA73}"/>
              </a:ext>
            </a:extLst>
          </p:cNvPr>
          <p:cNvSpPr>
            <a:spLocks noGrp="1"/>
          </p:cNvSpPr>
          <p:nvPr>
            <p:ph type="body" sz="quarter" idx="13"/>
          </p:nvPr>
        </p:nvSpPr>
        <p:spPr>
          <a:xfrm>
            <a:off x="660400" y="2458695"/>
            <a:ext cx="10858500" cy="1643062"/>
          </a:xfrm>
        </p:spPr>
        <p:txBody>
          <a:bodyPr>
            <a:normAutofit/>
          </a:bodyPr>
          <a:lstStyle/>
          <a:p>
            <a:pPr algn="ctr"/>
            <a:r>
              <a:rPr lang="en-GB" altLang="zh-CN" sz="4800" dirty="0">
                <a:solidFill>
                  <a:srgbClr val="080808"/>
                </a:solidFill>
              </a:rPr>
              <a:t>Thank you </a:t>
            </a:r>
            <a:r>
              <a:rPr lang="en-GB" altLang="zh-CN" sz="4800" dirty="0">
                <a:solidFill>
                  <a:schemeClr val="accent1"/>
                </a:solidFill>
              </a:rPr>
              <a:t>for </a:t>
            </a:r>
          </a:p>
          <a:p>
            <a:pPr algn="ctr"/>
            <a:r>
              <a:rPr lang="en-GB" altLang="zh-CN" sz="4800" dirty="0">
                <a:solidFill>
                  <a:srgbClr val="080808"/>
                </a:solidFill>
              </a:rPr>
              <a:t>watching.</a:t>
            </a:r>
          </a:p>
        </p:txBody>
      </p:sp>
      <p:sp>
        <p:nvSpPr>
          <p:cNvPr id="4" name="îṩ1iḍé">
            <a:extLst>
              <a:ext uri="{FF2B5EF4-FFF2-40B4-BE49-F238E27FC236}">
                <a16:creationId xmlns:a16="http://schemas.microsoft.com/office/drawing/2014/main" id="{0280FE23-3FD0-4989-BBD8-F98469242DB8}"/>
              </a:ext>
            </a:extLst>
          </p:cNvPr>
          <p:cNvSpPr>
            <a:spLocks noGrp="1"/>
          </p:cNvSpPr>
          <p:nvPr>
            <p:ph type="body" sz="quarter" idx="14"/>
          </p:nvPr>
        </p:nvSpPr>
        <p:spPr/>
        <p:txBody>
          <a:bodyPr/>
          <a:lstStyle/>
          <a:p>
            <a:r>
              <a:rPr lang="en-GB" altLang="zh-CN" dirty="0">
                <a:solidFill>
                  <a:srgbClr val="080808"/>
                </a:solidFill>
              </a:rPr>
              <a:t>Speaker name and title</a:t>
            </a:r>
          </a:p>
        </p:txBody>
      </p:sp>
      <p:grpSp>
        <p:nvGrpSpPr>
          <p:cNvPr id="10" name="íṩlîde">
            <a:extLst>
              <a:ext uri="{FF2B5EF4-FFF2-40B4-BE49-F238E27FC236}">
                <a16:creationId xmlns:a16="http://schemas.microsoft.com/office/drawing/2014/main" id="{BADD5DB1-47DB-6BF4-CF75-1CA5146D6F1D}"/>
              </a:ext>
            </a:extLst>
          </p:cNvPr>
          <p:cNvGrpSpPr/>
          <p:nvPr/>
        </p:nvGrpSpPr>
        <p:grpSpPr>
          <a:xfrm>
            <a:off x="6019800" y="4274113"/>
            <a:ext cx="76200" cy="901700"/>
            <a:chOff x="6019800" y="4250531"/>
            <a:chExt cx="76200" cy="901700"/>
          </a:xfrm>
        </p:grpSpPr>
        <p:sp>
          <p:nvSpPr>
            <p:cNvPr id="2" name="ïS1ïḑè">
              <a:extLst>
                <a:ext uri="{FF2B5EF4-FFF2-40B4-BE49-F238E27FC236}">
                  <a16:creationId xmlns:a16="http://schemas.microsoft.com/office/drawing/2014/main" id="{807A0556-10C7-F848-F04D-DF78800FEA8F}"/>
                </a:ext>
              </a:extLst>
            </p:cNvPr>
            <p:cNvSpPr/>
            <p:nvPr/>
          </p:nvSpPr>
          <p:spPr>
            <a:xfrm>
              <a:off x="6019800" y="4250531"/>
              <a:ext cx="76200" cy="76200"/>
            </a:xfrm>
            <a:prstGeom prst="ellipse">
              <a:avLst/>
            </a:prstGeom>
            <a:solidFill>
              <a:srgbClr val="79A7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íṡļïḑé">
              <a:extLst>
                <a:ext uri="{FF2B5EF4-FFF2-40B4-BE49-F238E27FC236}">
                  <a16:creationId xmlns:a16="http://schemas.microsoft.com/office/drawing/2014/main" id="{A42C081F-33BE-2AA9-60B1-B7657F9670AD}"/>
                </a:ext>
              </a:extLst>
            </p:cNvPr>
            <p:cNvSpPr/>
            <p:nvPr/>
          </p:nvSpPr>
          <p:spPr>
            <a:xfrm>
              <a:off x="6019800" y="4525698"/>
              <a:ext cx="76200" cy="76200"/>
            </a:xfrm>
            <a:prstGeom prst="ellipse">
              <a:avLst/>
            </a:prstGeom>
            <a:solidFill>
              <a:srgbClr val="79A7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îṣļïḋé">
              <a:extLst>
                <a:ext uri="{FF2B5EF4-FFF2-40B4-BE49-F238E27FC236}">
                  <a16:creationId xmlns:a16="http://schemas.microsoft.com/office/drawing/2014/main" id="{ED702498-7539-9865-0877-8F88492963ED}"/>
                </a:ext>
              </a:extLst>
            </p:cNvPr>
            <p:cNvSpPr/>
            <p:nvPr/>
          </p:nvSpPr>
          <p:spPr>
            <a:xfrm>
              <a:off x="6019800" y="4800865"/>
              <a:ext cx="76200" cy="76200"/>
            </a:xfrm>
            <a:prstGeom prst="ellipse">
              <a:avLst/>
            </a:prstGeom>
            <a:solidFill>
              <a:srgbClr val="79A7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î$ľíḍè">
              <a:extLst>
                <a:ext uri="{FF2B5EF4-FFF2-40B4-BE49-F238E27FC236}">
                  <a16:creationId xmlns:a16="http://schemas.microsoft.com/office/drawing/2014/main" id="{E64352DE-C8FA-2E9A-8825-FBD25F640236}"/>
                </a:ext>
              </a:extLst>
            </p:cNvPr>
            <p:cNvSpPr/>
            <p:nvPr/>
          </p:nvSpPr>
          <p:spPr>
            <a:xfrm>
              <a:off x="6019800" y="5076031"/>
              <a:ext cx="76200" cy="76200"/>
            </a:xfrm>
            <a:prstGeom prst="ellipse">
              <a:avLst/>
            </a:prstGeom>
            <a:solidFill>
              <a:srgbClr val="79A7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2"/>
    </p:custDataLst>
    <p:extLst>
      <p:ext uri="{BB962C8B-B14F-4D97-AF65-F5344CB8AC3E}">
        <p14:creationId xmlns:p14="http://schemas.microsoft.com/office/powerpoint/2010/main" val="24465438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782110"/>
  <p:tag name="ISLIDE.TEMPLATE" val="#861342"/>
</p:tagLst>
</file>

<file path=ppt/tags/tag2.xml><?xml version="1.0" encoding="utf-8"?>
<p:tagLst xmlns:a="http://schemas.openxmlformats.org/drawingml/2006/main" xmlns:r="http://schemas.openxmlformats.org/officeDocument/2006/relationships" xmlns:p="http://schemas.openxmlformats.org/presentationml/2006/main">
  <p:tag name="ISLIDE.THEME" val="https://www.islide.cc;"/>
  <p:tag name="ISLIDE.TEMPLATE" val="https://www.islide.cc;"/>
</p:tagLst>
</file>

<file path=ppt/tags/tag3.xml><?xml version="1.0" encoding="utf-8"?>
<p:tagLst xmlns:a="http://schemas.openxmlformats.org/drawingml/2006/main" xmlns:r="http://schemas.openxmlformats.org/officeDocument/2006/relationships" xmlns:p="http://schemas.openxmlformats.org/presentationml/2006/main">
  <p:tag name="ISLIDE.DIAGRAM" val="#833399;"/>
  <p:tag name="ISLIDE.TEMPLATE" val="https://www.islide.cc;"/>
</p:tagLst>
</file>

<file path=ppt/tags/tag4.xml><?xml version="1.0" encoding="utf-8"?>
<p:tagLst xmlns:a="http://schemas.openxmlformats.org/drawingml/2006/main" xmlns:r="http://schemas.openxmlformats.org/officeDocument/2006/relationships" xmlns:p="http://schemas.openxmlformats.org/presentationml/2006/main">
  <p:tag name="ISLIDE.THEME" val="https://www.islide.cc;"/>
  <p:tag name="ISLIDE.TEMPLATE" val="https://www.islide.cc;"/>
</p:tagLst>
</file>

<file path=ppt/tags/tag5.xml><?xml version="1.0" encoding="utf-8"?>
<p:tagLst xmlns:a="http://schemas.openxmlformats.org/drawingml/2006/main" xmlns:r="http://schemas.openxmlformats.org/officeDocument/2006/relationships" xmlns:p="http://schemas.openxmlformats.org/presentationml/2006/main">
  <p:tag name="ISLIDE.DIAGRAM" val="#621819;"/>
  <p:tag name="ISLIDE.TEMPLATE" val="https://www.islide.cc;"/>
</p:tagLst>
</file>

<file path=ppt/tags/tag6.xml><?xml version="1.0" encoding="utf-8"?>
<p:tagLst xmlns:a="http://schemas.openxmlformats.org/drawingml/2006/main" xmlns:r="http://schemas.openxmlformats.org/officeDocument/2006/relationships" xmlns:p="http://schemas.openxmlformats.org/presentationml/2006/main">
  <p:tag name="ISLIDE.DIAGRAM" val="#803350;"/>
  <p:tag name="ISLIDE.TEMPLATE" val="https://www.islide.cc;"/>
</p:tagLst>
</file>

<file path=ppt/tags/tag7.xml><?xml version="1.0" encoding="utf-8"?>
<p:tagLst xmlns:a="http://schemas.openxmlformats.org/drawingml/2006/main" xmlns:r="http://schemas.openxmlformats.org/officeDocument/2006/relationships" xmlns:p="http://schemas.openxmlformats.org/presentationml/2006/main">
  <p:tag name="ISLIDE.DIAGRAM" val="#873127;"/>
</p:tagLst>
</file>

<file path=ppt/tags/tag8.xml><?xml version="1.0" encoding="utf-8"?>
<p:tagLst xmlns:a="http://schemas.openxmlformats.org/drawingml/2006/main" xmlns:r="http://schemas.openxmlformats.org/officeDocument/2006/relationships" xmlns:p="http://schemas.openxmlformats.org/presentationml/2006/main">
  <p:tag name="ISLIDE.DIAGRAM" val="#550147;"/>
</p:tagLst>
</file>

<file path=ppt/tags/tag9.xml><?xml version="1.0" encoding="utf-8"?>
<p:tagLst xmlns:a="http://schemas.openxmlformats.org/drawingml/2006/main" xmlns:r="http://schemas.openxmlformats.org/officeDocument/2006/relationships" xmlns:p="http://schemas.openxmlformats.org/presentationml/2006/main">
  <p:tag name="ISLIDE.THEME" val="https://www.islide.cc;"/>
  <p:tag name="ISLIDE.TEMPLATE" val="https://www.islide.cc;"/>
</p:tagLst>
</file>

<file path=ppt/tags/tag10.xml><?xml version="1.0" encoding="utf-8"?>
<p:tagLst xmlns:a="http://schemas.openxmlformats.org/drawingml/2006/main" xmlns:r="http://schemas.openxmlformats.org/officeDocument/2006/relationships" xmlns:p="http://schemas.openxmlformats.org/presentationml/2006/main">
  <p:tag name="ISLIDE.DIAGRAM" val="#648577;"/>
  <p:tag name="ISLIDE.TEMPLATE" val="https://www.islide.cc;"/>
</p:tagLst>
</file>

<file path=ppt/tags/tag11.xml><?xml version="1.0" encoding="utf-8"?>
<p:tagLst xmlns:a="http://schemas.openxmlformats.org/drawingml/2006/main" xmlns:r="http://schemas.openxmlformats.org/officeDocument/2006/relationships" xmlns:p="http://schemas.openxmlformats.org/presentationml/2006/main">
  <p:tag name="ISLIDE.DIAGRAM" val="#803359;"/>
  <p:tag name="ISLIDE.TEMPLATE" val="https://www.islide.cc;"/>
</p:tagLst>
</file>

<file path=ppt/tags/tag12.xml><?xml version="1.0" encoding="utf-8"?>
<p:tagLst xmlns:a="http://schemas.openxmlformats.org/drawingml/2006/main" xmlns:r="http://schemas.openxmlformats.org/officeDocument/2006/relationships" xmlns:p="http://schemas.openxmlformats.org/presentationml/2006/main">
  <p:tag name="ISLIDE.DIAGRAM" val="#550154;"/>
</p:tagLst>
</file>

<file path=ppt/tags/tag13.xml><?xml version="1.0" encoding="utf-8"?>
<p:tagLst xmlns:a="http://schemas.openxmlformats.org/drawingml/2006/main" xmlns:r="http://schemas.openxmlformats.org/officeDocument/2006/relationships" xmlns:p="http://schemas.openxmlformats.org/presentationml/2006/main">
  <p:tag name="ISLIDE.DIAGRAM" val="#550155;"/>
</p:tagLst>
</file>

<file path=ppt/tags/tag14.xml><?xml version="1.0" encoding="utf-8"?>
<p:tagLst xmlns:a="http://schemas.openxmlformats.org/drawingml/2006/main" xmlns:r="http://schemas.openxmlformats.org/officeDocument/2006/relationships" xmlns:p="http://schemas.openxmlformats.org/presentationml/2006/main">
  <p:tag name="ISLIDE.THEME" val="https://www.islide.cc;"/>
  <p:tag name="ISLIDE.TEMPLATE" val="https://www.islide.cc;"/>
</p:tagLst>
</file>

<file path=ppt/tags/tag15.xml><?xml version="1.0" encoding="utf-8"?>
<p:tagLst xmlns:a="http://schemas.openxmlformats.org/drawingml/2006/main" xmlns:r="http://schemas.openxmlformats.org/officeDocument/2006/relationships" xmlns:p="http://schemas.openxmlformats.org/presentationml/2006/main">
  <p:tag name="ISLIDE.DIAGRAM" val="#839821;"/>
  <p:tag name="ISLIDE.TEMPLATE" val="https://www.islide.cc;"/>
</p:tagLst>
</file>

<file path=ppt/tags/tag16.xml><?xml version="1.0" encoding="utf-8"?>
<p:tagLst xmlns:a="http://schemas.openxmlformats.org/drawingml/2006/main" xmlns:r="http://schemas.openxmlformats.org/officeDocument/2006/relationships" xmlns:p="http://schemas.openxmlformats.org/presentationml/2006/main">
  <p:tag name="ISLIDE.DIAGRAM" val="#550164;"/>
</p:tagLst>
</file>

<file path=ppt/tags/tag17.xml><?xml version="1.0" encoding="utf-8"?>
<p:tagLst xmlns:a="http://schemas.openxmlformats.org/drawingml/2006/main" xmlns:r="http://schemas.openxmlformats.org/officeDocument/2006/relationships" xmlns:p="http://schemas.openxmlformats.org/presentationml/2006/main">
  <p:tag name="ISLIDE.DIAGRAM" val="#550170;"/>
</p:tagLst>
</file>

<file path=ppt/tags/tag18.xml><?xml version="1.0" encoding="utf-8"?>
<p:tagLst xmlns:a="http://schemas.openxmlformats.org/drawingml/2006/main" xmlns:r="http://schemas.openxmlformats.org/officeDocument/2006/relationships" xmlns:p="http://schemas.openxmlformats.org/presentationml/2006/main">
  <p:tag name="ISLIDE.DIAGRAM" val="#550180;"/>
</p:tagLst>
</file>

<file path=ppt/tags/tag19.xml><?xml version="1.0" encoding="utf-8"?>
<p:tagLst xmlns:a="http://schemas.openxmlformats.org/drawingml/2006/main" xmlns:r="http://schemas.openxmlformats.org/officeDocument/2006/relationships" xmlns:p="http://schemas.openxmlformats.org/presentationml/2006/main">
  <p:tag name="ISLIDE.THEME" val="https://www.islide.cc;"/>
  <p:tag name="ISLIDE.TEMPLATE" val="https://www.islide.cc;"/>
</p:tagLst>
</file>

<file path=ppt/tags/tag20.xml><?xml version="1.0" encoding="utf-8"?>
<p:tagLst xmlns:a="http://schemas.openxmlformats.org/drawingml/2006/main" xmlns:r="http://schemas.openxmlformats.org/officeDocument/2006/relationships" xmlns:p="http://schemas.openxmlformats.org/presentationml/2006/main">
  <p:tag name="ISLIDE.DIAGRAM" val="#545315;"/>
</p:tagLst>
</file>

<file path=ppt/tags/tag21.xml><?xml version="1.0" encoding="utf-8"?>
<p:tagLst xmlns:a="http://schemas.openxmlformats.org/drawingml/2006/main" xmlns:r="http://schemas.openxmlformats.org/officeDocument/2006/relationships" xmlns:p="http://schemas.openxmlformats.org/presentationml/2006/main">
  <p:tag name="ISLIDE.DIAGRAM" val="#537641;"/>
</p:tagLst>
</file>

<file path=ppt/tags/tag22.xml><?xml version="1.0" encoding="utf-8"?>
<p:tagLst xmlns:a="http://schemas.openxmlformats.org/drawingml/2006/main" xmlns:r="http://schemas.openxmlformats.org/officeDocument/2006/relationships" xmlns:p="http://schemas.openxmlformats.org/presentationml/2006/main">
  <p:tag name="ISLIDE.DIAGRAM" val="#550142;"/>
  <p:tag name="ISLIDE.TEMPLATE" val="https://www.islide.cc;"/>
</p:tagLst>
</file>

<file path=ppt/tags/tag23.xml><?xml version="1.0" encoding="utf-8"?>
<p:tagLst xmlns:a="http://schemas.openxmlformats.org/drawingml/2006/main" xmlns:r="http://schemas.openxmlformats.org/officeDocument/2006/relationships" xmlns:p="http://schemas.openxmlformats.org/presentationml/2006/main">
  <p:tag name="ISLIDE.SMARTDIAGRAM" val="#816277;"/>
  <p:tag name="ISLIDE.TEMPLATE" val="https://www.islide.cc;"/>
</p:tagLst>
</file>

<file path=ppt/tags/tag24.xml><?xml version="1.0" encoding="utf-8"?>
<p:tagLst xmlns:a="http://schemas.openxmlformats.org/drawingml/2006/main" xmlns:r="http://schemas.openxmlformats.org/officeDocument/2006/relationships" xmlns:p="http://schemas.openxmlformats.org/presentationml/2006/main">
  <p:tag name="ISLIDE.SMARTDIAGRAM" val="#789244;"/>
  <p:tag name="ISLIDE.TEMPLATE" val="https://www.islide.cc;"/>
</p:tagLst>
</file>

<file path=ppt/tags/tag25.xml><?xml version="1.0" encoding="utf-8"?>
<p:tagLst xmlns:a="http://schemas.openxmlformats.org/drawingml/2006/main" xmlns:r="http://schemas.openxmlformats.org/officeDocument/2006/relationships" xmlns:p="http://schemas.openxmlformats.org/presentationml/2006/main">
  <p:tag name="ISLIDE.THEME" val="https://www.islide.cc;"/>
  <p:tag name="ISLIDE.TEMPLATE" val="https://www.islide.cc;"/>
</p:tagLst>
</file>

<file path=ppt/theme/theme1.xml><?xml version="1.0" encoding="utf-8"?>
<a:theme xmlns:a="http://schemas.openxmlformats.org/drawingml/2006/main" name="Designed by iSlide">
  <a:themeElements>
    <a:clrScheme name="iSlide VI标准">
      <a:dk1>
        <a:srgbClr val="000000"/>
      </a:dk1>
      <a:lt1>
        <a:srgbClr val="FFFFFF"/>
      </a:lt1>
      <a:dk2>
        <a:srgbClr val="778495"/>
      </a:dk2>
      <a:lt2>
        <a:srgbClr val="F0F0F0"/>
      </a:lt2>
      <a:accent1>
        <a:srgbClr val="0053F9"/>
      </a:accent1>
      <a:accent2>
        <a:srgbClr val="7DADFF"/>
      </a:accent2>
      <a:accent3>
        <a:srgbClr val="646464"/>
      </a:accent3>
      <a:accent4>
        <a:srgbClr val="828282"/>
      </a:accent4>
      <a:accent5>
        <a:srgbClr val="A5A5A5"/>
      </a:accent5>
      <a:accent6>
        <a:srgbClr val="C9C9C9"/>
      </a:accent6>
      <a:hlink>
        <a:srgbClr val="4472C4"/>
      </a:hlink>
      <a:folHlink>
        <a:srgbClr val="BFBFBF"/>
      </a:folHlink>
    </a:clrScheme>
    <a:fontScheme name="标准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Slide VI标准">
    <a:dk1>
      <a:srgbClr val="000000"/>
    </a:dk1>
    <a:lt1>
      <a:srgbClr val="FFFFFF"/>
    </a:lt1>
    <a:dk2>
      <a:srgbClr val="778495"/>
    </a:dk2>
    <a:lt2>
      <a:srgbClr val="F0F0F0"/>
    </a:lt2>
    <a:accent1>
      <a:srgbClr val="0053F9"/>
    </a:accent1>
    <a:accent2>
      <a:srgbClr val="7DADFF"/>
    </a:accent2>
    <a:accent3>
      <a:srgbClr val="646464"/>
    </a:accent3>
    <a:accent4>
      <a:srgbClr val="828282"/>
    </a:accent4>
    <a:accent5>
      <a:srgbClr val="A5A5A5"/>
    </a:accent5>
    <a:accent6>
      <a:srgbClr val="C9C9C9"/>
    </a:accent6>
    <a:hlink>
      <a:srgbClr val="4472C4"/>
    </a:hlink>
    <a:folHlink>
      <a:srgbClr val="BFBFBF"/>
    </a:folHlink>
  </a:clrScheme>
</a:themeOverride>
</file>

<file path=ppt/theme/themeOverride2.xml><?xml version="1.0" encoding="utf-8"?>
<a:themeOverride xmlns:a="http://schemas.openxmlformats.org/drawingml/2006/main">
  <a:clrScheme name="iSlide VI标准">
    <a:dk1>
      <a:srgbClr val="000000"/>
    </a:dk1>
    <a:lt1>
      <a:srgbClr val="FFFFFF"/>
    </a:lt1>
    <a:dk2>
      <a:srgbClr val="778495"/>
    </a:dk2>
    <a:lt2>
      <a:srgbClr val="F0F0F0"/>
    </a:lt2>
    <a:accent1>
      <a:srgbClr val="0053F9"/>
    </a:accent1>
    <a:accent2>
      <a:srgbClr val="7DADFF"/>
    </a:accent2>
    <a:accent3>
      <a:srgbClr val="646464"/>
    </a:accent3>
    <a:accent4>
      <a:srgbClr val="828282"/>
    </a:accent4>
    <a:accent5>
      <a:srgbClr val="A5A5A5"/>
    </a:accent5>
    <a:accent6>
      <a:srgbClr val="C9C9C9"/>
    </a:accent6>
    <a:hlink>
      <a:srgbClr val="4472C4"/>
    </a:hlink>
    <a:folHlink>
      <a:srgbClr val="BFBFBF"/>
    </a:folHlink>
  </a:clrScheme>
</a:themeOverride>
</file>

<file path=ppt/theme/themeOverride3.xml><?xml version="1.0" encoding="utf-8"?>
<a:themeOverride xmlns:a="http://schemas.openxmlformats.org/drawingml/2006/main">
  <a:clrScheme name="iSlide VI标准">
    <a:dk1>
      <a:srgbClr val="000000"/>
    </a:dk1>
    <a:lt1>
      <a:srgbClr val="FFFFFF"/>
    </a:lt1>
    <a:dk2>
      <a:srgbClr val="778495"/>
    </a:dk2>
    <a:lt2>
      <a:srgbClr val="F0F0F0"/>
    </a:lt2>
    <a:accent1>
      <a:srgbClr val="0053F9"/>
    </a:accent1>
    <a:accent2>
      <a:srgbClr val="7DADFF"/>
    </a:accent2>
    <a:accent3>
      <a:srgbClr val="646464"/>
    </a:accent3>
    <a:accent4>
      <a:srgbClr val="828282"/>
    </a:accent4>
    <a:accent5>
      <a:srgbClr val="A5A5A5"/>
    </a:accent5>
    <a:accent6>
      <a:srgbClr val="C9C9C9"/>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Nicky</Template>
  <TotalTime>56</TotalTime>
  <Words>1506</Words>
  <Application>Microsoft Office PowerPoint</Application>
  <PresentationFormat>宽屏</PresentationFormat>
  <Paragraphs>325</Paragraphs>
  <Slides>24</Slides>
  <Notes>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24</vt:i4>
      </vt:variant>
    </vt:vector>
  </HeadingPairs>
  <TitlesOfParts>
    <vt:vector size="29" baseType="lpstr">
      <vt:lpstr>思源黑体 Bold</vt:lpstr>
      <vt:lpstr>Arial</vt:lpstr>
      <vt:lpstr>Impact</vt:lpstr>
      <vt:lpstr>等线</vt:lpstr>
      <vt:lpstr>Designed by iSlide</vt:lpstr>
      <vt:lpstr>PowerPoint Template  蓝色述职通用PPT模板</vt:lpstr>
      <vt:lpstr>PowerPoint 演示文稿</vt:lpstr>
      <vt:lpstr>工作内容概述</vt:lpstr>
      <vt:lpstr>PowerPoint 演示文稿</vt:lpstr>
      <vt:lpstr>PowerPoint 演示文稿</vt:lpstr>
      <vt:lpstr>PowerPoint 演示文稿</vt:lpstr>
      <vt:lpstr>PowerPoint 演示文稿</vt:lpstr>
      <vt:lpstr>工作重点复盘</vt:lpstr>
      <vt:lpstr>PowerPoint 演示文稿</vt:lpstr>
      <vt:lpstr>PowerPoint 演示文稿</vt:lpstr>
      <vt:lpstr>PowerPoint 演示文稿</vt:lpstr>
      <vt:lpstr>PowerPoint 演示文稿</vt:lpstr>
      <vt:lpstr>总结反思与改进</vt:lpstr>
      <vt:lpstr>PowerPoint 演示文稿</vt:lpstr>
      <vt:lpstr>PowerPoint 演示文稿</vt:lpstr>
      <vt:lpstr>PowerPoint 演示文稿</vt:lpstr>
      <vt:lpstr>PowerPoint 演示文稿</vt:lpstr>
      <vt:lpstr>未来工作计划</vt:lpstr>
      <vt:lpstr>PowerPoint 演示文稿</vt:lpstr>
      <vt:lpstr>PowerPoint 演示文稿</vt:lpstr>
      <vt:lpstr>PowerPoint 演示文稿</vt:lpstr>
      <vt:lpstr>PowerPoint 演示文稿</vt:lpstr>
      <vt:lpstr>PowerPoint 演示文稿</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Nicky</dc:creator>
  <cp:lastModifiedBy>Administrator</cp:lastModifiedBy>
  <cp:revision>3</cp:revision>
  <cp:lastPrinted>2022-05-15T16:00:00Z</cp:lastPrinted>
  <dcterms:created xsi:type="dcterms:W3CDTF">2022-05-15T16:00:00Z</dcterms:created>
  <dcterms:modified xsi:type="dcterms:W3CDTF">2022-12-20T05:12:46Z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3601fe5d-2513-4ed9-a804-83d9565ca9cc</vt:lpwstr>
  </property>
</Properties>
</file>