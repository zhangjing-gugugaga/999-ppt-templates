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362" r:id="rId2"/>
    <p:sldId id="363" r:id="rId3"/>
    <p:sldId id="369" r:id="rId4"/>
    <p:sldId id="392" r:id="rId5"/>
    <p:sldId id="393" r:id="rId6"/>
    <p:sldId id="387" r:id="rId7"/>
    <p:sldId id="391" r:id="rId8"/>
    <p:sldId id="404" r:id="rId9"/>
    <p:sldId id="394" r:id="rId10"/>
    <p:sldId id="395" r:id="rId11"/>
    <p:sldId id="396" r:id="rId12"/>
    <p:sldId id="405" r:id="rId13"/>
    <p:sldId id="397" r:id="rId14"/>
    <p:sldId id="399" r:id="rId15"/>
    <p:sldId id="398" r:id="rId16"/>
    <p:sldId id="406" r:id="rId17"/>
    <p:sldId id="400" r:id="rId18"/>
    <p:sldId id="401" r:id="rId19"/>
    <p:sldId id="402" r:id="rId20"/>
    <p:sldId id="403" r:id="rId21"/>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58"/>
    <a:srgbClr val="01527F"/>
    <a:srgbClr val="011C27"/>
    <a:srgbClr val="FCF7DA"/>
    <a:srgbClr val="DF2123"/>
    <a:srgbClr val="F49E00"/>
    <a:srgbClr val="4256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95"/>
    <p:restoredTop sz="96271"/>
  </p:normalViewPr>
  <p:slideViewPr>
    <p:cSldViewPr snapToGrid="0" snapToObjects="1">
      <p:cViewPr varScale="1">
        <p:scale>
          <a:sx n="86" d="100"/>
          <a:sy n="86" d="100"/>
        </p:scale>
        <p:origin x="732"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2023-3-16</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397030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2023-3-16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extLst>
      <p:ext uri="{BB962C8B-B14F-4D97-AF65-F5344CB8AC3E}">
        <p14:creationId xmlns:p14="http://schemas.microsoft.com/office/powerpoint/2010/main" val="476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a:t>
            </a:fld>
            <a:endParaRPr lang="zh-CN" altLang="en-US"/>
          </a:p>
        </p:txBody>
      </p:sp>
    </p:spTree>
    <p:extLst>
      <p:ext uri="{BB962C8B-B14F-4D97-AF65-F5344CB8AC3E}">
        <p14:creationId xmlns:p14="http://schemas.microsoft.com/office/powerpoint/2010/main" val="291814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a:t>
            </a:fld>
            <a:endParaRPr lang="zh-CN" altLang="en-US"/>
          </a:p>
        </p:txBody>
      </p:sp>
    </p:spTree>
    <p:extLst>
      <p:ext uri="{BB962C8B-B14F-4D97-AF65-F5344CB8AC3E}">
        <p14:creationId xmlns:p14="http://schemas.microsoft.com/office/powerpoint/2010/main" val="2457985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3</a:t>
            </a:fld>
            <a:endParaRPr lang="zh-CN" altLang="en-US"/>
          </a:p>
        </p:txBody>
      </p:sp>
    </p:spTree>
    <p:extLst>
      <p:ext uri="{BB962C8B-B14F-4D97-AF65-F5344CB8AC3E}">
        <p14:creationId xmlns:p14="http://schemas.microsoft.com/office/powerpoint/2010/main" val="37019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4</a:t>
            </a:fld>
            <a:endParaRPr lang="zh-CN" altLang="en-US"/>
          </a:p>
        </p:txBody>
      </p:sp>
    </p:spTree>
    <p:extLst>
      <p:ext uri="{BB962C8B-B14F-4D97-AF65-F5344CB8AC3E}">
        <p14:creationId xmlns:p14="http://schemas.microsoft.com/office/powerpoint/2010/main" val="127208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5</a:t>
            </a:fld>
            <a:endParaRPr lang="zh-CN" altLang="en-US"/>
          </a:p>
        </p:txBody>
      </p:sp>
    </p:spTree>
    <p:extLst>
      <p:ext uri="{BB962C8B-B14F-4D97-AF65-F5344CB8AC3E}">
        <p14:creationId xmlns:p14="http://schemas.microsoft.com/office/powerpoint/2010/main" val="501495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6</a:t>
            </a:fld>
            <a:endParaRPr lang="zh-CN" altLang="en-US"/>
          </a:p>
        </p:txBody>
      </p:sp>
    </p:spTree>
    <p:extLst>
      <p:ext uri="{BB962C8B-B14F-4D97-AF65-F5344CB8AC3E}">
        <p14:creationId xmlns:p14="http://schemas.microsoft.com/office/powerpoint/2010/main" val="3276289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7</a:t>
            </a:fld>
            <a:endParaRPr lang="zh-CN" altLang="en-US"/>
          </a:p>
        </p:txBody>
      </p:sp>
    </p:spTree>
    <p:extLst>
      <p:ext uri="{BB962C8B-B14F-4D97-AF65-F5344CB8AC3E}">
        <p14:creationId xmlns:p14="http://schemas.microsoft.com/office/powerpoint/2010/main" val="19940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8</a:t>
            </a:fld>
            <a:endParaRPr lang="zh-CN" altLang="en-US"/>
          </a:p>
        </p:txBody>
      </p:sp>
    </p:spTree>
    <p:extLst>
      <p:ext uri="{BB962C8B-B14F-4D97-AF65-F5344CB8AC3E}">
        <p14:creationId xmlns:p14="http://schemas.microsoft.com/office/powerpoint/2010/main" val="3261193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9</a:t>
            </a:fld>
            <a:endParaRPr lang="zh-CN" altLang="en-US"/>
          </a:p>
        </p:txBody>
      </p:sp>
    </p:spTree>
    <p:extLst>
      <p:ext uri="{BB962C8B-B14F-4D97-AF65-F5344CB8AC3E}">
        <p14:creationId xmlns:p14="http://schemas.microsoft.com/office/powerpoint/2010/main" val="42109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10</a:t>
            </a:fld>
            <a:endParaRPr lang="zh-CN" altLang="en-US"/>
          </a:p>
        </p:txBody>
      </p:sp>
    </p:spTree>
    <p:extLst>
      <p:ext uri="{BB962C8B-B14F-4D97-AF65-F5344CB8AC3E}">
        <p14:creationId xmlns:p14="http://schemas.microsoft.com/office/powerpoint/2010/main" val="2054469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11</a:t>
            </a:fld>
            <a:endParaRPr lang="zh-CN" altLang="en-US"/>
          </a:p>
        </p:txBody>
      </p:sp>
    </p:spTree>
    <p:extLst>
      <p:ext uri="{BB962C8B-B14F-4D97-AF65-F5344CB8AC3E}">
        <p14:creationId xmlns:p14="http://schemas.microsoft.com/office/powerpoint/2010/main" val="59565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12</a:t>
            </a:fld>
            <a:endParaRPr lang="zh-CN" altLang="en-US"/>
          </a:p>
        </p:txBody>
      </p:sp>
    </p:spTree>
    <p:extLst>
      <p:ext uri="{BB962C8B-B14F-4D97-AF65-F5344CB8AC3E}">
        <p14:creationId xmlns:p14="http://schemas.microsoft.com/office/powerpoint/2010/main" val="3247311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13</a:t>
            </a:fld>
            <a:endParaRPr lang="zh-CN" altLang="en-US"/>
          </a:p>
        </p:txBody>
      </p:sp>
    </p:spTree>
    <p:extLst>
      <p:ext uri="{BB962C8B-B14F-4D97-AF65-F5344CB8AC3E}">
        <p14:creationId xmlns:p14="http://schemas.microsoft.com/office/powerpoint/2010/main" val="2298741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14</a:t>
            </a:fld>
            <a:endParaRPr lang="zh-CN" altLang="en-US"/>
          </a:p>
        </p:txBody>
      </p:sp>
    </p:spTree>
    <p:extLst>
      <p:ext uri="{BB962C8B-B14F-4D97-AF65-F5344CB8AC3E}">
        <p14:creationId xmlns:p14="http://schemas.microsoft.com/office/powerpoint/2010/main" val="3538309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15</a:t>
            </a:fld>
            <a:endParaRPr lang="zh-CN" altLang="en-US"/>
          </a:p>
        </p:txBody>
      </p:sp>
    </p:spTree>
    <p:extLst>
      <p:ext uri="{BB962C8B-B14F-4D97-AF65-F5344CB8AC3E}">
        <p14:creationId xmlns:p14="http://schemas.microsoft.com/office/powerpoint/2010/main" val="3648441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16</a:t>
            </a:fld>
            <a:endParaRPr lang="zh-CN" altLang="en-US"/>
          </a:p>
        </p:txBody>
      </p:sp>
    </p:spTree>
    <p:extLst>
      <p:ext uri="{BB962C8B-B14F-4D97-AF65-F5344CB8AC3E}">
        <p14:creationId xmlns:p14="http://schemas.microsoft.com/office/powerpoint/2010/main" val="3587793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17</a:t>
            </a:fld>
            <a:endParaRPr lang="zh-CN" altLang="en-US"/>
          </a:p>
        </p:txBody>
      </p:sp>
    </p:spTree>
    <p:extLst>
      <p:ext uri="{BB962C8B-B14F-4D97-AF65-F5344CB8AC3E}">
        <p14:creationId xmlns:p14="http://schemas.microsoft.com/office/powerpoint/2010/main" val="1287660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18</a:t>
            </a:fld>
            <a:endParaRPr lang="zh-CN" altLang="en-US"/>
          </a:p>
        </p:txBody>
      </p:sp>
    </p:spTree>
    <p:extLst>
      <p:ext uri="{BB962C8B-B14F-4D97-AF65-F5344CB8AC3E}">
        <p14:creationId xmlns:p14="http://schemas.microsoft.com/office/powerpoint/2010/main" val="1705833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19</a:t>
            </a:fld>
            <a:endParaRPr lang="zh-CN" altLang="en-US"/>
          </a:p>
        </p:txBody>
      </p:sp>
    </p:spTree>
    <p:extLst>
      <p:ext uri="{BB962C8B-B14F-4D97-AF65-F5344CB8AC3E}">
        <p14:creationId xmlns:p14="http://schemas.microsoft.com/office/powerpoint/2010/main" val="2495624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20</a:t>
            </a:fld>
            <a:endParaRPr lang="zh-CN" altLang="en-US"/>
          </a:p>
        </p:txBody>
      </p:sp>
    </p:spTree>
    <p:extLst>
      <p:ext uri="{BB962C8B-B14F-4D97-AF65-F5344CB8AC3E}">
        <p14:creationId xmlns:p14="http://schemas.microsoft.com/office/powerpoint/2010/main" val="4173751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圆角矩形 8">
            <a:extLst>
              <a:ext uri="{FF2B5EF4-FFF2-40B4-BE49-F238E27FC236}">
                <a16:creationId xmlns:a16="http://schemas.microsoft.com/office/drawing/2014/main" id="{A5EFECBE-650A-E64F-B1E7-5E5D3765AF98}"/>
              </a:ext>
            </a:extLst>
          </p:cNvPr>
          <p:cNvSpPr/>
          <p:nvPr userDrawn="1"/>
        </p:nvSpPr>
        <p:spPr>
          <a:xfrm>
            <a:off x="-1251391" y="-411145"/>
            <a:ext cx="1619148" cy="1217525"/>
          </a:xfrm>
          <a:prstGeom prst="roundRect">
            <a:avLst>
              <a:gd name="adj" fmla="val 14907"/>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C15B255D-1CCE-1043-B9FD-F4FD6782FF81}"/>
              </a:ext>
            </a:extLst>
          </p:cNvPr>
          <p:cNvSpPr/>
          <p:nvPr userDrawn="1"/>
        </p:nvSpPr>
        <p:spPr>
          <a:xfrm>
            <a:off x="-580937" y="-335230"/>
            <a:ext cx="1324516" cy="714803"/>
          </a:xfrm>
          <a:prstGeom prst="roundRect">
            <a:avLst>
              <a:gd name="adj" fmla="val 2314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a:extLst>
              <a:ext uri="{FF2B5EF4-FFF2-40B4-BE49-F238E27FC236}">
                <a16:creationId xmlns:a16="http://schemas.microsoft.com/office/drawing/2014/main" id="{D928CFA5-1989-0343-BD21-B6FC359D1635}"/>
              </a:ext>
            </a:extLst>
          </p:cNvPr>
          <p:cNvSpPr/>
          <p:nvPr userDrawn="1"/>
        </p:nvSpPr>
        <p:spPr>
          <a:xfrm>
            <a:off x="280387" y="292506"/>
            <a:ext cx="174134" cy="17413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FA942C71-2D29-774F-88D9-275004A08861}"/>
              </a:ext>
            </a:extLst>
          </p:cNvPr>
          <p:cNvSpPr txBox="1"/>
          <p:nvPr userDrawn="1"/>
        </p:nvSpPr>
        <p:spPr>
          <a:xfrm>
            <a:off x="744373" y="147940"/>
            <a:ext cx="2839157" cy="523220"/>
          </a:xfrm>
          <a:prstGeom prst="rect">
            <a:avLst/>
          </a:prstGeom>
          <a:noFill/>
        </p:spPr>
        <p:txBody>
          <a:bodyPr wrap="square" rtlCol="0">
            <a:spAutoFit/>
          </a:bodyPr>
          <a:lstStyle/>
          <a:p>
            <a:pPr algn="dist"/>
            <a:r>
              <a:rPr kumimoji="1" lang="zh-CN" altLang="en-US" sz="2800" dirty="0">
                <a:solidFill>
                  <a:schemeClr val="tx1">
                    <a:lumMod val="75000"/>
                    <a:lumOff val="25000"/>
                  </a:schemeClr>
                </a:solidFill>
                <a:latin typeface="Source Han Sans CN ExtraLight" panose="020B0500000000000000" pitchFamily="34" charset="-128"/>
                <a:ea typeface="Source Han Sans CN ExtraLight" panose="020B0500000000000000" pitchFamily="34" charset="-128"/>
              </a:rPr>
              <a:t>请在此输入标题</a:t>
            </a:r>
          </a:p>
        </p:txBody>
      </p:sp>
    </p:spTree>
    <p:extLst>
      <p:ext uri="{BB962C8B-B14F-4D97-AF65-F5344CB8AC3E}">
        <p14:creationId xmlns:p14="http://schemas.microsoft.com/office/powerpoint/2010/main" val="8124363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47152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2211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80256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457156"/>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5" r:id="rId4"/>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1E15695-908A-8640-A3A4-33040E74EB46}"/>
              </a:ext>
            </a:extLst>
          </p:cNvPr>
          <p:cNvSpPr/>
          <p:nvPr/>
        </p:nvSpPr>
        <p:spPr>
          <a:xfrm>
            <a:off x="4521310" y="4331215"/>
            <a:ext cx="3543300" cy="3954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圆角矩形 1">
            <a:extLst>
              <a:ext uri="{FF2B5EF4-FFF2-40B4-BE49-F238E27FC236}">
                <a16:creationId xmlns:a16="http://schemas.microsoft.com/office/drawing/2014/main" id="{EE8EFECB-ADA6-2E4F-A546-9CF4421EA050}"/>
              </a:ext>
            </a:extLst>
          </p:cNvPr>
          <p:cNvSpPr/>
          <p:nvPr/>
        </p:nvSpPr>
        <p:spPr>
          <a:xfrm>
            <a:off x="-1092944" y="-4484900"/>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a:extLst>
              <a:ext uri="{FF2B5EF4-FFF2-40B4-BE49-F238E27FC236}">
                <a16:creationId xmlns:a16="http://schemas.microsoft.com/office/drawing/2014/main" id="{314703F8-1A09-B441-9DFD-5AD5006FA93B}"/>
              </a:ext>
            </a:extLst>
          </p:cNvPr>
          <p:cNvSpPr/>
          <p:nvPr/>
        </p:nvSpPr>
        <p:spPr>
          <a:xfrm>
            <a:off x="2522295" y="1059851"/>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42D27F5D-ACE0-0B4B-8D57-E087973A84B5}"/>
              </a:ext>
            </a:extLst>
          </p:cNvPr>
          <p:cNvSpPr txBox="1"/>
          <p:nvPr/>
        </p:nvSpPr>
        <p:spPr>
          <a:xfrm>
            <a:off x="4723797" y="2461981"/>
            <a:ext cx="3138326" cy="369332"/>
          </a:xfrm>
          <a:prstGeom prst="rect">
            <a:avLst/>
          </a:prstGeom>
          <a:noFill/>
        </p:spPr>
        <p:txBody>
          <a:bodyPr wrap="square" rtlCol="0">
            <a:spAutoFit/>
          </a:bodyPr>
          <a:lstStyle/>
          <a:p>
            <a:pPr algn="dist"/>
            <a:r>
              <a:rPr kumimoji="1" lang="en-US" altLang="zh-CN"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MINIMAL</a:t>
            </a:r>
            <a:r>
              <a:rPr kumimoji="1" lang="zh-CN" altLang="en-US"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 </a:t>
            </a:r>
            <a:r>
              <a:rPr kumimoji="1" lang="en-US" altLang="zh-CN"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STYLE</a:t>
            </a:r>
            <a:endParaRPr kumimoji="1" lang="zh-CN" altLang="en-US" dirty="0">
              <a:solidFill>
                <a:schemeClr val="tx1">
                  <a:lumMod val="65000"/>
                  <a:lumOff val="35000"/>
                </a:schemeClr>
              </a:solidFill>
              <a:latin typeface="思源黑体 CN ExtraLight" panose="020B0200000000000000" pitchFamily="34" charset="-122"/>
              <a:ea typeface="思源黑体 CN ExtraLight" panose="020B0200000000000000" pitchFamily="34" charset="-122"/>
            </a:endParaRPr>
          </a:p>
        </p:txBody>
      </p:sp>
      <p:sp>
        <p:nvSpPr>
          <p:cNvPr id="6" name="文本框 5">
            <a:extLst>
              <a:ext uri="{FF2B5EF4-FFF2-40B4-BE49-F238E27FC236}">
                <a16:creationId xmlns:a16="http://schemas.microsoft.com/office/drawing/2014/main" id="{F7890BEE-ECCF-6E40-8345-C6CF26C76806}"/>
              </a:ext>
            </a:extLst>
          </p:cNvPr>
          <p:cNvSpPr txBox="1"/>
          <p:nvPr/>
        </p:nvSpPr>
        <p:spPr>
          <a:xfrm>
            <a:off x="4000135" y="2838400"/>
            <a:ext cx="4585649" cy="1323439"/>
          </a:xfrm>
          <a:prstGeom prst="rect">
            <a:avLst/>
          </a:prstGeom>
          <a:noFill/>
        </p:spPr>
        <p:txBody>
          <a:bodyPr wrap="square" rtlCol="0">
            <a:spAutoFit/>
          </a:bodyPr>
          <a:lstStyle/>
          <a:p>
            <a:pPr algn="dist"/>
            <a:r>
              <a:rPr kumimoji="1" lang="zh-CN" altLang="en-US" sz="8000"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极简风</a:t>
            </a:r>
          </a:p>
        </p:txBody>
      </p:sp>
      <p:sp>
        <p:nvSpPr>
          <p:cNvPr id="7" name="文本框 6">
            <a:extLst>
              <a:ext uri="{FF2B5EF4-FFF2-40B4-BE49-F238E27FC236}">
                <a16:creationId xmlns:a16="http://schemas.microsoft.com/office/drawing/2014/main" id="{8AC75CB1-5E76-424C-AF2A-FE3AD518F7EC}"/>
              </a:ext>
            </a:extLst>
          </p:cNvPr>
          <p:cNvSpPr txBox="1"/>
          <p:nvPr/>
        </p:nvSpPr>
        <p:spPr>
          <a:xfrm>
            <a:off x="4511863" y="4362388"/>
            <a:ext cx="3300519" cy="338554"/>
          </a:xfrm>
          <a:prstGeom prst="rect">
            <a:avLst/>
          </a:prstGeom>
          <a:noFill/>
        </p:spPr>
        <p:txBody>
          <a:bodyPr wrap="none" rtlCol="0">
            <a:spAutoFit/>
          </a:bodyPr>
          <a:lstStyle/>
          <a:p>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2023</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DEPARTMENT</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WORK</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REPORT</a:t>
            </a:r>
            <a:endParaRPr kumimoji="1" lang="zh-CN" altLang="en-US" sz="1600" dirty="0">
              <a:solidFill>
                <a:schemeClr val="bg1"/>
              </a:solidFill>
              <a:latin typeface="思源黑体 CN ExtraLight" panose="020B0200000000000000" pitchFamily="34" charset="-122"/>
              <a:ea typeface="思源黑体 CN ExtraLight" panose="020B0200000000000000" pitchFamily="34" charset="-122"/>
            </a:endParaRPr>
          </a:p>
        </p:txBody>
      </p:sp>
      <p:sp>
        <p:nvSpPr>
          <p:cNvPr id="9" name="圆角矩形 8">
            <a:extLst>
              <a:ext uri="{FF2B5EF4-FFF2-40B4-BE49-F238E27FC236}">
                <a16:creationId xmlns:a16="http://schemas.microsoft.com/office/drawing/2014/main" id="{A8C31240-01E8-7C43-AC8D-84262EA34C0F}"/>
              </a:ext>
            </a:extLst>
          </p:cNvPr>
          <p:cNvSpPr/>
          <p:nvPr/>
        </p:nvSpPr>
        <p:spPr>
          <a:xfrm>
            <a:off x="-760145" y="6012786"/>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68EFC278-F5BE-F543-A9CD-F9A9F6DFCAAA}"/>
              </a:ext>
            </a:extLst>
          </p:cNvPr>
          <p:cNvSpPr/>
          <p:nvPr/>
        </p:nvSpPr>
        <p:spPr>
          <a:xfrm>
            <a:off x="4432589" y="86242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9617BE54-C21D-0D43-9DD2-42139CFC1E0D}"/>
              </a:ext>
            </a:extLst>
          </p:cNvPr>
          <p:cNvSpPr/>
          <p:nvPr/>
        </p:nvSpPr>
        <p:spPr>
          <a:xfrm>
            <a:off x="11305309" y="4372629"/>
            <a:ext cx="4703618" cy="2851040"/>
          </a:xfrm>
          <a:prstGeom prst="roundRect">
            <a:avLst>
              <a:gd name="adj" fmla="val 13709"/>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4DCA46F8-BAA9-C945-9105-B90EB7E3341D}"/>
              </a:ext>
            </a:extLst>
          </p:cNvPr>
          <p:cNvSpPr/>
          <p:nvPr/>
        </p:nvSpPr>
        <p:spPr>
          <a:xfrm>
            <a:off x="2356040" y="5836140"/>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547509456"/>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9D61EF52-F1FD-614B-B49B-8733FE7249A1}"/>
              </a:ext>
            </a:extLst>
          </p:cNvPr>
          <p:cNvSpPr/>
          <p:nvPr/>
        </p:nvSpPr>
        <p:spPr>
          <a:xfrm>
            <a:off x="561704" y="3231259"/>
            <a:ext cx="1941836" cy="3954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圆角矩形 13">
            <a:extLst>
              <a:ext uri="{FF2B5EF4-FFF2-40B4-BE49-F238E27FC236}">
                <a16:creationId xmlns:a16="http://schemas.microsoft.com/office/drawing/2014/main" id="{E4F48D86-BBB4-0C4F-974F-1D7928D36FF2}"/>
              </a:ext>
            </a:extLst>
          </p:cNvPr>
          <p:cNvSpPr/>
          <p:nvPr/>
        </p:nvSpPr>
        <p:spPr>
          <a:xfrm>
            <a:off x="-482974" y="-454937"/>
            <a:ext cx="3249090" cy="1914778"/>
          </a:xfrm>
          <a:prstGeom prst="roundRect">
            <a:avLst>
              <a:gd name="adj" fmla="val 28427"/>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A7AD02D1-621D-4848-807F-A14DA7CD5BAA}"/>
              </a:ext>
            </a:extLst>
          </p:cNvPr>
          <p:cNvSpPr/>
          <p:nvPr/>
        </p:nvSpPr>
        <p:spPr>
          <a:xfrm>
            <a:off x="4039368" y="5475988"/>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46531E53-36AD-C847-A665-FC57D7A1FC0B}"/>
              </a:ext>
            </a:extLst>
          </p:cNvPr>
          <p:cNvSpPr txBox="1"/>
          <p:nvPr/>
        </p:nvSpPr>
        <p:spPr>
          <a:xfrm>
            <a:off x="572095" y="2210624"/>
            <a:ext cx="1941836" cy="1015663"/>
          </a:xfrm>
          <a:prstGeom prst="rect">
            <a:avLst/>
          </a:prstGeom>
          <a:noFill/>
        </p:spPr>
        <p:txBody>
          <a:bodyPr wrap="square" rtlCol="0">
            <a:spAutoFit/>
          </a:bodyPr>
          <a:lstStyle/>
          <a:p>
            <a:pPr algn="dist"/>
            <a:r>
              <a:rPr kumimoji="1" lang="zh-CN" altLang="en-US" sz="6000"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目录</a:t>
            </a:r>
          </a:p>
        </p:txBody>
      </p:sp>
      <p:sp>
        <p:nvSpPr>
          <p:cNvPr id="17" name="文本框 16">
            <a:extLst>
              <a:ext uri="{FF2B5EF4-FFF2-40B4-BE49-F238E27FC236}">
                <a16:creationId xmlns:a16="http://schemas.microsoft.com/office/drawing/2014/main" id="{4750BA02-E5C9-5C48-9A88-36EEC9685F06}"/>
              </a:ext>
            </a:extLst>
          </p:cNvPr>
          <p:cNvSpPr txBox="1"/>
          <p:nvPr/>
        </p:nvSpPr>
        <p:spPr>
          <a:xfrm>
            <a:off x="624993" y="3252041"/>
            <a:ext cx="1816201" cy="338554"/>
          </a:xfrm>
          <a:prstGeom prst="rect">
            <a:avLst/>
          </a:prstGeom>
          <a:noFill/>
        </p:spPr>
        <p:txBody>
          <a:bodyPr wrap="square" rtlCol="0">
            <a:spAutoFit/>
          </a:bodyPr>
          <a:lstStyle/>
          <a:p>
            <a:pPr algn="dist"/>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CONTENTS</a:t>
            </a:r>
            <a:endParaRPr kumimoji="1" lang="zh-CN" altLang="en-US" sz="1600" dirty="0">
              <a:solidFill>
                <a:schemeClr val="bg1"/>
              </a:solidFill>
              <a:latin typeface="思源黑体 CN ExtraLight" panose="020B0200000000000000" pitchFamily="34" charset="-122"/>
              <a:ea typeface="思源黑体 CN ExtraLight" panose="020B0200000000000000" pitchFamily="34" charset="-122"/>
            </a:endParaRPr>
          </a:p>
        </p:txBody>
      </p:sp>
      <p:sp>
        <p:nvSpPr>
          <p:cNvPr id="18" name="圆角矩形 17">
            <a:extLst>
              <a:ext uri="{FF2B5EF4-FFF2-40B4-BE49-F238E27FC236}">
                <a16:creationId xmlns:a16="http://schemas.microsoft.com/office/drawing/2014/main" id="{F20F451E-EA40-0A4B-93FB-6B2D14937848}"/>
              </a:ext>
            </a:extLst>
          </p:cNvPr>
          <p:cNvSpPr/>
          <p:nvPr/>
        </p:nvSpPr>
        <p:spPr>
          <a:xfrm>
            <a:off x="10804936" y="4053508"/>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椭圆 19">
            <a:extLst>
              <a:ext uri="{FF2B5EF4-FFF2-40B4-BE49-F238E27FC236}">
                <a16:creationId xmlns:a16="http://schemas.microsoft.com/office/drawing/2014/main" id="{80C172D3-0085-844D-AC9F-005A6320F784}"/>
              </a:ext>
            </a:extLst>
          </p:cNvPr>
          <p:cNvSpPr/>
          <p:nvPr/>
        </p:nvSpPr>
        <p:spPr>
          <a:xfrm>
            <a:off x="10628290" y="5299342"/>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DD5A4023-FDD9-014C-8F31-56A520F434E7}"/>
              </a:ext>
            </a:extLst>
          </p:cNvPr>
          <p:cNvSpPr txBox="1"/>
          <p:nvPr/>
        </p:nvSpPr>
        <p:spPr>
          <a:xfrm>
            <a:off x="3252354" y="2237469"/>
            <a:ext cx="3227165" cy="2246769"/>
          </a:xfrm>
          <a:prstGeom prst="rect">
            <a:avLst/>
          </a:prstGeom>
          <a:noFill/>
        </p:spPr>
        <p:txBody>
          <a:bodyPr wrap="none" rtlCol="0">
            <a:spAutoFit/>
          </a:bodyPr>
          <a:lstStyle/>
          <a:p>
            <a:pPr marL="457200" indent="-457200">
              <a:lnSpc>
                <a:spcPct val="250000"/>
              </a:lnSpc>
              <a:buFont typeface="Arial" panose="020B0604020202020204" pitchFamily="34" charset="0"/>
              <a:buChar char="•"/>
            </a:pPr>
            <a:r>
              <a:rPr kumimoji="1" lang="zh-CN" altLang="en-US"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endParaRPr kumimoji="1" lang="en-US" altLang="zh-CN"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endParaRPr>
          </a:p>
          <a:p>
            <a:pPr marL="457200" indent="-457200">
              <a:lnSpc>
                <a:spcPct val="250000"/>
              </a:lnSpc>
              <a:buFont typeface="Arial" panose="020B0604020202020204" pitchFamily="34" charset="0"/>
              <a:buChar char="•"/>
            </a:pPr>
            <a:r>
              <a:rPr kumimoji="1" lang="zh-CN" altLang="en-US"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p>
        </p:txBody>
      </p:sp>
      <p:sp>
        <p:nvSpPr>
          <p:cNvPr id="22" name="文本框 21">
            <a:extLst>
              <a:ext uri="{FF2B5EF4-FFF2-40B4-BE49-F238E27FC236}">
                <a16:creationId xmlns:a16="http://schemas.microsoft.com/office/drawing/2014/main" id="{9EBE2C26-09E5-0241-852E-FFB82F91FEC5}"/>
              </a:ext>
            </a:extLst>
          </p:cNvPr>
          <p:cNvSpPr txBox="1"/>
          <p:nvPr/>
        </p:nvSpPr>
        <p:spPr>
          <a:xfrm>
            <a:off x="7041573" y="2237468"/>
            <a:ext cx="3227165" cy="2246769"/>
          </a:xfrm>
          <a:prstGeom prst="rect">
            <a:avLst/>
          </a:prstGeom>
          <a:noFill/>
        </p:spPr>
        <p:txBody>
          <a:bodyPr wrap="none" rtlCol="0">
            <a:spAutoFit/>
          </a:bodyPr>
          <a:lstStyle/>
          <a:p>
            <a:pPr marL="457200" indent="-457200">
              <a:lnSpc>
                <a:spcPct val="250000"/>
              </a:lnSpc>
              <a:buFont typeface="Arial" panose="020B0604020202020204" pitchFamily="34" charset="0"/>
              <a:buChar char="•"/>
            </a:pPr>
            <a:r>
              <a:rPr kumimoji="1" lang="zh-CN" altLang="en-US"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endParaRPr kumimoji="1" lang="en-US" altLang="zh-CN"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endParaRPr>
          </a:p>
          <a:p>
            <a:pPr marL="457200" indent="-457200">
              <a:lnSpc>
                <a:spcPct val="250000"/>
              </a:lnSpc>
              <a:buFont typeface="Arial" panose="020B0604020202020204" pitchFamily="34" charset="0"/>
              <a:buChar char="•"/>
            </a:pPr>
            <a:r>
              <a:rPr kumimoji="1" lang="zh-CN" altLang="en-US" sz="28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p>
        </p:txBody>
      </p:sp>
      <p:sp>
        <p:nvSpPr>
          <p:cNvPr id="23" name="文本框 22">
            <a:extLst>
              <a:ext uri="{FF2B5EF4-FFF2-40B4-BE49-F238E27FC236}">
                <a16:creationId xmlns:a16="http://schemas.microsoft.com/office/drawing/2014/main" id="{A95A5409-5E91-7547-9B6E-1D1489A9C0EE}"/>
              </a:ext>
            </a:extLst>
          </p:cNvPr>
          <p:cNvSpPr txBox="1"/>
          <p:nvPr/>
        </p:nvSpPr>
        <p:spPr>
          <a:xfrm>
            <a:off x="3725571" y="3114331"/>
            <a:ext cx="3013363" cy="461665"/>
          </a:xfrm>
          <a:prstGeom prst="rect">
            <a:avLst/>
          </a:prstGeom>
          <a:noFill/>
        </p:spPr>
        <p:txBody>
          <a:bodyPr wrap="square" rtlCol="0">
            <a:spAutoFit/>
          </a:bodyPr>
          <a:lstStyle/>
          <a:p>
            <a:pPr>
              <a:lnSpc>
                <a:spcPct val="12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enter the relevant content you need here. thank you for downloading our ppt template file.</a:t>
            </a:r>
          </a:p>
        </p:txBody>
      </p:sp>
      <p:sp>
        <p:nvSpPr>
          <p:cNvPr id="24" name="文本框 23">
            <a:extLst>
              <a:ext uri="{FF2B5EF4-FFF2-40B4-BE49-F238E27FC236}">
                <a16:creationId xmlns:a16="http://schemas.microsoft.com/office/drawing/2014/main" id="{40B4B986-3948-B14E-9AFA-E7DDF740976A}"/>
              </a:ext>
            </a:extLst>
          </p:cNvPr>
          <p:cNvSpPr txBox="1"/>
          <p:nvPr/>
        </p:nvSpPr>
        <p:spPr>
          <a:xfrm>
            <a:off x="3725570" y="4196929"/>
            <a:ext cx="3013363" cy="461665"/>
          </a:xfrm>
          <a:prstGeom prst="rect">
            <a:avLst/>
          </a:prstGeom>
          <a:noFill/>
        </p:spPr>
        <p:txBody>
          <a:bodyPr wrap="square" rtlCol="0">
            <a:spAutoFit/>
          </a:bodyPr>
          <a:lstStyle/>
          <a:p>
            <a:pPr>
              <a:lnSpc>
                <a:spcPct val="12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enter the relevant content you need here. thank you for downloading our ppt template file.</a:t>
            </a:r>
          </a:p>
        </p:txBody>
      </p:sp>
      <p:sp>
        <p:nvSpPr>
          <p:cNvPr id="25" name="文本框 24">
            <a:extLst>
              <a:ext uri="{FF2B5EF4-FFF2-40B4-BE49-F238E27FC236}">
                <a16:creationId xmlns:a16="http://schemas.microsoft.com/office/drawing/2014/main" id="{CFF86E12-57E3-3746-8779-06E46E74F06E}"/>
              </a:ext>
            </a:extLst>
          </p:cNvPr>
          <p:cNvSpPr txBox="1"/>
          <p:nvPr/>
        </p:nvSpPr>
        <p:spPr>
          <a:xfrm>
            <a:off x="7522644" y="3114331"/>
            <a:ext cx="3013363" cy="461665"/>
          </a:xfrm>
          <a:prstGeom prst="rect">
            <a:avLst/>
          </a:prstGeom>
          <a:noFill/>
        </p:spPr>
        <p:txBody>
          <a:bodyPr wrap="square" rtlCol="0">
            <a:spAutoFit/>
          </a:bodyPr>
          <a:lstStyle/>
          <a:p>
            <a:pPr>
              <a:lnSpc>
                <a:spcPct val="12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enter the relevant content you need here. thank you for downloading our ppt template file.</a:t>
            </a:r>
          </a:p>
        </p:txBody>
      </p:sp>
      <p:sp>
        <p:nvSpPr>
          <p:cNvPr id="26" name="文本框 25">
            <a:extLst>
              <a:ext uri="{FF2B5EF4-FFF2-40B4-BE49-F238E27FC236}">
                <a16:creationId xmlns:a16="http://schemas.microsoft.com/office/drawing/2014/main" id="{F39577DA-25AE-8A49-AB11-855A3915E92A}"/>
              </a:ext>
            </a:extLst>
          </p:cNvPr>
          <p:cNvSpPr txBox="1"/>
          <p:nvPr/>
        </p:nvSpPr>
        <p:spPr>
          <a:xfrm>
            <a:off x="7522643" y="4196929"/>
            <a:ext cx="3013363" cy="461665"/>
          </a:xfrm>
          <a:prstGeom prst="rect">
            <a:avLst/>
          </a:prstGeom>
          <a:noFill/>
        </p:spPr>
        <p:txBody>
          <a:bodyPr wrap="square" rtlCol="0">
            <a:spAutoFit/>
          </a:bodyPr>
          <a:lstStyle/>
          <a:p>
            <a:pPr>
              <a:lnSpc>
                <a:spcPct val="12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enter the relevant content you need here. thank you for downloading our ppt template file.</a:t>
            </a:r>
          </a:p>
        </p:txBody>
      </p:sp>
    </p:spTree>
    <p:extLst>
      <p:ext uri="{BB962C8B-B14F-4D97-AF65-F5344CB8AC3E}">
        <p14:creationId xmlns:p14="http://schemas.microsoft.com/office/powerpoint/2010/main" val="384811346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checkerboard(across)">
                                      <p:cBhvr>
                                        <p:cTn id="10" dur="500"/>
                                        <p:tgtEl>
                                          <p:spTgt spid="2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checkerboard(across)">
                                      <p:cBhvr>
                                        <p:cTn id="13" dur="500"/>
                                        <p:tgtEl>
                                          <p:spTgt spid="23"/>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checkerboard(across)">
                                      <p:cBhvr>
                                        <p:cTn id="16" dur="500"/>
                                        <p:tgtEl>
                                          <p:spTgt spid="24"/>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checkerboard(across)">
                                      <p:cBhvr>
                                        <p:cTn id="19" dur="500"/>
                                        <p:tgtEl>
                                          <p:spTgt spid="25"/>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checkerboard(across)">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82612FB4-E567-3F4F-BAC0-7E21D55F01F4}"/>
              </a:ext>
            </a:extLst>
          </p:cNvPr>
          <p:cNvSpPr/>
          <p:nvPr/>
        </p:nvSpPr>
        <p:spPr>
          <a:xfrm>
            <a:off x="-1996954" y="-2490492"/>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B914B818-EAEE-5B46-AC9D-B495FEDA7EE4}"/>
              </a:ext>
            </a:extLst>
          </p:cNvPr>
          <p:cNvSpPr/>
          <p:nvPr/>
        </p:nvSpPr>
        <p:spPr>
          <a:xfrm>
            <a:off x="1815712" y="2179329"/>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4AD6EA7C-AA92-2D42-9A55-50820B28D04B}"/>
              </a:ext>
            </a:extLst>
          </p:cNvPr>
          <p:cNvSpPr/>
          <p:nvPr/>
        </p:nvSpPr>
        <p:spPr>
          <a:xfrm>
            <a:off x="9446055" y="-1229677"/>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9D4CD1FD-C342-6948-AFEF-34D68D2CF88F}"/>
              </a:ext>
            </a:extLst>
          </p:cNvPr>
          <p:cNvSpPr/>
          <p:nvPr/>
        </p:nvSpPr>
        <p:spPr>
          <a:xfrm>
            <a:off x="3518189" y="200268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7B0C8205-E7E1-3141-9A73-68AAFE2A57CD}"/>
              </a:ext>
            </a:extLst>
          </p:cNvPr>
          <p:cNvSpPr/>
          <p:nvPr/>
        </p:nvSpPr>
        <p:spPr>
          <a:xfrm>
            <a:off x="1639066" y="3779897"/>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AAB35EDD-2FE0-7246-8314-C84A5A6304F6}"/>
              </a:ext>
            </a:extLst>
          </p:cNvPr>
          <p:cNvSpPr txBox="1"/>
          <p:nvPr/>
        </p:nvSpPr>
        <p:spPr>
          <a:xfrm>
            <a:off x="3973742" y="2448323"/>
            <a:ext cx="6232796" cy="1107996"/>
          </a:xfrm>
          <a:prstGeom prst="rect">
            <a:avLst/>
          </a:prstGeom>
          <a:noFill/>
        </p:spPr>
        <p:txBody>
          <a:bodyPr wrap="none" rtlCol="0">
            <a:spAutoFit/>
          </a:bodyPr>
          <a:lstStyle/>
          <a:p>
            <a:r>
              <a:rPr kumimoji="1" lang="zh-CN" altLang="en-US" sz="66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p>
        </p:txBody>
      </p:sp>
      <p:sp>
        <p:nvSpPr>
          <p:cNvPr id="17" name="文本框 16">
            <a:extLst>
              <a:ext uri="{FF2B5EF4-FFF2-40B4-BE49-F238E27FC236}">
                <a16:creationId xmlns:a16="http://schemas.microsoft.com/office/drawing/2014/main" id="{895AAAF7-2E71-994D-8339-16BE6C8556AC}"/>
              </a:ext>
            </a:extLst>
          </p:cNvPr>
          <p:cNvSpPr txBox="1"/>
          <p:nvPr/>
        </p:nvSpPr>
        <p:spPr>
          <a:xfrm>
            <a:off x="3983258" y="3522519"/>
            <a:ext cx="6192981" cy="553998"/>
          </a:xfrm>
          <a:prstGeom prst="rect">
            <a:avLst/>
          </a:prstGeom>
          <a:noFill/>
        </p:spPr>
        <p:txBody>
          <a:bodyPr wrap="square" rtlCol="0">
            <a:spAutoFit/>
          </a:bodyPr>
          <a:lstStyle/>
          <a:p>
            <a:pPr>
              <a:lnSpc>
                <a:spcPct val="15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your content is entered here, or by copying your text, select paste in this box and choose to retain only text. your content is typed here, or by copying your text, select paste in this box.</a:t>
            </a:r>
          </a:p>
        </p:txBody>
      </p:sp>
      <p:sp>
        <p:nvSpPr>
          <p:cNvPr id="18" name="文本框 17">
            <a:extLst>
              <a:ext uri="{FF2B5EF4-FFF2-40B4-BE49-F238E27FC236}">
                <a16:creationId xmlns:a16="http://schemas.microsoft.com/office/drawing/2014/main" id="{96D8C71C-92B7-1040-8B69-68AC2D75861D}"/>
              </a:ext>
            </a:extLst>
          </p:cNvPr>
          <p:cNvSpPr txBox="1"/>
          <p:nvPr/>
        </p:nvSpPr>
        <p:spPr>
          <a:xfrm>
            <a:off x="2318834" y="2504880"/>
            <a:ext cx="1037463" cy="1015663"/>
          </a:xfrm>
          <a:prstGeom prst="rect">
            <a:avLst/>
          </a:prstGeom>
          <a:noFill/>
        </p:spPr>
        <p:txBody>
          <a:bodyPr wrap="none" rtlCol="0">
            <a:spAutoFit/>
          </a:bodyPr>
          <a:lstStyle/>
          <a:p>
            <a:r>
              <a:rPr kumimoji="1" lang="en-US" altLang="zh-CN" sz="6000" dirty="0">
                <a:solidFill>
                  <a:schemeClr val="tx1">
                    <a:lumMod val="75000"/>
                    <a:lumOff val="25000"/>
                  </a:schemeClr>
                </a:solidFill>
                <a:latin typeface="+mn-ea"/>
              </a:rPr>
              <a:t>01</a:t>
            </a:r>
            <a:endParaRPr kumimoji="1" lang="zh-CN" altLang="en-US" sz="6000" dirty="0">
              <a:solidFill>
                <a:schemeClr val="tx1">
                  <a:lumMod val="75000"/>
                  <a:lumOff val="25000"/>
                </a:schemeClr>
              </a:solidFill>
              <a:latin typeface="+mn-ea"/>
            </a:endParaRPr>
          </a:p>
        </p:txBody>
      </p:sp>
    </p:spTree>
    <p:extLst>
      <p:ext uri="{BB962C8B-B14F-4D97-AF65-F5344CB8AC3E}">
        <p14:creationId xmlns:p14="http://schemas.microsoft.com/office/powerpoint/2010/main" val="41464695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checkerboard(across)">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7E227A5-B119-A74A-9FFF-566FB20EAB52}"/>
              </a:ext>
            </a:extLst>
          </p:cNvPr>
          <p:cNvSpPr/>
          <p:nvPr/>
        </p:nvSpPr>
        <p:spPr>
          <a:xfrm>
            <a:off x="7205640" y="2120934"/>
            <a:ext cx="647652" cy="53448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mj-ea"/>
                <a:ea typeface="+mj-ea"/>
              </a:rPr>
              <a:t>01</a:t>
            </a:r>
            <a:endParaRPr kumimoji="1" lang="zh-CN" altLang="en-US" sz="2400" dirty="0">
              <a:latin typeface="+mj-ea"/>
              <a:ea typeface="+mj-ea"/>
            </a:endParaRPr>
          </a:p>
        </p:txBody>
      </p:sp>
      <p:sp>
        <p:nvSpPr>
          <p:cNvPr id="18" name="矩形 17">
            <a:extLst>
              <a:ext uri="{FF2B5EF4-FFF2-40B4-BE49-F238E27FC236}">
                <a16:creationId xmlns:a16="http://schemas.microsoft.com/office/drawing/2014/main" id="{A6AA3358-3610-4E40-BBBE-0D9830C501FD}"/>
              </a:ext>
            </a:extLst>
          </p:cNvPr>
          <p:cNvSpPr/>
          <p:nvPr/>
        </p:nvSpPr>
        <p:spPr>
          <a:xfrm>
            <a:off x="7205640" y="3747988"/>
            <a:ext cx="647652" cy="53448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mj-ea"/>
                <a:ea typeface="+mj-ea"/>
              </a:rPr>
              <a:t>02</a:t>
            </a:r>
            <a:endParaRPr kumimoji="1" lang="zh-CN" altLang="en-US" sz="2400" dirty="0">
              <a:latin typeface="+mj-ea"/>
              <a:ea typeface="+mj-ea"/>
            </a:endParaRPr>
          </a:p>
        </p:txBody>
      </p:sp>
      <p:sp>
        <p:nvSpPr>
          <p:cNvPr id="19" name="矩形 18">
            <a:extLst>
              <a:ext uri="{FF2B5EF4-FFF2-40B4-BE49-F238E27FC236}">
                <a16:creationId xmlns:a16="http://schemas.microsoft.com/office/drawing/2014/main" id="{5DC85578-03BF-E74B-A43F-C86F8CAB5FB1}"/>
              </a:ext>
            </a:extLst>
          </p:cNvPr>
          <p:cNvSpPr/>
          <p:nvPr/>
        </p:nvSpPr>
        <p:spPr>
          <a:xfrm>
            <a:off x="4219738" y="1967389"/>
            <a:ext cx="2637251" cy="3534362"/>
          </a:xfrm>
          <a:prstGeom prst="rect">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4009C97F-B3F3-B545-BE8C-81D238173E7B}"/>
              </a:ext>
            </a:extLst>
          </p:cNvPr>
          <p:cNvSpPr txBox="1"/>
          <p:nvPr/>
        </p:nvSpPr>
        <p:spPr>
          <a:xfrm>
            <a:off x="7891413" y="2338179"/>
            <a:ext cx="3415673" cy="810928"/>
          </a:xfrm>
          <a:prstGeom prst="rect">
            <a:avLst/>
          </a:prstGeom>
          <a:noFill/>
        </p:spPr>
        <p:txBody>
          <a:bodyPr wrap="square" rtlCol="0">
            <a:spAutoFit/>
          </a:bodyPr>
          <a:lstStyle/>
          <a:p>
            <a:pPr>
              <a:lnSpc>
                <a:spcPct val="150000"/>
              </a:lnSpc>
            </a:pPr>
            <a:r>
              <a:rPr kumimoji="1" lang="zh-CN" altLang="en-US" sz="1100" dirty="0">
                <a:solidFill>
                  <a:schemeClr val="tx1">
                    <a:lumMod val="75000"/>
                    <a:lumOff val="25000"/>
                  </a:schemeClr>
                </a:solidFill>
                <a:latin typeface="+mn-ea"/>
              </a:rPr>
              <a:t>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a:t>
            </a:r>
          </a:p>
        </p:txBody>
      </p:sp>
      <p:sp>
        <p:nvSpPr>
          <p:cNvPr id="21" name="文本框 20">
            <a:extLst>
              <a:ext uri="{FF2B5EF4-FFF2-40B4-BE49-F238E27FC236}">
                <a16:creationId xmlns:a16="http://schemas.microsoft.com/office/drawing/2014/main" id="{CEEF4B80-112E-FC4B-B3A9-FD182F8C56DC}"/>
              </a:ext>
            </a:extLst>
          </p:cNvPr>
          <p:cNvSpPr txBox="1"/>
          <p:nvPr/>
        </p:nvSpPr>
        <p:spPr>
          <a:xfrm>
            <a:off x="7891414" y="2040879"/>
            <a:ext cx="2194832" cy="307777"/>
          </a:xfrm>
          <a:prstGeom prst="rect">
            <a:avLst/>
          </a:prstGeom>
          <a:noFill/>
        </p:spPr>
        <p:txBody>
          <a:bodyPr wrap="none" rtlCol="0">
            <a:spAutoFit/>
          </a:bodyPr>
          <a:lstStyle/>
          <a:p>
            <a:r>
              <a:rPr lang="zh-CN" altLang="en-US" sz="1400" dirty="0">
                <a:solidFill>
                  <a:schemeClr val="tx1">
                    <a:lumMod val="75000"/>
                    <a:lumOff val="25000"/>
                  </a:schemeClr>
                </a:solidFill>
                <a:latin typeface="+mj-ea"/>
                <a:ea typeface="+mj-ea"/>
                <a:cs typeface="微软雅黑" panose="020B0503020204020204" pitchFamily="34" charset="-122"/>
                <a:sym typeface="+mn-ea"/>
              </a:rPr>
              <a:t>请在此输入标题文字内容</a:t>
            </a:r>
          </a:p>
        </p:txBody>
      </p:sp>
      <p:sp>
        <p:nvSpPr>
          <p:cNvPr id="22" name="文本框 21">
            <a:extLst>
              <a:ext uri="{FF2B5EF4-FFF2-40B4-BE49-F238E27FC236}">
                <a16:creationId xmlns:a16="http://schemas.microsoft.com/office/drawing/2014/main" id="{DF20E284-3DA7-3D42-B4DD-E28408AE7BE8}"/>
              </a:ext>
            </a:extLst>
          </p:cNvPr>
          <p:cNvSpPr txBox="1"/>
          <p:nvPr/>
        </p:nvSpPr>
        <p:spPr>
          <a:xfrm>
            <a:off x="7891413" y="3958566"/>
            <a:ext cx="3415673" cy="810928"/>
          </a:xfrm>
          <a:prstGeom prst="rect">
            <a:avLst/>
          </a:prstGeom>
          <a:noFill/>
        </p:spPr>
        <p:txBody>
          <a:bodyPr wrap="square" rtlCol="0">
            <a:spAutoFit/>
          </a:bodyPr>
          <a:lstStyle/>
          <a:p>
            <a:pPr>
              <a:lnSpc>
                <a:spcPct val="150000"/>
              </a:lnSpc>
            </a:pPr>
            <a:r>
              <a:rPr kumimoji="1" lang="zh-CN" altLang="en-US" sz="1100" dirty="0">
                <a:solidFill>
                  <a:schemeClr val="tx1">
                    <a:lumMod val="75000"/>
                    <a:lumOff val="25000"/>
                  </a:schemeClr>
                </a:solidFill>
                <a:latin typeface="+mn-ea"/>
              </a:rPr>
              <a:t>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a:t>
            </a:r>
          </a:p>
        </p:txBody>
      </p:sp>
      <p:sp>
        <p:nvSpPr>
          <p:cNvPr id="23" name="文本框 22">
            <a:extLst>
              <a:ext uri="{FF2B5EF4-FFF2-40B4-BE49-F238E27FC236}">
                <a16:creationId xmlns:a16="http://schemas.microsoft.com/office/drawing/2014/main" id="{F3FEAA7C-CED5-6C40-B2E1-3EED567643D8}"/>
              </a:ext>
            </a:extLst>
          </p:cNvPr>
          <p:cNvSpPr txBox="1"/>
          <p:nvPr/>
        </p:nvSpPr>
        <p:spPr>
          <a:xfrm>
            <a:off x="7891414" y="3689846"/>
            <a:ext cx="2194832" cy="307777"/>
          </a:xfrm>
          <a:prstGeom prst="rect">
            <a:avLst/>
          </a:prstGeom>
          <a:noFill/>
        </p:spPr>
        <p:txBody>
          <a:bodyPr wrap="none" rtlCol="0">
            <a:spAutoFit/>
          </a:bodyPr>
          <a:lstStyle/>
          <a:p>
            <a:r>
              <a:rPr lang="zh-CN" altLang="en-US" sz="1400" dirty="0">
                <a:solidFill>
                  <a:schemeClr val="tx1">
                    <a:lumMod val="75000"/>
                    <a:lumOff val="25000"/>
                  </a:schemeClr>
                </a:solidFill>
                <a:latin typeface="+mj-ea"/>
                <a:ea typeface="+mj-ea"/>
                <a:cs typeface="微软雅黑" panose="020B0503020204020204" pitchFamily="34" charset="-122"/>
                <a:sym typeface="+mn-ea"/>
              </a:rPr>
              <a:t>请在此输入标题文字内容</a:t>
            </a:r>
          </a:p>
        </p:txBody>
      </p:sp>
      <p:sp>
        <p:nvSpPr>
          <p:cNvPr id="24" name="文本框 23">
            <a:extLst>
              <a:ext uri="{FF2B5EF4-FFF2-40B4-BE49-F238E27FC236}">
                <a16:creationId xmlns:a16="http://schemas.microsoft.com/office/drawing/2014/main" id="{82ED681B-209E-3A41-AA94-C9D7F22CF7F2}"/>
              </a:ext>
            </a:extLst>
          </p:cNvPr>
          <p:cNvSpPr txBox="1"/>
          <p:nvPr/>
        </p:nvSpPr>
        <p:spPr>
          <a:xfrm>
            <a:off x="1028643" y="2296311"/>
            <a:ext cx="2842445"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PPT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TEMPLATE</a:t>
            </a:r>
            <a:endParaRPr kumimoji="1" lang="zh-CN" altLang="en-US" sz="2800" dirty="0">
              <a:solidFill>
                <a:schemeClr val="tx1">
                  <a:lumMod val="75000"/>
                  <a:lumOff val="25000"/>
                </a:schemeClr>
              </a:solidFill>
              <a:latin typeface="+mj-ea"/>
              <a:ea typeface="+mj-ea"/>
            </a:endParaRPr>
          </a:p>
        </p:txBody>
      </p:sp>
      <p:sp>
        <p:nvSpPr>
          <p:cNvPr id="25" name="文本框 24">
            <a:extLst>
              <a:ext uri="{FF2B5EF4-FFF2-40B4-BE49-F238E27FC236}">
                <a16:creationId xmlns:a16="http://schemas.microsoft.com/office/drawing/2014/main" id="{111189B9-9800-644A-BFBF-363938DE6E9C}"/>
              </a:ext>
            </a:extLst>
          </p:cNvPr>
          <p:cNvSpPr txBox="1"/>
          <p:nvPr/>
        </p:nvSpPr>
        <p:spPr>
          <a:xfrm>
            <a:off x="1041895" y="1940231"/>
            <a:ext cx="1426994" cy="369332"/>
          </a:xfrm>
          <a:prstGeom prst="rect">
            <a:avLst/>
          </a:prstGeom>
          <a:noFill/>
        </p:spPr>
        <p:txBody>
          <a:bodyPr wrap="none" rtlCol="0">
            <a:spAutoFit/>
          </a:bodyPr>
          <a:lstStyle/>
          <a:p>
            <a:r>
              <a:rPr kumimoji="1" lang="en-US" altLang="zh-CN" dirty="0">
                <a:solidFill>
                  <a:schemeClr val="bg1">
                    <a:lumMod val="75000"/>
                  </a:schemeClr>
                </a:solidFill>
                <a:latin typeface="+mn-ea"/>
              </a:rPr>
              <a:t>TITLE</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HERE</a:t>
            </a:r>
            <a:endParaRPr kumimoji="1" lang="zh-CN" altLang="en-US" dirty="0">
              <a:solidFill>
                <a:schemeClr val="bg1">
                  <a:lumMod val="75000"/>
                </a:schemeClr>
              </a:solidFill>
              <a:latin typeface="+mn-ea"/>
            </a:endParaRPr>
          </a:p>
        </p:txBody>
      </p:sp>
      <p:sp>
        <p:nvSpPr>
          <p:cNvPr id="26" name="文本框 25">
            <a:extLst>
              <a:ext uri="{FF2B5EF4-FFF2-40B4-BE49-F238E27FC236}">
                <a16:creationId xmlns:a16="http://schemas.microsoft.com/office/drawing/2014/main" id="{3E3F27F9-CBA7-FA45-881D-C340F619E116}"/>
              </a:ext>
            </a:extLst>
          </p:cNvPr>
          <p:cNvSpPr txBox="1"/>
          <p:nvPr/>
        </p:nvSpPr>
        <p:spPr>
          <a:xfrm>
            <a:off x="989655" y="2918768"/>
            <a:ext cx="2958467" cy="2538259"/>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a:p>
            <a:pPr>
              <a:lnSpc>
                <a:spcPct val="150000"/>
              </a:lnSpc>
            </a:pPr>
            <a:endParaRPr kumimoji="1" lang="en-US" altLang="zh-CN" sz="1200" dirty="0">
              <a:solidFill>
                <a:schemeClr val="tx1">
                  <a:lumMod val="50000"/>
                  <a:lumOff val="50000"/>
                </a:schemeClr>
              </a:solidFill>
              <a:latin typeface="+mn-ea"/>
              <a:cs typeface="+mn-ea"/>
              <a:sym typeface="+mn-lt"/>
            </a:endParaRPr>
          </a:p>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p>
        </p:txBody>
      </p:sp>
    </p:spTree>
    <p:extLst>
      <p:ext uri="{BB962C8B-B14F-4D97-AF65-F5344CB8AC3E}">
        <p14:creationId xmlns:p14="http://schemas.microsoft.com/office/powerpoint/2010/main" val="2594539676"/>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dissolve">
                                      <p:cBhvr>
                                        <p:cTn id="13" dur="500"/>
                                        <p:tgtEl>
                                          <p:spTgt spid="1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dissolve">
                                      <p:cBhvr>
                                        <p:cTn id="19" dur="500"/>
                                        <p:tgtEl>
                                          <p:spTgt spid="2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dissolve">
                                      <p:cBhvr>
                                        <p:cTn id="25" dur="500"/>
                                        <p:tgtEl>
                                          <p:spTgt spid="2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dissolve">
                                      <p:cBhvr>
                                        <p:cTn id="28" dur="500"/>
                                        <p:tgtEl>
                                          <p:spTgt spid="2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dissolve">
                                      <p:cBhvr>
                                        <p:cTn id="31" dur="500"/>
                                        <p:tgtEl>
                                          <p:spTgt spid="25"/>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dissolve">
                                      <p:cBhvr>
                                        <p:cTn id="3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p:bldP spid="21" grpId="0"/>
      <p:bldP spid="22" grpId="0"/>
      <p:bldP spid="23" grpId="0"/>
      <p:bldP spid="24" grpId="0"/>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空心弧 41">
            <a:extLst>
              <a:ext uri="{FF2B5EF4-FFF2-40B4-BE49-F238E27FC236}">
                <a16:creationId xmlns:a16="http://schemas.microsoft.com/office/drawing/2014/main" id="{E296E26C-34FA-FF46-B89F-B4C1788031D8}"/>
              </a:ext>
            </a:extLst>
          </p:cNvPr>
          <p:cNvSpPr/>
          <p:nvPr/>
        </p:nvSpPr>
        <p:spPr>
          <a:xfrm rot="2039519">
            <a:off x="2138781" y="1408362"/>
            <a:ext cx="2075915" cy="2075915"/>
          </a:xfrm>
          <a:prstGeom prst="blockArc">
            <a:avLst>
              <a:gd name="adj1" fmla="val 3457246"/>
              <a:gd name="adj2" fmla="val 18403969"/>
              <a:gd name="adj3" fmla="val 1712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3" name="空心弧 42">
            <a:extLst>
              <a:ext uri="{FF2B5EF4-FFF2-40B4-BE49-F238E27FC236}">
                <a16:creationId xmlns:a16="http://schemas.microsoft.com/office/drawing/2014/main" id="{B24DC1BB-F09A-5D49-9E4C-FB9BDAEA66E2}"/>
              </a:ext>
            </a:extLst>
          </p:cNvPr>
          <p:cNvSpPr/>
          <p:nvPr/>
        </p:nvSpPr>
        <p:spPr>
          <a:xfrm rot="7394637">
            <a:off x="7601345" y="1408361"/>
            <a:ext cx="2075915" cy="2075915"/>
          </a:xfrm>
          <a:prstGeom prst="blockArc">
            <a:avLst>
              <a:gd name="adj1" fmla="val 21496327"/>
              <a:gd name="adj2" fmla="val 20482091"/>
              <a:gd name="adj3" fmla="val 1886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4" name="空心弧 43">
            <a:extLst>
              <a:ext uri="{FF2B5EF4-FFF2-40B4-BE49-F238E27FC236}">
                <a16:creationId xmlns:a16="http://schemas.microsoft.com/office/drawing/2014/main" id="{21065FBD-F29F-EF44-B4AE-C259B4CA41B2}"/>
              </a:ext>
            </a:extLst>
          </p:cNvPr>
          <p:cNvSpPr/>
          <p:nvPr/>
        </p:nvSpPr>
        <p:spPr>
          <a:xfrm rot="9270301">
            <a:off x="2138781" y="1411451"/>
            <a:ext cx="2075915" cy="2075915"/>
          </a:xfrm>
          <a:prstGeom prst="blockArc">
            <a:avLst>
              <a:gd name="adj1" fmla="val 737245"/>
              <a:gd name="adj2" fmla="val 18403969"/>
              <a:gd name="adj3" fmla="val 1712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5" name="文本框 44">
            <a:extLst>
              <a:ext uri="{FF2B5EF4-FFF2-40B4-BE49-F238E27FC236}">
                <a16:creationId xmlns:a16="http://schemas.microsoft.com/office/drawing/2014/main" id="{D7D0FC3F-6ECF-CE46-89D5-EBE8D90DD5B0}"/>
              </a:ext>
            </a:extLst>
          </p:cNvPr>
          <p:cNvSpPr txBox="1"/>
          <p:nvPr/>
        </p:nvSpPr>
        <p:spPr>
          <a:xfrm>
            <a:off x="2724530" y="2187798"/>
            <a:ext cx="912429"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n-ea"/>
              </a:rPr>
              <a:t>87%</a:t>
            </a:r>
            <a:endParaRPr kumimoji="1" lang="zh-CN" altLang="en-US" sz="2800" dirty="0">
              <a:solidFill>
                <a:schemeClr val="tx1">
                  <a:lumMod val="75000"/>
                  <a:lumOff val="25000"/>
                </a:schemeClr>
              </a:solidFill>
              <a:latin typeface="+mn-ea"/>
            </a:endParaRPr>
          </a:p>
        </p:txBody>
      </p:sp>
      <p:sp>
        <p:nvSpPr>
          <p:cNvPr id="46" name="空心弧 45">
            <a:extLst>
              <a:ext uri="{FF2B5EF4-FFF2-40B4-BE49-F238E27FC236}">
                <a16:creationId xmlns:a16="http://schemas.microsoft.com/office/drawing/2014/main" id="{D0D1AA60-89E9-2643-9228-4F9E56EB7A88}"/>
              </a:ext>
            </a:extLst>
          </p:cNvPr>
          <p:cNvSpPr/>
          <p:nvPr/>
        </p:nvSpPr>
        <p:spPr>
          <a:xfrm rot="10107493">
            <a:off x="7601346" y="1408361"/>
            <a:ext cx="2075915" cy="2075915"/>
          </a:xfrm>
          <a:prstGeom prst="blockArc">
            <a:avLst>
              <a:gd name="adj1" fmla="val 7658000"/>
              <a:gd name="adj2" fmla="val 20482091"/>
              <a:gd name="adj3" fmla="val 1886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文本框 46">
            <a:extLst>
              <a:ext uri="{FF2B5EF4-FFF2-40B4-BE49-F238E27FC236}">
                <a16:creationId xmlns:a16="http://schemas.microsoft.com/office/drawing/2014/main" id="{CF32F361-A65C-F348-B799-93D7CC98334A}"/>
              </a:ext>
            </a:extLst>
          </p:cNvPr>
          <p:cNvSpPr txBox="1"/>
          <p:nvPr/>
        </p:nvSpPr>
        <p:spPr>
          <a:xfrm>
            <a:off x="8187095" y="2184708"/>
            <a:ext cx="912429"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n-ea"/>
              </a:rPr>
              <a:t>68%</a:t>
            </a:r>
            <a:endParaRPr kumimoji="1" lang="zh-CN" altLang="en-US" sz="2800" dirty="0">
              <a:solidFill>
                <a:schemeClr val="tx1">
                  <a:lumMod val="75000"/>
                  <a:lumOff val="25000"/>
                </a:schemeClr>
              </a:solidFill>
              <a:latin typeface="+mn-ea"/>
            </a:endParaRPr>
          </a:p>
        </p:txBody>
      </p:sp>
      <p:sp>
        <p:nvSpPr>
          <p:cNvPr id="48" name="文本框 47">
            <a:extLst>
              <a:ext uri="{FF2B5EF4-FFF2-40B4-BE49-F238E27FC236}">
                <a16:creationId xmlns:a16="http://schemas.microsoft.com/office/drawing/2014/main" id="{804F62BB-664A-364F-8C6D-8B2FF984673E}"/>
              </a:ext>
            </a:extLst>
          </p:cNvPr>
          <p:cNvSpPr txBox="1"/>
          <p:nvPr/>
        </p:nvSpPr>
        <p:spPr>
          <a:xfrm>
            <a:off x="2502516" y="3799297"/>
            <a:ext cx="1155696"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请输入标题</a:t>
            </a:r>
          </a:p>
        </p:txBody>
      </p:sp>
      <p:sp>
        <p:nvSpPr>
          <p:cNvPr id="49" name="文本框 48">
            <a:extLst>
              <a:ext uri="{FF2B5EF4-FFF2-40B4-BE49-F238E27FC236}">
                <a16:creationId xmlns:a16="http://schemas.microsoft.com/office/drawing/2014/main" id="{A53797C7-9B2A-B345-A4F6-A345DBF86B87}"/>
              </a:ext>
            </a:extLst>
          </p:cNvPr>
          <p:cNvSpPr txBox="1"/>
          <p:nvPr/>
        </p:nvSpPr>
        <p:spPr>
          <a:xfrm>
            <a:off x="2502516" y="4039973"/>
            <a:ext cx="3005738" cy="557012"/>
          </a:xfrm>
          <a:prstGeom prst="rect">
            <a:avLst/>
          </a:prstGeom>
          <a:noFill/>
        </p:spPr>
        <p:txBody>
          <a:bodyPr wrap="square" rtlCol="0">
            <a:spAutoFit/>
          </a:bodyPr>
          <a:lstStyle/>
          <a:p>
            <a:pPr>
              <a:lnSpc>
                <a:spcPct val="150000"/>
              </a:lnSpc>
            </a:pP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50" name="文本框 49">
            <a:extLst>
              <a:ext uri="{FF2B5EF4-FFF2-40B4-BE49-F238E27FC236}">
                <a16:creationId xmlns:a16="http://schemas.microsoft.com/office/drawing/2014/main" id="{4ADE88E5-C311-274F-ABDA-3795753CD2E4}"/>
              </a:ext>
            </a:extLst>
          </p:cNvPr>
          <p:cNvSpPr txBox="1"/>
          <p:nvPr/>
        </p:nvSpPr>
        <p:spPr>
          <a:xfrm>
            <a:off x="1478366" y="3794624"/>
            <a:ext cx="103425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36</a:t>
            </a:r>
            <a:r>
              <a:rPr kumimoji="1" lang="en-US" altLang="zh-CN" dirty="0">
                <a:solidFill>
                  <a:schemeClr val="tx1">
                    <a:lumMod val="75000"/>
                    <a:lumOff val="25000"/>
                  </a:schemeClr>
                </a:solidFill>
                <a:latin typeface="+mj-ea"/>
                <a:ea typeface="+mj-ea"/>
              </a:rPr>
              <a:t>%</a:t>
            </a:r>
            <a:endParaRPr kumimoji="1" lang="zh-CN" altLang="en-US" sz="4000" dirty="0">
              <a:solidFill>
                <a:schemeClr val="tx1">
                  <a:lumMod val="75000"/>
                  <a:lumOff val="25000"/>
                </a:schemeClr>
              </a:solidFill>
              <a:latin typeface="+mj-ea"/>
              <a:ea typeface="+mj-ea"/>
            </a:endParaRPr>
          </a:p>
        </p:txBody>
      </p:sp>
      <p:sp>
        <p:nvSpPr>
          <p:cNvPr id="51" name="文本框 50">
            <a:extLst>
              <a:ext uri="{FF2B5EF4-FFF2-40B4-BE49-F238E27FC236}">
                <a16:creationId xmlns:a16="http://schemas.microsoft.com/office/drawing/2014/main" id="{97259171-113C-2949-9BD2-C62BA6A9235A}"/>
              </a:ext>
            </a:extLst>
          </p:cNvPr>
          <p:cNvSpPr txBox="1"/>
          <p:nvPr/>
        </p:nvSpPr>
        <p:spPr>
          <a:xfrm>
            <a:off x="2502516" y="4754426"/>
            <a:ext cx="1155696"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请输入标题</a:t>
            </a:r>
          </a:p>
        </p:txBody>
      </p:sp>
      <p:sp>
        <p:nvSpPr>
          <p:cNvPr id="52" name="文本框 51">
            <a:extLst>
              <a:ext uri="{FF2B5EF4-FFF2-40B4-BE49-F238E27FC236}">
                <a16:creationId xmlns:a16="http://schemas.microsoft.com/office/drawing/2014/main" id="{20181198-BF57-D54D-9048-631714926575}"/>
              </a:ext>
            </a:extLst>
          </p:cNvPr>
          <p:cNvSpPr txBox="1"/>
          <p:nvPr/>
        </p:nvSpPr>
        <p:spPr>
          <a:xfrm>
            <a:off x="2502516" y="4995102"/>
            <a:ext cx="3005738" cy="557012"/>
          </a:xfrm>
          <a:prstGeom prst="rect">
            <a:avLst/>
          </a:prstGeom>
          <a:noFill/>
        </p:spPr>
        <p:txBody>
          <a:bodyPr wrap="square" rtlCol="0">
            <a:spAutoFit/>
          </a:bodyPr>
          <a:lstStyle/>
          <a:p>
            <a:pPr>
              <a:lnSpc>
                <a:spcPct val="150000"/>
              </a:lnSpc>
            </a:pP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53" name="文本框 52">
            <a:extLst>
              <a:ext uri="{FF2B5EF4-FFF2-40B4-BE49-F238E27FC236}">
                <a16:creationId xmlns:a16="http://schemas.microsoft.com/office/drawing/2014/main" id="{A6CA8CF2-EBEA-F944-83FA-B700706BB56F}"/>
              </a:ext>
            </a:extLst>
          </p:cNvPr>
          <p:cNvSpPr txBox="1"/>
          <p:nvPr/>
        </p:nvSpPr>
        <p:spPr>
          <a:xfrm>
            <a:off x="1478366" y="4749753"/>
            <a:ext cx="1010213"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37</a:t>
            </a:r>
            <a:r>
              <a:rPr kumimoji="1" lang="en-US" altLang="zh-CN" dirty="0">
                <a:solidFill>
                  <a:schemeClr val="tx1">
                    <a:lumMod val="75000"/>
                    <a:lumOff val="25000"/>
                  </a:schemeClr>
                </a:solidFill>
                <a:latin typeface="+mj-ea"/>
                <a:ea typeface="+mj-ea"/>
              </a:rPr>
              <a:t>%</a:t>
            </a:r>
            <a:endParaRPr kumimoji="1" lang="zh-CN" altLang="en-US" sz="4000" dirty="0">
              <a:solidFill>
                <a:schemeClr val="tx1">
                  <a:lumMod val="75000"/>
                  <a:lumOff val="25000"/>
                </a:schemeClr>
              </a:solidFill>
              <a:latin typeface="+mj-ea"/>
              <a:ea typeface="+mj-ea"/>
            </a:endParaRPr>
          </a:p>
        </p:txBody>
      </p:sp>
      <p:sp>
        <p:nvSpPr>
          <p:cNvPr id="54" name="文本框 53">
            <a:extLst>
              <a:ext uri="{FF2B5EF4-FFF2-40B4-BE49-F238E27FC236}">
                <a16:creationId xmlns:a16="http://schemas.microsoft.com/office/drawing/2014/main" id="{05A1CFCD-D2E8-3140-B92B-F24DA2A7E9CF}"/>
              </a:ext>
            </a:extLst>
          </p:cNvPr>
          <p:cNvSpPr txBox="1"/>
          <p:nvPr/>
        </p:nvSpPr>
        <p:spPr>
          <a:xfrm>
            <a:off x="7896562" y="3793332"/>
            <a:ext cx="1155696"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请输入标题</a:t>
            </a:r>
          </a:p>
        </p:txBody>
      </p:sp>
      <p:sp>
        <p:nvSpPr>
          <p:cNvPr id="55" name="文本框 54">
            <a:extLst>
              <a:ext uri="{FF2B5EF4-FFF2-40B4-BE49-F238E27FC236}">
                <a16:creationId xmlns:a16="http://schemas.microsoft.com/office/drawing/2014/main" id="{4C2D0332-5B14-CF4B-B16E-7E61F02D023B}"/>
              </a:ext>
            </a:extLst>
          </p:cNvPr>
          <p:cNvSpPr txBox="1"/>
          <p:nvPr/>
        </p:nvSpPr>
        <p:spPr>
          <a:xfrm>
            <a:off x="7896562" y="4034008"/>
            <a:ext cx="3005738" cy="557012"/>
          </a:xfrm>
          <a:prstGeom prst="rect">
            <a:avLst/>
          </a:prstGeom>
          <a:noFill/>
        </p:spPr>
        <p:txBody>
          <a:bodyPr wrap="square" rtlCol="0">
            <a:spAutoFit/>
          </a:bodyPr>
          <a:lstStyle/>
          <a:p>
            <a:pPr>
              <a:lnSpc>
                <a:spcPct val="150000"/>
              </a:lnSpc>
            </a:pP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56" name="文本框 55">
            <a:extLst>
              <a:ext uri="{FF2B5EF4-FFF2-40B4-BE49-F238E27FC236}">
                <a16:creationId xmlns:a16="http://schemas.microsoft.com/office/drawing/2014/main" id="{45A18787-B86C-D441-A073-68BB56E0B419}"/>
              </a:ext>
            </a:extLst>
          </p:cNvPr>
          <p:cNvSpPr txBox="1"/>
          <p:nvPr/>
        </p:nvSpPr>
        <p:spPr>
          <a:xfrm>
            <a:off x="6872412" y="3788659"/>
            <a:ext cx="1010213"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12</a:t>
            </a:r>
            <a:r>
              <a:rPr kumimoji="1" lang="en-US" altLang="zh-CN" dirty="0">
                <a:solidFill>
                  <a:schemeClr val="tx1">
                    <a:lumMod val="75000"/>
                    <a:lumOff val="25000"/>
                  </a:schemeClr>
                </a:solidFill>
                <a:latin typeface="+mj-ea"/>
                <a:ea typeface="+mj-ea"/>
              </a:rPr>
              <a:t>%</a:t>
            </a:r>
            <a:endParaRPr kumimoji="1" lang="zh-CN" altLang="en-US" sz="4000" dirty="0">
              <a:solidFill>
                <a:schemeClr val="tx1">
                  <a:lumMod val="75000"/>
                  <a:lumOff val="25000"/>
                </a:schemeClr>
              </a:solidFill>
              <a:latin typeface="+mj-ea"/>
              <a:ea typeface="+mj-ea"/>
            </a:endParaRPr>
          </a:p>
        </p:txBody>
      </p:sp>
      <p:sp>
        <p:nvSpPr>
          <p:cNvPr id="57" name="文本框 56">
            <a:extLst>
              <a:ext uri="{FF2B5EF4-FFF2-40B4-BE49-F238E27FC236}">
                <a16:creationId xmlns:a16="http://schemas.microsoft.com/office/drawing/2014/main" id="{9258FF2B-C8ED-8444-B112-6D7B01E9FE66}"/>
              </a:ext>
            </a:extLst>
          </p:cNvPr>
          <p:cNvSpPr txBox="1"/>
          <p:nvPr/>
        </p:nvSpPr>
        <p:spPr>
          <a:xfrm>
            <a:off x="7896562" y="4748461"/>
            <a:ext cx="1155696"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请输入标题</a:t>
            </a:r>
          </a:p>
        </p:txBody>
      </p:sp>
      <p:sp>
        <p:nvSpPr>
          <p:cNvPr id="58" name="文本框 57">
            <a:extLst>
              <a:ext uri="{FF2B5EF4-FFF2-40B4-BE49-F238E27FC236}">
                <a16:creationId xmlns:a16="http://schemas.microsoft.com/office/drawing/2014/main" id="{C1D4E228-21CF-AA46-B3C0-B53F34D3DB24}"/>
              </a:ext>
            </a:extLst>
          </p:cNvPr>
          <p:cNvSpPr txBox="1"/>
          <p:nvPr/>
        </p:nvSpPr>
        <p:spPr>
          <a:xfrm>
            <a:off x="7896562" y="4989137"/>
            <a:ext cx="3005738" cy="557012"/>
          </a:xfrm>
          <a:prstGeom prst="rect">
            <a:avLst/>
          </a:prstGeom>
          <a:noFill/>
        </p:spPr>
        <p:txBody>
          <a:bodyPr wrap="square" rtlCol="0">
            <a:spAutoFit/>
          </a:bodyPr>
          <a:lstStyle/>
          <a:p>
            <a:pPr>
              <a:lnSpc>
                <a:spcPct val="150000"/>
              </a:lnSpc>
            </a:pP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05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59" name="文本框 58">
            <a:extLst>
              <a:ext uri="{FF2B5EF4-FFF2-40B4-BE49-F238E27FC236}">
                <a16:creationId xmlns:a16="http://schemas.microsoft.com/office/drawing/2014/main" id="{F29ADDCA-8B2E-CA44-8BC8-554BE350BF60}"/>
              </a:ext>
            </a:extLst>
          </p:cNvPr>
          <p:cNvSpPr txBox="1"/>
          <p:nvPr/>
        </p:nvSpPr>
        <p:spPr>
          <a:xfrm>
            <a:off x="6872412" y="4743788"/>
            <a:ext cx="1010213"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79</a:t>
            </a:r>
            <a:r>
              <a:rPr kumimoji="1" lang="en-US" altLang="zh-CN" dirty="0">
                <a:solidFill>
                  <a:schemeClr val="tx1">
                    <a:lumMod val="75000"/>
                    <a:lumOff val="25000"/>
                  </a:schemeClr>
                </a:solidFill>
                <a:latin typeface="+mj-ea"/>
                <a:ea typeface="+mj-ea"/>
              </a:rPr>
              <a:t>%</a:t>
            </a:r>
            <a:endParaRPr kumimoji="1" lang="zh-CN" altLang="en-US" sz="40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370055576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blinds(horizontal)">
                                      <p:cBhvr>
                                        <p:cTn id="7" dur="500"/>
                                        <p:tgtEl>
                                          <p:spTgt spid="4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blinds(horizontal)">
                                      <p:cBhvr>
                                        <p:cTn id="10" dur="500"/>
                                        <p:tgtEl>
                                          <p:spTgt spid="4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blinds(horizontal)">
                                      <p:cBhvr>
                                        <p:cTn id="13" dur="500"/>
                                        <p:tgtEl>
                                          <p:spTgt spid="4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blinds(horizontal)">
                                      <p:cBhvr>
                                        <p:cTn id="16" dur="500"/>
                                        <p:tgtEl>
                                          <p:spTgt spid="4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blinds(horizontal)">
                                      <p:cBhvr>
                                        <p:cTn id="19" dur="500"/>
                                        <p:tgtEl>
                                          <p:spTgt spid="4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blinds(horizontal)">
                                      <p:cBhvr>
                                        <p:cTn id="22" dur="500"/>
                                        <p:tgtEl>
                                          <p:spTgt spid="4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blinds(horizontal)">
                                      <p:cBhvr>
                                        <p:cTn id="25" dur="500"/>
                                        <p:tgtEl>
                                          <p:spTgt spid="4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blinds(horizontal)">
                                      <p:cBhvr>
                                        <p:cTn id="28" dur="500"/>
                                        <p:tgtEl>
                                          <p:spTgt spid="49"/>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blinds(horizontal)">
                                      <p:cBhvr>
                                        <p:cTn id="31" dur="500"/>
                                        <p:tgtEl>
                                          <p:spTgt spid="5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blinds(horizontal)">
                                      <p:cBhvr>
                                        <p:cTn id="34" dur="500"/>
                                        <p:tgtEl>
                                          <p:spTgt spid="5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blinds(horizontal)">
                                      <p:cBhvr>
                                        <p:cTn id="37" dur="500"/>
                                        <p:tgtEl>
                                          <p:spTgt spid="5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blinds(horizontal)">
                                      <p:cBhvr>
                                        <p:cTn id="40" dur="500"/>
                                        <p:tgtEl>
                                          <p:spTgt spid="5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blinds(horizontal)">
                                      <p:cBhvr>
                                        <p:cTn id="43" dur="500"/>
                                        <p:tgtEl>
                                          <p:spTgt spid="5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blinds(horizontal)">
                                      <p:cBhvr>
                                        <p:cTn id="4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p:bldP spid="46" grpId="0" animBg="1"/>
      <p:bldP spid="47" grpId="0"/>
      <p:bldP spid="48" grpId="0"/>
      <p:bldP spid="49" grpId="0"/>
      <p:bldP spid="51" grpId="0"/>
      <p:bldP spid="52" grpId="0"/>
      <p:bldP spid="54" grpId="0"/>
      <p:bldP spid="55" grpId="0"/>
      <p:bldP spid="57"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图形">
            <a:extLst>
              <a:ext uri="{FF2B5EF4-FFF2-40B4-BE49-F238E27FC236}">
                <a16:creationId xmlns:a16="http://schemas.microsoft.com/office/drawing/2014/main" id="{541322D7-5C9E-004F-9869-685AFB04B5FB}"/>
              </a:ext>
            </a:extLst>
          </p:cNvPr>
          <p:cNvSpPr/>
          <p:nvPr/>
        </p:nvSpPr>
        <p:spPr bwMode="auto">
          <a:xfrm>
            <a:off x="2717800" y="2075815"/>
            <a:ext cx="3248660" cy="3657600"/>
          </a:xfrm>
          <a:custGeom>
            <a:avLst/>
            <a:gdLst>
              <a:gd name="T0" fmla="*/ 25 w 423"/>
              <a:gd name="T1" fmla="*/ 101 h 476"/>
              <a:gd name="T2" fmla="*/ 186 w 423"/>
              <a:gd name="T3" fmla="*/ 8 h 476"/>
              <a:gd name="T4" fmla="*/ 237 w 423"/>
              <a:gd name="T5" fmla="*/ 8 h 476"/>
              <a:gd name="T6" fmla="*/ 397 w 423"/>
              <a:gd name="T7" fmla="*/ 101 h 476"/>
              <a:gd name="T8" fmla="*/ 423 w 423"/>
              <a:gd name="T9" fmla="*/ 145 h 476"/>
              <a:gd name="T10" fmla="*/ 423 w 423"/>
              <a:gd name="T11" fmla="*/ 331 h 476"/>
              <a:gd name="T12" fmla="*/ 398 w 423"/>
              <a:gd name="T13" fmla="*/ 375 h 476"/>
              <a:gd name="T14" fmla="*/ 237 w 423"/>
              <a:gd name="T15" fmla="*/ 467 h 476"/>
              <a:gd name="T16" fmla="*/ 186 w 423"/>
              <a:gd name="T17" fmla="*/ 467 h 476"/>
              <a:gd name="T18" fmla="*/ 105 w 423"/>
              <a:gd name="T19" fmla="*/ 421 h 476"/>
              <a:gd name="T20" fmla="*/ 25 w 423"/>
              <a:gd name="T21" fmla="*/ 375 h 476"/>
              <a:gd name="T22" fmla="*/ 0 w 423"/>
              <a:gd name="T23" fmla="*/ 330 h 476"/>
              <a:gd name="T24" fmla="*/ 0 w 423"/>
              <a:gd name="T25" fmla="*/ 145 h 476"/>
              <a:gd name="T26" fmla="*/ 25 w 423"/>
              <a:gd name="T27" fmla="*/ 101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3" h="476">
                <a:moveTo>
                  <a:pt x="25" y="101"/>
                </a:moveTo>
                <a:cubicBezTo>
                  <a:pt x="79" y="70"/>
                  <a:pt x="132" y="39"/>
                  <a:pt x="186" y="8"/>
                </a:cubicBezTo>
                <a:cubicBezTo>
                  <a:pt x="202" y="0"/>
                  <a:pt x="221" y="0"/>
                  <a:pt x="237" y="8"/>
                </a:cubicBezTo>
                <a:cubicBezTo>
                  <a:pt x="290" y="39"/>
                  <a:pt x="344" y="70"/>
                  <a:pt x="397" y="101"/>
                </a:cubicBezTo>
                <a:cubicBezTo>
                  <a:pt x="413" y="110"/>
                  <a:pt x="422" y="127"/>
                  <a:pt x="423" y="145"/>
                </a:cubicBezTo>
                <a:cubicBezTo>
                  <a:pt x="423" y="331"/>
                  <a:pt x="423" y="331"/>
                  <a:pt x="423" y="331"/>
                </a:cubicBezTo>
                <a:cubicBezTo>
                  <a:pt x="422" y="348"/>
                  <a:pt x="413" y="365"/>
                  <a:pt x="398" y="375"/>
                </a:cubicBezTo>
                <a:cubicBezTo>
                  <a:pt x="237" y="467"/>
                  <a:pt x="237" y="467"/>
                  <a:pt x="237" y="467"/>
                </a:cubicBezTo>
                <a:cubicBezTo>
                  <a:pt x="221" y="476"/>
                  <a:pt x="201" y="476"/>
                  <a:pt x="186" y="467"/>
                </a:cubicBezTo>
                <a:cubicBezTo>
                  <a:pt x="105" y="421"/>
                  <a:pt x="105" y="421"/>
                  <a:pt x="105" y="421"/>
                </a:cubicBezTo>
                <a:cubicBezTo>
                  <a:pt x="25" y="375"/>
                  <a:pt x="25" y="375"/>
                  <a:pt x="25" y="375"/>
                </a:cubicBezTo>
                <a:cubicBezTo>
                  <a:pt x="10" y="365"/>
                  <a:pt x="0" y="348"/>
                  <a:pt x="0" y="330"/>
                </a:cubicBezTo>
                <a:cubicBezTo>
                  <a:pt x="0" y="145"/>
                  <a:pt x="0" y="145"/>
                  <a:pt x="0" y="145"/>
                </a:cubicBezTo>
                <a:cubicBezTo>
                  <a:pt x="0" y="127"/>
                  <a:pt x="10" y="110"/>
                  <a:pt x="25" y="101"/>
                </a:cubicBezTo>
                <a:close/>
              </a:path>
            </a:pathLst>
          </a:custGeom>
          <a:solidFill>
            <a:schemeClr val="bg1"/>
          </a:solidFill>
          <a:ln w="76200">
            <a:solidFill>
              <a:schemeClr val="bg2">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solidFill>
                <a:schemeClr val="tx1"/>
              </a:solidFill>
              <a:latin typeface="字魂58号-创中黑" panose="00000500000000000000" charset="-122"/>
              <a:cs typeface="+mn-ea"/>
              <a:sym typeface="字魂58号-创中黑" panose="00000500000000000000" charset="-122"/>
            </a:endParaRPr>
          </a:p>
        </p:txBody>
      </p:sp>
      <p:sp>
        <p:nvSpPr>
          <p:cNvPr id="19" name="图形">
            <a:extLst>
              <a:ext uri="{FF2B5EF4-FFF2-40B4-BE49-F238E27FC236}">
                <a16:creationId xmlns:a16="http://schemas.microsoft.com/office/drawing/2014/main" id="{A4E0953E-B38C-D647-B655-AD682E3DCD63}"/>
              </a:ext>
            </a:extLst>
          </p:cNvPr>
          <p:cNvSpPr/>
          <p:nvPr/>
        </p:nvSpPr>
        <p:spPr bwMode="auto">
          <a:xfrm>
            <a:off x="6398260" y="2075815"/>
            <a:ext cx="3248660" cy="3657600"/>
          </a:xfrm>
          <a:custGeom>
            <a:avLst/>
            <a:gdLst>
              <a:gd name="T0" fmla="*/ 25 w 423"/>
              <a:gd name="T1" fmla="*/ 101 h 476"/>
              <a:gd name="T2" fmla="*/ 186 w 423"/>
              <a:gd name="T3" fmla="*/ 8 h 476"/>
              <a:gd name="T4" fmla="*/ 237 w 423"/>
              <a:gd name="T5" fmla="*/ 8 h 476"/>
              <a:gd name="T6" fmla="*/ 397 w 423"/>
              <a:gd name="T7" fmla="*/ 101 h 476"/>
              <a:gd name="T8" fmla="*/ 423 w 423"/>
              <a:gd name="T9" fmla="*/ 145 h 476"/>
              <a:gd name="T10" fmla="*/ 423 w 423"/>
              <a:gd name="T11" fmla="*/ 331 h 476"/>
              <a:gd name="T12" fmla="*/ 398 w 423"/>
              <a:gd name="T13" fmla="*/ 375 h 476"/>
              <a:gd name="T14" fmla="*/ 237 w 423"/>
              <a:gd name="T15" fmla="*/ 467 h 476"/>
              <a:gd name="T16" fmla="*/ 186 w 423"/>
              <a:gd name="T17" fmla="*/ 467 h 476"/>
              <a:gd name="T18" fmla="*/ 105 w 423"/>
              <a:gd name="T19" fmla="*/ 421 h 476"/>
              <a:gd name="T20" fmla="*/ 25 w 423"/>
              <a:gd name="T21" fmla="*/ 375 h 476"/>
              <a:gd name="T22" fmla="*/ 0 w 423"/>
              <a:gd name="T23" fmla="*/ 330 h 476"/>
              <a:gd name="T24" fmla="*/ 0 w 423"/>
              <a:gd name="T25" fmla="*/ 145 h 476"/>
              <a:gd name="T26" fmla="*/ 25 w 423"/>
              <a:gd name="T27" fmla="*/ 101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3" h="476">
                <a:moveTo>
                  <a:pt x="25" y="101"/>
                </a:moveTo>
                <a:cubicBezTo>
                  <a:pt x="79" y="70"/>
                  <a:pt x="132" y="39"/>
                  <a:pt x="186" y="8"/>
                </a:cubicBezTo>
                <a:cubicBezTo>
                  <a:pt x="202" y="0"/>
                  <a:pt x="221" y="0"/>
                  <a:pt x="237" y="8"/>
                </a:cubicBezTo>
                <a:cubicBezTo>
                  <a:pt x="290" y="39"/>
                  <a:pt x="344" y="70"/>
                  <a:pt x="397" y="101"/>
                </a:cubicBezTo>
                <a:cubicBezTo>
                  <a:pt x="413" y="110"/>
                  <a:pt x="422" y="127"/>
                  <a:pt x="423" y="145"/>
                </a:cubicBezTo>
                <a:cubicBezTo>
                  <a:pt x="423" y="331"/>
                  <a:pt x="423" y="331"/>
                  <a:pt x="423" y="331"/>
                </a:cubicBezTo>
                <a:cubicBezTo>
                  <a:pt x="422" y="348"/>
                  <a:pt x="413" y="365"/>
                  <a:pt x="398" y="375"/>
                </a:cubicBezTo>
                <a:cubicBezTo>
                  <a:pt x="237" y="467"/>
                  <a:pt x="237" y="467"/>
                  <a:pt x="237" y="467"/>
                </a:cubicBezTo>
                <a:cubicBezTo>
                  <a:pt x="221" y="476"/>
                  <a:pt x="201" y="476"/>
                  <a:pt x="186" y="467"/>
                </a:cubicBezTo>
                <a:cubicBezTo>
                  <a:pt x="105" y="421"/>
                  <a:pt x="105" y="421"/>
                  <a:pt x="105" y="421"/>
                </a:cubicBezTo>
                <a:cubicBezTo>
                  <a:pt x="25" y="375"/>
                  <a:pt x="25" y="375"/>
                  <a:pt x="25" y="375"/>
                </a:cubicBezTo>
                <a:cubicBezTo>
                  <a:pt x="10" y="365"/>
                  <a:pt x="0" y="348"/>
                  <a:pt x="0" y="330"/>
                </a:cubicBezTo>
                <a:cubicBezTo>
                  <a:pt x="0" y="145"/>
                  <a:pt x="0" y="145"/>
                  <a:pt x="0" y="145"/>
                </a:cubicBezTo>
                <a:cubicBezTo>
                  <a:pt x="0" y="127"/>
                  <a:pt x="10" y="110"/>
                  <a:pt x="25" y="101"/>
                </a:cubicBezTo>
                <a:close/>
              </a:path>
            </a:pathLst>
          </a:custGeom>
          <a:solidFill>
            <a:schemeClr val="bg1"/>
          </a:solidFill>
          <a:ln w="76200">
            <a:solidFill>
              <a:schemeClr val="bg2">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solidFill>
                <a:schemeClr val="tx1"/>
              </a:solidFill>
              <a:latin typeface="字魂58号-创中黑" panose="00000500000000000000" charset="-122"/>
              <a:cs typeface="+mn-ea"/>
              <a:sym typeface="字魂58号-创中黑" panose="00000500000000000000" charset="-122"/>
            </a:endParaRPr>
          </a:p>
        </p:txBody>
      </p:sp>
      <p:sp>
        <p:nvSpPr>
          <p:cNvPr id="20" name="图形">
            <a:extLst>
              <a:ext uri="{FF2B5EF4-FFF2-40B4-BE49-F238E27FC236}">
                <a16:creationId xmlns:a16="http://schemas.microsoft.com/office/drawing/2014/main" id="{842E678E-F4E1-DC41-934C-4BF0E088A573}"/>
              </a:ext>
            </a:extLst>
          </p:cNvPr>
          <p:cNvSpPr/>
          <p:nvPr/>
        </p:nvSpPr>
        <p:spPr bwMode="auto">
          <a:xfrm>
            <a:off x="1215390" y="3089998"/>
            <a:ext cx="1934210" cy="1612812"/>
          </a:xfrm>
          <a:prstGeom prst="hexagon">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字魂58号-创中黑" panose="00000500000000000000" charset="-122"/>
              </a:rPr>
              <a:t>填写标题</a:t>
            </a:r>
          </a:p>
        </p:txBody>
      </p:sp>
      <p:sp>
        <p:nvSpPr>
          <p:cNvPr id="21" name="图形">
            <a:extLst>
              <a:ext uri="{FF2B5EF4-FFF2-40B4-BE49-F238E27FC236}">
                <a16:creationId xmlns:a16="http://schemas.microsoft.com/office/drawing/2014/main" id="{FB628655-0A63-1449-8D41-42E8D01AC95D}"/>
              </a:ext>
            </a:extLst>
          </p:cNvPr>
          <p:cNvSpPr/>
          <p:nvPr/>
        </p:nvSpPr>
        <p:spPr bwMode="auto">
          <a:xfrm>
            <a:off x="4973320" y="2901950"/>
            <a:ext cx="2418080" cy="2016760"/>
          </a:xfrm>
          <a:prstGeom prst="hexagon">
            <a:avLst/>
          </a:prstGeom>
          <a:blipFill rotWithShape="1">
            <a:blip r:embed="rId3" cstate="screen">
              <a:extLst>
                <a:ext uri="{28A0092B-C50C-407E-A947-70E740481C1C}">
                  <a14:useLocalDpi xmlns:a14="http://schemas.microsoft.com/office/drawing/2010/main"/>
                </a:ext>
              </a:extLst>
            </a:blip>
            <a:stretch>
              <a:fillRect/>
            </a:stretch>
          </a:blipFill>
          <a:ln>
            <a:noFill/>
          </a:ln>
          <a:effectLst/>
        </p:spPr>
        <p:txBody>
          <a:bodyPr/>
          <a:lstStyle/>
          <a:p>
            <a:endParaRPr lang="zh-CN" altLang="en-US" sz="1350">
              <a:cs typeface="+mn-ea"/>
              <a:sym typeface="字魂58号-创中黑" panose="00000500000000000000" charset="-122"/>
            </a:endParaRPr>
          </a:p>
        </p:txBody>
      </p:sp>
      <p:sp>
        <p:nvSpPr>
          <p:cNvPr id="22" name="图形">
            <a:extLst>
              <a:ext uri="{FF2B5EF4-FFF2-40B4-BE49-F238E27FC236}">
                <a16:creationId xmlns:a16="http://schemas.microsoft.com/office/drawing/2014/main" id="{D2F7FDF1-E5C0-1040-A80D-C80E1471E726}"/>
              </a:ext>
            </a:extLst>
          </p:cNvPr>
          <p:cNvSpPr/>
          <p:nvPr/>
        </p:nvSpPr>
        <p:spPr bwMode="auto">
          <a:xfrm>
            <a:off x="9215755" y="3089998"/>
            <a:ext cx="1934210" cy="1612812"/>
          </a:xfrm>
          <a:prstGeom prst="hexagon">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dirty="0">
                <a:solidFill>
                  <a:srgbClr val="FFFFFF"/>
                </a:solidFill>
                <a:latin typeface="+mn-ea"/>
                <a:cs typeface="+mn-ea"/>
                <a:sym typeface="字魂58号-创中黑" panose="00000500000000000000" charset="-122"/>
              </a:rPr>
              <a:t>填写标题</a:t>
            </a:r>
          </a:p>
        </p:txBody>
      </p:sp>
      <p:sp>
        <p:nvSpPr>
          <p:cNvPr id="23" name="图形">
            <a:extLst>
              <a:ext uri="{FF2B5EF4-FFF2-40B4-BE49-F238E27FC236}">
                <a16:creationId xmlns:a16="http://schemas.microsoft.com/office/drawing/2014/main" id="{88B0514C-E7AC-CF47-B7DA-FCD994880BE5}"/>
              </a:ext>
            </a:extLst>
          </p:cNvPr>
          <p:cNvSpPr>
            <a:spLocks noChangeShapeType="1"/>
          </p:cNvSpPr>
          <p:nvPr/>
        </p:nvSpPr>
        <p:spPr bwMode="auto">
          <a:xfrm flipH="1">
            <a:off x="3267710" y="3897630"/>
            <a:ext cx="1643380" cy="0"/>
          </a:xfrm>
          <a:prstGeom prst="line">
            <a:avLst/>
          </a:prstGeom>
          <a:noFill/>
          <a:ln w="9525" cmpd="sng">
            <a:solidFill>
              <a:schemeClr val="tx1">
                <a:lumMod val="65000"/>
                <a:lumOff val="35000"/>
              </a:schemeClr>
            </a:solidFill>
            <a:round/>
            <a:tailEnd type="triangle" w="med" len="med"/>
          </a:ln>
          <a:effectLst/>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effectLst/>
              <a:uLnTx/>
              <a:uFillTx/>
              <a:latin typeface="字魂58号-创中黑" panose="00000500000000000000" charset="-122"/>
              <a:cs typeface="+mn-ea"/>
              <a:sym typeface="字魂58号-创中黑" panose="00000500000000000000" charset="-122"/>
            </a:endParaRPr>
          </a:p>
        </p:txBody>
      </p:sp>
      <p:sp>
        <p:nvSpPr>
          <p:cNvPr id="24" name="图形">
            <a:extLst>
              <a:ext uri="{FF2B5EF4-FFF2-40B4-BE49-F238E27FC236}">
                <a16:creationId xmlns:a16="http://schemas.microsoft.com/office/drawing/2014/main" id="{48E08D42-08EB-5D49-8C6F-A19F19CF8CBA}"/>
              </a:ext>
            </a:extLst>
          </p:cNvPr>
          <p:cNvSpPr>
            <a:spLocks noChangeShapeType="1"/>
          </p:cNvSpPr>
          <p:nvPr/>
        </p:nvSpPr>
        <p:spPr bwMode="auto">
          <a:xfrm>
            <a:off x="7482840" y="3897630"/>
            <a:ext cx="1643380" cy="0"/>
          </a:xfrm>
          <a:prstGeom prst="line">
            <a:avLst/>
          </a:prstGeom>
          <a:noFill/>
          <a:ln w="9525" cmpd="sng">
            <a:solidFill>
              <a:schemeClr val="tx1">
                <a:lumMod val="65000"/>
                <a:lumOff val="35000"/>
              </a:schemeClr>
            </a:solidFill>
            <a:round/>
            <a:tailEnd type="triangle" w="med" len="med"/>
          </a:ln>
          <a:effectLst/>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effectLst/>
              <a:uLnTx/>
              <a:uFillTx/>
              <a:latin typeface="字魂58号-创中黑" panose="00000500000000000000" charset="-122"/>
              <a:cs typeface="+mn-ea"/>
              <a:sym typeface="字魂58号-创中黑" panose="00000500000000000000" charset="-122"/>
            </a:endParaRPr>
          </a:p>
        </p:txBody>
      </p:sp>
      <p:sp>
        <p:nvSpPr>
          <p:cNvPr id="25" name="图形">
            <a:extLst>
              <a:ext uri="{FF2B5EF4-FFF2-40B4-BE49-F238E27FC236}">
                <a16:creationId xmlns:a16="http://schemas.microsoft.com/office/drawing/2014/main" id="{3A37AED4-47C4-F744-AFBE-4E42D12C7B68}"/>
              </a:ext>
            </a:extLst>
          </p:cNvPr>
          <p:cNvSpPr>
            <a:spLocks noChangeArrowheads="1"/>
          </p:cNvSpPr>
          <p:nvPr/>
        </p:nvSpPr>
        <p:spPr bwMode="auto">
          <a:xfrm>
            <a:off x="3097530" y="2955307"/>
            <a:ext cx="1958340" cy="8762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gn="ctr">
              <a:lnSpc>
                <a:spcPct val="150000"/>
              </a:lnSpc>
              <a:defRPr/>
            </a:pPr>
            <a:r>
              <a:rPr lang="zh-CN" altLang="en-US" sz="1200" dirty="0">
                <a:solidFill>
                  <a:schemeClr val="tx1">
                    <a:lumMod val="75000"/>
                    <a:lumOff val="25000"/>
                  </a:schemeClr>
                </a:solidFill>
                <a:latin typeface="+mn-ea"/>
                <a:cs typeface="字魂58号-创中黑" panose="00000500000000000000" charset="-122"/>
                <a:sym typeface="+mn-ea"/>
              </a:rPr>
              <a:t>在此处添加您的文本内容在此处添加您的文本内容在此处添加您的文本内容</a:t>
            </a:r>
            <a:endParaRPr kumimoji="0" lang="zh-CN" altLang="en-US" sz="1200" b="0" i="0" u="none" strike="noStrike" kern="0" cap="none" spc="0" normalizeH="0" baseline="0" noProof="0" dirty="0">
              <a:ln>
                <a:noFill/>
              </a:ln>
              <a:uLnTx/>
              <a:uFillTx/>
              <a:latin typeface="+mn-ea"/>
              <a:cs typeface="+mn-ea"/>
              <a:sym typeface="字魂58号-创中黑" panose="00000500000000000000" charset="-122"/>
            </a:endParaRPr>
          </a:p>
        </p:txBody>
      </p:sp>
      <p:sp>
        <p:nvSpPr>
          <p:cNvPr id="26" name="图形">
            <a:extLst>
              <a:ext uri="{FF2B5EF4-FFF2-40B4-BE49-F238E27FC236}">
                <a16:creationId xmlns:a16="http://schemas.microsoft.com/office/drawing/2014/main" id="{22D28F4C-9A91-CB49-94A3-F01F78E1F083}"/>
              </a:ext>
            </a:extLst>
          </p:cNvPr>
          <p:cNvSpPr>
            <a:spLocks noChangeArrowheads="1"/>
          </p:cNvSpPr>
          <p:nvPr/>
        </p:nvSpPr>
        <p:spPr bwMode="auto">
          <a:xfrm>
            <a:off x="3097530" y="3963687"/>
            <a:ext cx="1958340" cy="8762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gn="ctr">
              <a:lnSpc>
                <a:spcPct val="150000"/>
              </a:lnSpc>
              <a:defRPr/>
            </a:pPr>
            <a:r>
              <a:rPr lang="zh-CN" altLang="en-US" sz="1200" dirty="0">
                <a:solidFill>
                  <a:schemeClr val="tx1">
                    <a:lumMod val="75000"/>
                    <a:lumOff val="25000"/>
                  </a:schemeClr>
                </a:solidFill>
                <a:latin typeface="+mn-ea"/>
                <a:cs typeface="字魂58号-创中黑" panose="00000500000000000000" charset="-122"/>
                <a:sym typeface="+mn-ea"/>
              </a:rPr>
              <a:t>在此处添加您的文本内容在此处添加您的文本内容在此处添加您的文本内容</a:t>
            </a:r>
            <a:endParaRPr lang="zh-CN" altLang="en-US" sz="1200" kern="0" dirty="0">
              <a:solidFill>
                <a:schemeClr val="tx1">
                  <a:lumMod val="75000"/>
                  <a:lumOff val="25000"/>
                </a:schemeClr>
              </a:solidFill>
              <a:latin typeface="+mn-ea"/>
              <a:cs typeface="+mn-ea"/>
              <a:sym typeface="+mn-ea"/>
            </a:endParaRPr>
          </a:p>
        </p:txBody>
      </p:sp>
      <p:sp>
        <p:nvSpPr>
          <p:cNvPr id="27" name="图形">
            <a:extLst>
              <a:ext uri="{FF2B5EF4-FFF2-40B4-BE49-F238E27FC236}">
                <a16:creationId xmlns:a16="http://schemas.microsoft.com/office/drawing/2014/main" id="{DA03FEE4-6601-A84B-934C-3EBB74AB1EE0}"/>
              </a:ext>
            </a:extLst>
          </p:cNvPr>
          <p:cNvSpPr>
            <a:spLocks noChangeArrowheads="1"/>
          </p:cNvSpPr>
          <p:nvPr/>
        </p:nvSpPr>
        <p:spPr bwMode="auto">
          <a:xfrm>
            <a:off x="7310755" y="2955307"/>
            <a:ext cx="1958340" cy="8762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gn="ctr">
              <a:lnSpc>
                <a:spcPct val="150000"/>
              </a:lnSpc>
              <a:defRPr/>
            </a:pPr>
            <a:r>
              <a:rPr lang="zh-CN" altLang="en-US" sz="1200">
                <a:solidFill>
                  <a:schemeClr val="tx1">
                    <a:lumMod val="75000"/>
                    <a:lumOff val="25000"/>
                  </a:schemeClr>
                </a:solidFill>
                <a:latin typeface="+mn-ea"/>
                <a:cs typeface="字魂58号-创中黑" panose="00000500000000000000" charset="-122"/>
                <a:sym typeface="+mn-ea"/>
              </a:rPr>
              <a:t>在此处添加您的文本内容在此处添加您的文本内容在此处添加您的文本内容</a:t>
            </a:r>
            <a:endParaRPr lang="zh-CN" altLang="en-US" sz="1200" kern="0" dirty="0">
              <a:solidFill>
                <a:schemeClr val="tx1">
                  <a:lumMod val="75000"/>
                  <a:lumOff val="25000"/>
                </a:schemeClr>
              </a:solidFill>
              <a:latin typeface="+mn-ea"/>
              <a:cs typeface="+mn-ea"/>
              <a:sym typeface="+mn-ea"/>
            </a:endParaRPr>
          </a:p>
        </p:txBody>
      </p:sp>
      <p:sp>
        <p:nvSpPr>
          <p:cNvPr id="28" name="图形">
            <a:extLst>
              <a:ext uri="{FF2B5EF4-FFF2-40B4-BE49-F238E27FC236}">
                <a16:creationId xmlns:a16="http://schemas.microsoft.com/office/drawing/2014/main" id="{3DCD44CE-6AEF-584D-97B9-E01BB7A1E9DD}"/>
              </a:ext>
            </a:extLst>
          </p:cNvPr>
          <p:cNvSpPr>
            <a:spLocks noChangeArrowheads="1"/>
          </p:cNvSpPr>
          <p:nvPr/>
        </p:nvSpPr>
        <p:spPr bwMode="auto">
          <a:xfrm>
            <a:off x="7310755" y="3963687"/>
            <a:ext cx="1958340" cy="8762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gn="ctr">
              <a:lnSpc>
                <a:spcPct val="150000"/>
              </a:lnSpc>
              <a:defRPr/>
            </a:pPr>
            <a:r>
              <a:rPr lang="zh-CN" altLang="en-US" sz="1200" dirty="0">
                <a:solidFill>
                  <a:schemeClr val="tx1">
                    <a:lumMod val="75000"/>
                    <a:lumOff val="25000"/>
                  </a:schemeClr>
                </a:solidFill>
                <a:latin typeface="+mn-ea"/>
                <a:cs typeface="字魂58号-创中黑" panose="00000500000000000000" charset="-122"/>
                <a:sym typeface="+mn-ea"/>
              </a:rPr>
              <a:t>在此处添加您的文本内容在此处添加您的文本内容在此处添加您的文本内容</a:t>
            </a:r>
            <a:endParaRPr lang="zh-CN" altLang="en-US" sz="1200" kern="0" dirty="0">
              <a:solidFill>
                <a:schemeClr val="tx1">
                  <a:lumMod val="75000"/>
                  <a:lumOff val="25000"/>
                </a:schemeClr>
              </a:solidFill>
              <a:latin typeface="+mn-ea"/>
              <a:cs typeface="+mn-ea"/>
              <a:sym typeface="+mn-ea"/>
            </a:endParaRPr>
          </a:p>
        </p:txBody>
      </p:sp>
    </p:spTree>
    <p:extLst>
      <p:ext uri="{BB962C8B-B14F-4D97-AF65-F5344CB8AC3E}">
        <p14:creationId xmlns:p14="http://schemas.microsoft.com/office/powerpoint/2010/main" val="1989819536"/>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dissolve">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上箭头 15">
            <a:extLst>
              <a:ext uri="{FF2B5EF4-FFF2-40B4-BE49-F238E27FC236}">
                <a16:creationId xmlns:a16="http://schemas.microsoft.com/office/drawing/2014/main" id="{3042A501-59BF-C741-8A25-EA25DE14CBDF}"/>
              </a:ext>
            </a:extLst>
          </p:cNvPr>
          <p:cNvSpPr/>
          <p:nvPr/>
        </p:nvSpPr>
        <p:spPr>
          <a:xfrm>
            <a:off x="521804" y="2199018"/>
            <a:ext cx="3040512" cy="3425394"/>
          </a:xfrm>
          <a:prstGeom prst="upArrow">
            <a:avLst>
              <a:gd name="adj1" fmla="val 70622"/>
              <a:gd name="adj2" fmla="val 45219"/>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D9D64EC8-CA2A-244B-9495-6CF9C49A5BEA}"/>
              </a:ext>
            </a:extLst>
          </p:cNvPr>
          <p:cNvSpPr txBox="1"/>
          <p:nvPr/>
        </p:nvSpPr>
        <p:spPr>
          <a:xfrm>
            <a:off x="1151767" y="4267083"/>
            <a:ext cx="1765181" cy="1064843"/>
          </a:xfrm>
          <a:prstGeom prst="rect">
            <a:avLst/>
          </a:prstGeom>
          <a:noFill/>
        </p:spPr>
        <p:txBody>
          <a:bodyPr wrap="square" rtlCol="0">
            <a:spAutoFit/>
          </a:bodyPr>
          <a:lstStyle/>
          <a:p>
            <a:pPr algn="ctr">
              <a:lnSpc>
                <a:spcPct val="150000"/>
              </a:lnSpc>
            </a:pPr>
            <a:r>
              <a:rPr kumimoji="1" lang="zh-CN" altLang="en-US" sz="1100" dirty="0">
                <a:solidFill>
                  <a:schemeClr val="bg1"/>
                </a:solidFill>
                <a:latin typeface="+mn-ea"/>
                <a:cs typeface="+mn-ea"/>
                <a:sym typeface="+mn-lt"/>
              </a:rPr>
              <a:t>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模板，请在此输入您需要的文字内容，感谢您使用我们的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a:t>
            </a:r>
            <a:endParaRPr kumimoji="1" lang="en-US" altLang="zh-CN" sz="1100" dirty="0">
              <a:solidFill>
                <a:schemeClr val="bg1"/>
              </a:solidFill>
              <a:latin typeface="+mn-ea"/>
              <a:cs typeface="+mn-ea"/>
              <a:sym typeface="+mn-lt"/>
            </a:endParaRPr>
          </a:p>
        </p:txBody>
      </p:sp>
      <p:sp>
        <p:nvSpPr>
          <p:cNvPr id="18" name="文本框 17">
            <a:extLst>
              <a:ext uri="{FF2B5EF4-FFF2-40B4-BE49-F238E27FC236}">
                <a16:creationId xmlns:a16="http://schemas.microsoft.com/office/drawing/2014/main" id="{950EBF5E-CA76-264D-9703-CE955CF88381}"/>
              </a:ext>
            </a:extLst>
          </p:cNvPr>
          <p:cNvSpPr txBox="1"/>
          <p:nvPr/>
        </p:nvSpPr>
        <p:spPr>
          <a:xfrm>
            <a:off x="1216332" y="3632975"/>
            <a:ext cx="1651456" cy="584775"/>
          </a:xfrm>
          <a:prstGeom prst="rect">
            <a:avLst/>
          </a:prstGeom>
          <a:noFill/>
        </p:spPr>
        <p:txBody>
          <a:bodyPr wrap="square" rtlCol="0">
            <a:spAutoFit/>
          </a:bodyPr>
          <a:lstStyle/>
          <a:p>
            <a:pPr algn="ctr"/>
            <a:r>
              <a:rPr lang="zh-CN" altLang="en-US" sz="1600" dirty="0">
                <a:solidFill>
                  <a:schemeClr val="bg1"/>
                </a:solidFill>
                <a:latin typeface="+mj-ea"/>
                <a:ea typeface="+mj-ea"/>
                <a:cs typeface="微软雅黑" panose="020B0503020204020204" pitchFamily="34" charset="-122"/>
                <a:sym typeface="+mn-ea"/>
              </a:rPr>
              <a:t>千库网</a:t>
            </a:r>
            <a:r>
              <a:rPr lang="en-US" altLang="zh-CN" sz="1600" dirty="0">
                <a:solidFill>
                  <a:schemeClr val="bg1"/>
                </a:solidFill>
                <a:latin typeface="+mj-ea"/>
                <a:ea typeface="+mj-ea"/>
                <a:cs typeface="微软雅黑" panose="020B0503020204020204" pitchFamily="34" charset="-122"/>
                <a:sym typeface="+mn-ea"/>
              </a:rPr>
              <a:t>PPT</a:t>
            </a:r>
          </a:p>
          <a:p>
            <a:pPr algn="ctr"/>
            <a:r>
              <a:rPr lang="zh-CN" altLang="en-US" sz="1600" dirty="0">
                <a:solidFill>
                  <a:schemeClr val="bg1"/>
                </a:solidFill>
                <a:latin typeface="+mj-ea"/>
                <a:ea typeface="+mj-ea"/>
                <a:cs typeface="微软雅黑" panose="020B0503020204020204" pitchFamily="34" charset="-122"/>
                <a:sym typeface="+mn-ea"/>
              </a:rPr>
              <a:t>请输入标题</a:t>
            </a:r>
          </a:p>
        </p:txBody>
      </p:sp>
      <p:sp>
        <p:nvSpPr>
          <p:cNvPr id="19" name="上箭头 18">
            <a:extLst>
              <a:ext uri="{FF2B5EF4-FFF2-40B4-BE49-F238E27FC236}">
                <a16:creationId xmlns:a16="http://schemas.microsoft.com/office/drawing/2014/main" id="{0B0FAC1A-56A8-F94F-AEF0-B5F6BBB4BE06}"/>
              </a:ext>
            </a:extLst>
          </p:cNvPr>
          <p:cNvSpPr/>
          <p:nvPr/>
        </p:nvSpPr>
        <p:spPr>
          <a:xfrm>
            <a:off x="3868039" y="2199018"/>
            <a:ext cx="3040512" cy="3425394"/>
          </a:xfrm>
          <a:prstGeom prst="upArrow">
            <a:avLst>
              <a:gd name="adj1" fmla="val 70622"/>
              <a:gd name="adj2" fmla="val 45219"/>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9CD4A722-6435-1B4D-9D46-B3B491BE8D86}"/>
              </a:ext>
            </a:extLst>
          </p:cNvPr>
          <p:cNvSpPr txBox="1"/>
          <p:nvPr/>
        </p:nvSpPr>
        <p:spPr>
          <a:xfrm>
            <a:off x="4498002" y="4267083"/>
            <a:ext cx="1765181" cy="1064843"/>
          </a:xfrm>
          <a:prstGeom prst="rect">
            <a:avLst/>
          </a:prstGeom>
          <a:noFill/>
        </p:spPr>
        <p:txBody>
          <a:bodyPr wrap="square" rtlCol="0">
            <a:spAutoFit/>
          </a:bodyPr>
          <a:lstStyle/>
          <a:p>
            <a:pPr algn="ctr">
              <a:lnSpc>
                <a:spcPct val="150000"/>
              </a:lnSpc>
            </a:pPr>
            <a:r>
              <a:rPr kumimoji="1" lang="zh-CN" altLang="en-US" sz="1100" dirty="0">
                <a:solidFill>
                  <a:schemeClr val="bg1"/>
                </a:solidFill>
                <a:latin typeface="+mn-ea"/>
                <a:cs typeface="+mn-ea"/>
                <a:sym typeface="+mn-lt"/>
              </a:rPr>
              <a:t>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模板，请在此输入您需要的文字内容，感谢您使用我们的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a:t>
            </a:r>
            <a:endParaRPr kumimoji="1" lang="en-US" altLang="zh-CN" sz="1100" dirty="0">
              <a:solidFill>
                <a:schemeClr val="bg1"/>
              </a:solidFill>
              <a:latin typeface="+mn-ea"/>
              <a:cs typeface="+mn-ea"/>
              <a:sym typeface="+mn-lt"/>
            </a:endParaRPr>
          </a:p>
        </p:txBody>
      </p:sp>
      <p:sp>
        <p:nvSpPr>
          <p:cNvPr id="21" name="文本框 20">
            <a:extLst>
              <a:ext uri="{FF2B5EF4-FFF2-40B4-BE49-F238E27FC236}">
                <a16:creationId xmlns:a16="http://schemas.microsoft.com/office/drawing/2014/main" id="{42856F2B-A3CC-5046-8618-69DA6A61BF7C}"/>
              </a:ext>
            </a:extLst>
          </p:cNvPr>
          <p:cNvSpPr txBox="1"/>
          <p:nvPr/>
        </p:nvSpPr>
        <p:spPr>
          <a:xfrm>
            <a:off x="4562567" y="3632975"/>
            <a:ext cx="1651456" cy="584775"/>
          </a:xfrm>
          <a:prstGeom prst="rect">
            <a:avLst/>
          </a:prstGeom>
          <a:noFill/>
        </p:spPr>
        <p:txBody>
          <a:bodyPr wrap="square" rtlCol="0">
            <a:spAutoFit/>
          </a:bodyPr>
          <a:lstStyle/>
          <a:p>
            <a:pPr algn="ctr"/>
            <a:r>
              <a:rPr lang="zh-CN" altLang="en-US" sz="1600" dirty="0">
                <a:solidFill>
                  <a:schemeClr val="bg1"/>
                </a:solidFill>
                <a:latin typeface="+mj-ea"/>
                <a:ea typeface="+mj-ea"/>
                <a:cs typeface="微软雅黑" panose="020B0503020204020204" pitchFamily="34" charset="-122"/>
                <a:sym typeface="+mn-ea"/>
              </a:rPr>
              <a:t>千库网</a:t>
            </a:r>
            <a:r>
              <a:rPr lang="en-US" altLang="zh-CN" sz="1600" dirty="0">
                <a:solidFill>
                  <a:schemeClr val="bg1"/>
                </a:solidFill>
                <a:latin typeface="+mj-ea"/>
                <a:ea typeface="+mj-ea"/>
                <a:cs typeface="微软雅黑" panose="020B0503020204020204" pitchFamily="34" charset="-122"/>
                <a:sym typeface="+mn-ea"/>
              </a:rPr>
              <a:t>PPT</a:t>
            </a:r>
          </a:p>
          <a:p>
            <a:pPr algn="ctr"/>
            <a:r>
              <a:rPr lang="zh-CN" altLang="en-US" sz="1600" dirty="0">
                <a:solidFill>
                  <a:schemeClr val="bg1"/>
                </a:solidFill>
                <a:latin typeface="+mj-ea"/>
                <a:ea typeface="+mj-ea"/>
                <a:cs typeface="微软雅黑" panose="020B0503020204020204" pitchFamily="34" charset="-122"/>
                <a:sym typeface="+mn-ea"/>
              </a:rPr>
              <a:t>请输入标题</a:t>
            </a:r>
          </a:p>
        </p:txBody>
      </p:sp>
      <p:sp>
        <p:nvSpPr>
          <p:cNvPr id="22" name="文本框 21">
            <a:extLst>
              <a:ext uri="{FF2B5EF4-FFF2-40B4-BE49-F238E27FC236}">
                <a16:creationId xmlns:a16="http://schemas.microsoft.com/office/drawing/2014/main" id="{5AA8D287-5129-664D-B41F-261007B7ACF3}"/>
              </a:ext>
            </a:extLst>
          </p:cNvPr>
          <p:cNvSpPr txBox="1"/>
          <p:nvPr/>
        </p:nvSpPr>
        <p:spPr>
          <a:xfrm>
            <a:off x="7472918" y="2115007"/>
            <a:ext cx="300595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DATA</a:t>
            </a:r>
            <a:endParaRPr kumimoji="1" lang="zh-CN" altLang="en-US" sz="2800" dirty="0">
              <a:solidFill>
                <a:schemeClr val="tx1">
                  <a:lumMod val="75000"/>
                  <a:lumOff val="25000"/>
                </a:schemeClr>
              </a:solidFill>
              <a:latin typeface="+mj-ea"/>
              <a:ea typeface="+mj-ea"/>
            </a:endParaRPr>
          </a:p>
        </p:txBody>
      </p:sp>
      <p:sp>
        <p:nvSpPr>
          <p:cNvPr id="23" name="文本框 22">
            <a:extLst>
              <a:ext uri="{FF2B5EF4-FFF2-40B4-BE49-F238E27FC236}">
                <a16:creationId xmlns:a16="http://schemas.microsoft.com/office/drawing/2014/main" id="{BBC1217B-0206-4D47-9E60-625FBB4AE2FE}"/>
              </a:ext>
            </a:extLst>
          </p:cNvPr>
          <p:cNvSpPr txBox="1"/>
          <p:nvPr/>
        </p:nvSpPr>
        <p:spPr>
          <a:xfrm>
            <a:off x="7472918" y="2638227"/>
            <a:ext cx="1811714" cy="369332"/>
          </a:xfrm>
          <a:prstGeom prst="rect">
            <a:avLst/>
          </a:prstGeom>
          <a:noFill/>
        </p:spPr>
        <p:txBody>
          <a:bodyPr wrap="none" rtlCol="0">
            <a:spAutoFit/>
          </a:bodyPr>
          <a:lstStyle/>
          <a:p>
            <a:r>
              <a:rPr kumimoji="1" lang="en-US" altLang="zh-CN" dirty="0">
                <a:solidFill>
                  <a:schemeClr val="bg1">
                    <a:lumMod val="75000"/>
                  </a:schemeClr>
                </a:solidFill>
                <a:latin typeface="+mn-ea"/>
              </a:rPr>
              <a:t>PPT</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TEMPLATE</a:t>
            </a:r>
            <a:endParaRPr kumimoji="1" lang="zh-CN" altLang="en-US" dirty="0">
              <a:solidFill>
                <a:schemeClr val="bg1">
                  <a:lumMod val="75000"/>
                </a:schemeClr>
              </a:solidFill>
              <a:latin typeface="+mn-ea"/>
            </a:endParaRPr>
          </a:p>
        </p:txBody>
      </p:sp>
      <p:sp>
        <p:nvSpPr>
          <p:cNvPr id="24" name="文本框 23">
            <a:extLst>
              <a:ext uri="{FF2B5EF4-FFF2-40B4-BE49-F238E27FC236}">
                <a16:creationId xmlns:a16="http://schemas.microsoft.com/office/drawing/2014/main" id="{4410D4BA-C5DB-094A-B18A-75522EB7BD7D}"/>
              </a:ext>
            </a:extLst>
          </p:cNvPr>
          <p:cNvSpPr txBox="1"/>
          <p:nvPr/>
        </p:nvSpPr>
        <p:spPr>
          <a:xfrm>
            <a:off x="7472918" y="3161447"/>
            <a:ext cx="3710608" cy="2080506"/>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a:t>
            </a:r>
            <a:endParaRPr kumimoji="1" lang="en-US" altLang="zh-CN" sz="1100" dirty="0">
              <a:solidFill>
                <a:schemeClr val="tx1">
                  <a:lumMod val="50000"/>
                  <a:lumOff val="50000"/>
                </a:schemeClr>
              </a:solidFill>
              <a:latin typeface="+mn-ea"/>
              <a:cs typeface="+mn-ea"/>
              <a:sym typeface="+mn-lt"/>
            </a:endParaRPr>
          </a:p>
          <a:p>
            <a:pPr>
              <a:lnSpc>
                <a:spcPct val="150000"/>
              </a:lnSpc>
            </a:pPr>
            <a:endParaRPr kumimoji="1" lang="en-US" altLang="zh-CN" sz="1100" dirty="0">
              <a:solidFill>
                <a:schemeClr val="tx1">
                  <a:lumMod val="50000"/>
                  <a:lumOff val="50000"/>
                </a:schemeClr>
              </a:solidFill>
              <a:latin typeface="+mn-ea"/>
              <a:cs typeface="+mn-ea"/>
              <a:sym typeface="+mn-lt"/>
            </a:endParaRPr>
          </a:p>
          <a:p>
            <a:pPr>
              <a:lnSpc>
                <a:spcPct val="150000"/>
              </a:lnSpc>
            </a:pPr>
            <a:r>
              <a:rPr kumimoji="1" lang="zh-CN" altLang="en-US" sz="1100" dirty="0">
                <a:solidFill>
                  <a:schemeClr val="tx1">
                    <a:lumMod val="75000"/>
                    <a:lumOff val="25000"/>
                  </a:schemeClr>
                </a:solidFill>
                <a:latin typeface="+mn-ea"/>
                <a:cs typeface="+mn-ea"/>
                <a:sym typeface="+mn-lt"/>
              </a:rPr>
              <a:t>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a:t>
            </a:r>
          </a:p>
        </p:txBody>
      </p:sp>
      <p:sp>
        <p:nvSpPr>
          <p:cNvPr id="25" name="Freeform 116">
            <a:extLst>
              <a:ext uri="{FF2B5EF4-FFF2-40B4-BE49-F238E27FC236}">
                <a16:creationId xmlns:a16="http://schemas.microsoft.com/office/drawing/2014/main" id="{3FEEF96C-3271-4740-BBEA-7EDC76D037AB}"/>
              </a:ext>
            </a:extLst>
          </p:cNvPr>
          <p:cNvSpPr>
            <a:spLocks noChangeArrowheads="1"/>
          </p:cNvSpPr>
          <p:nvPr/>
        </p:nvSpPr>
        <p:spPr bwMode="auto">
          <a:xfrm>
            <a:off x="5167731" y="2846514"/>
            <a:ext cx="466152" cy="519034"/>
          </a:xfrm>
          <a:custGeom>
            <a:avLst/>
            <a:gdLst>
              <a:gd name="T0" fmla="*/ 875 w 1051"/>
              <a:gd name="T1" fmla="*/ 1049 h 1168"/>
              <a:gd name="T2" fmla="*/ 875 w 1051"/>
              <a:gd name="T3" fmla="*/ 967 h 1168"/>
              <a:gd name="T4" fmla="*/ 525 w 1051"/>
              <a:gd name="T5" fmla="*/ 787 h 1168"/>
              <a:gd name="T6" fmla="*/ 175 w 1051"/>
              <a:gd name="T7" fmla="*/ 967 h 1168"/>
              <a:gd name="T8" fmla="*/ 175 w 1051"/>
              <a:gd name="T9" fmla="*/ 1049 h 1168"/>
              <a:gd name="T10" fmla="*/ 875 w 1051"/>
              <a:gd name="T11" fmla="*/ 1049 h 1168"/>
              <a:gd name="T12" fmla="*/ 525 w 1051"/>
              <a:gd name="T13" fmla="*/ 350 h 1168"/>
              <a:gd name="T14" fmla="*/ 350 w 1051"/>
              <a:gd name="T15" fmla="*/ 525 h 1168"/>
              <a:gd name="T16" fmla="*/ 525 w 1051"/>
              <a:gd name="T17" fmla="*/ 699 h 1168"/>
              <a:gd name="T18" fmla="*/ 700 w 1051"/>
              <a:gd name="T19" fmla="*/ 525 h 1168"/>
              <a:gd name="T20" fmla="*/ 525 w 1051"/>
              <a:gd name="T21" fmla="*/ 350 h 1168"/>
              <a:gd name="T22" fmla="*/ 525 w 1051"/>
              <a:gd name="T23" fmla="*/ 117 h 1168"/>
              <a:gd name="T24" fmla="*/ 468 w 1051"/>
              <a:gd name="T25" fmla="*/ 175 h 1168"/>
              <a:gd name="T26" fmla="*/ 525 w 1051"/>
              <a:gd name="T27" fmla="*/ 235 h 1168"/>
              <a:gd name="T28" fmla="*/ 583 w 1051"/>
              <a:gd name="T29" fmla="*/ 175 h 1168"/>
              <a:gd name="T30" fmla="*/ 525 w 1051"/>
              <a:gd name="T31" fmla="*/ 117 h 1168"/>
              <a:gd name="T32" fmla="*/ 1050 w 1051"/>
              <a:gd name="T33" fmla="*/ 235 h 1168"/>
              <a:gd name="T34" fmla="*/ 1050 w 1051"/>
              <a:gd name="T35" fmla="*/ 1049 h 1168"/>
              <a:gd name="T36" fmla="*/ 932 w 1051"/>
              <a:gd name="T37" fmla="*/ 1167 h 1168"/>
              <a:gd name="T38" fmla="*/ 118 w 1051"/>
              <a:gd name="T39" fmla="*/ 1167 h 1168"/>
              <a:gd name="T40" fmla="*/ 0 w 1051"/>
              <a:gd name="T41" fmla="*/ 1049 h 1168"/>
              <a:gd name="T42" fmla="*/ 0 w 1051"/>
              <a:gd name="T43" fmla="*/ 235 h 1168"/>
              <a:gd name="T44" fmla="*/ 118 w 1051"/>
              <a:gd name="T45" fmla="*/ 117 h 1168"/>
              <a:gd name="T46" fmla="*/ 361 w 1051"/>
              <a:gd name="T47" fmla="*/ 117 h 1168"/>
              <a:gd name="T48" fmla="*/ 525 w 1051"/>
              <a:gd name="T49" fmla="*/ 0 h 1168"/>
              <a:gd name="T50" fmla="*/ 689 w 1051"/>
              <a:gd name="T51" fmla="*/ 117 h 1168"/>
              <a:gd name="T52" fmla="*/ 932 w 1051"/>
              <a:gd name="T53" fmla="*/ 117 h 1168"/>
              <a:gd name="T54" fmla="*/ 1050 w 1051"/>
              <a:gd name="T55"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51" h="1168">
                <a:moveTo>
                  <a:pt x="875" y="1049"/>
                </a:moveTo>
                <a:lnTo>
                  <a:pt x="875" y="967"/>
                </a:lnTo>
                <a:cubicBezTo>
                  <a:pt x="875" y="850"/>
                  <a:pt x="642" y="787"/>
                  <a:pt x="525" y="787"/>
                </a:cubicBezTo>
                <a:cubicBezTo>
                  <a:pt x="407" y="787"/>
                  <a:pt x="175" y="850"/>
                  <a:pt x="175" y="967"/>
                </a:cubicBezTo>
                <a:lnTo>
                  <a:pt x="175" y="1049"/>
                </a:lnTo>
                <a:lnTo>
                  <a:pt x="875" y="1049"/>
                </a:lnTo>
                <a:close/>
                <a:moveTo>
                  <a:pt x="525" y="350"/>
                </a:moveTo>
                <a:cubicBezTo>
                  <a:pt x="429" y="350"/>
                  <a:pt x="350" y="430"/>
                  <a:pt x="350" y="525"/>
                </a:cubicBezTo>
                <a:cubicBezTo>
                  <a:pt x="350" y="621"/>
                  <a:pt x="429" y="699"/>
                  <a:pt x="525" y="699"/>
                </a:cubicBezTo>
                <a:cubicBezTo>
                  <a:pt x="621" y="699"/>
                  <a:pt x="700" y="621"/>
                  <a:pt x="700" y="525"/>
                </a:cubicBezTo>
                <a:cubicBezTo>
                  <a:pt x="700" y="430"/>
                  <a:pt x="621" y="350"/>
                  <a:pt x="525" y="350"/>
                </a:cubicBezTo>
                <a:close/>
                <a:moveTo>
                  <a:pt x="525" y="117"/>
                </a:moveTo>
                <a:cubicBezTo>
                  <a:pt x="492" y="117"/>
                  <a:pt x="468" y="142"/>
                  <a:pt x="468" y="175"/>
                </a:cubicBezTo>
                <a:cubicBezTo>
                  <a:pt x="468" y="208"/>
                  <a:pt x="492" y="235"/>
                  <a:pt x="525" y="235"/>
                </a:cubicBezTo>
                <a:cubicBezTo>
                  <a:pt x="558" y="235"/>
                  <a:pt x="583" y="208"/>
                  <a:pt x="583" y="175"/>
                </a:cubicBezTo>
                <a:cubicBezTo>
                  <a:pt x="583" y="142"/>
                  <a:pt x="558" y="117"/>
                  <a:pt x="525" y="117"/>
                </a:cubicBezTo>
                <a:close/>
                <a:moveTo>
                  <a:pt x="1050" y="235"/>
                </a:moveTo>
                <a:lnTo>
                  <a:pt x="1050" y="1049"/>
                </a:lnTo>
                <a:cubicBezTo>
                  <a:pt x="1050" y="1112"/>
                  <a:pt x="995" y="1167"/>
                  <a:pt x="932" y="1167"/>
                </a:cubicBezTo>
                <a:lnTo>
                  <a:pt x="118" y="1167"/>
                </a:lnTo>
                <a:cubicBezTo>
                  <a:pt x="55" y="1167"/>
                  <a:pt x="0" y="1112"/>
                  <a:pt x="0" y="1049"/>
                </a:cubicBezTo>
                <a:lnTo>
                  <a:pt x="0" y="235"/>
                </a:lnTo>
                <a:cubicBezTo>
                  <a:pt x="0" y="172"/>
                  <a:pt x="55" y="117"/>
                  <a:pt x="118" y="117"/>
                </a:cubicBezTo>
                <a:lnTo>
                  <a:pt x="361" y="117"/>
                </a:lnTo>
                <a:cubicBezTo>
                  <a:pt x="386" y="49"/>
                  <a:pt x="448" y="0"/>
                  <a:pt x="525" y="0"/>
                </a:cubicBezTo>
                <a:cubicBezTo>
                  <a:pt x="601" y="0"/>
                  <a:pt x="665" y="49"/>
                  <a:pt x="689" y="117"/>
                </a:cubicBezTo>
                <a:lnTo>
                  <a:pt x="932" y="117"/>
                </a:lnTo>
                <a:cubicBezTo>
                  <a:pt x="995" y="117"/>
                  <a:pt x="1050" y="172"/>
                  <a:pt x="1050"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AFA397"/>
              </a:solidFill>
              <a:effectLst/>
              <a:uLnTx/>
              <a:uFillTx/>
              <a:latin typeface="Arial" charset="0"/>
              <a:ea typeface="SimSun" charset="0"/>
            </a:endParaRPr>
          </a:p>
        </p:txBody>
      </p:sp>
      <p:sp>
        <p:nvSpPr>
          <p:cNvPr id="26" name="Freeform 131">
            <a:extLst>
              <a:ext uri="{FF2B5EF4-FFF2-40B4-BE49-F238E27FC236}">
                <a16:creationId xmlns:a16="http://schemas.microsoft.com/office/drawing/2014/main" id="{29868C7B-40D6-A248-AE4A-843C21E499E8}"/>
              </a:ext>
            </a:extLst>
          </p:cNvPr>
          <p:cNvSpPr>
            <a:spLocks noChangeArrowheads="1"/>
          </p:cNvSpPr>
          <p:nvPr/>
        </p:nvSpPr>
        <p:spPr bwMode="auto">
          <a:xfrm>
            <a:off x="1821496" y="2846514"/>
            <a:ext cx="466152" cy="519034"/>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AFA397"/>
              </a:solidFill>
              <a:effectLst/>
              <a:uLnTx/>
              <a:uFillTx/>
              <a:latin typeface="Arial" charset="0"/>
              <a:ea typeface="SimSun" charset="0"/>
            </a:endParaRPr>
          </a:p>
        </p:txBody>
      </p:sp>
    </p:spTree>
    <p:extLst>
      <p:ext uri="{BB962C8B-B14F-4D97-AF65-F5344CB8AC3E}">
        <p14:creationId xmlns:p14="http://schemas.microsoft.com/office/powerpoint/2010/main" val="2784038655"/>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500"/>
                                        <p:tgtEl>
                                          <p:spTgt spid="1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dissolve">
                                      <p:cBhvr>
                                        <p:cTn id="31" dur="500"/>
                                        <p:tgtEl>
                                          <p:spTgt spid="24"/>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dissolve">
                                      <p:cBhvr>
                                        <p:cTn id="34" dur="500"/>
                                        <p:tgtEl>
                                          <p:spTgt spid="25"/>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animBg="1"/>
      <p:bldP spid="20" grpId="0"/>
      <p:bldP spid="21" grpId="0"/>
      <p:bldP spid="22" grpId="0"/>
      <p:bldP spid="23" grpId="0"/>
      <p:bldP spid="24" grpId="0"/>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82612FB4-E567-3F4F-BAC0-7E21D55F01F4}"/>
              </a:ext>
            </a:extLst>
          </p:cNvPr>
          <p:cNvSpPr/>
          <p:nvPr/>
        </p:nvSpPr>
        <p:spPr>
          <a:xfrm>
            <a:off x="-1996954" y="-2490492"/>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B914B818-EAEE-5B46-AC9D-B495FEDA7EE4}"/>
              </a:ext>
            </a:extLst>
          </p:cNvPr>
          <p:cNvSpPr/>
          <p:nvPr/>
        </p:nvSpPr>
        <p:spPr>
          <a:xfrm>
            <a:off x="1815712" y="2179329"/>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4AD6EA7C-AA92-2D42-9A55-50820B28D04B}"/>
              </a:ext>
            </a:extLst>
          </p:cNvPr>
          <p:cNvSpPr/>
          <p:nvPr/>
        </p:nvSpPr>
        <p:spPr>
          <a:xfrm>
            <a:off x="9446055" y="-1229677"/>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9D4CD1FD-C342-6948-AFEF-34D68D2CF88F}"/>
              </a:ext>
            </a:extLst>
          </p:cNvPr>
          <p:cNvSpPr/>
          <p:nvPr/>
        </p:nvSpPr>
        <p:spPr>
          <a:xfrm>
            <a:off x="3518189" y="200268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7B0C8205-E7E1-3141-9A73-68AAFE2A57CD}"/>
              </a:ext>
            </a:extLst>
          </p:cNvPr>
          <p:cNvSpPr/>
          <p:nvPr/>
        </p:nvSpPr>
        <p:spPr>
          <a:xfrm>
            <a:off x="1639066" y="3779897"/>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AAB35EDD-2FE0-7246-8314-C84A5A6304F6}"/>
              </a:ext>
            </a:extLst>
          </p:cNvPr>
          <p:cNvSpPr txBox="1"/>
          <p:nvPr/>
        </p:nvSpPr>
        <p:spPr>
          <a:xfrm>
            <a:off x="3973742" y="2448323"/>
            <a:ext cx="6232796" cy="1107996"/>
          </a:xfrm>
          <a:prstGeom prst="rect">
            <a:avLst/>
          </a:prstGeom>
          <a:noFill/>
        </p:spPr>
        <p:txBody>
          <a:bodyPr wrap="none" rtlCol="0">
            <a:spAutoFit/>
          </a:bodyPr>
          <a:lstStyle/>
          <a:p>
            <a:r>
              <a:rPr kumimoji="1" lang="zh-CN" altLang="en-US" sz="6600" dirty="0">
                <a:solidFill>
                  <a:schemeClr val="tx1">
                    <a:lumMod val="75000"/>
                    <a:lumOff val="25000"/>
                  </a:schemeClr>
                </a:solidFill>
                <a:latin typeface="+mn-ea"/>
              </a:rPr>
              <a:t>请在此输入标题</a:t>
            </a:r>
          </a:p>
        </p:txBody>
      </p:sp>
      <p:sp>
        <p:nvSpPr>
          <p:cNvPr id="17" name="文本框 16">
            <a:extLst>
              <a:ext uri="{FF2B5EF4-FFF2-40B4-BE49-F238E27FC236}">
                <a16:creationId xmlns:a16="http://schemas.microsoft.com/office/drawing/2014/main" id="{895AAAF7-2E71-994D-8339-16BE6C8556AC}"/>
              </a:ext>
            </a:extLst>
          </p:cNvPr>
          <p:cNvSpPr txBox="1"/>
          <p:nvPr/>
        </p:nvSpPr>
        <p:spPr>
          <a:xfrm>
            <a:off x="3983258" y="3522519"/>
            <a:ext cx="6192981" cy="553998"/>
          </a:xfrm>
          <a:prstGeom prst="rect">
            <a:avLst/>
          </a:prstGeom>
          <a:noFill/>
        </p:spPr>
        <p:txBody>
          <a:bodyPr wrap="square" rtlCol="0">
            <a:spAutoFit/>
          </a:bodyPr>
          <a:lstStyle/>
          <a:p>
            <a:pPr>
              <a:lnSpc>
                <a:spcPct val="150000"/>
              </a:lnSpc>
            </a:pPr>
            <a:r>
              <a:rPr kumimoji="1" lang="en" altLang="zh-CN" sz="1000" dirty="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p>
        </p:txBody>
      </p:sp>
      <p:sp>
        <p:nvSpPr>
          <p:cNvPr id="18" name="文本框 17">
            <a:extLst>
              <a:ext uri="{FF2B5EF4-FFF2-40B4-BE49-F238E27FC236}">
                <a16:creationId xmlns:a16="http://schemas.microsoft.com/office/drawing/2014/main" id="{96D8C71C-92B7-1040-8B69-68AC2D75861D}"/>
              </a:ext>
            </a:extLst>
          </p:cNvPr>
          <p:cNvSpPr txBox="1"/>
          <p:nvPr/>
        </p:nvSpPr>
        <p:spPr>
          <a:xfrm>
            <a:off x="2318834" y="2504880"/>
            <a:ext cx="1037463" cy="1015663"/>
          </a:xfrm>
          <a:prstGeom prst="rect">
            <a:avLst/>
          </a:prstGeom>
          <a:noFill/>
        </p:spPr>
        <p:txBody>
          <a:bodyPr wrap="none" rtlCol="0">
            <a:spAutoFit/>
          </a:bodyPr>
          <a:lstStyle/>
          <a:p>
            <a:r>
              <a:rPr kumimoji="1" lang="en-US" altLang="zh-CN" sz="6000">
                <a:solidFill>
                  <a:schemeClr val="tx1">
                    <a:lumMod val="75000"/>
                    <a:lumOff val="25000"/>
                  </a:schemeClr>
                </a:solidFill>
                <a:latin typeface="+mn-ea"/>
              </a:rPr>
              <a:t>02</a:t>
            </a:r>
            <a:endParaRPr kumimoji="1" lang="zh-CN" altLang="en-US" sz="6000" dirty="0">
              <a:solidFill>
                <a:schemeClr val="tx1">
                  <a:lumMod val="75000"/>
                  <a:lumOff val="25000"/>
                </a:schemeClr>
              </a:solidFill>
              <a:latin typeface="+mn-ea"/>
            </a:endParaRPr>
          </a:p>
        </p:txBody>
      </p:sp>
    </p:spTree>
    <p:extLst>
      <p:ext uri="{BB962C8B-B14F-4D97-AF65-F5344CB8AC3E}">
        <p14:creationId xmlns:p14="http://schemas.microsoft.com/office/powerpoint/2010/main" val="266994793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checkerboard(across)">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右箭头 18">
            <a:extLst>
              <a:ext uri="{FF2B5EF4-FFF2-40B4-BE49-F238E27FC236}">
                <a16:creationId xmlns:a16="http://schemas.microsoft.com/office/drawing/2014/main" id="{5E8AFB2C-190E-DB4A-8B10-8AE8B276E672}"/>
              </a:ext>
            </a:extLst>
          </p:cNvPr>
          <p:cNvSpPr/>
          <p:nvPr/>
        </p:nvSpPr>
        <p:spPr>
          <a:xfrm rot="5400000">
            <a:off x="6801934" y="1481144"/>
            <a:ext cx="1014410" cy="1895474"/>
          </a:xfrm>
          <a:prstGeom prst="ben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0" name="椭圆 19">
            <a:extLst>
              <a:ext uri="{FF2B5EF4-FFF2-40B4-BE49-F238E27FC236}">
                <a16:creationId xmlns:a16="http://schemas.microsoft.com/office/drawing/2014/main" id="{68ED0E3E-0B8C-7E48-B1F6-B087142CBE9D}"/>
              </a:ext>
            </a:extLst>
          </p:cNvPr>
          <p:cNvSpPr/>
          <p:nvPr/>
        </p:nvSpPr>
        <p:spPr>
          <a:xfrm>
            <a:off x="5629707" y="1628777"/>
            <a:ext cx="871538" cy="871538"/>
          </a:xfrm>
          <a:prstGeom prst="ellipse">
            <a:avLst/>
          </a:prstGeom>
          <a:solidFill>
            <a:schemeClr val="bg1"/>
          </a:solidFill>
          <a:ln w="1270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圆角右箭头 20">
            <a:extLst>
              <a:ext uri="{FF2B5EF4-FFF2-40B4-BE49-F238E27FC236}">
                <a16:creationId xmlns:a16="http://schemas.microsoft.com/office/drawing/2014/main" id="{60029180-6040-1249-987B-FF2BE023FDDC}"/>
              </a:ext>
            </a:extLst>
          </p:cNvPr>
          <p:cNvSpPr/>
          <p:nvPr/>
        </p:nvSpPr>
        <p:spPr>
          <a:xfrm rot="10800000">
            <a:off x="7128742" y="3794785"/>
            <a:ext cx="1014410" cy="1895474"/>
          </a:xfrm>
          <a:prstGeom prst="ben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2" name="椭圆 21">
            <a:extLst>
              <a:ext uri="{FF2B5EF4-FFF2-40B4-BE49-F238E27FC236}">
                <a16:creationId xmlns:a16="http://schemas.microsoft.com/office/drawing/2014/main" id="{324F2152-EBFE-3B43-89AF-6424BBDEF727}"/>
              </a:ext>
            </a:extLst>
          </p:cNvPr>
          <p:cNvSpPr/>
          <p:nvPr/>
        </p:nvSpPr>
        <p:spPr>
          <a:xfrm>
            <a:off x="7549640" y="3215879"/>
            <a:ext cx="871538" cy="871538"/>
          </a:xfrm>
          <a:prstGeom prst="ellipse">
            <a:avLst/>
          </a:prstGeom>
          <a:solidFill>
            <a:schemeClr val="bg1"/>
          </a:solidFill>
          <a:ln w="1270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右箭头 22">
            <a:extLst>
              <a:ext uri="{FF2B5EF4-FFF2-40B4-BE49-F238E27FC236}">
                <a16:creationId xmlns:a16="http://schemas.microsoft.com/office/drawing/2014/main" id="{216F3DF7-2BB0-FF46-827D-4A65D5E70080}"/>
              </a:ext>
            </a:extLst>
          </p:cNvPr>
          <p:cNvSpPr/>
          <p:nvPr/>
        </p:nvSpPr>
        <p:spPr>
          <a:xfrm rot="16200000">
            <a:off x="4237579" y="4096027"/>
            <a:ext cx="1014410" cy="1895474"/>
          </a:xfrm>
          <a:prstGeom prst="ben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椭圆 23">
            <a:extLst>
              <a:ext uri="{FF2B5EF4-FFF2-40B4-BE49-F238E27FC236}">
                <a16:creationId xmlns:a16="http://schemas.microsoft.com/office/drawing/2014/main" id="{54F8F38D-33BF-C540-88AF-80E688573226}"/>
              </a:ext>
            </a:extLst>
          </p:cNvPr>
          <p:cNvSpPr/>
          <p:nvPr/>
        </p:nvSpPr>
        <p:spPr>
          <a:xfrm>
            <a:off x="5629707" y="5000374"/>
            <a:ext cx="871538" cy="871538"/>
          </a:xfrm>
          <a:prstGeom prst="ellipse">
            <a:avLst/>
          </a:prstGeom>
          <a:solidFill>
            <a:schemeClr val="bg1"/>
          </a:solidFill>
          <a:ln w="1270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圆角右箭头 24">
            <a:extLst>
              <a:ext uri="{FF2B5EF4-FFF2-40B4-BE49-F238E27FC236}">
                <a16:creationId xmlns:a16="http://schemas.microsoft.com/office/drawing/2014/main" id="{625A03FC-732C-7A48-8B20-DECFCC8CAB51}"/>
              </a:ext>
            </a:extLst>
          </p:cNvPr>
          <p:cNvSpPr/>
          <p:nvPr/>
        </p:nvSpPr>
        <p:spPr>
          <a:xfrm>
            <a:off x="3901220" y="1860182"/>
            <a:ext cx="1014410" cy="1895474"/>
          </a:xfrm>
          <a:prstGeom prst="ben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6" name="椭圆 25">
            <a:extLst>
              <a:ext uri="{FF2B5EF4-FFF2-40B4-BE49-F238E27FC236}">
                <a16:creationId xmlns:a16="http://schemas.microsoft.com/office/drawing/2014/main" id="{513035CB-E34C-3043-9720-6206E677A7C8}"/>
              </a:ext>
            </a:extLst>
          </p:cNvPr>
          <p:cNvSpPr/>
          <p:nvPr/>
        </p:nvSpPr>
        <p:spPr>
          <a:xfrm>
            <a:off x="3628342" y="3215879"/>
            <a:ext cx="871538" cy="871538"/>
          </a:xfrm>
          <a:prstGeom prst="ellipse">
            <a:avLst/>
          </a:prstGeom>
          <a:solidFill>
            <a:schemeClr val="bg1"/>
          </a:solidFill>
          <a:ln w="1270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7" name="그래픽 21">
            <a:extLst>
              <a:ext uri="{FF2B5EF4-FFF2-40B4-BE49-F238E27FC236}">
                <a16:creationId xmlns:a16="http://schemas.microsoft.com/office/drawing/2014/main" id="{8A92D3AB-B178-E443-8A32-42FDC0F7A4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78393" y="3525347"/>
            <a:ext cx="371436" cy="222862"/>
          </a:xfrm>
          <a:prstGeom prst="rect">
            <a:avLst/>
          </a:prstGeom>
        </p:spPr>
      </p:pic>
      <p:pic>
        <p:nvPicPr>
          <p:cNvPr id="28" name="그래픽 22">
            <a:extLst>
              <a:ext uri="{FF2B5EF4-FFF2-40B4-BE49-F238E27FC236}">
                <a16:creationId xmlns:a16="http://schemas.microsoft.com/office/drawing/2014/main" id="{40799B00-B766-A844-9932-A782D23EBB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1205" y="1932706"/>
            <a:ext cx="270135" cy="270135"/>
          </a:xfrm>
          <a:prstGeom prst="rect">
            <a:avLst/>
          </a:prstGeom>
        </p:spPr>
      </p:pic>
      <p:pic>
        <p:nvPicPr>
          <p:cNvPr id="29" name="그래픽 23">
            <a:extLst>
              <a:ext uri="{FF2B5EF4-FFF2-40B4-BE49-F238E27FC236}">
                <a16:creationId xmlns:a16="http://schemas.microsoft.com/office/drawing/2014/main" id="{F4196CEB-8F8D-5942-8074-17D7EBD9F9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85932" y="5229223"/>
            <a:ext cx="371435" cy="360823"/>
          </a:xfrm>
          <a:prstGeom prst="rect">
            <a:avLst/>
          </a:prstGeom>
        </p:spPr>
      </p:pic>
      <p:pic>
        <p:nvPicPr>
          <p:cNvPr id="30" name="그래픽 24">
            <a:extLst>
              <a:ext uri="{FF2B5EF4-FFF2-40B4-BE49-F238E27FC236}">
                <a16:creationId xmlns:a16="http://schemas.microsoft.com/office/drawing/2014/main" id="{50C3692C-510B-3B4E-A244-9DFA6F196C6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73017" y="3486946"/>
            <a:ext cx="270135" cy="256629"/>
          </a:xfrm>
          <a:prstGeom prst="rect">
            <a:avLst/>
          </a:prstGeom>
        </p:spPr>
      </p:pic>
      <p:sp>
        <p:nvSpPr>
          <p:cNvPr id="31" name="文本框 30">
            <a:extLst>
              <a:ext uri="{FF2B5EF4-FFF2-40B4-BE49-F238E27FC236}">
                <a16:creationId xmlns:a16="http://schemas.microsoft.com/office/drawing/2014/main" id="{363CB6D1-BD09-1543-8181-52D91FBBBE17}"/>
              </a:ext>
            </a:extLst>
          </p:cNvPr>
          <p:cNvSpPr txBox="1"/>
          <p:nvPr/>
        </p:nvSpPr>
        <p:spPr>
          <a:xfrm>
            <a:off x="1985794" y="1694289"/>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32" name="文本框 31">
            <a:extLst>
              <a:ext uri="{FF2B5EF4-FFF2-40B4-BE49-F238E27FC236}">
                <a16:creationId xmlns:a16="http://schemas.microsoft.com/office/drawing/2014/main" id="{7190FFCF-9F45-894B-96F1-DE543C18D043}"/>
              </a:ext>
            </a:extLst>
          </p:cNvPr>
          <p:cNvSpPr txBox="1"/>
          <p:nvPr/>
        </p:nvSpPr>
        <p:spPr>
          <a:xfrm>
            <a:off x="2054999" y="4266773"/>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33" name="文本框 32">
            <a:extLst>
              <a:ext uri="{FF2B5EF4-FFF2-40B4-BE49-F238E27FC236}">
                <a16:creationId xmlns:a16="http://schemas.microsoft.com/office/drawing/2014/main" id="{C6BE48CC-50C9-C74B-BF48-815924201DBD}"/>
              </a:ext>
            </a:extLst>
          </p:cNvPr>
          <p:cNvSpPr txBox="1"/>
          <p:nvPr/>
        </p:nvSpPr>
        <p:spPr>
          <a:xfrm>
            <a:off x="8390553" y="1688659"/>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34" name="文本框 33">
            <a:extLst>
              <a:ext uri="{FF2B5EF4-FFF2-40B4-BE49-F238E27FC236}">
                <a16:creationId xmlns:a16="http://schemas.microsoft.com/office/drawing/2014/main" id="{7CB103B3-B2B6-9C40-A0DC-856D2CD813E8}"/>
              </a:ext>
            </a:extLst>
          </p:cNvPr>
          <p:cNvSpPr txBox="1"/>
          <p:nvPr/>
        </p:nvSpPr>
        <p:spPr>
          <a:xfrm>
            <a:off x="8459758" y="4266773"/>
            <a:ext cx="1639000" cy="369332"/>
          </a:xfrm>
          <a:prstGeom prst="rect">
            <a:avLst/>
          </a:prstGeom>
          <a:noFill/>
        </p:spPr>
        <p:txBody>
          <a:bodyPr wrap="square" rtlCol="0">
            <a:spAutoFit/>
          </a:bodyPr>
          <a:lstStyle/>
          <a:p>
            <a:pPr algn="dist"/>
            <a:r>
              <a:rPr lang="zh-CN" altLang="en-US" dirty="0">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35" name="文本框 34">
            <a:extLst>
              <a:ext uri="{FF2B5EF4-FFF2-40B4-BE49-F238E27FC236}">
                <a16:creationId xmlns:a16="http://schemas.microsoft.com/office/drawing/2014/main" id="{8B69C866-C790-1C49-8EF0-09B637766C86}"/>
              </a:ext>
            </a:extLst>
          </p:cNvPr>
          <p:cNvSpPr txBox="1"/>
          <p:nvPr/>
        </p:nvSpPr>
        <p:spPr>
          <a:xfrm>
            <a:off x="599946" y="2116853"/>
            <a:ext cx="3084403" cy="841512"/>
          </a:xfrm>
          <a:prstGeom prst="rect">
            <a:avLst/>
          </a:prstGeom>
          <a:noFill/>
        </p:spPr>
        <p:txBody>
          <a:bodyPr wrap="square" rtlCol="0">
            <a:spAutoFit/>
          </a:bodyPr>
          <a:lstStyle/>
          <a:p>
            <a:pPr algn="r">
              <a:lnSpc>
                <a:spcPct val="120000"/>
              </a:lnSpc>
            </a:pPr>
            <a:r>
              <a:rPr lang="zh-CN" altLang="en-US" sz="14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36" name="文本框 35">
            <a:extLst>
              <a:ext uri="{FF2B5EF4-FFF2-40B4-BE49-F238E27FC236}">
                <a16:creationId xmlns:a16="http://schemas.microsoft.com/office/drawing/2014/main" id="{C7692D97-5D64-134B-9BDF-965AA41CC2A6}"/>
              </a:ext>
            </a:extLst>
          </p:cNvPr>
          <p:cNvSpPr txBox="1"/>
          <p:nvPr/>
        </p:nvSpPr>
        <p:spPr>
          <a:xfrm>
            <a:off x="609596" y="4662002"/>
            <a:ext cx="3084403" cy="841512"/>
          </a:xfrm>
          <a:prstGeom prst="rect">
            <a:avLst/>
          </a:prstGeom>
          <a:noFill/>
        </p:spPr>
        <p:txBody>
          <a:bodyPr wrap="square" rtlCol="0">
            <a:spAutoFit/>
          </a:bodyPr>
          <a:lstStyle/>
          <a:p>
            <a:pPr algn="r">
              <a:lnSpc>
                <a:spcPct val="120000"/>
              </a:lnSpc>
            </a:pPr>
            <a:r>
              <a:rPr lang="zh-CN" altLang="en-US" sz="14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37" name="文本框 36">
            <a:extLst>
              <a:ext uri="{FF2B5EF4-FFF2-40B4-BE49-F238E27FC236}">
                <a16:creationId xmlns:a16="http://schemas.microsoft.com/office/drawing/2014/main" id="{2535762A-FA22-D54A-8590-F0B5C77E8DAD}"/>
              </a:ext>
            </a:extLst>
          </p:cNvPr>
          <p:cNvSpPr txBox="1"/>
          <p:nvPr/>
        </p:nvSpPr>
        <p:spPr>
          <a:xfrm>
            <a:off x="8388231" y="2098700"/>
            <a:ext cx="3084402" cy="841512"/>
          </a:xfrm>
          <a:prstGeom prst="rect">
            <a:avLst/>
          </a:prstGeom>
          <a:noFill/>
        </p:spPr>
        <p:txBody>
          <a:bodyPr wrap="square" rtlCol="0">
            <a:spAutoFit/>
          </a:bodyPr>
          <a:lstStyle/>
          <a:p>
            <a:pPr>
              <a:lnSpc>
                <a:spcPct val="120000"/>
              </a:lnSpc>
            </a:pPr>
            <a:r>
              <a:rPr lang="zh-CN" altLang="en-US" sz="14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
        <p:nvSpPr>
          <p:cNvPr id="38" name="文本框 37">
            <a:extLst>
              <a:ext uri="{FF2B5EF4-FFF2-40B4-BE49-F238E27FC236}">
                <a16:creationId xmlns:a16="http://schemas.microsoft.com/office/drawing/2014/main" id="{94B86A91-12F9-7C41-860D-085669418F91}"/>
              </a:ext>
            </a:extLst>
          </p:cNvPr>
          <p:cNvSpPr txBox="1"/>
          <p:nvPr/>
        </p:nvSpPr>
        <p:spPr>
          <a:xfrm>
            <a:off x="8388231" y="4636105"/>
            <a:ext cx="3084402" cy="841512"/>
          </a:xfrm>
          <a:prstGeom prst="rect">
            <a:avLst/>
          </a:prstGeom>
          <a:noFill/>
        </p:spPr>
        <p:txBody>
          <a:bodyPr wrap="square" rtlCol="0">
            <a:spAutoFit/>
          </a:bodyPr>
          <a:lstStyle/>
          <a:p>
            <a:pPr>
              <a:lnSpc>
                <a:spcPct val="120000"/>
              </a:lnSpc>
            </a:pPr>
            <a:r>
              <a:rPr lang="zh-CN" altLang="en-US" sz="14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单击此处添加内容，内容要与标题相符，可以直接复制粘贴，要选择有用的关键词录入。单击此处添加内容</a:t>
            </a:r>
          </a:p>
        </p:txBody>
      </p:sp>
    </p:spTree>
    <p:extLst>
      <p:ext uri="{BB962C8B-B14F-4D97-AF65-F5344CB8AC3E}">
        <p14:creationId xmlns:p14="http://schemas.microsoft.com/office/powerpoint/2010/main" val="36005413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heckerboard(across)">
                                      <p:cBhvr>
                                        <p:cTn id="7" dur="500"/>
                                        <p:tgtEl>
                                          <p:spTgt spid="1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checkerboard(across)">
                                      <p:cBhvr>
                                        <p:cTn id="10" dur="500"/>
                                        <p:tgtEl>
                                          <p:spTgt spid="2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checkerboard(across)">
                                      <p:cBhvr>
                                        <p:cTn id="13" dur="500"/>
                                        <p:tgtEl>
                                          <p:spTgt spid="21"/>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checkerboard(across)">
                                      <p:cBhvr>
                                        <p:cTn id="16" dur="500"/>
                                        <p:tgtEl>
                                          <p:spTgt spid="2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checkerboard(across)">
                                      <p:cBhvr>
                                        <p:cTn id="19" dur="500"/>
                                        <p:tgtEl>
                                          <p:spTgt spid="23"/>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heckerboard(across)">
                                      <p:cBhvr>
                                        <p:cTn id="22" dur="500"/>
                                        <p:tgtEl>
                                          <p:spTgt spid="24"/>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checkerboard(across)">
                                      <p:cBhvr>
                                        <p:cTn id="25" dur="500"/>
                                        <p:tgtEl>
                                          <p:spTgt spid="25"/>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checkerboard(across)">
                                      <p:cBhvr>
                                        <p:cTn id="28" dur="500"/>
                                        <p:tgtEl>
                                          <p:spTgt spid="26"/>
                                        </p:tgtEl>
                                      </p:cBhvr>
                                    </p:animEffect>
                                  </p:childTnLst>
                                </p:cTn>
                              </p:par>
                              <p:par>
                                <p:cTn id="29" presetID="5" presetClass="entr" presetSubtype="1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checkerboard(across)">
                                      <p:cBhvr>
                                        <p:cTn id="31" dur="500"/>
                                        <p:tgtEl>
                                          <p:spTgt spid="27"/>
                                        </p:tgtEl>
                                      </p:cBhvr>
                                    </p:animEffect>
                                  </p:childTnLst>
                                </p:cTn>
                              </p:par>
                              <p:par>
                                <p:cTn id="32" presetID="5" presetClass="entr" presetSubtype="1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checkerboard(across)">
                                      <p:cBhvr>
                                        <p:cTn id="34" dur="500"/>
                                        <p:tgtEl>
                                          <p:spTgt spid="28"/>
                                        </p:tgtEl>
                                      </p:cBhvr>
                                    </p:animEffect>
                                  </p:childTnLst>
                                </p:cTn>
                              </p:par>
                              <p:par>
                                <p:cTn id="35" presetID="5" presetClass="entr" presetSubtype="1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checkerboard(across)">
                                      <p:cBhvr>
                                        <p:cTn id="37" dur="500"/>
                                        <p:tgtEl>
                                          <p:spTgt spid="29"/>
                                        </p:tgtEl>
                                      </p:cBhvr>
                                    </p:animEffect>
                                  </p:childTnLst>
                                </p:cTn>
                              </p:par>
                              <p:par>
                                <p:cTn id="38" presetID="5" presetClass="entr" presetSubtype="1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checkerboard(across)">
                                      <p:cBhvr>
                                        <p:cTn id="40" dur="500"/>
                                        <p:tgtEl>
                                          <p:spTgt spid="30"/>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checkerboard(across)">
                                      <p:cBhvr>
                                        <p:cTn id="43" dur="500"/>
                                        <p:tgtEl>
                                          <p:spTgt spid="31"/>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checkerboard(across)">
                                      <p:cBhvr>
                                        <p:cTn id="46" dur="500"/>
                                        <p:tgtEl>
                                          <p:spTgt spid="32"/>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checkerboard(across)">
                                      <p:cBhvr>
                                        <p:cTn id="49" dur="500"/>
                                        <p:tgtEl>
                                          <p:spTgt spid="33"/>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checkerboard(across)">
                                      <p:cBhvr>
                                        <p:cTn id="52" dur="500"/>
                                        <p:tgtEl>
                                          <p:spTgt spid="34"/>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checkerboard(across)">
                                      <p:cBhvr>
                                        <p:cTn id="55" dur="500"/>
                                        <p:tgtEl>
                                          <p:spTgt spid="35"/>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checkerboard(across)">
                                      <p:cBhvr>
                                        <p:cTn id="58" dur="500"/>
                                        <p:tgtEl>
                                          <p:spTgt spid="36"/>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checkerboard(across)">
                                      <p:cBhvr>
                                        <p:cTn id="61" dur="500"/>
                                        <p:tgtEl>
                                          <p:spTgt spid="37"/>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checkerboard(across)">
                                      <p:cBhvr>
                                        <p:cTn id="6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31" grpId="0"/>
      <p:bldP spid="32" grpId="0"/>
      <p:bldP spid="33" grpId="0"/>
      <p:bldP spid="34" grpId="0"/>
      <p:bldP spid="35" grpId="0"/>
      <p:bldP spid="36"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3">
            <a:extLst>
              <a:ext uri="{FF2B5EF4-FFF2-40B4-BE49-F238E27FC236}">
                <a16:creationId xmlns:a16="http://schemas.microsoft.com/office/drawing/2014/main" id="{F140D2AD-EA2E-AA4B-A0A8-491DC7C0C69A}"/>
              </a:ext>
            </a:extLst>
          </p:cNvPr>
          <p:cNvSpPr/>
          <p:nvPr/>
        </p:nvSpPr>
        <p:spPr>
          <a:xfrm>
            <a:off x="1633986" y="4438636"/>
            <a:ext cx="3638841" cy="461665"/>
          </a:xfrm>
          <a:prstGeom prst="rect">
            <a:avLst/>
          </a:prstGeom>
          <a:noFill/>
        </p:spPr>
        <p:txBody>
          <a:bodyPr wrap="square" rtlCol="0">
            <a:spAutoFit/>
          </a:bodyPr>
          <a:lstStyle/>
          <a:p>
            <a:pPr algn="dist"/>
            <a:r>
              <a:rPr kumimoji="1" lang="zh-CN" altLang="en-US" sz="2400" dirty="0">
                <a:solidFill>
                  <a:schemeClr val="tx1">
                    <a:lumMod val="65000"/>
                    <a:lumOff val="35000"/>
                  </a:schemeClr>
                </a:solidFill>
                <a:latin typeface="+mj-ea"/>
                <a:ea typeface="+mj-ea"/>
              </a:rPr>
              <a:t>请再此输入标题文字内容</a:t>
            </a:r>
          </a:p>
        </p:txBody>
      </p:sp>
      <p:sp>
        <p:nvSpPr>
          <p:cNvPr id="30" name="文本框 29">
            <a:extLst>
              <a:ext uri="{FF2B5EF4-FFF2-40B4-BE49-F238E27FC236}">
                <a16:creationId xmlns:a16="http://schemas.microsoft.com/office/drawing/2014/main" id="{AD04DF75-6733-8A43-AACC-73B877CC4419}"/>
              </a:ext>
            </a:extLst>
          </p:cNvPr>
          <p:cNvSpPr txBox="1"/>
          <p:nvPr/>
        </p:nvSpPr>
        <p:spPr>
          <a:xfrm>
            <a:off x="1633986" y="5021057"/>
            <a:ext cx="9047411"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p>
        </p:txBody>
      </p:sp>
      <p:sp>
        <p:nvSpPr>
          <p:cNvPr id="31" name="矩形 30">
            <a:extLst>
              <a:ext uri="{FF2B5EF4-FFF2-40B4-BE49-F238E27FC236}">
                <a16:creationId xmlns:a16="http://schemas.microsoft.com/office/drawing/2014/main" id="{432CDD76-F5CE-7A41-B228-FC16B03552F9}"/>
              </a:ext>
            </a:extLst>
          </p:cNvPr>
          <p:cNvSpPr/>
          <p:nvPr/>
        </p:nvSpPr>
        <p:spPr>
          <a:xfrm>
            <a:off x="6508529" y="1531392"/>
            <a:ext cx="895212" cy="56076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4D295951-2327-1444-B81A-7ABBF667827D}"/>
              </a:ext>
            </a:extLst>
          </p:cNvPr>
          <p:cNvSpPr/>
          <p:nvPr/>
        </p:nvSpPr>
        <p:spPr>
          <a:xfrm>
            <a:off x="6508529" y="2466317"/>
            <a:ext cx="895212" cy="56076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Freeform 116">
            <a:extLst>
              <a:ext uri="{FF2B5EF4-FFF2-40B4-BE49-F238E27FC236}">
                <a16:creationId xmlns:a16="http://schemas.microsoft.com/office/drawing/2014/main" id="{351623A8-111A-DE41-99C5-B157D38EC115}"/>
              </a:ext>
            </a:extLst>
          </p:cNvPr>
          <p:cNvSpPr>
            <a:spLocks noChangeArrowheads="1"/>
          </p:cNvSpPr>
          <p:nvPr/>
        </p:nvSpPr>
        <p:spPr bwMode="auto">
          <a:xfrm>
            <a:off x="6780616" y="2537368"/>
            <a:ext cx="323139" cy="359797"/>
          </a:xfrm>
          <a:custGeom>
            <a:avLst/>
            <a:gdLst>
              <a:gd name="T0" fmla="*/ 875 w 1051"/>
              <a:gd name="T1" fmla="*/ 1049 h 1168"/>
              <a:gd name="T2" fmla="*/ 875 w 1051"/>
              <a:gd name="T3" fmla="*/ 967 h 1168"/>
              <a:gd name="T4" fmla="*/ 525 w 1051"/>
              <a:gd name="T5" fmla="*/ 787 h 1168"/>
              <a:gd name="T6" fmla="*/ 175 w 1051"/>
              <a:gd name="T7" fmla="*/ 967 h 1168"/>
              <a:gd name="T8" fmla="*/ 175 w 1051"/>
              <a:gd name="T9" fmla="*/ 1049 h 1168"/>
              <a:gd name="T10" fmla="*/ 875 w 1051"/>
              <a:gd name="T11" fmla="*/ 1049 h 1168"/>
              <a:gd name="T12" fmla="*/ 525 w 1051"/>
              <a:gd name="T13" fmla="*/ 350 h 1168"/>
              <a:gd name="T14" fmla="*/ 350 w 1051"/>
              <a:gd name="T15" fmla="*/ 525 h 1168"/>
              <a:gd name="T16" fmla="*/ 525 w 1051"/>
              <a:gd name="T17" fmla="*/ 699 h 1168"/>
              <a:gd name="T18" fmla="*/ 700 w 1051"/>
              <a:gd name="T19" fmla="*/ 525 h 1168"/>
              <a:gd name="T20" fmla="*/ 525 w 1051"/>
              <a:gd name="T21" fmla="*/ 350 h 1168"/>
              <a:gd name="T22" fmla="*/ 525 w 1051"/>
              <a:gd name="T23" fmla="*/ 117 h 1168"/>
              <a:gd name="T24" fmla="*/ 468 w 1051"/>
              <a:gd name="T25" fmla="*/ 175 h 1168"/>
              <a:gd name="T26" fmla="*/ 525 w 1051"/>
              <a:gd name="T27" fmla="*/ 235 h 1168"/>
              <a:gd name="T28" fmla="*/ 583 w 1051"/>
              <a:gd name="T29" fmla="*/ 175 h 1168"/>
              <a:gd name="T30" fmla="*/ 525 w 1051"/>
              <a:gd name="T31" fmla="*/ 117 h 1168"/>
              <a:gd name="T32" fmla="*/ 1050 w 1051"/>
              <a:gd name="T33" fmla="*/ 235 h 1168"/>
              <a:gd name="T34" fmla="*/ 1050 w 1051"/>
              <a:gd name="T35" fmla="*/ 1049 h 1168"/>
              <a:gd name="T36" fmla="*/ 932 w 1051"/>
              <a:gd name="T37" fmla="*/ 1167 h 1168"/>
              <a:gd name="T38" fmla="*/ 118 w 1051"/>
              <a:gd name="T39" fmla="*/ 1167 h 1168"/>
              <a:gd name="T40" fmla="*/ 0 w 1051"/>
              <a:gd name="T41" fmla="*/ 1049 h 1168"/>
              <a:gd name="T42" fmla="*/ 0 w 1051"/>
              <a:gd name="T43" fmla="*/ 235 h 1168"/>
              <a:gd name="T44" fmla="*/ 118 w 1051"/>
              <a:gd name="T45" fmla="*/ 117 h 1168"/>
              <a:gd name="T46" fmla="*/ 361 w 1051"/>
              <a:gd name="T47" fmla="*/ 117 h 1168"/>
              <a:gd name="T48" fmla="*/ 525 w 1051"/>
              <a:gd name="T49" fmla="*/ 0 h 1168"/>
              <a:gd name="T50" fmla="*/ 689 w 1051"/>
              <a:gd name="T51" fmla="*/ 117 h 1168"/>
              <a:gd name="T52" fmla="*/ 932 w 1051"/>
              <a:gd name="T53" fmla="*/ 117 h 1168"/>
              <a:gd name="T54" fmla="*/ 1050 w 1051"/>
              <a:gd name="T55"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51" h="1168">
                <a:moveTo>
                  <a:pt x="875" y="1049"/>
                </a:moveTo>
                <a:lnTo>
                  <a:pt x="875" y="967"/>
                </a:lnTo>
                <a:cubicBezTo>
                  <a:pt x="875" y="850"/>
                  <a:pt x="642" y="787"/>
                  <a:pt x="525" y="787"/>
                </a:cubicBezTo>
                <a:cubicBezTo>
                  <a:pt x="407" y="787"/>
                  <a:pt x="175" y="850"/>
                  <a:pt x="175" y="967"/>
                </a:cubicBezTo>
                <a:lnTo>
                  <a:pt x="175" y="1049"/>
                </a:lnTo>
                <a:lnTo>
                  <a:pt x="875" y="1049"/>
                </a:lnTo>
                <a:close/>
                <a:moveTo>
                  <a:pt x="525" y="350"/>
                </a:moveTo>
                <a:cubicBezTo>
                  <a:pt x="429" y="350"/>
                  <a:pt x="350" y="430"/>
                  <a:pt x="350" y="525"/>
                </a:cubicBezTo>
                <a:cubicBezTo>
                  <a:pt x="350" y="621"/>
                  <a:pt x="429" y="699"/>
                  <a:pt x="525" y="699"/>
                </a:cubicBezTo>
                <a:cubicBezTo>
                  <a:pt x="621" y="699"/>
                  <a:pt x="700" y="621"/>
                  <a:pt x="700" y="525"/>
                </a:cubicBezTo>
                <a:cubicBezTo>
                  <a:pt x="700" y="430"/>
                  <a:pt x="621" y="350"/>
                  <a:pt x="525" y="350"/>
                </a:cubicBezTo>
                <a:close/>
                <a:moveTo>
                  <a:pt x="525" y="117"/>
                </a:moveTo>
                <a:cubicBezTo>
                  <a:pt x="492" y="117"/>
                  <a:pt x="468" y="142"/>
                  <a:pt x="468" y="175"/>
                </a:cubicBezTo>
                <a:cubicBezTo>
                  <a:pt x="468" y="208"/>
                  <a:pt x="492" y="235"/>
                  <a:pt x="525" y="235"/>
                </a:cubicBezTo>
                <a:cubicBezTo>
                  <a:pt x="558" y="235"/>
                  <a:pt x="583" y="208"/>
                  <a:pt x="583" y="175"/>
                </a:cubicBezTo>
                <a:cubicBezTo>
                  <a:pt x="583" y="142"/>
                  <a:pt x="558" y="117"/>
                  <a:pt x="525" y="117"/>
                </a:cubicBezTo>
                <a:close/>
                <a:moveTo>
                  <a:pt x="1050" y="235"/>
                </a:moveTo>
                <a:lnTo>
                  <a:pt x="1050" y="1049"/>
                </a:lnTo>
                <a:cubicBezTo>
                  <a:pt x="1050" y="1112"/>
                  <a:pt x="995" y="1167"/>
                  <a:pt x="932" y="1167"/>
                </a:cubicBezTo>
                <a:lnTo>
                  <a:pt x="118" y="1167"/>
                </a:lnTo>
                <a:cubicBezTo>
                  <a:pt x="55" y="1167"/>
                  <a:pt x="0" y="1112"/>
                  <a:pt x="0" y="1049"/>
                </a:cubicBezTo>
                <a:lnTo>
                  <a:pt x="0" y="235"/>
                </a:lnTo>
                <a:cubicBezTo>
                  <a:pt x="0" y="172"/>
                  <a:pt x="55" y="117"/>
                  <a:pt x="118" y="117"/>
                </a:cubicBezTo>
                <a:lnTo>
                  <a:pt x="361" y="117"/>
                </a:lnTo>
                <a:cubicBezTo>
                  <a:pt x="386" y="49"/>
                  <a:pt x="448" y="0"/>
                  <a:pt x="525" y="0"/>
                </a:cubicBezTo>
                <a:cubicBezTo>
                  <a:pt x="601" y="0"/>
                  <a:pt x="665" y="49"/>
                  <a:pt x="689" y="117"/>
                </a:cubicBezTo>
                <a:lnTo>
                  <a:pt x="932" y="117"/>
                </a:lnTo>
                <a:cubicBezTo>
                  <a:pt x="995" y="117"/>
                  <a:pt x="1050" y="172"/>
                  <a:pt x="1050"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AFA397"/>
              </a:solidFill>
              <a:effectLst/>
              <a:uLnTx/>
              <a:uFillTx/>
              <a:latin typeface="Arial" charset="0"/>
              <a:ea typeface="SimSun" charset="0"/>
            </a:endParaRPr>
          </a:p>
        </p:txBody>
      </p:sp>
      <p:sp>
        <p:nvSpPr>
          <p:cNvPr id="34" name="Freeform 131">
            <a:extLst>
              <a:ext uri="{FF2B5EF4-FFF2-40B4-BE49-F238E27FC236}">
                <a16:creationId xmlns:a16="http://schemas.microsoft.com/office/drawing/2014/main" id="{2395766E-CF16-A043-BB94-0EDD12FBB6D5}"/>
              </a:ext>
            </a:extLst>
          </p:cNvPr>
          <p:cNvSpPr>
            <a:spLocks noChangeArrowheads="1"/>
          </p:cNvSpPr>
          <p:nvPr/>
        </p:nvSpPr>
        <p:spPr bwMode="auto">
          <a:xfrm>
            <a:off x="6803531" y="1596962"/>
            <a:ext cx="323139" cy="35979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AFA397"/>
              </a:solidFill>
              <a:effectLst/>
              <a:uLnTx/>
              <a:uFillTx/>
              <a:latin typeface="Arial" charset="0"/>
              <a:ea typeface="SimSun" charset="0"/>
            </a:endParaRPr>
          </a:p>
        </p:txBody>
      </p:sp>
      <p:sp>
        <p:nvSpPr>
          <p:cNvPr id="35" name="文本框 34">
            <a:extLst>
              <a:ext uri="{FF2B5EF4-FFF2-40B4-BE49-F238E27FC236}">
                <a16:creationId xmlns:a16="http://schemas.microsoft.com/office/drawing/2014/main" id="{466A17BA-909F-6144-993F-6BFEE60A0382}"/>
              </a:ext>
            </a:extLst>
          </p:cNvPr>
          <p:cNvSpPr txBox="1"/>
          <p:nvPr/>
        </p:nvSpPr>
        <p:spPr>
          <a:xfrm>
            <a:off x="7426081" y="1492703"/>
            <a:ext cx="3096117" cy="557012"/>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p>
        </p:txBody>
      </p:sp>
      <p:sp>
        <p:nvSpPr>
          <p:cNvPr id="36" name="矩形 35">
            <a:extLst>
              <a:ext uri="{FF2B5EF4-FFF2-40B4-BE49-F238E27FC236}">
                <a16:creationId xmlns:a16="http://schemas.microsoft.com/office/drawing/2014/main" id="{B9F6365B-D7F1-DC40-973F-17F385D713AC}"/>
              </a:ext>
            </a:extLst>
          </p:cNvPr>
          <p:cNvSpPr/>
          <p:nvPr/>
        </p:nvSpPr>
        <p:spPr>
          <a:xfrm>
            <a:off x="1690521" y="1492703"/>
            <a:ext cx="3908809" cy="2416742"/>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文本框 36">
            <a:extLst>
              <a:ext uri="{FF2B5EF4-FFF2-40B4-BE49-F238E27FC236}">
                <a16:creationId xmlns:a16="http://schemas.microsoft.com/office/drawing/2014/main" id="{41A996CB-B235-554F-AE92-4B4F7C64D982}"/>
              </a:ext>
            </a:extLst>
          </p:cNvPr>
          <p:cNvSpPr txBox="1"/>
          <p:nvPr/>
        </p:nvSpPr>
        <p:spPr>
          <a:xfrm>
            <a:off x="7426081" y="2389884"/>
            <a:ext cx="3096117" cy="557012"/>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p>
        </p:txBody>
      </p:sp>
      <p:sp>
        <p:nvSpPr>
          <p:cNvPr id="38" name="矩形 37">
            <a:extLst>
              <a:ext uri="{FF2B5EF4-FFF2-40B4-BE49-F238E27FC236}">
                <a16:creationId xmlns:a16="http://schemas.microsoft.com/office/drawing/2014/main" id="{19C3ADBD-BB4D-8140-9B04-B3D0590ECB7E}"/>
              </a:ext>
            </a:extLst>
          </p:cNvPr>
          <p:cNvSpPr/>
          <p:nvPr/>
        </p:nvSpPr>
        <p:spPr>
          <a:xfrm>
            <a:off x="6508529" y="3372385"/>
            <a:ext cx="895212" cy="56076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Freeform 116">
            <a:extLst>
              <a:ext uri="{FF2B5EF4-FFF2-40B4-BE49-F238E27FC236}">
                <a16:creationId xmlns:a16="http://schemas.microsoft.com/office/drawing/2014/main" id="{AA5C51EA-5DF7-A446-ABBF-67D74AB0747B}"/>
              </a:ext>
            </a:extLst>
          </p:cNvPr>
          <p:cNvSpPr>
            <a:spLocks noChangeArrowheads="1"/>
          </p:cNvSpPr>
          <p:nvPr/>
        </p:nvSpPr>
        <p:spPr bwMode="auto">
          <a:xfrm>
            <a:off x="6780616" y="3443436"/>
            <a:ext cx="323139" cy="359797"/>
          </a:xfrm>
          <a:custGeom>
            <a:avLst/>
            <a:gdLst>
              <a:gd name="T0" fmla="*/ 875 w 1051"/>
              <a:gd name="T1" fmla="*/ 1049 h 1168"/>
              <a:gd name="T2" fmla="*/ 875 w 1051"/>
              <a:gd name="T3" fmla="*/ 967 h 1168"/>
              <a:gd name="T4" fmla="*/ 525 w 1051"/>
              <a:gd name="T5" fmla="*/ 787 h 1168"/>
              <a:gd name="T6" fmla="*/ 175 w 1051"/>
              <a:gd name="T7" fmla="*/ 967 h 1168"/>
              <a:gd name="T8" fmla="*/ 175 w 1051"/>
              <a:gd name="T9" fmla="*/ 1049 h 1168"/>
              <a:gd name="T10" fmla="*/ 875 w 1051"/>
              <a:gd name="T11" fmla="*/ 1049 h 1168"/>
              <a:gd name="T12" fmla="*/ 525 w 1051"/>
              <a:gd name="T13" fmla="*/ 350 h 1168"/>
              <a:gd name="T14" fmla="*/ 350 w 1051"/>
              <a:gd name="T15" fmla="*/ 525 h 1168"/>
              <a:gd name="T16" fmla="*/ 525 w 1051"/>
              <a:gd name="T17" fmla="*/ 699 h 1168"/>
              <a:gd name="T18" fmla="*/ 700 w 1051"/>
              <a:gd name="T19" fmla="*/ 525 h 1168"/>
              <a:gd name="T20" fmla="*/ 525 w 1051"/>
              <a:gd name="T21" fmla="*/ 350 h 1168"/>
              <a:gd name="T22" fmla="*/ 525 w 1051"/>
              <a:gd name="T23" fmla="*/ 117 h 1168"/>
              <a:gd name="T24" fmla="*/ 468 w 1051"/>
              <a:gd name="T25" fmla="*/ 175 h 1168"/>
              <a:gd name="T26" fmla="*/ 525 w 1051"/>
              <a:gd name="T27" fmla="*/ 235 h 1168"/>
              <a:gd name="T28" fmla="*/ 583 w 1051"/>
              <a:gd name="T29" fmla="*/ 175 h 1168"/>
              <a:gd name="T30" fmla="*/ 525 w 1051"/>
              <a:gd name="T31" fmla="*/ 117 h 1168"/>
              <a:gd name="T32" fmla="*/ 1050 w 1051"/>
              <a:gd name="T33" fmla="*/ 235 h 1168"/>
              <a:gd name="T34" fmla="*/ 1050 w 1051"/>
              <a:gd name="T35" fmla="*/ 1049 h 1168"/>
              <a:gd name="T36" fmla="*/ 932 w 1051"/>
              <a:gd name="T37" fmla="*/ 1167 h 1168"/>
              <a:gd name="T38" fmla="*/ 118 w 1051"/>
              <a:gd name="T39" fmla="*/ 1167 h 1168"/>
              <a:gd name="T40" fmla="*/ 0 w 1051"/>
              <a:gd name="T41" fmla="*/ 1049 h 1168"/>
              <a:gd name="T42" fmla="*/ 0 w 1051"/>
              <a:gd name="T43" fmla="*/ 235 h 1168"/>
              <a:gd name="T44" fmla="*/ 118 w 1051"/>
              <a:gd name="T45" fmla="*/ 117 h 1168"/>
              <a:gd name="T46" fmla="*/ 361 w 1051"/>
              <a:gd name="T47" fmla="*/ 117 h 1168"/>
              <a:gd name="T48" fmla="*/ 525 w 1051"/>
              <a:gd name="T49" fmla="*/ 0 h 1168"/>
              <a:gd name="T50" fmla="*/ 689 w 1051"/>
              <a:gd name="T51" fmla="*/ 117 h 1168"/>
              <a:gd name="T52" fmla="*/ 932 w 1051"/>
              <a:gd name="T53" fmla="*/ 117 h 1168"/>
              <a:gd name="T54" fmla="*/ 1050 w 1051"/>
              <a:gd name="T55"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51" h="1168">
                <a:moveTo>
                  <a:pt x="875" y="1049"/>
                </a:moveTo>
                <a:lnTo>
                  <a:pt x="875" y="967"/>
                </a:lnTo>
                <a:cubicBezTo>
                  <a:pt x="875" y="850"/>
                  <a:pt x="642" y="787"/>
                  <a:pt x="525" y="787"/>
                </a:cubicBezTo>
                <a:cubicBezTo>
                  <a:pt x="407" y="787"/>
                  <a:pt x="175" y="850"/>
                  <a:pt x="175" y="967"/>
                </a:cubicBezTo>
                <a:lnTo>
                  <a:pt x="175" y="1049"/>
                </a:lnTo>
                <a:lnTo>
                  <a:pt x="875" y="1049"/>
                </a:lnTo>
                <a:close/>
                <a:moveTo>
                  <a:pt x="525" y="350"/>
                </a:moveTo>
                <a:cubicBezTo>
                  <a:pt x="429" y="350"/>
                  <a:pt x="350" y="430"/>
                  <a:pt x="350" y="525"/>
                </a:cubicBezTo>
                <a:cubicBezTo>
                  <a:pt x="350" y="621"/>
                  <a:pt x="429" y="699"/>
                  <a:pt x="525" y="699"/>
                </a:cubicBezTo>
                <a:cubicBezTo>
                  <a:pt x="621" y="699"/>
                  <a:pt x="700" y="621"/>
                  <a:pt x="700" y="525"/>
                </a:cubicBezTo>
                <a:cubicBezTo>
                  <a:pt x="700" y="430"/>
                  <a:pt x="621" y="350"/>
                  <a:pt x="525" y="350"/>
                </a:cubicBezTo>
                <a:close/>
                <a:moveTo>
                  <a:pt x="525" y="117"/>
                </a:moveTo>
                <a:cubicBezTo>
                  <a:pt x="492" y="117"/>
                  <a:pt x="468" y="142"/>
                  <a:pt x="468" y="175"/>
                </a:cubicBezTo>
                <a:cubicBezTo>
                  <a:pt x="468" y="208"/>
                  <a:pt x="492" y="235"/>
                  <a:pt x="525" y="235"/>
                </a:cubicBezTo>
                <a:cubicBezTo>
                  <a:pt x="558" y="235"/>
                  <a:pt x="583" y="208"/>
                  <a:pt x="583" y="175"/>
                </a:cubicBezTo>
                <a:cubicBezTo>
                  <a:pt x="583" y="142"/>
                  <a:pt x="558" y="117"/>
                  <a:pt x="525" y="117"/>
                </a:cubicBezTo>
                <a:close/>
                <a:moveTo>
                  <a:pt x="1050" y="235"/>
                </a:moveTo>
                <a:lnTo>
                  <a:pt x="1050" y="1049"/>
                </a:lnTo>
                <a:cubicBezTo>
                  <a:pt x="1050" y="1112"/>
                  <a:pt x="995" y="1167"/>
                  <a:pt x="932" y="1167"/>
                </a:cubicBezTo>
                <a:lnTo>
                  <a:pt x="118" y="1167"/>
                </a:lnTo>
                <a:cubicBezTo>
                  <a:pt x="55" y="1167"/>
                  <a:pt x="0" y="1112"/>
                  <a:pt x="0" y="1049"/>
                </a:cubicBezTo>
                <a:lnTo>
                  <a:pt x="0" y="235"/>
                </a:lnTo>
                <a:cubicBezTo>
                  <a:pt x="0" y="172"/>
                  <a:pt x="55" y="117"/>
                  <a:pt x="118" y="117"/>
                </a:cubicBezTo>
                <a:lnTo>
                  <a:pt x="361" y="117"/>
                </a:lnTo>
                <a:cubicBezTo>
                  <a:pt x="386" y="49"/>
                  <a:pt x="448" y="0"/>
                  <a:pt x="525" y="0"/>
                </a:cubicBezTo>
                <a:cubicBezTo>
                  <a:pt x="601" y="0"/>
                  <a:pt x="665" y="49"/>
                  <a:pt x="689" y="117"/>
                </a:cubicBezTo>
                <a:lnTo>
                  <a:pt x="932" y="117"/>
                </a:lnTo>
                <a:cubicBezTo>
                  <a:pt x="995" y="117"/>
                  <a:pt x="1050" y="172"/>
                  <a:pt x="1050"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AFA397"/>
              </a:solidFill>
              <a:effectLst/>
              <a:uLnTx/>
              <a:uFillTx/>
              <a:latin typeface="Arial" charset="0"/>
              <a:ea typeface="SimSun" charset="0"/>
            </a:endParaRPr>
          </a:p>
        </p:txBody>
      </p:sp>
      <p:sp>
        <p:nvSpPr>
          <p:cNvPr id="40" name="文本框 39">
            <a:extLst>
              <a:ext uri="{FF2B5EF4-FFF2-40B4-BE49-F238E27FC236}">
                <a16:creationId xmlns:a16="http://schemas.microsoft.com/office/drawing/2014/main" id="{41D9F555-DBD0-704C-8E5B-7D6A945B2113}"/>
              </a:ext>
            </a:extLst>
          </p:cNvPr>
          <p:cNvSpPr txBox="1"/>
          <p:nvPr/>
        </p:nvSpPr>
        <p:spPr>
          <a:xfrm>
            <a:off x="7426081" y="3295952"/>
            <a:ext cx="3096117" cy="557012"/>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p>
        </p:txBody>
      </p:sp>
    </p:spTree>
    <p:extLst>
      <p:ext uri="{BB962C8B-B14F-4D97-AF65-F5344CB8AC3E}">
        <p14:creationId xmlns:p14="http://schemas.microsoft.com/office/powerpoint/2010/main" val="2288526607"/>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dissolve">
                                      <p:cBhvr>
                                        <p:cTn id="13" dur="500"/>
                                        <p:tgtEl>
                                          <p:spTgt spid="35"/>
                                        </p:tgtEl>
                                      </p:cBhvr>
                                    </p:animEffect>
                                  </p:childTnLst>
                                </p:cTn>
                              </p:par>
                              <p:par>
                                <p:cTn id="14" presetID="5" presetClass="entr" presetSubtype="10" fill="hold" grpId="1"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checkerboard(across)">
                                      <p:cBhvr>
                                        <p:cTn id="16" dur="500"/>
                                        <p:tgtEl>
                                          <p:spTgt spid="3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dissolve">
                                      <p:cBhvr>
                                        <p:cTn id="19" dur="500"/>
                                        <p:tgtEl>
                                          <p:spTgt spid="37"/>
                                        </p:tgtEl>
                                      </p:cBhvr>
                                    </p:animEffect>
                                  </p:childTnLst>
                                </p:cTn>
                              </p:par>
                              <p:par>
                                <p:cTn id="20" presetID="5" presetClass="entr" presetSubtype="10" fill="hold" grpId="1"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checkerboard(across)">
                                      <p:cBhvr>
                                        <p:cTn id="22" dur="500"/>
                                        <p:tgtEl>
                                          <p:spTgt spid="3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dissolve">
                                      <p:cBhvr>
                                        <p:cTn id="25" dur="500"/>
                                        <p:tgtEl>
                                          <p:spTgt spid="40"/>
                                        </p:tgtEl>
                                      </p:cBhvr>
                                    </p:animEffect>
                                  </p:childTnLst>
                                </p:cTn>
                              </p:par>
                              <p:par>
                                <p:cTn id="26" presetID="5" presetClass="entr" presetSubtype="10" fill="hold" grpId="1"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checkerboard(across)">
                                      <p:cBhvr>
                                        <p:cTn id="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0" grpId="0"/>
      <p:bldP spid="35" grpId="0"/>
      <p:bldP spid="35" grpId="1"/>
      <p:bldP spid="37" grpId="0"/>
      <p:bldP spid="37" grpId="1"/>
      <p:bldP spid="40" grpId="0"/>
      <p:bldP spid="40"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图形">
            <a:extLst>
              <a:ext uri="{FF2B5EF4-FFF2-40B4-BE49-F238E27FC236}">
                <a16:creationId xmlns:a16="http://schemas.microsoft.com/office/drawing/2014/main" id="{9317B937-C4A3-A945-965A-FC3F17C7E0AF}"/>
              </a:ext>
            </a:extLst>
          </p:cNvPr>
          <p:cNvCxnSpPr>
            <a:stCxn id="34" idx="4"/>
            <a:endCxn id="35" idx="0"/>
          </p:cNvCxnSpPr>
          <p:nvPr/>
        </p:nvCxnSpPr>
        <p:spPr>
          <a:xfrm>
            <a:off x="6560185" y="2221865"/>
            <a:ext cx="0" cy="119189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图形">
            <a:extLst>
              <a:ext uri="{FF2B5EF4-FFF2-40B4-BE49-F238E27FC236}">
                <a16:creationId xmlns:a16="http://schemas.microsoft.com/office/drawing/2014/main" id="{064F2963-3EFF-4341-B1A0-361A58656728}"/>
              </a:ext>
            </a:extLst>
          </p:cNvPr>
          <p:cNvCxnSpPr>
            <a:stCxn id="35" idx="4"/>
            <a:endCxn id="36" idx="0"/>
          </p:cNvCxnSpPr>
          <p:nvPr/>
        </p:nvCxnSpPr>
        <p:spPr>
          <a:xfrm>
            <a:off x="6560185" y="3568700"/>
            <a:ext cx="0" cy="118618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图形">
            <a:extLst>
              <a:ext uri="{FF2B5EF4-FFF2-40B4-BE49-F238E27FC236}">
                <a16:creationId xmlns:a16="http://schemas.microsoft.com/office/drawing/2014/main" id="{82F27BA8-7B1C-114B-98C3-520BB34DD605}"/>
              </a:ext>
            </a:extLst>
          </p:cNvPr>
          <p:cNvSpPr txBox="1"/>
          <p:nvPr/>
        </p:nvSpPr>
        <p:spPr>
          <a:xfrm>
            <a:off x="7659370" y="2006552"/>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26" name="图形">
            <a:extLst>
              <a:ext uri="{FF2B5EF4-FFF2-40B4-BE49-F238E27FC236}">
                <a16:creationId xmlns:a16="http://schemas.microsoft.com/office/drawing/2014/main" id="{C83FC7ED-3290-8946-997B-0AECF96FC98A}"/>
              </a:ext>
            </a:extLst>
          </p:cNvPr>
          <p:cNvSpPr txBox="1"/>
          <p:nvPr/>
        </p:nvSpPr>
        <p:spPr>
          <a:xfrm>
            <a:off x="7649845" y="1729105"/>
            <a:ext cx="3538220" cy="343492"/>
          </a:xfrm>
          <a:prstGeom prst="rect">
            <a:avLst/>
          </a:prstGeom>
          <a:noFill/>
        </p:spPr>
        <p:txBody>
          <a:bodyPr wrap="square" rtlCol="0">
            <a:spAutoFit/>
          </a:bodyPr>
          <a:lstStyle/>
          <a:p>
            <a:pPr algn="l">
              <a:lnSpc>
                <a:spcPct val="120000"/>
              </a:lnSpc>
            </a:pPr>
            <a:r>
              <a:rPr lang="en-US" altLang="zh-CN" sz="16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01.</a:t>
            </a:r>
            <a:r>
              <a:rPr lang="zh-CN" altLang="en-US" sz="16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charset="-122"/>
              <a:sym typeface="字魂58号-创中黑" panose="00000500000000000000" charset="-122"/>
            </a:endParaRPr>
          </a:p>
        </p:txBody>
      </p:sp>
      <p:sp>
        <p:nvSpPr>
          <p:cNvPr id="27" name="图形">
            <a:extLst>
              <a:ext uri="{FF2B5EF4-FFF2-40B4-BE49-F238E27FC236}">
                <a16:creationId xmlns:a16="http://schemas.microsoft.com/office/drawing/2014/main" id="{885626FA-1A27-4848-9E12-D1B323215291}"/>
              </a:ext>
            </a:extLst>
          </p:cNvPr>
          <p:cNvSpPr txBox="1"/>
          <p:nvPr/>
        </p:nvSpPr>
        <p:spPr>
          <a:xfrm>
            <a:off x="7659370" y="3353387"/>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28" name="图形">
            <a:extLst>
              <a:ext uri="{FF2B5EF4-FFF2-40B4-BE49-F238E27FC236}">
                <a16:creationId xmlns:a16="http://schemas.microsoft.com/office/drawing/2014/main" id="{DC4259FF-BC51-8541-A5BE-B5E381B30FC8}"/>
              </a:ext>
            </a:extLst>
          </p:cNvPr>
          <p:cNvSpPr txBox="1"/>
          <p:nvPr/>
        </p:nvSpPr>
        <p:spPr>
          <a:xfrm>
            <a:off x="7649845" y="3075940"/>
            <a:ext cx="3538220" cy="343492"/>
          </a:xfrm>
          <a:prstGeom prst="rect">
            <a:avLst/>
          </a:prstGeom>
          <a:noFill/>
        </p:spPr>
        <p:txBody>
          <a:bodyPr wrap="square" rtlCol="0">
            <a:spAutoFit/>
          </a:bodyPr>
          <a:lstStyle/>
          <a:p>
            <a:pPr algn="l">
              <a:lnSpc>
                <a:spcPct val="120000"/>
              </a:lnSpc>
            </a:pPr>
            <a:r>
              <a:rPr lang="en-US" altLang="zh-CN"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02.</a:t>
            </a:r>
            <a:r>
              <a:rPr lang="zh-CN" altLang="en-US"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charset="-122"/>
              <a:sym typeface="字魂58号-创中黑" panose="00000500000000000000" charset="-122"/>
            </a:endParaRPr>
          </a:p>
        </p:txBody>
      </p:sp>
      <p:sp>
        <p:nvSpPr>
          <p:cNvPr id="29" name="图形">
            <a:extLst>
              <a:ext uri="{FF2B5EF4-FFF2-40B4-BE49-F238E27FC236}">
                <a16:creationId xmlns:a16="http://schemas.microsoft.com/office/drawing/2014/main" id="{1C19C3F9-FE8E-4246-B190-4B8501EFB071}"/>
              </a:ext>
            </a:extLst>
          </p:cNvPr>
          <p:cNvSpPr txBox="1"/>
          <p:nvPr/>
        </p:nvSpPr>
        <p:spPr>
          <a:xfrm>
            <a:off x="7659370" y="4700222"/>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0" name="图形">
            <a:extLst>
              <a:ext uri="{FF2B5EF4-FFF2-40B4-BE49-F238E27FC236}">
                <a16:creationId xmlns:a16="http://schemas.microsoft.com/office/drawing/2014/main" id="{9E5406AD-DEE1-4641-A2FE-B27BAB1D1AFD}"/>
              </a:ext>
            </a:extLst>
          </p:cNvPr>
          <p:cNvSpPr txBox="1"/>
          <p:nvPr/>
        </p:nvSpPr>
        <p:spPr>
          <a:xfrm>
            <a:off x="7659370" y="4422775"/>
            <a:ext cx="3538220" cy="343492"/>
          </a:xfrm>
          <a:prstGeom prst="rect">
            <a:avLst/>
          </a:prstGeom>
          <a:noFill/>
        </p:spPr>
        <p:txBody>
          <a:bodyPr wrap="square" rtlCol="0">
            <a:spAutoFit/>
          </a:bodyPr>
          <a:lstStyle/>
          <a:p>
            <a:pPr algn="l">
              <a:lnSpc>
                <a:spcPct val="120000"/>
              </a:lnSpc>
            </a:pPr>
            <a:r>
              <a:rPr lang="en-US" altLang="zh-CN"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03.</a:t>
            </a:r>
            <a:r>
              <a:rPr lang="zh-CN" altLang="en-US"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charset="-122"/>
              <a:sym typeface="字魂58号-创中黑" panose="00000500000000000000" charset="-122"/>
            </a:endParaRPr>
          </a:p>
        </p:txBody>
      </p:sp>
      <p:sp>
        <p:nvSpPr>
          <p:cNvPr id="31" name="图形">
            <a:extLst>
              <a:ext uri="{FF2B5EF4-FFF2-40B4-BE49-F238E27FC236}">
                <a16:creationId xmlns:a16="http://schemas.microsoft.com/office/drawing/2014/main" id="{6077ACE0-C5B9-4C43-866F-45FF51423A56}"/>
              </a:ext>
            </a:extLst>
          </p:cNvPr>
          <p:cNvSpPr>
            <a:spLocks noChangeArrowheads="1"/>
          </p:cNvSpPr>
          <p:nvPr/>
        </p:nvSpPr>
        <p:spPr bwMode="auto">
          <a:xfrm>
            <a:off x="6970395" y="4526280"/>
            <a:ext cx="592455" cy="611505"/>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2" name="图形">
            <a:extLst>
              <a:ext uri="{FF2B5EF4-FFF2-40B4-BE49-F238E27FC236}">
                <a16:creationId xmlns:a16="http://schemas.microsoft.com/office/drawing/2014/main" id="{00742CBA-FBE5-1647-AF7E-857DBCFBEA34}"/>
              </a:ext>
            </a:extLst>
          </p:cNvPr>
          <p:cNvSpPr>
            <a:spLocks noChangeArrowheads="1"/>
          </p:cNvSpPr>
          <p:nvPr/>
        </p:nvSpPr>
        <p:spPr bwMode="auto">
          <a:xfrm>
            <a:off x="6986905" y="1861185"/>
            <a:ext cx="559435" cy="554990"/>
          </a:xfrm>
          <a:custGeom>
            <a:avLst/>
            <a:gdLst>
              <a:gd name="T0" fmla="*/ 172604 w 417"/>
              <a:gd name="T1" fmla="*/ 91192 h 417"/>
              <a:gd name="T2" fmla="*/ 172604 w 417"/>
              <a:gd name="T3" fmla="*/ 91192 h 417"/>
              <a:gd name="T4" fmla="*/ 188460 w 417"/>
              <a:gd name="T5" fmla="*/ 63340 h 417"/>
              <a:gd name="T6" fmla="*/ 184836 w 417"/>
              <a:gd name="T7" fmla="*/ 47617 h 417"/>
              <a:gd name="T8" fmla="*/ 152671 w 417"/>
              <a:gd name="T9" fmla="*/ 35488 h 417"/>
              <a:gd name="T10" fmla="*/ 144516 w 417"/>
              <a:gd name="T11" fmla="*/ 7637 h 417"/>
              <a:gd name="T12" fmla="*/ 124583 w 417"/>
              <a:gd name="T13" fmla="*/ 0 h 417"/>
              <a:gd name="T14" fmla="*/ 96495 w 417"/>
              <a:gd name="T15" fmla="*/ 15723 h 417"/>
              <a:gd name="T16" fmla="*/ 68407 w 417"/>
              <a:gd name="T17" fmla="*/ 0 h 417"/>
              <a:gd name="T18" fmla="*/ 48474 w 417"/>
              <a:gd name="T19" fmla="*/ 7637 h 417"/>
              <a:gd name="T20" fmla="*/ 40320 w 417"/>
              <a:gd name="T21" fmla="*/ 35488 h 417"/>
              <a:gd name="T22" fmla="*/ 8155 w 417"/>
              <a:gd name="T23" fmla="*/ 47617 h 417"/>
              <a:gd name="T24" fmla="*/ 0 w 417"/>
              <a:gd name="T25" fmla="*/ 63340 h 417"/>
              <a:gd name="T26" fmla="*/ 19933 w 417"/>
              <a:gd name="T27" fmla="*/ 91192 h 417"/>
              <a:gd name="T28" fmla="*/ 0 w 417"/>
              <a:gd name="T29" fmla="*/ 123536 h 417"/>
              <a:gd name="T30" fmla="*/ 8155 w 417"/>
              <a:gd name="T31" fmla="*/ 139258 h 417"/>
              <a:gd name="T32" fmla="*/ 40320 w 417"/>
              <a:gd name="T33" fmla="*/ 147344 h 417"/>
              <a:gd name="T34" fmla="*/ 48474 w 417"/>
              <a:gd name="T35" fmla="*/ 178790 h 417"/>
              <a:gd name="T36" fmla="*/ 68407 w 417"/>
              <a:gd name="T37" fmla="*/ 186876 h 417"/>
              <a:gd name="T38" fmla="*/ 96495 w 417"/>
              <a:gd name="T39" fmla="*/ 167110 h 417"/>
              <a:gd name="T40" fmla="*/ 124583 w 417"/>
              <a:gd name="T41" fmla="*/ 186876 h 417"/>
              <a:gd name="T42" fmla="*/ 144516 w 417"/>
              <a:gd name="T43" fmla="*/ 178790 h 417"/>
              <a:gd name="T44" fmla="*/ 152671 w 417"/>
              <a:gd name="T45" fmla="*/ 147344 h 417"/>
              <a:gd name="T46" fmla="*/ 184836 w 417"/>
              <a:gd name="T47" fmla="*/ 139258 h 417"/>
              <a:gd name="T48" fmla="*/ 188460 w 417"/>
              <a:gd name="T49" fmla="*/ 119043 h 417"/>
              <a:gd name="T50" fmla="*/ 172604 w 417"/>
              <a:gd name="T51" fmla="*/ 91192 h 417"/>
              <a:gd name="T52" fmla="*/ 96495 w 417"/>
              <a:gd name="T53" fmla="*/ 131172 h 417"/>
              <a:gd name="T54" fmla="*/ 96495 w 417"/>
              <a:gd name="T55" fmla="*/ 131172 h 417"/>
              <a:gd name="T56" fmla="*/ 56629 w 417"/>
              <a:gd name="T57" fmla="*/ 91192 h 417"/>
              <a:gd name="T58" fmla="*/ 96495 w 417"/>
              <a:gd name="T59" fmla="*/ 51660 h 417"/>
              <a:gd name="T60" fmla="*/ 136362 w 417"/>
              <a:gd name="T61" fmla="*/ 91192 h 417"/>
              <a:gd name="T62" fmla="*/ 96495 w 417"/>
              <a:gd name="T63" fmla="*/ 131172 h 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17" h="417">
                <a:moveTo>
                  <a:pt x="381" y="203"/>
                </a:moveTo>
                <a:lnTo>
                  <a:pt x="381" y="203"/>
                </a:lnTo>
                <a:cubicBezTo>
                  <a:pt x="381" y="177"/>
                  <a:pt x="399" y="159"/>
                  <a:pt x="416" y="141"/>
                </a:cubicBezTo>
                <a:cubicBezTo>
                  <a:pt x="416" y="132"/>
                  <a:pt x="408" y="115"/>
                  <a:pt x="408" y="106"/>
                </a:cubicBezTo>
                <a:cubicBezTo>
                  <a:pt x="372" y="115"/>
                  <a:pt x="354" y="97"/>
                  <a:pt x="337" y="79"/>
                </a:cubicBezTo>
                <a:cubicBezTo>
                  <a:pt x="319" y="62"/>
                  <a:pt x="310" y="44"/>
                  <a:pt x="319" y="17"/>
                </a:cubicBezTo>
                <a:cubicBezTo>
                  <a:pt x="310" y="9"/>
                  <a:pt x="293" y="0"/>
                  <a:pt x="275" y="0"/>
                </a:cubicBezTo>
                <a:cubicBezTo>
                  <a:pt x="266" y="17"/>
                  <a:pt x="240" y="35"/>
                  <a:pt x="213" y="35"/>
                </a:cubicBezTo>
                <a:cubicBezTo>
                  <a:pt x="187" y="35"/>
                  <a:pt x="160" y="17"/>
                  <a:pt x="151" y="0"/>
                </a:cubicBezTo>
                <a:cubicBezTo>
                  <a:pt x="133" y="0"/>
                  <a:pt x="116" y="9"/>
                  <a:pt x="107" y="17"/>
                </a:cubicBezTo>
                <a:cubicBezTo>
                  <a:pt x="116" y="44"/>
                  <a:pt x="107" y="62"/>
                  <a:pt x="89" y="79"/>
                </a:cubicBezTo>
                <a:cubicBezTo>
                  <a:pt x="72" y="97"/>
                  <a:pt x="44" y="115"/>
                  <a:pt x="18" y="106"/>
                </a:cubicBezTo>
                <a:cubicBezTo>
                  <a:pt x="18" y="115"/>
                  <a:pt x="9" y="132"/>
                  <a:pt x="0" y="141"/>
                </a:cubicBezTo>
                <a:cubicBezTo>
                  <a:pt x="27" y="159"/>
                  <a:pt x="44" y="177"/>
                  <a:pt x="44" y="203"/>
                </a:cubicBezTo>
                <a:cubicBezTo>
                  <a:pt x="44" y="230"/>
                  <a:pt x="27" y="256"/>
                  <a:pt x="0" y="275"/>
                </a:cubicBezTo>
                <a:cubicBezTo>
                  <a:pt x="9" y="283"/>
                  <a:pt x="18" y="301"/>
                  <a:pt x="18" y="310"/>
                </a:cubicBezTo>
                <a:cubicBezTo>
                  <a:pt x="44" y="310"/>
                  <a:pt x="72" y="310"/>
                  <a:pt x="89" y="328"/>
                </a:cubicBezTo>
                <a:cubicBezTo>
                  <a:pt x="107" y="345"/>
                  <a:pt x="116" y="372"/>
                  <a:pt x="107" y="398"/>
                </a:cubicBezTo>
                <a:cubicBezTo>
                  <a:pt x="116" y="407"/>
                  <a:pt x="133" y="407"/>
                  <a:pt x="151" y="416"/>
                </a:cubicBezTo>
                <a:cubicBezTo>
                  <a:pt x="160" y="389"/>
                  <a:pt x="187" y="372"/>
                  <a:pt x="213" y="372"/>
                </a:cubicBezTo>
                <a:cubicBezTo>
                  <a:pt x="240" y="372"/>
                  <a:pt x="266" y="389"/>
                  <a:pt x="275" y="416"/>
                </a:cubicBezTo>
                <a:cubicBezTo>
                  <a:pt x="293" y="407"/>
                  <a:pt x="310" y="407"/>
                  <a:pt x="319" y="398"/>
                </a:cubicBezTo>
                <a:cubicBezTo>
                  <a:pt x="310" y="372"/>
                  <a:pt x="319" y="345"/>
                  <a:pt x="337" y="328"/>
                </a:cubicBezTo>
                <a:cubicBezTo>
                  <a:pt x="354" y="310"/>
                  <a:pt x="372" y="301"/>
                  <a:pt x="408" y="310"/>
                </a:cubicBezTo>
                <a:cubicBezTo>
                  <a:pt x="408" y="292"/>
                  <a:pt x="416" y="283"/>
                  <a:pt x="416" y="265"/>
                </a:cubicBezTo>
                <a:cubicBezTo>
                  <a:pt x="399" y="256"/>
                  <a:pt x="381" y="230"/>
                  <a:pt x="381" y="203"/>
                </a:cubicBezTo>
                <a:close/>
                <a:moveTo>
                  <a:pt x="213" y="292"/>
                </a:moveTo>
                <a:lnTo>
                  <a:pt x="213" y="292"/>
                </a:lnTo>
                <a:cubicBezTo>
                  <a:pt x="160" y="292"/>
                  <a:pt x="125" y="256"/>
                  <a:pt x="125" y="203"/>
                </a:cubicBezTo>
                <a:cubicBezTo>
                  <a:pt x="125" y="159"/>
                  <a:pt x="160" y="115"/>
                  <a:pt x="213" y="115"/>
                </a:cubicBezTo>
                <a:cubicBezTo>
                  <a:pt x="266" y="115"/>
                  <a:pt x="301" y="159"/>
                  <a:pt x="301" y="203"/>
                </a:cubicBezTo>
                <a:cubicBezTo>
                  <a:pt x="301" y="256"/>
                  <a:pt x="266" y="292"/>
                  <a:pt x="213" y="292"/>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3" name="图形">
            <a:extLst>
              <a:ext uri="{FF2B5EF4-FFF2-40B4-BE49-F238E27FC236}">
                <a16:creationId xmlns:a16="http://schemas.microsoft.com/office/drawing/2014/main" id="{C32F9DEE-554B-3C4A-8A9D-2E59B522C876}"/>
              </a:ext>
            </a:extLst>
          </p:cNvPr>
          <p:cNvSpPr>
            <a:spLocks noChangeArrowheads="1"/>
          </p:cNvSpPr>
          <p:nvPr/>
        </p:nvSpPr>
        <p:spPr bwMode="auto">
          <a:xfrm>
            <a:off x="6970395" y="3179445"/>
            <a:ext cx="592455" cy="611505"/>
          </a:xfrm>
          <a:custGeom>
            <a:avLst/>
            <a:gdLst>
              <a:gd name="T0" fmla="*/ 179798 w 445"/>
              <a:gd name="T1" fmla="*/ 71025 h 462"/>
              <a:gd name="T2" fmla="*/ 179798 w 445"/>
              <a:gd name="T3" fmla="*/ 71025 h 462"/>
              <a:gd name="T4" fmla="*/ 119566 w 445"/>
              <a:gd name="T5" fmla="*/ 3574 h 462"/>
              <a:gd name="T6" fmla="*/ 16182 w 445"/>
              <a:gd name="T7" fmla="*/ 110781 h 462"/>
              <a:gd name="T8" fmla="*/ 4045 w 445"/>
              <a:gd name="T9" fmla="*/ 142497 h 462"/>
              <a:gd name="T10" fmla="*/ 36409 w 445"/>
              <a:gd name="T11" fmla="*/ 158578 h 462"/>
              <a:gd name="T12" fmla="*/ 44050 w 445"/>
              <a:gd name="T13" fmla="*/ 154558 h 462"/>
              <a:gd name="T14" fmla="*/ 60232 w 445"/>
              <a:gd name="T15" fmla="*/ 166172 h 462"/>
              <a:gd name="T16" fmla="*/ 71919 w 445"/>
              <a:gd name="T17" fmla="*/ 193867 h 462"/>
              <a:gd name="T18" fmla="*/ 84055 w 445"/>
              <a:gd name="T19" fmla="*/ 201908 h 462"/>
              <a:gd name="T20" fmla="*/ 107879 w 445"/>
              <a:gd name="T21" fmla="*/ 193867 h 462"/>
              <a:gd name="T22" fmla="*/ 111924 w 445"/>
              <a:gd name="T23" fmla="*/ 185827 h 462"/>
              <a:gd name="T24" fmla="*/ 103833 w 445"/>
              <a:gd name="T25" fmla="*/ 174213 h 462"/>
              <a:gd name="T26" fmla="*/ 91697 w 445"/>
              <a:gd name="T27" fmla="*/ 150538 h 462"/>
              <a:gd name="T28" fmla="*/ 103833 w 445"/>
              <a:gd name="T29" fmla="*/ 138477 h 462"/>
              <a:gd name="T30" fmla="*/ 187439 w 445"/>
              <a:gd name="T31" fmla="*/ 158578 h 462"/>
              <a:gd name="T32" fmla="*/ 179798 w 445"/>
              <a:gd name="T33" fmla="*/ 71025 h 462"/>
              <a:gd name="T34" fmla="*/ 175303 w 445"/>
              <a:gd name="T35" fmla="*/ 138477 h 462"/>
              <a:gd name="T36" fmla="*/ 175303 w 445"/>
              <a:gd name="T37" fmla="*/ 138477 h 462"/>
              <a:gd name="T38" fmla="*/ 135747 w 445"/>
              <a:gd name="T39" fmla="*/ 91127 h 462"/>
              <a:gd name="T40" fmla="*/ 127656 w 445"/>
              <a:gd name="T41" fmla="*/ 27695 h 462"/>
              <a:gd name="T42" fmla="*/ 163616 w 445"/>
              <a:gd name="T43" fmla="*/ 79066 h 462"/>
              <a:gd name="T44" fmla="*/ 175303 w 445"/>
              <a:gd name="T45" fmla="*/ 138477 h 4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4" name="图形">
            <a:extLst>
              <a:ext uri="{FF2B5EF4-FFF2-40B4-BE49-F238E27FC236}">
                <a16:creationId xmlns:a16="http://schemas.microsoft.com/office/drawing/2014/main" id="{6EA28B55-8FF3-5D4A-800A-CE38F870E889}"/>
              </a:ext>
            </a:extLst>
          </p:cNvPr>
          <p:cNvSpPr/>
          <p:nvPr/>
        </p:nvSpPr>
        <p:spPr>
          <a:xfrm>
            <a:off x="6482715" y="2066925"/>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dirty="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5" name="图形">
            <a:extLst>
              <a:ext uri="{FF2B5EF4-FFF2-40B4-BE49-F238E27FC236}">
                <a16:creationId xmlns:a16="http://schemas.microsoft.com/office/drawing/2014/main" id="{9BAB5AFB-B8DB-B54C-870D-9BD0EDB55FA8}"/>
              </a:ext>
            </a:extLst>
          </p:cNvPr>
          <p:cNvSpPr/>
          <p:nvPr/>
        </p:nvSpPr>
        <p:spPr>
          <a:xfrm>
            <a:off x="6482715" y="3413760"/>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36" name="图形">
            <a:extLst>
              <a:ext uri="{FF2B5EF4-FFF2-40B4-BE49-F238E27FC236}">
                <a16:creationId xmlns:a16="http://schemas.microsoft.com/office/drawing/2014/main" id="{3B5205B6-1615-9C4E-947A-91ECE7B8C20A}"/>
              </a:ext>
            </a:extLst>
          </p:cNvPr>
          <p:cNvSpPr/>
          <p:nvPr/>
        </p:nvSpPr>
        <p:spPr>
          <a:xfrm>
            <a:off x="6482715" y="4754245"/>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cxnSp>
        <p:nvCxnSpPr>
          <p:cNvPr id="37" name="图形">
            <a:extLst>
              <a:ext uri="{FF2B5EF4-FFF2-40B4-BE49-F238E27FC236}">
                <a16:creationId xmlns:a16="http://schemas.microsoft.com/office/drawing/2014/main" id="{D24940E0-69BC-504E-93C0-ECFC69355753}"/>
              </a:ext>
            </a:extLst>
          </p:cNvPr>
          <p:cNvCxnSpPr>
            <a:stCxn id="36" idx="4"/>
          </p:cNvCxnSpPr>
          <p:nvPr/>
        </p:nvCxnSpPr>
        <p:spPr>
          <a:xfrm>
            <a:off x="6560185" y="4909185"/>
            <a:ext cx="0" cy="313055"/>
          </a:xfrm>
          <a:prstGeom prst="line">
            <a:avLst/>
          </a:prstGeom>
          <a:ln>
            <a:solidFill>
              <a:schemeClr val="bg1">
                <a:lumMod val="9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8" name="图形">
            <a:extLst>
              <a:ext uri="{FF2B5EF4-FFF2-40B4-BE49-F238E27FC236}">
                <a16:creationId xmlns:a16="http://schemas.microsoft.com/office/drawing/2014/main" id="{C57FFBD9-A920-2941-A14B-D352776BC4C1}"/>
              </a:ext>
            </a:extLst>
          </p:cNvPr>
          <p:cNvCxnSpPr>
            <a:endCxn id="34" idx="0"/>
          </p:cNvCxnSpPr>
          <p:nvPr/>
        </p:nvCxnSpPr>
        <p:spPr>
          <a:xfrm>
            <a:off x="6560185" y="1753870"/>
            <a:ext cx="0" cy="313055"/>
          </a:xfrm>
          <a:prstGeom prst="line">
            <a:avLst/>
          </a:prstGeom>
          <a:ln>
            <a:solidFill>
              <a:schemeClr val="bg1">
                <a:lumMod val="95000"/>
              </a:schemeClr>
            </a:solidFill>
            <a:headEnd type="oval"/>
          </a:ln>
        </p:spPr>
        <p:style>
          <a:lnRef idx="1">
            <a:schemeClr val="accent1"/>
          </a:lnRef>
          <a:fillRef idx="0">
            <a:schemeClr val="accent1"/>
          </a:fillRef>
          <a:effectRef idx="0">
            <a:schemeClr val="accent1"/>
          </a:effectRef>
          <a:fontRef idx="minor">
            <a:schemeClr val="tx1"/>
          </a:fontRef>
        </p:style>
      </p:cxnSp>
      <p:sp>
        <p:nvSpPr>
          <p:cNvPr id="39" name="图形">
            <a:extLst>
              <a:ext uri="{FF2B5EF4-FFF2-40B4-BE49-F238E27FC236}">
                <a16:creationId xmlns:a16="http://schemas.microsoft.com/office/drawing/2014/main" id="{6E5B1FCD-49AF-E24B-8B88-D13D54D8F188}"/>
              </a:ext>
            </a:extLst>
          </p:cNvPr>
          <p:cNvSpPr>
            <a:spLocks noEditPoints="1"/>
          </p:cNvSpPr>
          <p:nvPr/>
        </p:nvSpPr>
        <p:spPr bwMode="auto">
          <a:xfrm>
            <a:off x="994410" y="1440815"/>
            <a:ext cx="4364990" cy="3976370"/>
          </a:xfrm>
          <a:custGeom>
            <a:avLst/>
            <a:gdLst>
              <a:gd name="T0" fmla="*/ 1499 w 1798"/>
              <a:gd name="T1" fmla="*/ 1040 h 1638"/>
              <a:gd name="T2" fmla="*/ 1395 w 1798"/>
              <a:gd name="T3" fmla="*/ 1058 h 1638"/>
              <a:gd name="T4" fmla="*/ 1090 w 1798"/>
              <a:gd name="T5" fmla="*/ 530 h 1638"/>
              <a:gd name="T6" fmla="*/ 1198 w 1798"/>
              <a:gd name="T7" fmla="*/ 299 h 1638"/>
              <a:gd name="T8" fmla="*/ 899 w 1798"/>
              <a:gd name="T9" fmla="*/ 0 h 1638"/>
              <a:gd name="T10" fmla="*/ 600 w 1798"/>
              <a:gd name="T11" fmla="*/ 299 h 1638"/>
              <a:gd name="T12" fmla="*/ 708 w 1798"/>
              <a:gd name="T13" fmla="*/ 530 h 1638"/>
              <a:gd name="T14" fmla="*/ 403 w 1798"/>
              <a:gd name="T15" fmla="*/ 1058 h 1638"/>
              <a:gd name="T16" fmla="*/ 299 w 1798"/>
              <a:gd name="T17" fmla="*/ 1040 h 1638"/>
              <a:gd name="T18" fmla="*/ 0 w 1798"/>
              <a:gd name="T19" fmla="*/ 1339 h 1638"/>
              <a:gd name="T20" fmla="*/ 299 w 1798"/>
              <a:gd name="T21" fmla="*/ 1638 h 1638"/>
              <a:gd name="T22" fmla="*/ 594 w 1798"/>
              <a:gd name="T23" fmla="*/ 1389 h 1638"/>
              <a:gd name="T24" fmla="*/ 1204 w 1798"/>
              <a:gd name="T25" fmla="*/ 1389 h 1638"/>
              <a:gd name="T26" fmla="*/ 1499 w 1798"/>
              <a:gd name="T27" fmla="*/ 1638 h 1638"/>
              <a:gd name="T28" fmla="*/ 1798 w 1798"/>
              <a:gd name="T29" fmla="*/ 1339 h 1638"/>
              <a:gd name="T30" fmla="*/ 1499 w 1798"/>
              <a:gd name="T31" fmla="*/ 1040 h 1638"/>
              <a:gd name="T32" fmla="*/ 490 w 1798"/>
              <a:gd name="T33" fmla="*/ 1108 h 1638"/>
              <a:gd name="T34" fmla="*/ 795 w 1798"/>
              <a:gd name="T35" fmla="*/ 580 h 1638"/>
              <a:gd name="T36" fmla="*/ 849 w 1798"/>
              <a:gd name="T37" fmla="*/ 594 h 1638"/>
              <a:gd name="T38" fmla="*/ 849 w 1798"/>
              <a:gd name="T39" fmla="*/ 963 h 1638"/>
              <a:gd name="T40" fmla="*/ 529 w 1798"/>
              <a:gd name="T41" fmla="*/ 1148 h 1638"/>
              <a:gd name="T42" fmla="*/ 490 w 1798"/>
              <a:gd name="T43" fmla="*/ 1108 h 1638"/>
              <a:gd name="T44" fmla="*/ 1204 w 1798"/>
              <a:gd name="T45" fmla="*/ 1289 h 1638"/>
              <a:gd name="T46" fmla="*/ 594 w 1798"/>
              <a:gd name="T47" fmla="*/ 1289 h 1638"/>
              <a:gd name="T48" fmla="*/ 579 w 1798"/>
              <a:gd name="T49" fmla="*/ 1235 h 1638"/>
              <a:gd name="T50" fmla="*/ 899 w 1798"/>
              <a:gd name="T51" fmla="*/ 1050 h 1638"/>
              <a:gd name="T52" fmla="*/ 1219 w 1798"/>
              <a:gd name="T53" fmla="*/ 1235 h 1638"/>
              <a:gd name="T54" fmla="*/ 1204 w 1798"/>
              <a:gd name="T55" fmla="*/ 1289 h 1638"/>
              <a:gd name="T56" fmla="*/ 1269 w 1798"/>
              <a:gd name="T57" fmla="*/ 1148 h 1638"/>
              <a:gd name="T58" fmla="*/ 949 w 1798"/>
              <a:gd name="T59" fmla="*/ 963 h 1638"/>
              <a:gd name="T60" fmla="*/ 949 w 1798"/>
              <a:gd name="T61" fmla="*/ 594 h 1638"/>
              <a:gd name="T62" fmla="*/ 1003 w 1798"/>
              <a:gd name="T63" fmla="*/ 580 h 1638"/>
              <a:gd name="T64" fmla="*/ 1308 w 1798"/>
              <a:gd name="T65" fmla="*/ 1108 h 1638"/>
              <a:gd name="T66" fmla="*/ 1269 w 1798"/>
              <a:gd name="T67" fmla="*/ 1148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98" h="1638">
                <a:moveTo>
                  <a:pt x="1499" y="1040"/>
                </a:moveTo>
                <a:cubicBezTo>
                  <a:pt x="1463" y="1040"/>
                  <a:pt x="1427" y="1046"/>
                  <a:pt x="1395" y="1058"/>
                </a:cubicBezTo>
                <a:cubicBezTo>
                  <a:pt x="1090" y="530"/>
                  <a:pt x="1090" y="530"/>
                  <a:pt x="1090" y="530"/>
                </a:cubicBezTo>
                <a:cubicBezTo>
                  <a:pt x="1156" y="475"/>
                  <a:pt x="1198" y="392"/>
                  <a:pt x="1198" y="299"/>
                </a:cubicBezTo>
                <a:cubicBezTo>
                  <a:pt x="1198" y="134"/>
                  <a:pt x="1064" y="0"/>
                  <a:pt x="899" y="0"/>
                </a:cubicBezTo>
                <a:cubicBezTo>
                  <a:pt x="734" y="0"/>
                  <a:pt x="600" y="134"/>
                  <a:pt x="600" y="299"/>
                </a:cubicBezTo>
                <a:cubicBezTo>
                  <a:pt x="600" y="392"/>
                  <a:pt x="642" y="475"/>
                  <a:pt x="708" y="530"/>
                </a:cubicBezTo>
                <a:cubicBezTo>
                  <a:pt x="403" y="1058"/>
                  <a:pt x="403" y="1058"/>
                  <a:pt x="403" y="1058"/>
                </a:cubicBezTo>
                <a:cubicBezTo>
                  <a:pt x="371" y="1046"/>
                  <a:pt x="335" y="1040"/>
                  <a:pt x="299" y="1040"/>
                </a:cubicBezTo>
                <a:cubicBezTo>
                  <a:pt x="134" y="1040"/>
                  <a:pt x="0" y="1174"/>
                  <a:pt x="0" y="1339"/>
                </a:cubicBezTo>
                <a:cubicBezTo>
                  <a:pt x="0" y="1504"/>
                  <a:pt x="134" y="1638"/>
                  <a:pt x="299" y="1638"/>
                </a:cubicBezTo>
                <a:cubicBezTo>
                  <a:pt x="447" y="1638"/>
                  <a:pt x="570" y="1530"/>
                  <a:pt x="594" y="1389"/>
                </a:cubicBezTo>
                <a:cubicBezTo>
                  <a:pt x="1204" y="1389"/>
                  <a:pt x="1204" y="1389"/>
                  <a:pt x="1204" y="1389"/>
                </a:cubicBezTo>
                <a:cubicBezTo>
                  <a:pt x="1228" y="1530"/>
                  <a:pt x="1351" y="1638"/>
                  <a:pt x="1499" y="1638"/>
                </a:cubicBezTo>
                <a:cubicBezTo>
                  <a:pt x="1664" y="1638"/>
                  <a:pt x="1798" y="1504"/>
                  <a:pt x="1798" y="1339"/>
                </a:cubicBezTo>
                <a:cubicBezTo>
                  <a:pt x="1798" y="1174"/>
                  <a:pt x="1664" y="1040"/>
                  <a:pt x="1499" y="1040"/>
                </a:cubicBezTo>
                <a:close/>
                <a:moveTo>
                  <a:pt x="490" y="1108"/>
                </a:moveTo>
                <a:cubicBezTo>
                  <a:pt x="795" y="580"/>
                  <a:pt x="795" y="580"/>
                  <a:pt x="795" y="580"/>
                </a:cubicBezTo>
                <a:cubicBezTo>
                  <a:pt x="812" y="586"/>
                  <a:pt x="830" y="591"/>
                  <a:pt x="849" y="594"/>
                </a:cubicBezTo>
                <a:cubicBezTo>
                  <a:pt x="849" y="963"/>
                  <a:pt x="849" y="963"/>
                  <a:pt x="849" y="963"/>
                </a:cubicBezTo>
                <a:cubicBezTo>
                  <a:pt x="529" y="1148"/>
                  <a:pt x="529" y="1148"/>
                  <a:pt x="529" y="1148"/>
                </a:cubicBezTo>
                <a:cubicBezTo>
                  <a:pt x="517" y="1134"/>
                  <a:pt x="504" y="1120"/>
                  <a:pt x="490" y="1108"/>
                </a:cubicBezTo>
                <a:close/>
                <a:moveTo>
                  <a:pt x="1204" y="1289"/>
                </a:moveTo>
                <a:cubicBezTo>
                  <a:pt x="594" y="1289"/>
                  <a:pt x="594" y="1289"/>
                  <a:pt x="594" y="1289"/>
                </a:cubicBezTo>
                <a:cubicBezTo>
                  <a:pt x="591" y="1270"/>
                  <a:pt x="586" y="1252"/>
                  <a:pt x="579" y="1235"/>
                </a:cubicBezTo>
                <a:cubicBezTo>
                  <a:pt x="899" y="1050"/>
                  <a:pt x="899" y="1050"/>
                  <a:pt x="899" y="1050"/>
                </a:cubicBezTo>
                <a:cubicBezTo>
                  <a:pt x="1219" y="1235"/>
                  <a:pt x="1219" y="1235"/>
                  <a:pt x="1219" y="1235"/>
                </a:cubicBezTo>
                <a:cubicBezTo>
                  <a:pt x="1212" y="1252"/>
                  <a:pt x="1207" y="1270"/>
                  <a:pt x="1204" y="1289"/>
                </a:cubicBezTo>
                <a:close/>
                <a:moveTo>
                  <a:pt x="1269" y="1148"/>
                </a:moveTo>
                <a:cubicBezTo>
                  <a:pt x="949" y="963"/>
                  <a:pt x="949" y="963"/>
                  <a:pt x="949" y="963"/>
                </a:cubicBezTo>
                <a:cubicBezTo>
                  <a:pt x="949" y="594"/>
                  <a:pt x="949" y="594"/>
                  <a:pt x="949" y="594"/>
                </a:cubicBezTo>
                <a:cubicBezTo>
                  <a:pt x="968" y="591"/>
                  <a:pt x="986" y="586"/>
                  <a:pt x="1003" y="580"/>
                </a:cubicBezTo>
                <a:cubicBezTo>
                  <a:pt x="1308" y="1108"/>
                  <a:pt x="1308" y="1108"/>
                  <a:pt x="1308" y="1108"/>
                </a:cubicBezTo>
                <a:cubicBezTo>
                  <a:pt x="1294" y="1120"/>
                  <a:pt x="1281" y="1134"/>
                  <a:pt x="1269" y="1148"/>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black"/>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0" name="图形">
            <a:extLst>
              <a:ext uri="{FF2B5EF4-FFF2-40B4-BE49-F238E27FC236}">
                <a16:creationId xmlns:a16="http://schemas.microsoft.com/office/drawing/2014/main" id="{606AE562-1EF9-DE4F-8E7E-2EDEB0A43AEF}"/>
              </a:ext>
            </a:extLst>
          </p:cNvPr>
          <p:cNvSpPr>
            <a:spLocks noChangeArrowheads="1"/>
          </p:cNvSpPr>
          <p:nvPr/>
        </p:nvSpPr>
        <p:spPr bwMode="auto">
          <a:xfrm>
            <a:off x="2604135" y="3275965"/>
            <a:ext cx="1145540" cy="11468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black"/>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1" name="图形">
            <a:extLst>
              <a:ext uri="{FF2B5EF4-FFF2-40B4-BE49-F238E27FC236}">
                <a16:creationId xmlns:a16="http://schemas.microsoft.com/office/drawing/2014/main" id="{6A80B83C-705F-624F-9621-D5E5650EB384}"/>
              </a:ext>
            </a:extLst>
          </p:cNvPr>
          <p:cNvSpPr>
            <a:spLocks noChangeArrowheads="1"/>
          </p:cNvSpPr>
          <p:nvPr/>
        </p:nvSpPr>
        <p:spPr bwMode="auto">
          <a:xfrm>
            <a:off x="4028440" y="4083050"/>
            <a:ext cx="1212215" cy="1212215"/>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2" name="图形">
            <a:extLst>
              <a:ext uri="{FF2B5EF4-FFF2-40B4-BE49-F238E27FC236}">
                <a16:creationId xmlns:a16="http://schemas.microsoft.com/office/drawing/2014/main" id="{E76FF70E-5DF2-5445-B114-7EC0102A9A85}"/>
              </a:ext>
            </a:extLst>
          </p:cNvPr>
          <p:cNvSpPr>
            <a:spLocks noChangeArrowheads="1"/>
          </p:cNvSpPr>
          <p:nvPr/>
        </p:nvSpPr>
        <p:spPr bwMode="auto">
          <a:xfrm>
            <a:off x="2570480" y="1560830"/>
            <a:ext cx="1213485" cy="1212215"/>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3" name="图形">
            <a:extLst>
              <a:ext uri="{FF2B5EF4-FFF2-40B4-BE49-F238E27FC236}">
                <a16:creationId xmlns:a16="http://schemas.microsoft.com/office/drawing/2014/main" id="{0273ED11-3E18-9543-8B98-2E643A73E5B0}"/>
              </a:ext>
            </a:extLst>
          </p:cNvPr>
          <p:cNvSpPr>
            <a:spLocks noChangeArrowheads="1"/>
          </p:cNvSpPr>
          <p:nvPr/>
        </p:nvSpPr>
        <p:spPr bwMode="auto">
          <a:xfrm>
            <a:off x="1113155" y="4083050"/>
            <a:ext cx="1212215" cy="1212215"/>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4" name="图形">
            <a:extLst>
              <a:ext uri="{FF2B5EF4-FFF2-40B4-BE49-F238E27FC236}">
                <a16:creationId xmlns:a16="http://schemas.microsoft.com/office/drawing/2014/main" id="{47580FC8-90AB-D342-AFCB-C7AAD09D4CBE}"/>
              </a:ext>
            </a:extLst>
          </p:cNvPr>
          <p:cNvSpPr/>
          <p:nvPr/>
        </p:nvSpPr>
        <p:spPr bwMode="auto">
          <a:xfrm>
            <a:off x="3058160" y="3716655"/>
            <a:ext cx="655955" cy="639445"/>
          </a:xfrm>
          <a:custGeom>
            <a:avLst/>
            <a:gdLst>
              <a:gd name="T0" fmla="*/ 25 w 270"/>
              <a:gd name="T1" fmla="*/ 218 h 263"/>
              <a:gd name="T2" fmla="*/ 166 w 270"/>
              <a:gd name="T3" fmla="*/ 171 h 263"/>
              <a:gd name="T4" fmla="*/ 209 w 270"/>
              <a:gd name="T5" fmla="*/ 12 h 263"/>
              <a:gd name="T6" fmla="*/ 234 w 270"/>
              <a:gd name="T7" fmla="*/ 28 h 263"/>
              <a:gd name="T8" fmla="*/ 251 w 270"/>
              <a:gd name="T9" fmla="*/ 0 h 263"/>
              <a:gd name="T10" fmla="*/ 197 w 270"/>
              <a:gd name="T11" fmla="*/ 202 h 263"/>
              <a:gd name="T12" fmla="*/ 94 w 270"/>
              <a:gd name="T13" fmla="*/ 258 h 263"/>
              <a:gd name="T14" fmla="*/ 94 w 270"/>
              <a:gd name="T15" fmla="*/ 259 h 263"/>
              <a:gd name="T16" fmla="*/ 49 w 270"/>
              <a:gd name="T17" fmla="*/ 263 h 263"/>
              <a:gd name="T18" fmla="*/ 23 w 270"/>
              <a:gd name="T19" fmla="*/ 262 h 263"/>
              <a:gd name="T20" fmla="*/ 20 w 270"/>
              <a:gd name="T21" fmla="*/ 261 h 263"/>
              <a:gd name="T22" fmla="*/ 0 w 270"/>
              <a:gd name="T23" fmla="*/ 235 h 263"/>
              <a:gd name="T24" fmla="*/ 25 w 270"/>
              <a:gd name="T25"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63">
                <a:moveTo>
                  <a:pt x="25" y="218"/>
                </a:moveTo>
                <a:cubicBezTo>
                  <a:pt x="75" y="225"/>
                  <a:pt x="127" y="210"/>
                  <a:pt x="166" y="171"/>
                </a:cubicBezTo>
                <a:cubicBezTo>
                  <a:pt x="209" y="128"/>
                  <a:pt x="223" y="67"/>
                  <a:pt x="209" y="12"/>
                </a:cubicBezTo>
                <a:cubicBezTo>
                  <a:pt x="234" y="28"/>
                  <a:pt x="234" y="28"/>
                  <a:pt x="234" y="28"/>
                </a:cubicBezTo>
                <a:cubicBezTo>
                  <a:pt x="251" y="0"/>
                  <a:pt x="251" y="0"/>
                  <a:pt x="251" y="0"/>
                </a:cubicBezTo>
                <a:cubicBezTo>
                  <a:pt x="270" y="70"/>
                  <a:pt x="252" y="147"/>
                  <a:pt x="197" y="202"/>
                </a:cubicBezTo>
                <a:cubicBezTo>
                  <a:pt x="168" y="231"/>
                  <a:pt x="132" y="250"/>
                  <a:pt x="94" y="258"/>
                </a:cubicBezTo>
                <a:cubicBezTo>
                  <a:pt x="94" y="258"/>
                  <a:pt x="94" y="258"/>
                  <a:pt x="94" y="259"/>
                </a:cubicBezTo>
                <a:cubicBezTo>
                  <a:pt x="79" y="262"/>
                  <a:pt x="64" y="263"/>
                  <a:pt x="49" y="263"/>
                </a:cubicBezTo>
                <a:cubicBezTo>
                  <a:pt x="42" y="263"/>
                  <a:pt x="33" y="263"/>
                  <a:pt x="23" y="262"/>
                </a:cubicBezTo>
                <a:cubicBezTo>
                  <a:pt x="22" y="262"/>
                  <a:pt x="21" y="261"/>
                  <a:pt x="20" y="261"/>
                </a:cubicBezTo>
                <a:cubicBezTo>
                  <a:pt x="0" y="235"/>
                  <a:pt x="0" y="235"/>
                  <a:pt x="0" y="235"/>
                </a:cubicBezTo>
                <a:lnTo>
                  <a:pt x="25" y="218"/>
                </a:ln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5" name="图形">
            <a:extLst>
              <a:ext uri="{FF2B5EF4-FFF2-40B4-BE49-F238E27FC236}">
                <a16:creationId xmlns:a16="http://schemas.microsoft.com/office/drawing/2014/main" id="{F729E6D5-DF71-8E4C-9199-EE5B405EC894}"/>
              </a:ext>
            </a:extLst>
          </p:cNvPr>
          <p:cNvSpPr/>
          <p:nvPr/>
        </p:nvSpPr>
        <p:spPr bwMode="auto">
          <a:xfrm>
            <a:off x="2821305" y="3292475"/>
            <a:ext cx="828040" cy="439420"/>
          </a:xfrm>
          <a:custGeom>
            <a:avLst/>
            <a:gdLst>
              <a:gd name="T0" fmla="*/ 301 w 341"/>
              <a:gd name="T1" fmla="*/ 168 h 181"/>
              <a:gd name="T2" fmla="*/ 264 w 341"/>
              <a:gd name="T3" fmla="*/ 112 h 181"/>
              <a:gd name="T4" fmla="*/ 30 w 341"/>
              <a:gd name="T5" fmla="*/ 112 h 181"/>
              <a:gd name="T6" fmla="*/ 32 w 341"/>
              <a:gd name="T7" fmla="*/ 82 h 181"/>
              <a:gd name="T8" fmla="*/ 0 w 341"/>
              <a:gd name="T9" fmla="*/ 81 h 181"/>
              <a:gd name="T10" fmla="*/ 295 w 341"/>
              <a:gd name="T11" fmla="*/ 81 h 181"/>
              <a:gd name="T12" fmla="*/ 329 w 341"/>
              <a:gd name="T13" fmla="*/ 126 h 181"/>
              <a:gd name="T14" fmla="*/ 340 w 341"/>
              <a:gd name="T15" fmla="*/ 148 h 181"/>
              <a:gd name="T16" fmla="*/ 341 w 341"/>
              <a:gd name="T17" fmla="*/ 151 h 181"/>
              <a:gd name="T18" fmla="*/ 327 w 341"/>
              <a:gd name="T19" fmla="*/ 181 h 181"/>
              <a:gd name="T20" fmla="*/ 301 w 341"/>
              <a:gd name="T21" fmla="*/ 168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181">
                <a:moveTo>
                  <a:pt x="301" y="168"/>
                </a:moveTo>
                <a:cubicBezTo>
                  <a:pt x="292" y="148"/>
                  <a:pt x="280" y="129"/>
                  <a:pt x="264" y="112"/>
                </a:cubicBezTo>
                <a:cubicBezTo>
                  <a:pt x="199" y="48"/>
                  <a:pt x="95" y="48"/>
                  <a:pt x="30" y="112"/>
                </a:cubicBezTo>
                <a:cubicBezTo>
                  <a:pt x="32" y="82"/>
                  <a:pt x="32" y="82"/>
                  <a:pt x="32" y="82"/>
                </a:cubicBezTo>
                <a:cubicBezTo>
                  <a:pt x="0" y="81"/>
                  <a:pt x="0" y="81"/>
                  <a:pt x="0" y="81"/>
                </a:cubicBezTo>
                <a:cubicBezTo>
                  <a:pt x="81" y="0"/>
                  <a:pt x="213" y="0"/>
                  <a:pt x="295" y="81"/>
                </a:cubicBezTo>
                <a:cubicBezTo>
                  <a:pt x="308" y="95"/>
                  <a:pt x="320" y="110"/>
                  <a:pt x="329" y="126"/>
                </a:cubicBezTo>
                <a:cubicBezTo>
                  <a:pt x="332" y="132"/>
                  <a:pt x="335" y="139"/>
                  <a:pt x="340" y="148"/>
                </a:cubicBezTo>
                <a:cubicBezTo>
                  <a:pt x="340" y="149"/>
                  <a:pt x="340" y="150"/>
                  <a:pt x="341" y="151"/>
                </a:cubicBezTo>
                <a:cubicBezTo>
                  <a:pt x="327" y="181"/>
                  <a:pt x="327" y="181"/>
                  <a:pt x="327" y="181"/>
                </a:cubicBezTo>
                <a:lnTo>
                  <a:pt x="301" y="168"/>
                </a:ln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6" name="图形">
            <a:extLst>
              <a:ext uri="{FF2B5EF4-FFF2-40B4-BE49-F238E27FC236}">
                <a16:creationId xmlns:a16="http://schemas.microsoft.com/office/drawing/2014/main" id="{57BBCD15-3E4A-7D41-8C55-CD3D8CF5A47F}"/>
              </a:ext>
            </a:extLst>
          </p:cNvPr>
          <p:cNvSpPr/>
          <p:nvPr/>
        </p:nvSpPr>
        <p:spPr bwMode="auto">
          <a:xfrm>
            <a:off x="2621915" y="3528060"/>
            <a:ext cx="448310" cy="810260"/>
          </a:xfrm>
          <a:custGeom>
            <a:avLst/>
            <a:gdLst>
              <a:gd name="T0" fmla="*/ 99 w 185"/>
              <a:gd name="T1" fmla="*/ 30 h 334"/>
              <a:gd name="T2" fmla="*/ 112 w 185"/>
              <a:gd name="T3" fmla="*/ 249 h 334"/>
              <a:gd name="T4" fmla="*/ 185 w 185"/>
              <a:gd name="T5" fmla="*/ 292 h 334"/>
              <a:gd name="T6" fmla="*/ 159 w 185"/>
              <a:gd name="T7" fmla="*/ 305 h 334"/>
              <a:gd name="T8" fmla="*/ 175 w 185"/>
              <a:gd name="T9" fmla="*/ 334 h 334"/>
              <a:gd name="T10" fmla="*/ 81 w 185"/>
              <a:gd name="T11" fmla="*/ 280 h 334"/>
              <a:gd name="T12" fmla="*/ 65 w 185"/>
              <a:gd name="T13" fmla="*/ 3 h 334"/>
              <a:gd name="T14" fmla="*/ 97 w 185"/>
              <a:gd name="T15" fmla="*/ 0 h 334"/>
              <a:gd name="T16" fmla="*/ 99 w 185"/>
              <a:gd name="T17" fmla="*/ 3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334">
                <a:moveTo>
                  <a:pt x="99" y="30"/>
                </a:moveTo>
                <a:cubicBezTo>
                  <a:pt x="48" y="95"/>
                  <a:pt x="52" y="189"/>
                  <a:pt x="112" y="249"/>
                </a:cubicBezTo>
                <a:cubicBezTo>
                  <a:pt x="133" y="270"/>
                  <a:pt x="158" y="284"/>
                  <a:pt x="185" y="292"/>
                </a:cubicBezTo>
                <a:cubicBezTo>
                  <a:pt x="159" y="305"/>
                  <a:pt x="159" y="305"/>
                  <a:pt x="159" y="305"/>
                </a:cubicBezTo>
                <a:cubicBezTo>
                  <a:pt x="175" y="334"/>
                  <a:pt x="175" y="334"/>
                  <a:pt x="175" y="334"/>
                </a:cubicBezTo>
                <a:cubicBezTo>
                  <a:pt x="140" y="325"/>
                  <a:pt x="108" y="307"/>
                  <a:pt x="81" y="280"/>
                </a:cubicBezTo>
                <a:cubicBezTo>
                  <a:pt x="5" y="204"/>
                  <a:pt x="0" y="85"/>
                  <a:pt x="65" y="3"/>
                </a:cubicBezTo>
                <a:cubicBezTo>
                  <a:pt x="97" y="0"/>
                  <a:pt x="97" y="0"/>
                  <a:pt x="97" y="0"/>
                </a:cubicBezTo>
                <a:lnTo>
                  <a:pt x="99" y="30"/>
                </a:ln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7" name="图形">
            <a:extLst>
              <a:ext uri="{FF2B5EF4-FFF2-40B4-BE49-F238E27FC236}">
                <a16:creationId xmlns:a16="http://schemas.microsoft.com/office/drawing/2014/main" id="{B2902E71-E4B2-094B-ADC3-4E83028F4BCA}"/>
              </a:ext>
            </a:extLst>
          </p:cNvPr>
          <p:cNvSpPr>
            <a:spLocks noChangeArrowheads="1"/>
          </p:cNvSpPr>
          <p:nvPr/>
        </p:nvSpPr>
        <p:spPr bwMode="auto">
          <a:xfrm>
            <a:off x="1423035" y="4383405"/>
            <a:ext cx="592455" cy="611505"/>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bg1"/>
          </a:solidFill>
          <a:ln>
            <a:noFill/>
          </a:ln>
          <a:effectLst/>
        </p:spPr>
        <p:txBody>
          <a:bodyPr wrap="none" lIns="34291" tIns="17145" rIns="34291"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black"/>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8" name="图形">
            <a:extLst>
              <a:ext uri="{FF2B5EF4-FFF2-40B4-BE49-F238E27FC236}">
                <a16:creationId xmlns:a16="http://schemas.microsoft.com/office/drawing/2014/main" id="{7DAC3F4D-DDD3-454E-AE2B-B888A21795D1}"/>
              </a:ext>
            </a:extLst>
          </p:cNvPr>
          <p:cNvSpPr>
            <a:spLocks noChangeArrowheads="1"/>
          </p:cNvSpPr>
          <p:nvPr/>
        </p:nvSpPr>
        <p:spPr bwMode="auto">
          <a:xfrm>
            <a:off x="2897505" y="1889125"/>
            <a:ext cx="559435" cy="554990"/>
          </a:xfrm>
          <a:custGeom>
            <a:avLst/>
            <a:gdLst>
              <a:gd name="T0" fmla="*/ 172604 w 417"/>
              <a:gd name="T1" fmla="*/ 91192 h 417"/>
              <a:gd name="T2" fmla="*/ 172604 w 417"/>
              <a:gd name="T3" fmla="*/ 91192 h 417"/>
              <a:gd name="T4" fmla="*/ 188460 w 417"/>
              <a:gd name="T5" fmla="*/ 63340 h 417"/>
              <a:gd name="T6" fmla="*/ 184836 w 417"/>
              <a:gd name="T7" fmla="*/ 47617 h 417"/>
              <a:gd name="T8" fmla="*/ 152671 w 417"/>
              <a:gd name="T9" fmla="*/ 35488 h 417"/>
              <a:gd name="T10" fmla="*/ 144516 w 417"/>
              <a:gd name="T11" fmla="*/ 7637 h 417"/>
              <a:gd name="T12" fmla="*/ 124583 w 417"/>
              <a:gd name="T13" fmla="*/ 0 h 417"/>
              <a:gd name="T14" fmla="*/ 96495 w 417"/>
              <a:gd name="T15" fmla="*/ 15723 h 417"/>
              <a:gd name="T16" fmla="*/ 68407 w 417"/>
              <a:gd name="T17" fmla="*/ 0 h 417"/>
              <a:gd name="T18" fmla="*/ 48474 w 417"/>
              <a:gd name="T19" fmla="*/ 7637 h 417"/>
              <a:gd name="T20" fmla="*/ 40320 w 417"/>
              <a:gd name="T21" fmla="*/ 35488 h 417"/>
              <a:gd name="T22" fmla="*/ 8155 w 417"/>
              <a:gd name="T23" fmla="*/ 47617 h 417"/>
              <a:gd name="T24" fmla="*/ 0 w 417"/>
              <a:gd name="T25" fmla="*/ 63340 h 417"/>
              <a:gd name="T26" fmla="*/ 19933 w 417"/>
              <a:gd name="T27" fmla="*/ 91192 h 417"/>
              <a:gd name="T28" fmla="*/ 0 w 417"/>
              <a:gd name="T29" fmla="*/ 123536 h 417"/>
              <a:gd name="T30" fmla="*/ 8155 w 417"/>
              <a:gd name="T31" fmla="*/ 139258 h 417"/>
              <a:gd name="T32" fmla="*/ 40320 w 417"/>
              <a:gd name="T33" fmla="*/ 147344 h 417"/>
              <a:gd name="T34" fmla="*/ 48474 w 417"/>
              <a:gd name="T35" fmla="*/ 178790 h 417"/>
              <a:gd name="T36" fmla="*/ 68407 w 417"/>
              <a:gd name="T37" fmla="*/ 186876 h 417"/>
              <a:gd name="T38" fmla="*/ 96495 w 417"/>
              <a:gd name="T39" fmla="*/ 167110 h 417"/>
              <a:gd name="T40" fmla="*/ 124583 w 417"/>
              <a:gd name="T41" fmla="*/ 186876 h 417"/>
              <a:gd name="T42" fmla="*/ 144516 w 417"/>
              <a:gd name="T43" fmla="*/ 178790 h 417"/>
              <a:gd name="T44" fmla="*/ 152671 w 417"/>
              <a:gd name="T45" fmla="*/ 147344 h 417"/>
              <a:gd name="T46" fmla="*/ 184836 w 417"/>
              <a:gd name="T47" fmla="*/ 139258 h 417"/>
              <a:gd name="T48" fmla="*/ 188460 w 417"/>
              <a:gd name="T49" fmla="*/ 119043 h 417"/>
              <a:gd name="T50" fmla="*/ 172604 w 417"/>
              <a:gd name="T51" fmla="*/ 91192 h 417"/>
              <a:gd name="T52" fmla="*/ 96495 w 417"/>
              <a:gd name="T53" fmla="*/ 131172 h 417"/>
              <a:gd name="T54" fmla="*/ 96495 w 417"/>
              <a:gd name="T55" fmla="*/ 131172 h 417"/>
              <a:gd name="T56" fmla="*/ 56629 w 417"/>
              <a:gd name="T57" fmla="*/ 91192 h 417"/>
              <a:gd name="T58" fmla="*/ 96495 w 417"/>
              <a:gd name="T59" fmla="*/ 51660 h 417"/>
              <a:gd name="T60" fmla="*/ 136362 w 417"/>
              <a:gd name="T61" fmla="*/ 91192 h 417"/>
              <a:gd name="T62" fmla="*/ 96495 w 417"/>
              <a:gd name="T63" fmla="*/ 131172 h 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17" h="417">
                <a:moveTo>
                  <a:pt x="381" y="203"/>
                </a:moveTo>
                <a:lnTo>
                  <a:pt x="381" y="203"/>
                </a:lnTo>
                <a:cubicBezTo>
                  <a:pt x="381" y="177"/>
                  <a:pt x="399" y="159"/>
                  <a:pt x="416" y="141"/>
                </a:cubicBezTo>
                <a:cubicBezTo>
                  <a:pt x="416" y="132"/>
                  <a:pt x="408" y="115"/>
                  <a:pt x="408" y="106"/>
                </a:cubicBezTo>
                <a:cubicBezTo>
                  <a:pt x="372" y="115"/>
                  <a:pt x="354" y="97"/>
                  <a:pt x="337" y="79"/>
                </a:cubicBezTo>
                <a:cubicBezTo>
                  <a:pt x="319" y="62"/>
                  <a:pt x="310" y="44"/>
                  <a:pt x="319" y="17"/>
                </a:cubicBezTo>
                <a:cubicBezTo>
                  <a:pt x="310" y="9"/>
                  <a:pt x="293" y="0"/>
                  <a:pt x="275" y="0"/>
                </a:cubicBezTo>
                <a:cubicBezTo>
                  <a:pt x="266" y="17"/>
                  <a:pt x="240" y="35"/>
                  <a:pt x="213" y="35"/>
                </a:cubicBezTo>
                <a:cubicBezTo>
                  <a:pt x="187" y="35"/>
                  <a:pt x="160" y="17"/>
                  <a:pt x="151" y="0"/>
                </a:cubicBezTo>
                <a:cubicBezTo>
                  <a:pt x="133" y="0"/>
                  <a:pt x="116" y="9"/>
                  <a:pt x="107" y="17"/>
                </a:cubicBezTo>
                <a:cubicBezTo>
                  <a:pt x="116" y="44"/>
                  <a:pt x="107" y="62"/>
                  <a:pt x="89" y="79"/>
                </a:cubicBezTo>
                <a:cubicBezTo>
                  <a:pt x="72" y="97"/>
                  <a:pt x="44" y="115"/>
                  <a:pt x="18" y="106"/>
                </a:cubicBezTo>
                <a:cubicBezTo>
                  <a:pt x="18" y="115"/>
                  <a:pt x="9" y="132"/>
                  <a:pt x="0" y="141"/>
                </a:cubicBezTo>
                <a:cubicBezTo>
                  <a:pt x="27" y="159"/>
                  <a:pt x="44" y="177"/>
                  <a:pt x="44" y="203"/>
                </a:cubicBezTo>
                <a:cubicBezTo>
                  <a:pt x="44" y="230"/>
                  <a:pt x="27" y="256"/>
                  <a:pt x="0" y="275"/>
                </a:cubicBezTo>
                <a:cubicBezTo>
                  <a:pt x="9" y="283"/>
                  <a:pt x="18" y="301"/>
                  <a:pt x="18" y="310"/>
                </a:cubicBezTo>
                <a:cubicBezTo>
                  <a:pt x="44" y="310"/>
                  <a:pt x="72" y="310"/>
                  <a:pt x="89" y="328"/>
                </a:cubicBezTo>
                <a:cubicBezTo>
                  <a:pt x="107" y="345"/>
                  <a:pt x="116" y="372"/>
                  <a:pt x="107" y="398"/>
                </a:cubicBezTo>
                <a:cubicBezTo>
                  <a:pt x="116" y="407"/>
                  <a:pt x="133" y="407"/>
                  <a:pt x="151" y="416"/>
                </a:cubicBezTo>
                <a:cubicBezTo>
                  <a:pt x="160" y="389"/>
                  <a:pt x="187" y="372"/>
                  <a:pt x="213" y="372"/>
                </a:cubicBezTo>
                <a:cubicBezTo>
                  <a:pt x="240" y="372"/>
                  <a:pt x="266" y="389"/>
                  <a:pt x="275" y="416"/>
                </a:cubicBezTo>
                <a:cubicBezTo>
                  <a:pt x="293" y="407"/>
                  <a:pt x="310" y="407"/>
                  <a:pt x="319" y="398"/>
                </a:cubicBezTo>
                <a:cubicBezTo>
                  <a:pt x="310" y="372"/>
                  <a:pt x="319" y="345"/>
                  <a:pt x="337" y="328"/>
                </a:cubicBezTo>
                <a:cubicBezTo>
                  <a:pt x="354" y="310"/>
                  <a:pt x="372" y="301"/>
                  <a:pt x="408" y="310"/>
                </a:cubicBezTo>
                <a:cubicBezTo>
                  <a:pt x="408" y="292"/>
                  <a:pt x="416" y="283"/>
                  <a:pt x="416" y="265"/>
                </a:cubicBezTo>
                <a:cubicBezTo>
                  <a:pt x="399" y="256"/>
                  <a:pt x="381" y="230"/>
                  <a:pt x="381" y="203"/>
                </a:cubicBezTo>
                <a:close/>
                <a:moveTo>
                  <a:pt x="213" y="292"/>
                </a:moveTo>
                <a:lnTo>
                  <a:pt x="213" y="292"/>
                </a:lnTo>
                <a:cubicBezTo>
                  <a:pt x="160" y="292"/>
                  <a:pt x="125" y="256"/>
                  <a:pt x="125" y="203"/>
                </a:cubicBezTo>
                <a:cubicBezTo>
                  <a:pt x="125" y="159"/>
                  <a:pt x="160" y="115"/>
                  <a:pt x="213" y="115"/>
                </a:cubicBezTo>
                <a:cubicBezTo>
                  <a:pt x="266" y="115"/>
                  <a:pt x="301" y="159"/>
                  <a:pt x="301" y="203"/>
                </a:cubicBezTo>
                <a:cubicBezTo>
                  <a:pt x="301" y="256"/>
                  <a:pt x="266" y="292"/>
                  <a:pt x="213" y="292"/>
                </a:cubicBezTo>
                <a:close/>
              </a:path>
            </a:pathLst>
          </a:custGeom>
          <a:solidFill>
            <a:schemeClr val="bg1"/>
          </a:solidFill>
          <a:ln>
            <a:noFill/>
          </a:ln>
          <a:effectLst/>
        </p:spPr>
        <p:txBody>
          <a:bodyPr wrap="none" lIns="34291" tIns="17145" rIns="34291"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black"/>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49" name="图形">
            <a:extLst>
              <a:ext uri="{FF2B5EF4-FFF2-40B4-BE49-F238E27FC236}">
                <a16:creationId xmlns:a16="http://schemas.microsoft.com/office/drawing/2014/main" id="{D7EFA021-3BF8-0542-AC4A-02CCD9935498}"/>
              </a:ext>
            </a:extLst>
          </p:cNvPr>
          <p:cNvSpPr>
            <a:spLocks noChangeArrowheads="1"/>
          </p:cNvSpPr>
          <p:nvPr/>
        </p:nvSpPr>
        <p:spPr bwMode="auto">
          <a:xfrm>
            <a:off x="4338320" y="4383405"/>
            <a:ext cx="592455" cy="611505"/>
          </a:xfrm>
          <a:custGeom>
            <a:avLst/>
            <a:gdLst>
              <a:gd name="T0" fmla="*/ 179798 w 445"/>
              <a:gd name="T1" fmla="*/ 71025 h 462"/>
              <a:gd name="T2" fmla="*/ 179798 w 445"/>
              <a:gd name="T3" fmla="*/ 71025 h 462"/>
              <a:gd name="T4" fmla="*/ 119566 w 445"/>
              <a:gd name="T5" fmla="*/ 3574 h 462"/>
              <a:gd name="T6" fmla="*/ 16182 w 445"/>
              <a:gd name="T7" fmla="*/ 110781 h 462"/>
              <a:gd name="T8" fmla="*/ 4045 w 445"/>
              <a:gd name="T9" fmla="*/ 142497 h 462"/>
              <a:gd name="T10" fmla="*/ 36409 w 445"/>
              <a:gd name="T11" fmla="*/ 158578 h 462"/>
              <a:gd name="T12" fmla="*/ 44050 w 445"/>
              <a:gd name="T13" fmla="*/ 154558 h 462"/>
              <a:gd name="T14" fmla="*/ 60232 w 445"/>
              <a:gd name="T15" fmla="*/ 166172 h 462"/>
              <a:gd name="T16" fmla="*/ 71919 w 445"/>
              <a:gd name="T17" fmla="*/ 193867 h 462"/>
              <a:gd name="T18" fmla="*/ 84055 w 445"/>
              <a:gd name="T19" fmla="*/ 201908 h 462"/>
              <a:gd name="T20" fmla="*/ 107879 w 445"/>
              <a:gd name="T21" fmla="*/ 193867 h 462"/>
              <a:gd name="T22" fmla="*/ 111924 w 445"/>
              <a:gd name="T23" fmla="*/ 185827 h 462"/>
              <a:gd name="T24" fmla="*/ 103833 w 445"/>
              <a:gd name="T25" fmla="*/ 174213 h 462"/>
              <a:gd name="T26" fmla="*/ 91697 w 445"/>
              <a:gd name="T27" fmla="*/ 150538 h 462"/>
              <a:gd name="T28" fmla="*/ 103833 w 445"/>
              <a:gd name="T29" fmla="*/ 138477 h 462"/>
              <a:gd name="T30" fmla="*/ 187439 w 445"/>
              <a:gd name="T31" fmla="*/ 158578 h 462"/>
              <a:gd name="T32" fmla="*/ 179798 w 445"/>
              <a:gd name="T33" fmla="*/ 71025 h 462"/>
              <a:gd name="T34" fmla="*/ 175303 w 445"/>
              <a:gd name="T35" fmla="*/ 138477 h 462"/>
              <a:gd name="T36" fmla="*/ 175303 w 445"/>
              <a:gd name="T37" fmla="*/ 138477 h 462"/>
              <a:gd name="T38" fmla="*/ 135747 w 445"/>
              <a:gd name="T39" fmla="*/ 91127 h 462"/>
              <a:gd name="T40" fmla="*/ 127656 w 445"/>
              <a:gd name="T41" fmla="*/ 27695 h 462"/>
              <a:gd name="T42" fmla="*/ 163616 w 445"/>
              <a:gd name="T43" fmla="*/ 79066 h 462"/>
              <a:gd name="T44" fmla="*/ 175303 w 445"/>
              <a:gd name="T45" fmla="*/ 138477 h 4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lIns="34291" tIns="17145" rIns="34291"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black"/>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Tree>
    <p:extLst>
      <p:ext uri="{BB962C8B-B14F-4D97-AF65-F5344CB8AC3E}">
        <p14:creationId xmlns:p14="http://schemas.microsoft.com/office/powerpoint/2010/main" val="848396417"/>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par>
                                <p:cTn id="8" presetID="5" presetClass="entr" presetSubtype="1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checkerboard(across)">
                                      <p:cBhvr>
                                        <p:cTn id="10" dur="500"/>
                                        <p:tgtEl>
                                          <p:spTgt spid="2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checkerboard(across)">
                                      <p:cBhvr>
                                        <p:cTn id="13" dur="500"/>
                                        <p:tgtEl>
                                          <p:spTgt spid="25"/>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checkerboard(across)">
                                      <p:cBhvr>
                                        <p:cTn id="16" dur="500"/>
                                        <p:tgtEl>
                                          <p:spTgt spid="26"/>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checkerboard(across)">
                                      <p:cBhvr>
                                        <p:cTn id="19" dur="500"/>
                                        <p:tgtEl>
                                          <p:spTgt spid="2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checkerboard(across)">
                                      <p:cBhvr>
                                        <p:cTn id="22" dur="500"/>
                                        <p:tgtEl>
                                          <p:spTgt spid="2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checkerboard(across)">
                                      <p:cBhvr>
                                        <p:cTn id="25" dur="500"/>
                                        <p:tgtEl>
                                          <p:spTgt spid="2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checkerboard(across)">
                                      <p:cBhvr>
                                        <p:cTn id="28" dur="500"/>
                                        <p:tgtEl>
                                          <p:spTgt spid="3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checkerboard(across)">
                                      <p:cBhvr>
                                        <p:cTn id="31" dur="500"/>
                                        <p:tgtEl>
                                          <p:spTgt spid="3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checkerboard(across)">
                                      <p:cBhvr>
                                        <p:cTn id="34" dur="500"/>
                                        <p:tgtEl>
                                          <p:spTgt spid="32"/>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checkerboard(across)">
                                      <p:cBhvr>
                                        <p:cTn id="37" dur="500"/>
                                        <p:tgtEl>
                                          <p:spTgt spid="33"/>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checkerboard(across)">
                                      <p:cBhvr>
                                        <p:cTn id="40" dur="500"/>
                                        <p:tgtEl>
                                          <p:spTgt spid="34"/>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checkerboard(across)">
                                      <p:cBhvr>
                                        <p:cTn id="43" dur="500"/>
                                        <p:tgtEl>
                                          <p:spTgt spid="35"/>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checkerboard(across)">
                                      <p:cBhvr>
                                        <p:cTn id="46" dur="500"/>
                                        <p:tgtEl>
                                          <p:spTgt spid="36"/>
                                        </p:tgtEl>
                                      </p:cBhvr>
                                    </p:animEffect>
                                  </p:childTnLst>
                                </p:cTn>
                              </p:par>
                              <p:par>
                                <p:cTn id="47" presetID="5" presetClass="entr" presetSubtype="1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checkerboard(across)">
                                      <p:cBhvr>
                                        <p:cTn id="49" dur="500"/>
                                        <p:tgtEl>
                                          <p:spTgt spid="37"/>
                                        </p:tgtEl>
                                      </p:cBhvr>
                                    </p:animEffect>
                                  </p:childTnLst>
                                </p:cTn>
                              </p:par>
                              <p:par>
                                <p:cTn id="50" presetID="5" presetClass="entr" presetSubtype="10"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checkerboard(across)">
                                      <p:cBhvr>
                                        <p:cTn id="52" dur="500"/>
                                        <p:tgtEl>
                                          <p:spTgt spid="38"/>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checkerboard(across)">
                                      <p:cBhvr>
                                        <p:cTn id="55" dur="500"/>
                                        <p:tgtEl>
                                          <p:spTgt spid="39"/>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checkerboard(across)">
                                      <p:cBhvr>
                                        <p:cTn id="58" dur="500"/>
                                        <p:tgtEl>
                                          <p:spTgt spid="40"/>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checkerboard(across)">
                                      <p:cBhvr>
                                        <p:cTn id="61" dur="500"/>
                                        <p:tgtEl>
                                          <p:spTgt spid="41"/>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checkerboard(across)">
                                      <p:cBhvr>
                                        <p:cTn id="64" dur="500"/>
                                        <p:tgtEl>
                                          <p:spTgt spid="42"/>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checkerboard(across)">
                                      <p:cBhvr>
                                        <p:cTn id="67" dur="500"/>
                                        <p:tgtEl>
                                          <p:spTgt spid="43"/>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checkerboard(across)">
                                      <p:cBhvr>
                                        <p:cTn id="70" dur="500"/>
                                        <p:tgtEl>
                                          <p:spTgt spid="44"/>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checkerboard(across)">
                                      <p:cBhvr>
                                        <p:cTn id="73" dur="500"/>
                                        <p:tgtEl>
                                          <p:spTgt spid="45"/>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checkerboard(across)">
                                      <p:cBhvr>
                                        <p:cTn id="76" dur="500"/>
                                        <p:tgtEl>
                                          <p:spTgt spid="46"/>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checkerboard(across)">
                                      <p:cBhvr>
                                        <p:cTn id="79" dur="500"/>
                                        <p:tgtEl>
                                          <p:spTgt spid="47"/>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checkerboard(across)">
                                      <p:cBhvr>
                                        <p:cTn id="82" dur="500"/>
                                        <p:tgtEl>
                                          <p:spTgt spid="48"/>
                                        </p:tgtEl>
                                      </p:cBhvr>
                                    </p:animEffect>
                                  </p:childTnLst>
                                </p:cTn>
                              </p:par>
                              <p:par>
                                <p:cTn id="83" presetID="5" presetClass="entr" presetSubtype="1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checkerboard(across)">
                                      <p:cBhvr>
                                        <p:cTn id="8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animBg="1"/>
      <p:bldP spid="32" grpId="0" animBg="1"/>
      <p:bldP spid="33" grpId="0" animBg="1"/>
      <p:bldP spid="34" grpId="0" animBg="1"/>
      <p:bldP spid="35" grpId="0" animBg="1"/>
      <p:bldP spid="36"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82612FB4-E567-3F4F-BAC0-7E21D55F01F4}"/>
              </a:ext>
            </a:extLst>
          </p:cNvPr>
          <p:cNvSpPr/>
          <p:nvPr/>
        </p:nvSpPr>
        <p:spPr>
          <a:xfrm>
            <a:off x="-1996954" y="-2490492"/>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B914B818-EAEE-5B46-AC9D-B495FEDA7EE4}"/>
              </a:ext>
            </a:extLst>
          </p:cNvPr>
          <p:cNvSpPr/>
          <p:nvPr/>
        </p:nvSpPr>
        <p:spPr>
          <a:xfrm>
            <a:off x="1815712" y="2179329"/>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4AD6EA7C-AA92-2D42-9A55-50820B28D04B}"/>
              </a:ext>
            </a:extLst>
          </p:cNvPr>
          <p:cNvSpPr/>
          <p:nvPr/>
        </p:nvSpPr>
        <p:spPr>
          <a:xfrm>
            <a:off x="9446055" y="-1229677"/>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9D4CD1FD-C342-6948-AFEF-34D68D2CF88F}"/>
              </a:ext>
            </a:extLst>
          </p:cNvPr>
          <p:cNvSpPr/>
          <p:nvPr/>
        </p:nvSpPr>
        <p:spPr>
          <a:xfrm>
            <a:off x="3518189" y="200268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7B0C8205-E7E1-3141-9A73-68AAFE2A57CD}"/>
              </a:ext>
            </a:extLst>
          </p:cNvPr>
          <p:cNvSpPr/>
          <p:nvPr/>
        </p:nvSpPr>
        <p:spPr>
          <a:xfrm>
            <a:off x="1639066" y="3779897"/>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AAB35EDD-2FE0-7246-8314-C84A5A6304F6}"/>
              </a:ext>
            </a:extLst>
          </p:cNvPr>
          <p:cNvSpPr txBox="1"/>
          <p:nvPr/>
        </p:nvSpPr>
        <p:spPr>
          <a:xfrm>
            <a:off x="3973742" y="2448323"/>
            <a:ext cx="6232796" cy="1107996"/>
          </a:xfrm>
          <a:prstGeom prst="rect">
            <a:avLst/>
          </a:prstGeom>
          <a:noFill/>
        </p:spPr>
        <p:txBody>
          <a:bodyPr wrap="none" rtlCol="0">
            <a:spAutoFit/>
          </a:bodyPr>
          <a:lstStyle/>
          <a:p>
            <a:r>
              <a:rPr kumimoji="1" lang="zh-CN" altLang="en-US" sz="6600" dirty="0">
                <a:solidFill>
                  <a:schemeClr val="tx1">
                    <a:lumMod val="75000"/>
                    <a:lumOff val="25000"/>
                  </a:schemeClr>
                </a:solidFill>
                <a:latin typeface="+mn-ea"/>
              </a:rPr>
              <a:t>请在此输入标题</a:t>
            </a:r>
          </a:p>
        </p:txBody>
      </p:sp>
      <p:sp>
        <p:nvSpPr>
          <p:cNvPr id="17" name="文本框 16">
            <a:extLst>
              <a:ext uri="{FF2B5EF4-FFF2-40B4-BE49-F238E27FC236}">
                <a16:creationId xmlns:a16="http://schemas.microsoft.com/office/drawing/2014/main" id="{895AAAF7-2E71-994D-8339-16BE6C8556AC}"/>
              </a:ext>
            </a:extLst>
          </p:cNvPr>
          <p:cNvSpPr txBox="1"/>
          <p:nvPr/>
        </p:nvSpPr>
        <p:spPr>
          <a:xfrm>
            <a:off x="3983258" y="3522519"/>
            <a:ext cx="6192981" cy="553998"/>
          </a:xfrm>
          <a:prstGeom prst="rect">
            <a:avLst/>
          </a:prstGeom>
          <a:noFill/>
        </p:spPr>
        <p:txBody>
          <a:bodyPr wrap="square" rtlCol="0">
            <a:spAutoFit/>
          </a:bodyPr>
          <a:lstStyle/>
          <a:p>
            <a:pPr>
              <a:lnSpc>
                <a:spcPct val="150000"/>
              </a:lnSpc>
            </a:pPr>
            <a:r>
              <a:rPr kumimoji="1" lang="en" altLang="zh-CN" sz="1000" dirty="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p>
        </p:txBody>
      </p:sp>
      <p:sp>
        <p:nvSpPr>
          <p:cNvPr id="18" name="文本框 17">
            <a:extLst>
              <a:ext uri="{FF2B5EF4-FFF2-40B4-BE49-F238E27FC236}">
                <a16:creationId xmlns:a16="http://schemas.microsoft.com/office/drawing/2014/main" id="{96D8C71C-92B7-1040-8B69-68AC2D75861D}"/>
              </a:ext>
            </a:extLst>
          </p:cNvPr>
          <p:cNvSpPr txBox="1"/>
          <p:nvPr/>
        </p:nvSpPr>
        <p:spPr>
          <a:xfrm>
            <a:off x="2318834" y="2504880"/>
            <a:ext cx="1037463" cy="1015663"/>
          </a:xfrm>
          <a:prstGeom prst="rect">
            <a:avLst/>
          </a:prstGeom>
          <a:noFill/>
        </p:spPr>
        <p:txBody>
          <a:bodyPr wrap="none" rtlCol="0">
            <a:spAutoFit/>
          </a:bodyPr>
          <a:lstStyle/>
          <a:p>
            <a:r>
              <a:rPr kumimoji="1" lang="en-US" altLang="zh-CN" sz="6000">
                <a:solidFill>
                  <a:schemeClr val="tx1">
                    <a:lumMod val="75000"/>
                    <a:lumOff val="25000"/>
                  </a:schemeClr>
                </a:solidFill>
                <a:latin typeface="+mn-ea"/>
              </a:rPr>
              <a:t>03</a:t>
            </a:r>
            <a:endParaRPr kumimoji="1" lang="zh-CN" altLang="en-US" sz="6000" dirty="0">
              <a:solidFill>
                <a:schemeClr val="tx1">
                  <a:lumMod val="75000"/>
                  <a:lumOff val="25000"/>
                </a:schemeClr>
              </a:solidFill>
              <a:latin typeface="+mn-ea"/>
            </a:endParaRPr>
          </a:p>
        </p:txBody>
      </p:sp>
    </p:spTree>
    <p:extLst>
      <p:ext uri="{BB962C8B-B14F-4D97-AF65-F5344CB8AC3E}">
        <p14:creationId xmlns:p14="http://schemas.microsoft.com/office/powerpoint/2010/main" val="227389180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checkerboard(across)">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EB932592-CFD8-7C4B-B4A3-5BE375D95EBB}"/>
              </a:ext>
            </a:extLst>
          </p:cNvPr>
          <p:cNvSpPr txBox="1"/>
          <p:nvPr/>
        </p:nvSpPr>
        <p:spPr>
          <a:xfrm>
            <a:off x="995313" y="1954456"/>
            <a:ext cx="3008325" cy="475515"/>
          </a:xfrm>
          <a:prstGeom prst="rect">
            <a:avLst/>
          </a:prstGeom>
          <a:noFill/>
        </p:spPr>
        <p:txBody>
          <a:bodyPr wrap="square" rtlCol="0">
            <a:spAutoFit/>
          </a:bodyPr>
          <a:lstStyle/>
          <a:p>
            <a:pPr>
              <a:lnSpc>
                <a:spcPct val="150000"/>
              </a:lnSpc>
            </a:pPr>
            <a:r>
              <a:rPr kumimoji="1" lang="zh-CN" altLang="en-US" sz="2000" b="1" dirty="0">
                <a:solidFill>
                  <a:schemeClr val="tx1">
                    <a:lumMod val="75000"/>
                    <a:lumOff val="25000"/>
                  </a:schemeClr>
                </a:solidFill>
                <a:latin typeface="+mj-ea"/>
                <a:ea typeface="+mj-ea"/>
                <a:cs typeface="+mn-ea"/>
                <a:sym typeface="+mn-lt"/>
              </a:rPr>
              <a:t>请在此输入标题文字内容</a:t>
            </a:r>
          </a:p>
        </p:txBody>
      </p:sp>
      <p:sp>
        <p:nvSpPr>
          <p:cNvPr id="34" name="文本框 33">
            <a:extLst>
              <a:ext uri="{FF2B5EF4-FFF2-40B4-BE49-F238E27FC236}">
                <a16:creationId xmlns:a16="http://schemas.microsoft.com/office/drawing/2014/main" id="{0A7F0BFF-6D50-F748-A383-D15002300633}"/>
              </a:ext>
            </a:extLst>
          </p:cNvPr>
          <p:cNvSpPr txBox="1"/>
          <p:nvPr/>
        </p:nvSpPr>
        <p:spPr>
          <a:xfrm>
            <a:off x="995312" y="2836932"/>
            <a:ext cx="3352951" cy="1318759"/>
          </a:xfrm>
          <a:prstGeom prst="rect">
            <a:avLst/>
          </a:prstGeom>
          <a:noFill/>
        </p:spPr>
        <p:txBody>
          <a:bodyPr wrap="square" rtlCol="0">
            <a:spAutoFit/>
          </a:bodyPr>
          <a:lstStyle/>
          <a:p>
            <a:pPr>
              <a:lnSpc>
                <a:spcPct val="150000"/>
              </a:lnSpc>
            </a:pPr>
            <a:r>
              <a:rPr kumimoji="1" lang="zh-CN" altLang="en-US" sz="1100" dirty="0">
                <a:solidFill>
                  <a:schemeClr val="tx1">
                    <a:lumMod val="75000"/>
                    <a:lumOff val="25000"/>
                  </a:schemeClr>
                </a:solidFill>
                <a:latin typeface="+mn-ea"/>
              </a:rPr>
              <a:t>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a:t>
            </a:r>
          </a:p>
        </p:txBody>
      </p:sp>
      <p:sp>
        <p:nvSpPr>
          <p:cNvPr id="35" name="五边形 34">
            <a:extLst>
              <a:ext uri="{FF2B5EF4-FFF2-40B4-BE49-F238E27FC236}">
                <a16:creationId xmlns:a16="http://schemas.microsoft.com/office/drawing/2014/main" id="{8B22290C-EDDB-B149-8D4A-C48FC408B10C}"/>
              </a:ext>
            </a:extLst>
          </p:cNvPr>
          <p:cNvSpPr/>
          <p:nvPr/>
        </p:nvSpPr>
        <p:spPr>
          <a:xfrm>
            <a:off x="5604983" y="1943628"/>
            <a:ext cx="1361872" cy="535021"/>
          </a:xfrm>
          <a:prstGeom prst="homePlat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A77D67FB-0E48-BF41-ADB5-5CB181881169}"/>
              </a:ext>
            </a:extLst>
          </p:cNvPr>
          <p:cNvSpPr txBox="1"/>
          <p:nvPr/>
        </p:nvSpPr>
        <p:spPr>
          <a:xfrm>
            <a:off x="7428059" y="1815754"/>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37" name="文本框 36">
            <a:extLst>
              <a:ext uri="{FF2B5EF4-FFF2-40B4-BE49-F238E27FC236}">
                <a16:creationId xmlns:a16="http://schemas.microsoft.com/office/drawing/2014/main" id="{349A7826-09B3-AC4F-BF78-B4B67DAC5FAC}"/>
              </a:ext>
            </a:extLst>
          </p:cNvPr>
          <p:cNvSpPr txBox="1"/>
          <p:nvPr/>
        </p:nvSpPr>
        <p:spPr>
          <a:xfrm>
            <a:off x="7428059" y="2154308"/>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38" name="文本框 37">
            <a:extLst>
              <a:ext uri="{FF2B5EF4-FFF2-40B4-BE49-F238E27FC236}">
                <a16:creationId xmlns:a16="http://schemas.microsoft.com/office/drawing/2014/main" id="{A61AA372-61C6-9E44-90F8-E54D5EAE7A35}"/>
              </a:ext>
            </a:extLst>
          </p:cNvPr>
          <p:cNvSpPr txBox="1"/>
          <p:nvPr/>
        </p:nvSpPr>
        <p:spPr>
          <a:xfrm>
            <a:off x="5724277" y="2036200"/>
            <a:ext cx="954107" cy="338554"/>
          </a:xfrm>
          <a:prstGeom prst="rect">
            <a:avLst/>
          </a:prstGeom>
          <a:noFill/>
        </p:spPr>
        <p:txBody>
          <a:bodyPr wrap="none" rtlCol="0">
            <a:spAutoFit/>
          </a:bodyPr>
          <a:lstStyle/>
          <a:p>
            <a:r>
              <a:rPr kumimoji="1" lang="en-US" altLang="zh-CN" sz="1600" dirty="0">
                <a:solidFill>
                  <a:schemeClr val="bg1"/>
                </a:solidFill>
                <a:latin typeface="+mn-ea"/>
              </a:rPr>
              <a:t>STEP</a:t>
            </a:r>
            <a:r>
              <a:rPr kumimoji="1" lang="zh-CN" altLang="en-US" sz="1600" dirty="0">
                <a:solidFill>
                  <a:schemeClr val="bg1"/>
                </a:solidFill>
                <a:latin typeface="+mn-ea"/>
              </a:rPr>
              <a:t> </a:t>
            </a:r>
            <a:r>
              <a:rPr kumimoji="1" lang="en-US" altLang="zh-CN" sz="1600" dirty="0">
                <a:solidFill>
                  <a:schemeClr val="bg1"/>
                </a:solidFill>
                <a:latin typeface="+mn-ea"/>
              </a:rPr>
              <a:t>01</a:t>
            </a:r>
            <a:endParaRPr kumimoji="1" lang="zh-CN" altLang="en-US" sz="1600" dirty="0">
              <a:solidFill>
                <a:schemeClr val="bg1"/>
              </a:solidFill>
              <a:latin typeface="+mn-ea"/>
            </a:endParaRPr>
          </a:p>
        </p:txBody>
      </p:sp>
      <p:sp>
        <p:nvSpPr>
          <p:cNvPr id="39" name="五边形 38">
            <a:extLst>
              <a:ext uri="{FF2B5EF4-FFF2-40B4-BE49-F238E27FC236}">
                <a16:creationId xmlns:a16="http://schemas.microsoft.com/office/drawing/2014/main" id="{D81E2717-9998-4445-A456-5EEA821A5B45}"/>
              </a:ext>
            </a:extLst>
          </p:cNvPr>
          <p:cNvSpPr/>
          <p:nvPr/>
        </p:nvSpPr>
        <p:spPr>
          <a:xfrm>
            <a:off x="5604983" y="3234463"/>
            <a:ext cx="1361872" cy="535021"/>
          </a:xfrm>
          <a:prstGeom prst="homePlat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046247EC-FCFB-454E-B71C-AF3F4C317986}"/>
              </a:ext>
            </a:extLst>
          </p:cNvPr>
          <p:cNvSpPr txBox="1"/>
          <p:nvPr/>
        </p:nvSpPr>
        <p:spPr>
          <a:xfrm>
            <a:off x="7428059" y="3106589"/>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41" name="文本框 40">
            <a:extLst>
              <a:ext uri="{FF2B5EF4-FFF2-40B4-BE49-F238E27FC236}">
                <a16:creationId xmlns:a16="http://schemas.microsoft.com/office/drawing/2014/main" id="{A855815A-439B-1046-A768-51F33C461D1B}"/>
              </a:ext>
            </a:extLst>
          </p:cNvPr>
          <p:cNvSpPr txBox="1"/>
          <p:nvPr/>
        </p:nvSpPr>
        <p:spPr>
          <a:xfrm>
            <a:off x="7428059" y="3445143"/>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42" name="文本框 41">
            <a:extLst>
              <a:ext uri="{FF2B5EF4-FFF2-40B4-BE49-F238E27FC236}">
                <a16:creationId xmlns:a16="http://schemas.microsoft.com/office/drawing/2014/main" id="{EE4EE88C-3F82-1E41-9889-CD43621B9EAC}"/>
              </a:ext>
            </a:extLst>
          </p:cNvPr>
          <p:cNvSpPr txBox="1"/>
          <p:nvPr/>
        </p:nvSpPr>
        <p:spPr>
          <a:xfrm>
            <a:off x="5724277" y="3327035"/>
            <a:ext cx="954107" cy="338554"/>
          </a:xfrm>
          <a:prstGeom prst="rect">
            <a:avLst/>
          </a:prstGeom>
          <a:noFill/>
        </p:spPr>
        <p:txBody>
          <a:bodyPr wrap="none" rtlCol="0">
            <a:spAutoFit/>
          </a:bodyPr>
          <a:lstStyle/>
          <a:p>
            <a:r>
              <a:rPr kumimoji="1" lang="en-US" altLang="zh-CN" sz="1600" dirty="0">
                <a:solidFill>
                  <a:schemeClr val="bg1"/>
                </a:solidFill>
                <a:latin typeface="+mn-ea"/>
              </a:rPr>
              <a:t>STEP</a:t>
            </a:r>
            <a:r>
              <a:rPr kumimoji="1" lang="zh-CN" altLang="en-US" sz="1600" dirty="0">
                <a:solidFill>
                  <a:schemeClr val="bg1"/>
                </a:solidFill>
                <a:latin typeface="+mn-ea"/>
              </a:rPr>
              <a:t> </a:t>
            </a:r>
            <a:r>
              <a:rPr kumimoji="1" lang="en-US" altLang="zh-CN" sz="1600" dirty="0">
                <a:solidFill>
                  <a:schemeClr val="bg1"/>
                </a:solidFill>
                <a:latin typeface="+mn-ea"/>
              </a:rPr>
              <a:t>02</a:t>
            </a:r>
            <a:endParaRPr kumimoji="1" lang="zh-CN" altLang="en-US" sz="1600" dirty="0">
              <a:solidFill>
                <a:schemeClr val="bg1"/>
              </a:solidFill>
              <a:latin typeface="+mn-ea"/>
            </a:endParaRPr>
          </a:p>
        </p:txBody>
      </p:sp>
      <p:sp>
        <p:nvSpPr>
          <p:cNvPr id="43" name="五边形 42">
            <a:extLst>
              <a:ext uri="{FF2B5EF4-FFF2-40B4-BE49-F238E27FC236}">
                <a16:creationId xmlns:a16="http://schemas.microsoft.com/office/drawing/2014/main" id="{E1E0CA63-6965-C44B-8F07-4B12DC2D8ECD}"/>
              </a:ext>
            </a:extLst>
          </p:cNvPr>
          <p:cNvSpPr/>
          <p:nvPr/>
        </p:nvSpPr>
        <p:spPr>
          <a:xfrm>
            <a:off x="5604983" y="4588926"/>
            <a:ext cx="1361872" cy="535021"/>
          </a:xfrm>
          <a:prstGeom prst="homePlat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B0B1E626-B915-0149-A578-CC6F8C1F83DC}"/>
              </a:ext>
            </a:extLst>
          </p:cNvPr>
          <p:cNvSpPr txBox="1"/>
          <p:nvPr/>
        </p:nvSpPr>
        <p:spPr>
          <a:xfrm>
            <a:off x="7428059" y="4461052"/>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45" name="文本框 44">
            <a:extLst>
              <a:ext uri="{FF2B5EF4-FFF2-40B4-BE49-F238E27FC236}">
                <a16:creationId xmlns:a16="http://schemas.microsoft.com/office/drawing/2014/main" id="{02936875-4FA8-C845-AF34-C6F26B6E70D0}"/>
              </a:ext>
            </a:extLst>
          </p:cNvPr>
          <p:cNvSpPr txBox="1"/>
          <p:nvPr/>
        </p:nvSpPr>
        <p:spPr>
          <a:xfrm>
            <a:off x="7428059" y="4799606"/>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46" name="文本框 45">
            <a:extLst>
              <a:ext uri="{FF2B5EF4-FFF2-40B4-BE49-F238E27FC236}">
                <a16:creationId xmlns:a16="http://schemas.microsoft.com/office/drawing/2014/main" id="{668DD319-2E3D-A14C-8788-569AFFC10070}"/>
              </a:ext>
            </a:extLst>
          </p:cNvPr>
          <p:cNvSpPr txBox="1"/>
          <p:nvPr/>
        </p:nvSpPr>
        <p:spPr>
          <a:xfrm>
            <a:off x="5724277" y="4681498"/>
            <a:ext cx="954107" cy="338554"/>
          </a:xfrm>
          <a:prstGeom prst="rect">
            <a:avLst/>
          </a:prstGeom>
          <a:noFill/>
        </p:spPr>
        <p:txBody>
          <a:bodyPr wrap="none" rtlCol="0">
            <a:spAutoFit/>
          </a:bodyPr>
          <a:lstStyle/>
          <a:p>
            <a:r>
              <a:rPr kumimoji="1" lang="en-US" altLang="zh-CN" sz="1600" dirty="0">
                <a:solidFill>
                  <a:schemeClr val="bg1"/>
                </a:solidFill>
                <a:latin typeface="+mn-ea"/>
              </a:rPr>
              <a:t>STEP</a:t>
            </a:r>
            <a:r>
              <a:rPr kumimoji="1" lang="zh-CN" altLang="en-US" sz="1600" dirty="0">
                <a:solidFill>
                  <a:schemeClr val="bg1"/>
                </a:solidFill>
                <a:latin typeface="+mn-ea"/>
              </a:rPr>
              <a:t> </a:t>
            </a:r>
            <a:r>
              <a:rPr kumimoji="1" lang="en-US" altLang="zh-CN" sz="1600" dirty="0">
                <a:solidFill>
                  <a:schemeClr val="bg1"/>
                </a:solidFill>
                <a:latin typeface="+mn-ea"/>
              </a:rPr>
              <a:t>03</a:t>
            </a:r>
            <a:endParaRPr kumimoji="1" lang="zh-CN" altLang="en-US" sz="1600" dirty="0">
              <a:solidFill>
                <a:schemeClr val="bg1"/>
              </a:solidFill>
              <a:latin typeface="+mn-ea"/>
            </a:endParaRPr>
          </a:p>
        </p:txBody>
      </p:sp>
    </p:spTree>
    <p:extLst>
      <p:ext uri="{BB962C8B-B14F-4D97-AF65-F5344CB8AC3E}">
        <p14:creationId xmlns:p14="http://schemas.microsoft.com/office/powerpoint/2010/main" val="1286183565"/>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linds(horizontal)">
                                      <p:cBhvr>
                                        <p:cTn id="10" dur="500"/>
                                        <p:tgtEl>
                                          <p:spTgt spid="3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blinds(horizontal)">
                                      <p:cBhvr>
                                        <p:cTn id="13" dur="500"/>
                                        <p:tgtEl>
                                          <p:spTgt spid="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blinds(horizontal)">
                                      <p:cBhvr>
                                        <p:cTn id="16" dur="500"/>
                                        <p:tgtEl>
                                          <p:spTgt spid="4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blinds(horizontal)">
                                      <p:cBhvr>
                                        <p:cTn id="19" dur="500"/>
                                        <p:tgtEl>
                                          <p:spTgt spid="4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blinds(horizontal)">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0" grpId="0"/>
      <p:bldP spid="41" grpId="0"/>
      <p:bldP spid="44" grpId="0"/>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73DA0910-7755-FB4F-94C3-365A89238DEA}"/>
              </a:ext>
            </a:extLst>
          </p:cNvPr>
          <p:cNvSpPr txBox="1"/>
          <p:nvPr/>
        </p:nvSpPr>
        <p:spPr>
          <a:xfrm>
            <a:off x="1123129" y="1728837"/>
            <a:ext cx="1387475" cy="338554"/>
          </a:xfrm>
          <a:prstGeom prst="rect">
            <a:avLst/>
          </a:prstGeom>
          <a:solidFill>
            <a:schemeClr val="tx1">
              <a:lumMod val="75000"/>
              <a:lumOff val="25000"/>
            </a:schemeClr>
          </a:solidFill>
        </p:spPr>
        <p:txBody>
          <a:bodyPr wrap="square" rtlCol="0">
            <a:spAutoFit/>
          </a:bodyPr>
          <a:lstStyle/>
          <a:p>
            <a:pPr marL="285750" indent="-285750" algn="dist">
              <a:buFont typeface="Arial" panose="020B0604020202020204" pitchFamily="34" charset="0"/>
              <a:buChar char="•"/>
            </a:pPr>
            <a:r>
              <a:rPr lang="zh-CN" altLang="en-US" sz="1600" dirty="0">
                <a:solidFill>
                  <a:schemeClr val="bg1"/>
                </a:solidFill>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27" name="文本框 26">
            <a:extLst>
              <a:ext uri="{FF2B5EF4-FFF2-40B4-BE49-F238E27FC236}">
                <a16:creationId xmlns:a16="http://schemas.microsoft.com/office/drawing/2014/main" id="{D0055B73-A3FB-E84B-ADD9-A01C59AC5327}"/>
              </a:ext>
            </a:extLst>
          </p:cNvPr>
          <p:cNvSpPr txBox="1"/>
          <p:nvPr/>
        </p:nvSpPr>
        <p:spPr>
          <a:xfrm>
            <a:off x="1123129" y="2065437"/>
            <a:ext cx="3726696" cy="512897"/>
          </a:xfrm>
          <a:prstGeom prst="rect">
            <a:avLst/>
          </a:prstGeom>
          <a:noFill/>
        </p:spPr>
        <p:txBody>
          <a:bodyPr wrap="square" rtlCol="0">
            <a:spAutoFit/>
          </a:bodyPr>
          <a:lstStyle/>
          <a:p>
            <a:pPr>
              <a:lnSpc>
                <a:spcPct val="120000"/>
              </a:lnSpc>
            </a:pPr>
            <a:r>
              <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a:t>
            </a:r>
          </a:p>
        </p:txBody>
      </p:sp>
      <p:sp>
        <p:nvSpPr>
          <p:cNvPr id="28" name="文本框 27">
            <a:extLst>
              <a:ext uri="{FF2B5EF4-FFF2-40B4-BE49-F238E27FC236}">
                <a16:creationId xmlns:a16="http://schemas.microsoft.com/office/drawing/2014/main" id="{ED7683A2-95F0-9043-B294-A6E6CC17055D}"/>
              </a:ext>
            </a:extLst>
          </p:cNvPr>
          <p:cNvSpPr txBox="1"/>
          <p:nvPr/>
        </p:nvSpPr>
        <p:spPr>
          <a:xfrm>
            <a:off x="1123129" y="2908749"/>
            <a:ext cx="1387475" cy="338554"/>
          </a:xfrm>
          <a:prstGeom prst="rect">
            <a:avLst/>
          </a:prstGeom>
          <a:solidFill>
            <a:schemeClr val="tx1">
              <a:lumMod val="75000"/>
              <a:lumOff val="25000"/>
            </a:schemeClr>
          </a:solidFill>
        </p:spPr>
        <p:txBody>
          <a:bodyPr wrap="square" rtlCol="0">
            <a:spAutoFit/>
          </a:bodyPr>
          <a:lstStyle/>
          <a:p>
            <a:pPr marL="285750" indent="-285750" algn="dist">
              <a:buFont typeface="Arial" panose="020B0604020202020204" pitchFamily="34" charset="0"/>
              <a:buChar char="•"/>
            </a:pPr>
            <a:r>
              <a:rPr lang="zh-CN" altLang="en-US" sz="1600" dirty="0">
                <a:solidFill>
                  <a:schemeClr val="bg1"/>
                </a:solidFill>
                <a:latin typeface="Arial" panose="020B0604020202020204" pitchFamily="34" charset="0"/>
                <a:ea typeface="思源黑体 CN Regular" panose="020B0500000000000000" pitchFamily="34" charset="-122"/>
                <a:cs typeface="+mn-ea"/>
                <a:sym typeface="Arial" panose="020B0604020202020204" pitchFamily="34" charset="0"/>
              </a:rPr>
              <a:t>添加标题</a:t>
            </a:r>
          </a:p>
        </p:txBody>
      </p:sp>
      <p:sp>
        <p:nvSpPr>
          <p:cNvPr id="29" name="文本框 28">
            <a:extLst>
              <a:ext uri="{FF2B5EF4-FFF2-40B4-BE49-F238E27FC236}">
                <a16:creationId xmlns:a16="http://schemas.microsoft.com/office/drawing/2014/main" id="{8EB9C10D-E20D-2841-AD3C-8077DF02A679}"/>
              </a:ext>
            </a:extLst>
          </p:cNvPr>
          <p:cNvSpPr txBox="1"/>
          <p:nvPr/>
        </p:nvSpPr>
        <p:spPr>
          <a:xfrm>
            <a:off x="1123129" y="3245349"/>
            <a:ext cx="3726696" cy="512897"/>
          </a:xfrm>
          <a:prstGeom prst="rect">
            <a:avLst/>
          </a:prstGeom>
          <a:noFill/>
        </p:spPr>
        <p:txBody>
          <a:bodyPr wrap="square" rtlCol="0">
            <a:spAutoFit/>
          </a:bodyPr>
          <a:lstStyle/>
          <a:p>
            <a:pPr>
              <a:lnSpc>
                <a:spcPct val="120000"/>
              </a:lnSpc>
            </a:pPr>
            <a:r>
              <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单击此处添加内容，内容要与标题相符，可以直接复制粘贴，要选择有用的关键词录入。</a:t>
            </a:r>
          </a:p>
        </p:txBody>
      </p:sp>
      <p:sp>
        <p:nvSpPr>
          <p:cNvPr id="30" name="文本框 29">
            <a:extLst>
              <a:ext uri="{FF2B5EF4-FFF2-40B4-BE49-F238E27FC236}">
                <a16:creationId xmlns:a16="http://schemas.microsoft.com/office/drawing/2014/main" id="{8BB47DA4-7F1D-7A4A-8439-044EE807C594}"/>
              </a:ext>
            </a:extLst>
          </p:cNvPr>
          <p:cNvSpPr txBox="1"/>
          <p:nvPr/>
        </p:nvSpPr>
        <p:spPr>
          <a:xfrm>
            <a:off x="1123129" y="4059354"/>
            <a:ext cx="281359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WORK</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REPORT</a:t>
            </a:r>
            <a:endParaRPr kumimoji="1" lang="zh-CN" altLang="en-US" sz="2800" dirty="0">
              <a:solidFill>
                <a:schemeClr val="tx1">
                  <a:lumMod val="75000"/>
                  <a:lumOff val="25000"/>
                </a:schemeClr>
              </a:solidFill>
              <a:latin typeface="+mj-ea"/>
              <a:ea typeface="+mj-ea"/>
            </a:endParaRPr>
          </a:p>
        </p:txBody>
      </p:sp>
      <p:sp>
        <p:nvSpPr>
          <p:cNvPr id="31" name="文本框 30">
            <a:extLst>
              <a:ext uri="{FF2B5EF4-FFF2-40B4-BE49-F238E27FC236}">
                <a16:creationId xmlns:a16="http://schemas.microsoft.com/office/drawing/2014/main" id="{1BB22552-4114-9246-8E7C-300A63DA81D3}"/>
              </a:ext>
            </a:extLst>
          </p:cNvPr>
          <p:cNvSpPr txBox="1"/>
          <p:nvPr/>
        </p:nvSpPr>
        <p:spPr>
          <a:xfrm>
            <a:off x="1123129" y="4741062"/>
            <a:ext cx="10143991"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p>
        </p:txBody>
      </p:sp>
      <p:pic>
        <p:nvPicPr>
          <p:cNvPr id="32" name="Picture 2" descr="C:\Users\Administrator\Desktop\ppt展示模板-8.png">
            <a:extLst>
              <a:ext uri="{FF2B5EF4-FFF2-40B4-BE49-F238E27FC236}">
                <a16:creationId xmlns:a16="http://schemas.microsoft.com/office/drawing/2014/main" id="{3FC0B106-1FD1-1142-B280-32AEB4EC48D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813773" y="1538320"/>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32">
            <a:extLst>
              <a:ext uri="{FF2B5EF4-FFF2-40B4-BE49-F238E27FC236}">
                <a16:creationId xmlns:a16="http://schemas.microsoft.com/office/drawing/2014/main" id="{08633DBF-F56C-C541-A2BA-C7222DC9AE1C}"/>
              </a:ext>
            </a:extLst>
          </p:cNvPr>
          <p:cNvSpPr/>
          <p:nvPr/>
        </p:nvSpPr>
        <p:spPr>
          <a:xfrm>
            <a:off x="6506767" y="1914460"/>
            <a:ext cx="3665189" cy="2112881"/>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799">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extLst>
      <p:ext uri="{BB962C8B-B14F-4D97-AF65-F5344CB8AC3E}">
        <p14:creationId xmlns:p14="http://schemas.microsoft.com/office/powerpoint/2010/main" val="2056945305"/>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checkerboard(across)">
                                      <p:cBhvr>
                                        <p:cTn id="10" dur="500"/>
                                        <p:tgtEl>
                                          <p:spTgt spid="2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checkerboard(across)">
                                      <p:cBhvr>
                                        <p:cTn id="13" dur="500"/>
                                        <p:tgtEl>
                                          <p:spTgt spid="28"/>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checkerboard(across)">
                                      <p:cBhvr>
                                        <p:cTn id="16" dur="500"/>
                                        <p:tgtEl>
                                          <p:spTgt spid="29"/>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checkerboard(across)">
                                      <p:cBhvr>
                                        <p:cTn id="19" dur="500"/>
                                        <p:tgtEl>
                                          <p:spTgt spid="30"/>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checkerboard(across)">
                                      <p:cBhvr>
                                        <p:cTn id="22" dur="500"/>
                                        <p:tgtEl>
                                          <p:spTgt spid="31"/>
                                        </p:tgtEl>
                                      </p:cBhvr>
                                    </p:animEffect>
                                  </p:childTnLst>
                                </p:cTn>
                              </p:par>
                              <p:par>
                                <p:cTn id="23" presetID="5" presetClass="entr" presetSubtype="1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checkerboard(across)">
                                      <p:cBhvr>
                                        <p:cTn id="25" dur="500"/>
                                        <p:tgtEl>
                                          <p:spTgt spid="32"/>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checkerboard(across)">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8" grpId="0" animBg="1"/>
      <p:bldP spid="29" grpId="0"/>
      <p:bldP spid="30" grpId="0"/>
      <p:bldP spid="31" grpId="0"/>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74F39DA9-1B56-2F42-AFAA-E6846A237D38}"/>
              </a:ext>
            </a:extLst>
          </p:cNvPr>
          <p:cNvSpPr txBox="1"/>
          <p:nvPr/>
        </p:nvSpPr>
        <p:spPr>
          <a:xfrm>
            <a:off x="2038784" y="1911485"/>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25" name="文本框 24">
            <a:extLst>
              <a:ext uri="{FF2B5EF4-FFF2-40B4-BE49-F238E27FC236}">
                <a16:creationId xmlns:a16="http://schemas.microsoft.com/office/drawing/2014/main" id="{E5B46AC0-8927-6E45-979F-BC53668B5A00}"/>
              </a:ext>
            </a:extLst>
          </p:cNvPr>
          <p:cNvSpPr txBox="1"/>
          <p:nvPr/>
        </p:nvSpPr>
        <p:spPr>
          <a:xfrm>
            <a:off x="2038784" y="2250039"/>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26" name="文本框 25">
            <a:extLst>
              <a:ext uri="{FF2B5EF4-FFF2-40B4-BE49-F238E27FC236}">
                <a16:creationId xmlns:a16="http://schemas.microsoft.com/office/drawing/2014/main" id="{366BD84A-C6CD-1B4D-AB97-76FB04D6F43A}"/>
              </a:ext>
            </a:extLst>
          </p:cNvPr>
          <p:cNvSpPr txBox="1"/>
          <p:nvPr/>
        </p:nvSpPr>
        <p:spPr>
          <a:xfrm>
            <a:off x="2038784" y="3233834"/>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27" name="文本框 26">
            <a:extLst>
              <a:ext uri="{FF2B5EF4-FFF2-40B4-BE49-F238E27FC236}">
                <a16:creationId xmlns:a16="http://schemas.microsoft.com/office/drawing/2014/main" id="{BA4C12B7-7407-734C-AEB8-6AF5FE7561A7}"/>
              </a:ext>
            </a:extLst>
          </p:cNvPr>
          <p:cNvSpPr txBox="1"/>
          <p:nvPr/>
        </p:nvSpPr>
        <p:spPr>
          <a:xfrm>
            <a:off x="2038784" y="3572388"/>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28" name="文本框 27">
            <a:extLst>
              <a:ext uri="{FF2B5EF4-FFF2-40B4-BE49-F238E27FC236}">
                <a16:creationId xmlns:a16="http://schemas.microsoft.com/office/drawing/2014/main" id="{168A6644-793B-9D4F-8881-8B366C821365}"/>
              </a:ext>
            </a:extLst>
          </p:cNvPr>
          <p:cNvSpPr txBox="1"/>
          <p:nvPr/>
        </p:nvSpPr>
        <p:spPr>
          <a:xfrm>
            <a:off x="1229386" y="1779752"/>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01</a:t>
            </a:r>
            <a:endParaRPr kumimoji="1" lang="zh-CN" altLang="en-US" sz="4400" dirty="0">
              <a:solidFill>
                <a:schemeClr val="tx1">
                  <a:lumMod val="75000"/>
                  <a:lumOff val="25000"/>
                </a:schemeClr>
              </a:solidFill>
              <a:latin typeface="+mj-ea"/>
              <a:ea typeface="+mj-ea"/>
            </a:endParaRPr>
          </a:p>
        </p:txBody>
      </p:sp>
      <p:sp>
        <p:nvSpPr>
          <p:cNvPr id="29" name="文本框 28">
            <a:extLst>
              <a:ext uri="{FF2B5EF4-FFF2-40B4-BE49-F238E27FC236}">
                <a16:creationId xmlns:a16="http://schemas.microsoft.com/office/drawing/2014/main" id="{3E2F726D-18EA-DE44-B831-04DD2DD706A3}"/>
              </a:ext>
            </a:extLst>
          </p:cNvPr>
          <p:cNvSpPr txBox="1"/>
          <p:nvPr/>
        </p:nvSpPr>
        <p:spPr>
          <a:xfrm>
            <a:off x="1229386" y="3102580"/>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02</a:t>
            </a:r>
            <a:endParaRPr kumimoji="1" lang="zh-CN" altLang="en-US" sz="4400" dirty="0">
              <a:solidFill>
                <a:schemeClr val="tx1">
                  <a:lumMod val="75000"/>
                  <a:lumOff val="25000"/>
                </a:schemeClr>
              </a:solidFill>
              <a:latin typeface="+mj-ea"/>
              <a:ea typeface="+mj-ea"/>
            </a:endParaRPr>
          </a:p>
        </p:txBody>
      </p:sp>
      <p:sp>
        <p:nvSpPr>
          <p:cNvPr id="30" name="文本框 29">
            <a:extLst>
              <a:ext uri="{FF2B5EF4-FFF2-40B4-BE49-F238E27FC236}">
                <a16:creationId xmlns:a16="http://schemas.microsoft.com/office/drawing/2014/main" id="{BCB6BA77-9495-5643-846D-76A6CE12AD4D}"/>
              </a:ext>
            </a:extLst>
          </p:cNvPr>
          <p:cNvSpPr txBox="1"/>
          <p:nvPr/>
        </p:nvSpPr>
        <p:spPr>
          <a:xfrm>
            <a:off x="2038784" y="4555150"/>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31" name="文本框 30">
            <a:extLst>
              <a:ext uri="{FF2B5EF4-FFF2-40B4-BE49-F238E27FC236}">
                <a16:creationId xmlns:a16="http://schemas.microsoft.com/office/drawing/2014/main" id="{575F4024-0D52-624D-BDA8-E248D2B56074}"/>
              </a:ext>
            </a:extLst>
          </p:cNvPr>
          <p:cNvSpPr txBox="1"/>
          <p:nvPr/>
        </p:nvSpPr>
        <p:spPr>
          <a:xfrm>
            <a:off x="2038784" y="4893704"/>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32" name="文本框 31">
            <a:extLst>
              <a:ext uri="{FF2B5EF4-FFF2-40B4-BE49-F238E27FC236}">
                <a16:creationId xmlns:a16="http://schemas.microsoft.com/office/drawing/2014/main" id="{73034C74-95DA-B444-829D-0405B8420F86}"/>
              </a:ext>
            </a:extLst>
          </p:cNvPr>
          <p:cNvSpPr txBox="1"/>
          <p:nvPr/>
        </p:nvSpPr>
        <p:spPr>
          <a:xfrm>
            <a:off x="1229386" y="4423896"/>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03</a:t>
            </a:r>
            <a:endParaRPr kumimoji="1" lang="zh-CN" altLang="en-US" sz="4400" dirty="0">
              <a:solidFill>
                <a:schemeClr val="tx1">
                  <a:lumMod val="75000"/>
                  <a:lumOff val="25000"/>
                </a:schemeClr>
              </a:solidFill>
              <a:latin typeface="+mj-ea"/>
              <a:ea typeface="+mj-ea"/>
            </a:endParaRPr>
          </a:p>
        </p:txBody>
      </p:sp>
      <p:sp>
        <p:nvSpPr>
          <p:cNvPr id="33" name="文本框 32">
            <a:extLst>
              <a:ext uri="{FF2B5EF4-FFF2-40B4-BE49-F238E27FC236}">
                <a16:creationId xmlns:a16="http://schemas.microsoft.com/office/drawing/2014/main" id="{666FE837-6275-AB44-AB01-A050CC96B1F2}"/>
              </a:ext>
            </a:extLst>
          </p:cNvPr>
          <p:cNvSpPr txBox="1"/>
          <p:nvPr/>
        </p:nvSpPr>
        <p:spPr>
          <a:xfrm>
            <a:off x="7445664" y="1911485"/>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34" name="文本框 33">
            <a:extLst>
              <a:ext uri="{FF2B5EF4-FFF2-40B4-BE49-F238E27FC236}">
                <a16:creationId xmlns:a16="http://schemas.microsoft.com/office/drawing/2014/main" id="{B7456760-7618-D746-9FA9-4FCC401E25F0}"/>
              </a:ext>
            </a:extLst>
          </p:cNvPr>
          <p:cNvSpPr txBox="1"/>
          <p:nvPr/>
        </p:nvSpPr>
        <p:spPr>
          <a:xfrm>
            <a:off x="7445664" y="2250039"/>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35" name="文本框 34">
            <a:extLst>
              <a:ext uri="{FF2B5EF4-FFF2-40B4-BE49-F238E27FC236}">
                <a16:creationId xmlns:a16="http://schemas.microsoft.com/office/drawing/2014/main" id="{51A8D2B1-9474-D44C-B221-F43E6709CD30}"/>
              </a:ext>
            </a:extLst>
          </p:cNvPr>
          <p:cNvSpPr txBox="1"/>
          <p:nvPr/>
        </p:nvSpPr>
        <p:spPr>
          <a:xfrm>
            <a:off x="7445664" y="3233834"/>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36" name="文本框 35">
            <a:extLst>
              <a:ext uri="{FF2B5EF4-FFF2-40B4-BE49-F238E27FC236}">
                <a16:creationId xmlns:a16="http://schemas.microsoft.com/office/drawing/2014/main" id="{7DDBCAE9-E51D-0E49-809F-5C9E9B571107}"/>
              </a:ext>
            </a:extLst>
          </p:cNvPr>
          <p:cNvSpPr txBox="1"/>
          <p:nvPr/>
        </p:nvSpPr>
        <p:spPr>
          <a:xfrm>
            <a:off x="7445664" y="3572388"/>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37" name="文本框 36">
            <a:extLst>
              <a:ext uri="{FF2B5EF4-FFF2-40B4-BE49-F238E27FC236}">
                <a16:creationId xmlns:a16="http://schemas.microsoft.com/office/drawing/2014/main" id="{BF4EAEA0-0706-6442-88BC-C35A0CED4553}"/>
              </a:ext>
            </a:extLst>
          </p:cNvPr>
          <p:cNvSpPr txBox="1"/>
          <p:nvPr/>
        </p:nvSpPr>
        <p:spPr>
          <a:xfrm>
            <a:off x="6636266" y="1779752"/>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04</a:t>
            </a:r>
            <a:endParaRPr kumimoji="1" lang="zh-CN" altLang="en-US" sz="4400" dirty="0">
              <a:solidFill>
                <a:schemeClr val="tx1">
                  <a:lumMod val="75000"/>
                  <a:lumOff val="25000"/>
                </a:schemeClr>
              </a:solidFill>
              <a:latin typeface="+mj-ea"/>
              <a:ea typeface="+mj-ea"/>
            </a:endParaRPr>
          </a:p>
        </p:txBody>
      </p:sp>
      <p:sp>
        <p:nvSpPr>
          <p:cNvPr id="38" name="文本框 37">
            <a:extLst>
              <a:ext uri="{FF2B5EF4-FFF2-40B4-BE49-F238E27FC236}">
                <a16:creationId xmlns:a16="http://schemas.microsoft.com/office/drawing/2014/main" id="{10F03319-2D99-004A-8174-98F392487265}"/>
              </a:ext>
            </a:extLst>
          </p:cNvPr>
          <p:cNvSpPr txBox="1"/>
          <p:nvPr/>
        </p:nvSpPr>
        <p:spPr>
          <a:xfrm>
            <a:off x="6636266" y="3102580"/>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05</a:t>
            </a:r>
            <a:endParaRPr kumimoji="1" lang="zh-CN" altLang="en-US" sz="4400" dirty="0">
              <a:solidFill>
                <a:schemeClr val="tx1">
                  <a:lumMod val="75000"/>
                  <a:lumOff val="25000"/>
                </a:schemeClr>
              </a:solidFill>
              <a:latin typeface="+mj-ea"/>
              <a:ea typeface="+mj-ea"/>
            </a:endParaRPr>
          </a:p>
        </p:txBody>
      </p:sp>
      <p:sp>
        <p:nvSpPr>
          <p:cNvPr id="39" name="文本框 38">
            <a:extLst>
              <a:ext uri="{FF2B5EF4-FFF2-40B4-BE49-F238E27FC236}">
                <a16:creationId xmlns:a16="http://schemas.microsoft.com/office/drawing/2014/main" id="{9BCD576A-B26B-6940-A3E6-B48949F56527}"/>
              </a:ext>
            </a:extLst>
          </p:cNvPr>
          <p:cNvSpPr txBox="1"/>
          <p:nvPr/>
        </p:nvSpPr>
        <p:spPr>
          <a:xfrm>
            <a:off x="7445664" y="4555150"/>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40" name="文本框 39">
            <a:extLst>
              <a:ext uri="{FF2B5EF4-FFF2-40B4-BE49-F238E27FC236}">
                <a16:creationId xmlns:a16="http://schemas.microsoft.com/office/drawing/2014/main" id="{5D1707A7-E8BB-F142-9C1B-CADDA987E257}"/>
              </a:ext>
            </a:extLst>
          </p:cNvPr>
          <p:cNvSpPr txBox="1"/>
          <p:nvPr/>
        </p:nvSpPr>
        <p:spPr>
          <a:xfrm>
            <a:off x="7445664" y="4893704"/>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41" name="文本框 40">
            <a:extLst>
              <a:ext uri="{FF2B5EF4-FFF2-40B4-BE49-F238E27FC236}">
                <a16:creationId xmlns:a16="http://schemas.microsoft.com/office/drawing/2014/main" id="{7D8A4E8B-1C18-2A4C-B39E-72CC3E71AC51}"/>
              </a:ext>
            </a:extLst>
          </p:cNvPr>
          <p:cNvSpPr txBox="1"/>
          <p:nvPr/>
        </p:nvSpPr>
        <p:spPr>
          <a:xfrm>
            <a:off x="6636266" y="4423896"/>
            <a:ext cx="848309" cy="769441"/>
          </a:xfrm>
          <a:prstGeom prst="rect">
            <a:avLst/>
          </a:prstGeom>
          <a:noFill/>
        </p:spPr>
        <p:txBody>
          <a:bodyPr wrap="none" rtlCol="0">
            <a:spAutoFit/>
          </a:bodyPr>
          <a:lstStyle/>
          <a:p>
            <a:r>
              <a:rPr kumimoji="1" lang="en-US" altLang="zh-CN" sz="4400" dirty="0">
                <a:solidFill>
                  <a:schemeClr val="tx1">
                    <a:lumMod val="75000"/>
                    <a:lumOff val="25000"/>
                  </a:schemeClr>
                </a:solidFill>
                <a:latin typeface="+mj-ea"/>
                <a:ea typeface="+mj-ea"/>
              </a:rPr>
              <a:t>06</a:t>
            </a:r>
            <a:endParaRPr kumimoji="1" lang="zh-CN" altLang="en-US" sz="44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4058770044"/>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linds(horizontal)">
                                      <p:cBhvr>
                                        <p:cTn id="10" dur="500"/>
                                        <p:tgtEl>
                                          <p:spTgt spid="2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linds(horizontal)">
                                      <p:cBhvr>
                                        <p:cTn id="13" dur="500"/>
                                        <p:tgtEl>
                                          <p:spTgt spid="2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blinds(horizontal)">
                                      <p:cBhvr>
                                        <p:cTn id="16" dur="500"/>
                                        <p:tgtEl>
                                          <p:spTgt spid="2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blinds(horizontal)">
                                      <p:cBhvr>
                                        <p:cTn id="19" dur="500"/>
                                        <p:tgtEl>
                                          <p:spTgt spid="3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blinds(horizontal)">
                                      <p:cBhvr>
                                        <p:cTn id="25" dur="500"/>
                                        <p:tgtEl>
                                          <p:spTgt spid="3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linds(horizontal)">
                                      <p:cBhvr>
                                        <p:cTn id="28" dur="500"/>
                                        <p:tgtEl>
                                          <p:spTgt spid="3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blinds(horizontal)">
                                      <p:cBhvr>
                                        <p:cTn id="31" dur="500"/>
                                        <p:tgtEl>
                                          <p:spTgt spid="3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linds(horizontal)">
                                      <p:cBhvr>
                                        <p:cTn id="34" dur="500"/>
                                        <p:tgtEl>
                                          <p:spTgt spid="3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blinds(horizontal)">
                                      <p:cBhvr>
                                        <p:cTn id="37" dur="500"/>
                                        <p:tgtEl>
                                          <p:spTgt spid="39"/>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31" grpId="0"/>
      <p:bldP spid="33" grpId="0"/>
      <p:bldP spid="34" grpId="0"/>
      <p:bldP spid="35" grpId="0"/>
      <p:bldP spid="36" grpId="0"/>
      <p:bldP spid="39" grpId="0"/>
      <p:bldP spid="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82612FB4-E567-3F4F-BAC0-7E21D55F01F4}"/>
              </a:ext>
            </a:extLst>
          </p:cNvPr>
          <p:cNvSpPr/>
          <p:nvPr/>
        </p:nvSpPr>
        <p:spPr>
          <a:xfrm>
            <a:off x="-1996954" y="-2490492"/>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B914B818-EAEE-5B46-AC9D-B495FEDA7EE4}"/>
              </a:ext>
            </a:extLst>
          </p:cNvPr>
          <p:cNvSpPr/>
          <p:nvPr/>
        </p:nvSpPr>
        <p:spPr>
          <a:xfrm>
            <a:off x="1815712" y="2179329"/>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4AD6EA7C-AA92-2D42-9A55-50820B28D04B}"/>
              </a:ext>
            </a:extLst>
          </p:cNvPr>
          <p:cNvSpPr/>
          <p:nvPr/>
        </p:nvSpPr>
        <p:spPr>
          <a:xfrm>
            <a:off x="9446055" y="-1229677"/>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9D4CD1FD-C342-6948-AFEF-34D68D2CF88F}"/>
              </a:ext>
            </a:extLst>
          </p:cNvPr>
          <p:cNvSpPr/>
          <p:nvPr/>
        </p:nvSpPr>
        <p:spPr>
          <a:xfrm>
            <a:off x="3518189" y="200268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7B0C8205-E7E1-3141-9A73-68AAFE2A57CD}"/>
              </a:ext>
            </a:extLst>
          </p:cNvPr>
          <p:cNvSpPr/>
          <p:nvPr/>
        </p:nvSpPr>
        <p:spPr>
          <a:xfrm>
            <a:off x="1639066" y="3779897"/>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AAB35EDD-2FE0-7246-8314-C84A5A6304F6}"/>
              </a:ext>
            </a:extLst>
          </p:cNvPr>
          <p:cNvSpPr txBox="1"/>
          <p:nvPr/>
        </p:nvSpPr>
        <p:spPr>
          <a:xfrm>
            <a:off x="3973742" y="2448323"/>
            <a:ext cx="6232796" cy="1107996"/>
          </a:xfrm>
          <a:prstGeom prst="rect">
            <a:avLst/>
          </a:prstGeom>
          <a:noFill/>
        </p:spPr>
        <p:txBody>
          <a:bodyPr wrap="none" rtlCol="0">
            <a:spAutoFit/>
          </a:bodyPr>
          <a:lstStyle/>
          <a:p>
            <a:r>
              <a:rPr kumimoji="1" lang="zh-CN" altLang="en-US" sz="660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rPr>
              <a:t>请在此输入标题</a:t>
            </a:r>
          </a:p>
        </p:txBody>
      </p:sp>
      <p:sp>
        <p:nvSpPr>
          <p:cNvPr id="17" name="文本框 16">
            <a:extLst>
              <a:ext uri="{FF2B5EF4-FFF2-40B4-BE49-F238E27FC236}">
                <a16:creationId xmlns:a16="http://schemas.microsoft.com/office/drawing/2014/main" id="{895AAAF7-2E71-994D-8339-16BE6C8556AC}"/>
              </a:ext>
            </a:extLst>
          </p:cNvPr>
          <p:cNvSpPr txBox="1"/>
          <p:nvPr/>
        </p:nvSpPr>
        <p:spPr>
          <a:xfrm>
            <a:off x="3983258" y="3522519"/>
            <a:ext cx="6192981" cy="553998"/>
          </a:xfrm>
          <a:prstGeom prst="rect">
            <a:avLst/>
          </a:prstGeom>
          <a:noFill/>
        </p:spPr>
        <p:txBody>
          <a:bodyPr wrap="square" rtlCol="0">
            <a:spAutoFit/>
          </a:bodyPr>
          <a:lstStyle/>
          <a:p>
            <a:pPr>
              <a:lnSpc>
                <a:spcPct val="150000"/>
              </a:lnSpc>
            </a:pPr>
            <a:r>
              <a:rPr kumimoji="1" lang="en" altLang="zh-CN" sz="1000" dirty="0">
                <a:solidFill>
                  <a:schemeClr val="tx1">
                    <a:lumMod val="50000"/>
                    <a:lumOff val="50000"/>
                  </a:schemeClr>
                </a:solidFill>
                <a:latin typeface="思源黑体 CN ExtraLight" panose="020B0200000000000000" pitchFamily="34" charset="-122"/>
                <a:ea typeface="思源黑体 CN ExtraLight" panose="020B0200000000000000" pitchFamily="34" charset="-122"/>
              </a:rPr>
              <a:t>your content is entered here, or by copying your text, select paste in this box and choose to retain only text. your content is typed here, or by copying your text, select paste in this box.</a:t>
            </a:r>
          </a:p>
        </p:txBody>
      </p:sp>
      <p:sp>
        <p:nvSpPr>
          <p:cNvPr id="18" name="文本框 17">
            <a:extLst>
              <a:ext uri="{FF2B5EF4-FFF2-40B4-BE49-F238E27FC236}">
                <a16:creationId xmlns:a16="http://schemas.microsoft.com/office/drawing/2014/main" id="{96D8C71C-92B7-1040-8B69-68AC2D75861D}"/>
              </a:ext>
            </a:extLst>
          </p:cNvPr>
          <p:cNvSpPr txBox="1"/>
          <p:nvPr/>
        </p:nvSpPr>
        <p:spPr>
          <a:xfrm>
            <a:off x="2318834" y="2504880"/>
            <a:ext cx="1037463" cy="1015663"/>
          </a:xfrm>
          <a:prstGeom prst="rect">
            <a:avLst/>
          </a:prstGeom>
          <a:noFill/>
        </p:spPr>
        <p:txBody>
          <a:bodyPr wrap="none" rtlCol="0">
            <a:spAutoFit/>
          </a:bodyPr>
          <a:lstStyle/>
          <a:p>
            <a:r>
              <a:rPr kumimoji="1" lang="en-US" altLang="zh-CN" sz="6000">
                <a:solidFill>
                  <a:schemeClr val="tx1">
                    <a:lumMod val="75000"/>
                    <a:lumOff val="25000"/>
                  </a:schemeClr>
                </a:solidFill>
                <a:latin typeface="+mn-ea"/>
              </a:rPr>
              <a:t>04</a:t>
            </a:r>
            <a:endParaRPr kumimoji="1" lang="zh-CN" altLang="en-US" sz="6000" dirty="0">
              <a:solidFill>
                <a:schemeClr val="tx1">
                  <a:lumMod val="75000"/>
                  <a:lumOff val="25000"/>
                </a:schemeClr>
              </a:solidFill>
              <a:latin typeface="+mn-ea"/>
            </a:endParaRPr>
          </a:p>
        </p:txBody>
      </p:sp>
    </p:spTree>
    <p:extLst>
      <p:ext uri="{BB962C8B-B14F-4D97-AF65-F5344CB8AC3E}">
        <p14:creationId xmlns:p14="http://schemas.microsoft.com/office/powerpoint/2010/main" val="194025605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checkerboard(across)">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椭圆 34">
            <a:extLst>
              <a:ext uri="{FF2B5EF4-FFF2-40B4-BE49-F238E27FC236}">
                <a16:creationId xmlns:a16="http://schemas.microsoft.com/office/drawing/2014/main" id="{3FF2EAE7-9041-2049-A39E-06F0723B0D53}"/>
              </a:ext>
            </a:extLst>
          </p:cNvPr>
          <p:cNvSpPr/>
          <p:nvPr/>
        </p:nvSpPr>
        <p:spPr>
          <a:xfrm>
            <a:off x="3183554" y="1520293"/>
            <a:ext cx="1405263" cy="1405263"/>
          </a:xfrm>
          <a:prstGeom prst="ellipse">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a:extLst>
              <a:ext uri="{FF2B5EF4-FFF2-40B4-BE49-F238E27FC236}">
                <a16:creationId xmlns:a16="http://schemas.microsoft.com/office/drawing/2014/main" id="{801338C4-3102-524C-A2B7-1E4D7CCC693D}"/>
              </a:ext>
            </a:extLst>
          </p:cNvPr>
          <p:cNvSpPr/>
          <p:nvPr/>
        </p:nvSpPr>
        <p:spPr>
          <a:xfrm>
            <a:off x="1727033" y="2816499"/>
            <a:ext cx="1405263" cy="1405263"/>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a:extLst>
              <a:ext uri="{FF2B5EF4-FFF2-40B4-BE49-F238E27FC236}">
                <a16:creationId xmlns:a16="http://schemas.microsoft.com/office/drawing/2014/main" id="{8758DEB9-0B27-1D43-BDA4-2EDA29F73B16}"/>
              </a:ext>
            </a:extLst>
          </p:cNvPr>
          <p:cNvSpPr/>
          <p:nvPr/>
        </p:nvSpPr>
        <p:spPr>
          <a:xfrm>
            <a:off x="4690736" y="2812312"/>
            <a:ext cx="1405263" cy="1405263"/>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a:extLst>
              <a:ext uri="{FF2B5EF4-FFF2-40B4-BE49-F238E27FC236}">
                <a16:creationId xmlns:a16="http://schemas.microsoft.com/office/drawing/2014/main" id="{647BAF76-5DA7-1D45-852F-EA9CF31B9C53}"/>
              </a:ext>
            </a:extLst>
          </p:cNvPr>
          <p:cNvSpPr/>
          <p:nvPr/>
        </p:nvSpPr>
        <p:spPr>
          <a:xfrm>
            <a:off x="2340591" y="4591266"/>
            <a:ext cx="1405263" cy="140526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a:extLst>
              <a:ext uri="{FF2B5EF4-FFF2-40B4-BE49-F238E27FC236}">
                <a16:creationId xmlns:a16="http://schemas.microsoft.com/office/drawing/2014/main" id="{65E4A72E-1F91-7347-9DA0-62AE46D34D92}"/>
              </a:ext>
            </a:extLst>
          </p:cNvPr>
          <p:cNvSpPr/>
          <p:nvPr/>
        </p:nvSpPr>
        <p:spPr>
          <a:xfrm>
            <a:off x="4205926" y="4591266"/>
            <a:ext cx="1405263" cy="1405263"/>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上箭头 39">
            <a:extLst>
              <a:ext uri="{FF2B5EF4-FFF2-40B4-BE49-F238E27FC236}">
                <a16:creationId xmlns:a16="http://schemas.microsoft.com/office/drawing/2014/main" id="{E1F2EFEC-BBCD-E648-B0C0-624FE5A525B3}"/>
              </a:ext>
            </a:extLst>
          </p:cNvPr>
          <p:cNvSpPr/>
          <p:nvPr/>
        </p:nvSpPr>
        <p:spPr>
          <a:xfrm rot="2700000">
            <a:off x="2854850" y="2568655"/>
            <a:ext cx="214435" cy="291485"/>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上箭头 40">
            <a:extLst>
              <a:ext uri="{FF2B5EF4-FFF2-40B4-BE49-F238E27FC236}">
                <a16:creationId xmlns:a16="http://schemas.microsoft.com/office/drawing/2014/main" id="{2214F45D-7685-D446-886A-6CC8CC9C9C44}"/>
              </a:ext>
            </a:extLst>
          </p:cNvPr>
          <p:cNvSpPr/>
          <p:nvPr/>
        </p:nvSpPr>
        <p:spPr>
          <a:xfrm rot="8100000">
            <a:off x="4763972" y="2568654"/>
            <a:ext cx="214435" cy="291485"/>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上箭头 41">
            <a:extLst>
              <a:ext uri="{FF2B5EF4-FFF2-40B4-BE49-F238E27FC236}">
                <a16:creationId xmlns:a16="http://schemas.microsoft.com/office/drawing/2014/main" id="{27365692-C043-0046-B7E9-7BC5F2E273B2}"/>
              </a:ext>
            </a:extLst>
          </p:cNvPr>
          <p:cNvSpPr/>
          <p:nvPr/>
        </p:nvSpPr>
        <p:spPr>
          <a:xfrm rot="13500000">
            <a:off x="4937232" y="4226370"/>
            <a:ext cx="214435" cy="291485"/>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上箭头 42">
            <a:extLst>
              <a:ext uri="{FF2B5EF4-FFF2-40B4-BE49-F238E27FC236}">
                <a16:creationId xmlns:a16="http://schemas.microsoft.com/office/drawing/2014/main" id="{2E46EAAA-B94A-AE46-977A-B48BCCAE6BFE}"/>
              </a:ext>
            </a:extLst>
          </p:cNvPr>
          <p:cNvSpPr/>
          <p:nvPr/>
        </p:nvSpPr>
        <p:spPr>
          <a:xfrm rot="18900000">
            <a:off x="2789524" y="4210031"/>
            <a:ext cx="214435" cy="291485"/>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上箭头 43">
            <a:extLst>
              <a:ext uri="{FF2B5EF4-FFF2-40B4-BE49-F238E27FC236}">
                <a16:creationId xmlns:a16="http://schemas.microsoft.com/office/drawing/2014/main" id="{FF433B1A-3301-CF42-AD76-A21D28D034A0}"/>
              </a:ext>
            </a:extLst>
          </p:cNvPr>
          <p:cNvSpPr/>
          <p:nvPr/>
        </p:nvSpPr>
        <p:spPr>
          <a:xfrm rot="16200000">
            <a:off x="3868672" y="5148154"/>
            <a:ext cx="214435" cy="291485"/>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B88AD7CF-6E06-774D-9DB0-92E586763D3A}"/>
              </a:ext>
            </a:extLst>
          </p:cNvPr>
          <p:cNvSpPr txBox="1"/>
          <p:nvPr/>
        </p:nvSpPr>
        <p:spPr>
          <a:xfrm>
            <a:off x="3365048" y="1988009"/>
            <a:ext cx="1042273" cy="338554"/>
          </a:xfrm>
          <a:prstGeom prst="rect">
            <a:avLst/>
          </a:prstGeom>
          <a:noFill/>
        </p:spPr>
        <p:txBody>
          <a:bodyPr wrap="none" rtlCol="0">
            <a:spAutoFit/>
          </a:bodyPr>
          <a:lstStyle/>
          <a:p>
            <a:r>
              <a:rPr kumimoji="1" lang="en-US" altLang="zh-CN" sz="1600" dirty="0">
                <a:solidFill>
                  <a:schemeClr val="bg1"/>
                </a:solidFill>
                <a:latin typeface="+mj-ea"/>
                <a:ea typeface="+mj-ea"/>
              </a:rPr>
              <a:t>TITLE</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1</a:t>
            </a:r>
            <a:endParaRPr kumimoji="1" lang="zh-CN" altLang="en-US" sz="1600" dirty="0">
              <a:solidFill>
                <a:schemeClr val="bg1"/>
              </a:solidFill>
              <a:latin typeface="+mj-ea"/>
              <a:ea typeface="+mj-ea"/>
            </a:endParaRPr>
          </a:p>
        </p:txBody>
      </p:sp>
      <p:sp>
        <p:nvSpPr>
          <p:cNvPr id="46" name="文本框 45">
            <a:extLst>
              <a:ext uri="{FF2B5EF4-FFF2-40B4-BE49-F238E27FC236}">
                <a16:creationId xmlns:a16="http://schemas.microsoft.com/office/drawing/2014/main" id="{AFD0F681-2B23-8A40-A691-B65A5EE4F19D}"/>
              </a:ext>
            </a:extLst>
          </p:cNvPr>
          <p:cNvSpPr txBox="1"/>
          <p:nvPr/>
        </p:nvSpPr>
        <p:spPr>
          <a:xfrm>
            <a:off x="4934404" y="3333579"/>
            <a:ext cx="104227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2</a:t>
            </a:r>
            <a:endParaRPr kumimoji="1" lang="zh-CN" altLang="en-US" sz="1600" dirty="0">
              <a:solidFill>
                <a:schemeClr val="tx1">
                  <a:lumMod val="75000"/>
                  <a:lumOff val="25000"/>
                </a:schemeClr>
              </a:solidFill>
              <a:latin typeface="+mj-ea"/>
              <a:ea typeface="+mj-ea"/>
            </a:endParaRPr>
          </a:p>
        </p:txBody>
      </p:sp>
      <p:sp>
        <p:nvSpPr>
          <p:cNvPr id="47" name="文本框 46">
            <a:extLst>
              <a:ext uri="{FF2B5EF4-FFF2-40B4-BE49-F238E27FC236}">
                <a16:creationId xmlns:a16="http://schemas.microsoft.com/office/drawing/2014/main" id="{E4545025-3165-B54F-B95F-E30C6F2136F1}"/>
              </a:ext>
            </a:extLst>
          </p:cNvPr>
          <p:cNvSpPr txBox="1"/>
          <p:nvPr/>
        </p:nvSpPr>
        <p:spPr>
          <a:xfrm>
            <a:off x="4413267" y="5092989"/>
            <a:ext cx="104227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 - 3</a:t>
            </a:r>
          </a:p>
        </p:txBody>
      </p:sp>
      <p:sp>
        <p:nvSpPr>
          <p:cNvPr id="48" name="文本框 47">
            <a:extLst>
              <a:ext uri="{FF2B5EF4-FFF2-40B4-BE49-F238E27FC236}">
                <a16:creationId xmlns:a16="http://schemas.microsoft.com/office/drawing/2014/main" id="{B8D85CB6-866C-BC42-B241-4F0B28BF672D}"/>
              </a:ext>
            </a:extLst>
          </p:cNvPr>
          <p:cNvSpPr txBox="1"/>
          <p:nvPr/>
        </p:nvSpPr>
        <p:spPr>
          <a:xfrm>
            <a:off x="2479741" y="5092989"/>
            <a:ext cx="1042273" cy="338554"/>
          </a:xfrm>
          <a:prstGeom prst="rect">
            <a:avLst/>
          </a:prstGeom>
          <a:noFill/>
        </p:spPr>
        <p:txBody>
          <a:bodyPr wrap="none" rtlCol="0">
            <a:spAutoFit/>
          </a:bodyPr>
          <a:lstStyle/>
          <a:p>
            <a:r>
              <a:rPr kumimoji="1" lang="en-US" altLang="zh-CN" sz="1600" dirty="0">
                <a:solidFill>
                  <a:schemeClr val="bg1"/>
                </a:solidFill>
                <a:latin typeface="+mj-ea"/>
                <a:ea typeface="+mj-ea"/>
              </a:rPr>
              <a:t>TITLE</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4</a:t>
            </a:r>
            <a:endParaRPr kumimoji="1" lang="zh-CN" altLang="en-US" sz="1600" dirty="0">
              <a:solidFill>
                <a:schemeClr val="bg1"/>
              </a:solidFill>
              <a:latin typeface="+mj-ea"/>
              <a:ea typeface="+mj-ea"/>
            </a:endParaRPr>
          </a:p>
        </p:txBody>
      </p:sp>
      <p:sp>
        <p:nvSpPr>
          <p:cNvPr id="49" name="文本框 48">
            <a:extLst>
              <a:ext uri="{FF2B5EF4-FFF2-40B4-BE49-F238E27FC236}">
                <a16:creationId xmlns:a16="http://schemas.microsoft.com/office/drawing/2014/main" id="{64BC4AE7-F537-CB4B-92F4-72D314214377}"/>
              </a:ext>
            </a:extLst>
          </p:cNvPr>
          <p:cNvSpPr txBox="1"/>
          <p:nvPr/>
        </p:nvSpPr>
        <p:spPr>
          <a:xfrm>
            <a:off x="1854468" y="3327424"/>
            <a:ext cx="104227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5</a:t>
            </a:r>
            <a:endParaRPr kumimoji="1" lang="zh-CN" altLang="en-US" sz="1600" dirty="0">
              <a:solidFill>
                <a:schemeClr val="tx1">
                  <a:lumMod val="75000"/>
                  <a:lumOff val="25000"/>
                </a:schemeClr>
              </a:solidFill>
              <a:latin typeface="+mj-ea"/>
              <a:ea typeface="+mj-ea"/>
            </a:endParaRPr>
          </a:p>
        </p:txBody>
      </p:sp>
      <p:sp>
        <p:nvSpPr>
          <p:cNvPr id="50" name="文本框 49">
            <a:extLst>
              <a:ext uri="{FF2B5EF4-FFF2-40B4-BE49-F238E27FC236}">
                <a16:creationId xmlns:a16="http://schemas.microsoft.com/office/drawing/2014/main" id="{369A2663-2ADC-2F4F-8088-D9FA374DCC80}"/>
              </a:ext>
            </a:extLst>
          </p:cNvPr>
          <p:cNvSpPr txBox="1"/>
          <p:nvPr/>
        </p:nvSpPr>
        <p:spPr>
          <a:xfrm>
            <a:off x="7033153" y="2465499"/>
            <a:ext cx="3575853" cy="599267"/>
          </a:xfrm>
          <a:prstGeom prst="rect">
            <a:avLst/>
          </a:prstGeom>
          <a:noFill/>
        </p:spPr>
        <p:txBody>
          <a:bodyPr wrap="square">
            <a:spAutoFit/>
          </a:bodyPr>
          <a:lstStyle/>
          <a:p>
            <a:pPr marL="171450" indent="-171450">
              <a:lnSpc>
                <a:spcPct val="150000"/>
              </a:lnSpc>
              <a:buFont typeface="Arial" panose="020B0604020202020204" pitchFamily="34" charset="0"/>
              <a:buChar char="•"/>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a:t>
            </a:r>
          </a:p>
        </p:txBody>
      </p:sp>
      <p:sp>
        <p:nvSpPr>
          <p:cNvPr id="51" name="文本框 50">
            <a:extLst>
              <a:ext uri="{FF2B5EF4-FFF2-40B4-BE49-F238E27FC236}">
                <a16:creationId xmlns:a16="http://schemas.microsoft.com/office/drawing/2014/main" id="{33A35591-035E-564B-A318-D924428FA243}"/>
              </a:ext>
            </a:extLst>
          </p:cNvPr>
          <p:cNvSpPr txBox="1"/>
          <p:nvPr/>
        </p:nvSpPr>
        <p:spPr>
          <a:xfrm>
            <a:off x="7033153" y="3371582"/>
            <a:ext cx="3575853" cy="613694"/>
          </a:xfrm>
          <a:prstGeom prst="rect">
            <a:avLst/>
          </a:prstGeom>
          <a:noFill/>
        </p:spPr>
        <p:txBody>
          <a:bodyPr wrap="square">
            <a:spAutoFit/>
          </a:bodyPr>
          <a:lstStyle/>
          <a:p>
            <a:pPr marL="171450" indent="-171450">
              <a:lnSpc>
                <a:spcPct val="150000"/>
              </a:lnSpc>
              <a:buFont typeface="Arial" panose="020B0604020202020204" pitchFamily="34" charset="0"/>
              <a:buChar char="•"/>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a:t>
            </a:r>
          </a:p>
        </p:txBody>
      </p:sp>
      <p:sp>
        <p:nvSpPr>
          <p:cNvPr id="52" name="文本框 51">
            <a:extLst>
              <a:ext uri="{FF2B5EF4-FFF2-40B4-BE49-F238E27FC236}">
                <a16:creationId xmlns:a16="http://schemas.microsoft.com/office/drawing/2014/main" id="{C155680A-DD93-6445-AEB6-1DA93189BCB8}"/>
              </a:ext>
            </a:extLst>
          </p:cNvPr>
          <p:cNvSpPr txBox="1"/>
          <p:nvPr/>
        </p:nvSpPr>
        <p:spPr>
          <a:xfrm>
            <a:off x="7033153" y="4279130"/>
            <a:ext cx="3575853" cy="613694"/>
          </a:xfrm>
          <a:prstGeom prst="rect">
            <a:avLst/>
          </a:prstGeom>
          <a:noFill/>
        </p:spPr>
        <p:txBody>
          <a:bodyPr wrap="square">
            <a:spAutoFit/>
          </a:bodyPr>
          <a:lstStyle/>
          <a:p>
            <a:pPr marL="171450" indent="-171450">
              <a:lnSpc>
                <a:spcPct val="150000"/>
              </a:lnSpc>
              <a:buFont typeface="Arial" panose="020B0604020202020204" pitchFamily="34" charset="0"/>
              <a:buChar char="•"/>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a:t>
            </a:r>
          </a:p>
        </p:txBody>
      </p:sp>
      <p:sp>
        <p:nvSpPr>
          <p:cNvPr id="53" name="文本框 52">
            <a:extLst>
              <a:ext uri="{FF2B5EF4-FFF2-40B4-BE49-F238E27FC236}">
                <a16:creationId xmlns:a16="http://schemas.microsoft.com/office/drawing/2014/main" id="{D46A90EE-DD05-4D42-BB8C-E4CB75FF9E58}"/>
              </a:ext>
            </a:extLst>
          </p:cNvPr>
          <p:cNvSpPr txBox="1"/>
          <p:nvPr/>
        </p:nvSpPr>
        <p:spPr>
          <a:xfrm>
            <a:off x="7033153" y="5186678"/>
            <a:ext cx="3575853" cy="613694"/>
          </a:xfrm>
          <a:prstGeom prst="rect">
            <a:avLst/>
          </a:prstGeom>
          <a:noFill/>
        </p:spPr>
        <p:txBody>
          <a:bodyPr wrap="square">
            <a:spAutoFit/>
          </a:bodyPr>
          <a:lstStyle/>
          <a:p>
            <a:pPr marL="171450" indent="-171450">
              <a:lnSpc>
                <a:spcPct val="150000"/>
              </a:lnSpc>
              <a:buFont typeface="Arial" panose="020B0604020202020204" pitchFamily="34" charset="0"/>
              <a:buChar char="•"/>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a:t>
            </a:r>
          </a:p>
        </p:txBody>
      </p:sp>
      <p:sp>
        <p:nvSpPr>
          <p:cNvPr id="54" name="文本框 53">
            <a:extLst>
              <a:ext uri="{FF2B5EF4-FFF2-40B4-BE49-F238E27FC236}">
                <a16:creationId xmlns:a16="http://schemas.microsoft.com/office/drawing/2014/main" id="{A824E8DA-08D4-E545-A67B-5E406FF01B83}"/>
              </a:ext>
            </a:extLst>
          </p:cNvPr>
          <p:cNvSpPr txBox="1"/>
          <p:nvPr/>
        </p:nvSpPr>
        <p:spPr>
          <a:xfrm>
            <a:off x="7123841" y="1795352"/>
            <a:ext cx="300595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DATA</a:t>
            </a:r>
            <a:endParaRPr kumimoji="1" lang="zh-CN" altLang="en-US" sz="28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2693522169"/>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dissolve">
                                      <p:cBhvr>
                                        <p:cTn id="10" dur="500"/>
                                        <p:tgtEl>
                                          <p:spTgt spid="3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dissolve">
                                      <p:cBhvr>
                                        <p:cTn id="13" dur="500"/>
                                        <p:tgtEl>
                                          <p:spTgt spid="3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dissolve">
                                      <p:cBhvr>
                                        <p:cTn id="16" dur="500"/>
                                        <p:tgtEl>
                                          <p:spTgt spid="3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dissolve">
                                      <p:cBhvr>
                                        <p:cTn id="19" dur="500"/>
                                        <p:tgtEl>
                                          <p:spTgt spid="3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dissolve">
                                      <p:cBhvr>
                                        <p:cTn id="22" dur="500"/>
                                        <p:tgtEl>
                                          <p:spTgt spid="4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dissolve">
                                      <p:cBhvr>
                                        <p:cTn id="25" dur="500"/>
                                        <p:tgtEl>
                                          <p:spTgt spid="4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dissolve">
                                      <p:cBhvr>
                                        <p:cTn id="28" dur="500"/>
                                        <p:tgtEl>
                                          <p:spTgt spid="4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dissolve">
                                      <p:cBhvr>
                                        <p:cTn id="31" dur="500"/>
                                        <p:tgtEl>
                                          <p:spTgt spid="4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dissolve">
                                      <p:cBhvr>
                                        <p:cTn id="34" dur="500"/>
                                        <p:tgtEl>
                                          <p:spTgt spid="4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dissolve">
                                      <p:cBhvr>
                                        <p:cTn id="37" dur="500"/>
                                        <p:tgtEl>
                                          <p:spTgt spid="4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dissolve">
                                      <p:cBhvr>
                                        <p:cTn id="40" dur="500"/>
                                        <p:tgtEl>
                                          <p:spTgt spid="4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dissolve">
                                      <p:cBhvr>
                                        <p:cTn id="46" dur="500"/>
                                        <p:tgtEl>
                                          <p:spTgt spid="4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dissolve">
                                      <p:cBhvr>
                                        <p:cTn id="49" dur="500"/>
                                        <p:tgtEl>
                                          <p:spTgt spid="4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dissolve">
                                      <p:cBhvr>
                                        <p:cTn id="52" dur="500"/>
                                        <p:tgtEl>
                                          <p:spTgt spid="5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dissolve">
                                      <p:cBhvr>
                                        <p:cTn id="55" dur="500"/>
                                        <p:tgtEl>
                                          <p:spTgt spid="5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dissolve">
                                      <p:cBhvr>
                                        <p:cTn id="58" dur="500"/>
                                        <p:tgtEl>
                                          <p:spTgt spid="52"/>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dissolve">
                                      <p:cBhvr>
                                        <p:cTn id="61" dur="500"/>
                                        <p:tgtEl>
                                          <p:spTgt spid="53"/>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dissolve">
                                      <p:cBhvr>
                                        <p:cTn id="6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p:bldP spid="46" grpId="0"/>
      <p:bldP spid="47" grpId="0"/>
      <p:bldP spid="48" grpId="0"/>
      <p:bldP spid="49" grpId="0"/>
      <p:bldP spid="50" grpId="0"/>
      <p:bldP spid="51" grpId="0"/>
      <p:bldP spid="52" grpId="0"/>
      <p:bldP spid="53" grpId="0"/>
      <p:bldP spid="5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B6C934FD-C6D7-4C4B-A43D-DF7C65B39642}"/>
              </a:ext>
            </a:extLst>
          </p:cNvPr>
          <p:cNvSpPr txBox="1"/>
          <p:nvPr/>
        </p:nvSpPr>
        <p:spPr>
          <a:xfrm>
            <a:off x="7133362" y="1760543"/>
            <a:ext cx="3008325" cy="937180"/>
          </a:xfrm>
          <a:prstGeom prst="rect">
            <a:avLst/>
          </a:prstGeom>
          <a:noFill/>
        </p:spPr>
        <p:txBody>
          <a:bodyPr wrap="square" rtlCol="0">
            <a:spAutoFit/>
          </a:bodyPr>
          <a:lstStyle/>
          <a:p>
            <a:pPr>
              <a:lnSpc>
                <a:spcPct val="150000"/>
              </a:lnSpc>
            </a:pPr>
            <a:r>
              <a:rPr kumimoji="1" lang="zh-CN" altLang="en-US" sz="2000" b="1" dirty="0">
                <a:solidFill>
                  <a:schemeClr val="tx1">
                    <a:lumMod val="75000"/>
                    <a:lumOff val="25000"/>
                  </a:schemeClr>
                </a:solidFill>
                <a:latin typeface="+mj-ea"/>
                <a:ea typeface="+mj-ea"/>
                <a:cs typeface="+mn-ea"/>
                <a:sym typeface="+mn-lt"/>
              </a:rPr>
              <a:t>请在此输入</a:t>
            </a:r>
            <a:endParaRPr kumimoji="1" lang="en-US" altLang="zh-CN" sz="2000" b="1" dirty="0">
              <a:solidFill>
                <a:schemeClr val="tx1">
                  <a:lumMod val="75000"/>
                  <a:lumOff val="25000"/>
                </a:schemeClr>
              </a:solidFill>
              <a:latin typeface="+mj-ea"/>
              <a:ea typeface="+mj-ea"/>
              <a:cs typeface="+mn-ea"/>
              <a:sym typeface="+mn-lt"/>
            </a:endParaRPr>
          </a:p>
          <a:p>
            <a:pPr>
              <a:lnSpc>
                <a:spcPct val="150000"/>
              </a:lnSpc>
            </a:pPr>
            <a:r>
              <a:rPr kumimoji="1" lang="zh-CN" altLang="en-US" sz="2000" b="1" dirty="0">
                <a:solidFill>
                  <a:schemeClr val="tx1">
                    <a:lumMod val="75000"/>
                    <a:lumOff val="25000"/>
                  </a:schemeClr>
                </a:solidFill>
                <a:latin typeface="+mj-ea"/>
                <a:ea typeface="+mj-ea"/>
                <a:cs typeface="+mn-ea"/>
                <a:sym typeface="+mn-lt"/>
              </a:rPr>
              <a:t>标题文字内容</a:t>
            </a:r>
          </a:p>
        </p:txBody>
      </p:sp>
      <p:sp>
        <p:nvSpPr>
          <p:cNvPr id="17" name="文本框 16">
            <a:extLst>
              <a:ext uri="{FF2B5EF4-FFF2-40B4-BE49-F238E27FC236}">
                <a16:creationId xmlns:a16="http://schemas.microsoft.com/office/drawing/2014/main" id="{15343FB4-A958-2A45-9DC4-64DCEFCDD8AD}"/>
              </a:ext>
            </a:extLst>
          </p:cNvPr>
          <p:cNvSpPr txBox="1"/>
          <p:nvPr/>
        </p:nvSpPr>
        <p:spPr>
          <a:xfrm>
            <a:off x="7133361" y="2927052"/>
            <a:ext cx="4372334" cy="1064843"/>
          </a:xfrm>
          <a:prstGeom prst="rect">
            <a:avLst/>
          </a:prstGeom>
          <a:noFill/>
        </p:spPr>
        <p:txBody>
          <a:bodyPr wrap="square" rtlCol="0">
            <a:spAutoFit/>
          </a:bodyPr>
          <a:lstStyle/>
          <a:p>
            <a:pPr>
              <a:lnSpc>
                <a:spcPct val="150000"/>
              </a:lnSpc>
            </a:pPr>
            <a:r>
              <a:rPr kumimoji="1" lang="zh-CN" altLang="en-US" sz="1100" dirty="0">
                <a:solidFill>
                  <a:schemeClr val="tx1">
                    <a:lumMod val="75000"/>
                    <a:lumOff val="25000"/>
                  </a:schemeClr>
                </a:solidFill>
                <a:latin typeface="+mn-ea"/>
              </a:rPr>
              <a:t>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模板，请在此输入您需要的文字内容，感谢您使用我们的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模板，感谢您使用我们的</a:t>
            </a:r>
            <a:r>
              <a:rPr kumimoji="1" lang="en" altLang="zh-CN" sz="1100" dirty="0">
                <a:solidFill>
                  <a:schemeClr val="tx1">
                    <a:lumMod val="75000"/>
                    <a:lumOff val="25000"/>
                  </a:schemeClr>
                </a:solidFill>
                <a:latin typeface="+mn-ea"/>
              </a:rPr>
              <a:t>PPT</a:t>
            </a:r>
            <a:r>
              <a:rPr kumimoji="1" lang="zh-CN" altLang="en-US" sz="1100" dirty="0">
                <a:solidFill>
                  <a:schemeClr val="tx1">
                    <a:lumMod val="75000"/>
                    <a:lumOff val="25000"/>
                  </a:schemeClr>
                </a:solidFill>
                <a:latin typeface="+mn-ea"/>
              </a:rPr>
              <a:t>模板。</a:t>
            </a:r>
          </a:p>
        </p:txBody>
      </p:sp>
      <p:sp>
        <p:nvSpPr>
          <p:cNvPr id="18" name="圆角矩形 17">
            <a:extLst>
              <a:ext uri="{FF2B5EF4-FFF2-40B4-BE49-F238E27FC236}">
                <a16:creationId xmlns:a16="http://schemas.microsoft.com/office/drawing/2014/main" id="{7F8D0E8D-AE3D-DD4D-8D06-871D7FAE64E0}"/>
              </a:ext>
            </a:extLst>
          </p:cNvPr>
          <p:cNvSpPr/>
          <p:nvPr/>
        </p:nvSpPr>
        <p:spPr>
          <a:xfrm>
            <a:off x="7280018" y="4674045"/>
            <a:ext cx="1361872" cy="44244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95EFD63-8C2C-D542-83AE-FA5173C6C250}"/>
              </a:ext>
            </a:extLst>
          </p:cNvPr>
          <p:cNvSpPr txBox="1"/>
          <p:nvPr/>
        </p:nvSpPr>
        <p:spPr>
          <a:xfrm>
            <a:off x="2710980" y="2170248"/>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20" name="文本框 19">
            <a:extLst>
              <a:ext uri="{FF2B5EF4-FFF2-40B4-BE49-F238E27FC236}">
                <a16:creationId xmlns:a16="http://schemas.microsoft.com/office/drawing/2014/main" id="{9CD0FC20-C32D-214A-A02E-02052ED4B469}"/>
              </a:ext>
            </a:extLst>
          </p:cNvPr>
          <p:cNvSpPr txBox="1"/>
          <p:nvPr/>
        </p:nvSpPr>
        <p:spPr>
          <a:xfrm>
            <a:off x="2710980" y="2508802"/>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21" name="文本框 20">
            <a:extLst>
              <a:ext uri="{FF2B5EF4-FFF2-40B4-BE49-F238E27FC236}">
                <a16:creationId xmlns:a16="http://schemas.microsoft.com/office/drawing/2014/main" id="{06B71577-9336-F245-838F-CE1BD9879201}"/>
              </a:ext>
            </a:extLst>
          </p:cNvPr>
          <p:cNvSpPr txBox="1"/>
          <p:nvPr/>
        </p:nvSpPr>
        <p:spPr>
          <a:xfrm>
            <a:off x="7384514" y="4718948"/>
            <a:ext cx="1152880" cy="307777"/>
          </a:xfrm>
          <a:prstGeom prst="rect">
            <a:avLst/>
          </a:prstGeom>
          <a:noFill/>
        </p:spPr>
        <p:txBody>
          <a:bodyPr wrap="none" rtlCol="0">
            <a:spAutoFit/>
          </a:bodyPr>
          <a:lstStyle/>
          <a:p>
            <a:r>
              <a:rPr kumimoji="1" lang="en-US" altLang="zh-CN" sz="1400" dirty="0">
                <a:solidFill>
                  <a:schemeClr val="bg1"/>
                </a:solidFill>
                <a:latin typeface="+mn-ea"/>
              </a:rPr>
              <a:t>TITLE HERE</a:t>
            </a:r>
          </a:p>
        </p:txBody>
      </p:sp>
      <p:sp>
        <p:nvSpPr>
          <p:cNvPr id="22" name="圆角矩形 21">
            <a:extLst>
              <a:ext uri="{FF2B5EF4-FFF2-40B4-BE49-F238E27FC236}">
                <a16:creationId xmlns:a16="http://schemas.microsoft.com/office/drawing/2014/main" id="{9586BAEA-A7E9-5340-98ED-35DB6E8589B1}"/>
              </a:ext>
            </a:extLst>
          </p:cNvPr>
          <p:cNvSpPr/>
          <p:nvPr/>
        </p:nvSpPr>
        <p:spPr>
          <a:xfrm>
            <a:off x="8894133" y="4670369"/>
            <a:ext cx="1361872" cy="44244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C6B1EF89-0829-5048-96E8-684B5D53E6ED}"/>
              </a:ext>
            </a:extLst>
          </p:cNvPr>
          <p:cNvSpPr txBox="1"/>
          <p:nvPr/>
        </p:nvSpPr>
        <p:spPr>
          <a:xfrm>
            <a:off x="8998629" y="4715272"/>
            <a:ext cx="1152880" cy="307777"/>
          </a:xfrm>
          <a:prstGeom prst="rect">
            <a:avLst/>
          </a:prstGeom>
          <a:noFill/>
        </p:spPr>
        <p:txBody>
          <a:bodyPr wrap="none" rtlCol="0">
            <a:spAutoFit/>
          </a:bodyPr>
          <a:lstStyle/>
          <a:p>
            <a:r>
              <a:rPr kumimoji="1" lang="en-US" altLang="zh-CN" sz="1400" dirty="0">
                <a:solidFill>
                  <a:schemeClr val="bg1"/>
                </a:solidFill>
                <a:latin typeface="+mn-ea"/>
              </a:rPr>
              <a:t>TITLE HERE</a:t>
            </a:r>
          </a:p>
        </p:txBody>
      </p:sp>
      <p:sp>
        <p:nvSpPr>
          <p:cNvPr id="24" name="矩形 23">
            <a:extLst>
              <a:ext uri="{FF2B5EF4-FFF2-40B4-BE49-F238E27FC236}">
                <a16:creationId xmlns:a16="http://schemas.microsoft.com/office/drawing/2014/main" id="{0286B699-9F01-AB41-A15E-9D15276F9B5F}"/>
              </a:ext>
            </a:extLst>
          </p:cNvPr>
          <p:cNvSpPr/>
          <p:nvPr/>
        </p:nvSpPr>
        <p:spPr>
          <a:xfrm>
            <a:off x="1828217" y="2131087"/>
            <a:ext cx="4542766" cy="1199827"/>
          </a:xfrm>
          <a:prstGeom prst="rect">
            <a:avLst/>
          </a:prstGeom>
          <a:no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5" name="直线连接符 24">
            <a:extLst>
              <a:ext uri="{FF2B5EF4-FFF2-40B4-BE49-F238E27FC236}">
                <a16:creationId xmlns:a16="http://schemas.microsoft.com/office/drawing/2014/main" id="{57C74A87-45F3-2F43-8789-B045E72BD94D}"/>
              </a:ext>
            </a:extLst>
          </p:cNvPr>
          <p:cNvCxnSpPr>
            <a:cxnSpLocks/>
          </p:cNvCxnSpPr>
          <p:nvPr/>
        </p:nvCxnSpPr>
        <p:spPr>
          <a:xfrm>
            <a:off x="5687202" y="1956633"/>
            <a:ext cx="653127"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4772D775-26E0-A946-8345-CA23E19259AB}"/>
              </a:ext>
            </a:extLst>
          </p:cNvPr>
          <p:cNvSpPr/>
          <p:nvPr/>
        </p:nvSpPr>
        <p:spPr>
          <a:xfrm>
            <a:off x="1115614" y="1891117"/>
            <a:ext cx="1490870" cy="1185300"/>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17A74618-78CD-9648-B38D-C62678273D5B}"/>
              </a:ext>
            </a:extLst>
          </p:cNvPr>
          <p:cNvSpPr/>
          <p:nvPr/>
        </p:nvSpPr>
        <p:spPr>
          <a:xfrm>
            <a:off x="1011118" y="2930056"/>
            <a:ext cx="344145" cy="27360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C112AEDD-597E-584A-9863-D8098B2E6E6B}"/>
              </a:ext>
            </a:extLst>
          </p:cNvPr>
          <p:cNvSpPr txBox="1"/>
          <p:nvPr/>
        </p:nvSpPr>
        <p:spPr>
          <a:xfrm>
            <a:off x="2708851" y="4039405"/>
            <a:ext cx="134844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TITLE</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HERE</a:t>
            </a:r>
            <a:endParaRPr kumimoji="1" lang="zh-CN" altLang="en-US" sz="1600" dirty="0">
              <a:solidFill>
                <a:schemeClr val="tx1">
                  <a:lumMod val="75000"/>
                  <a:lumOff val="25000"/>
                </a:schemeClr>
              </a:solidFill>
              <a:latin typeface="+mj-ea"/>
              <a:ea typeface="+mj-ea"/>
            </a:endParaRPr>
          </a:p>
        </p:txBody>
      </p:sp>
      <p:sp>
        <p:nvSpPr>
          <p:cNvPr id="29" name="文本框 28">
            <a:extLst>
              <a:ext uri="{FF2B5EF4-FFF2-40B4-BE49-F238E27FC236}">
                <a16:creationId xmlns:a16="http://schemas.microsoft.com/office/drawing/2014/main" id="{2249D316-5DA7-0843-BAFB-71F4A25C38DF}"/>
              </a:ext>
            </a:extLst>
          </p:cNvPr>
          <p:cNvSpPr txBox="1"/>
          <p:nvPr/>
        </p:nvSpPr>
        <p:spPr>
          <a:xfrm>
            <a:off x="2708851" y="4377959"/>
            <a:ext cx="3583803" cy="599267"/>
          </a:xfrm>
          <a:prstGeom prst="rect">
            <a:avLst/>
          </a:prstGeom>
          <a:noFill/>
        </p:spPr>
        <p:txBody>
          <a:bodyPr wrap="square" rtlCol="0">
            <a:spAutoFit/>
          </a:bodyPr>
          <a:lstStyle/>
          <a:p>
            <a:pPr>
              <a:lnSpc>
                <a:spcPct val="150000"/>
              </a:lnSpc>
            </a:pP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 altLang="zh-CN"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mn-lt"/>
              </a:rPr>
              <a:t>模板。</a:t>
            </a:r>
          </a:p>
        </p:txBody>
      </p:sp>
      <p:sp>
        <p:nvSpPr>
          <p:cNvPr id="30" name="矩形 29">
            <a:extLst>
              <a:ext uri="{FF2B5EF4-FFF2-40B4-BE49-F238E27FC236}">
                <a16:creationId xmlns:a16="http://schemas.microsoft.com/office/drawing/2014/main" id="{BC799048-12C2-DB43-A2A3-9C90B1B56421}"/>
              </a:ext>
            </a:extLst>
          </p:cNvPr>
          <p:cNvSpPr/>
          <p:nvPr/>
        </p:nvSpPr>
        <p:spPr>
          <a:xfrm>
            <a:off x="1826088" y="4000244"/>
            <a:ext cx="4542766" cy="1199827"/>
          </a:xfrm>
          <a:prstGeom prst="rect">
            <a:avLst/>
          </a:prstGeom>
          <a:no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73BB574B-6D62-5345-91D1-F125B731F38C}"/>
              </a:ext>
            </a:extLst>
          </p:cNvPr>
          <p:cNvCxnSpPr>
            <a:cxnSpLocks/>
          </p:cNvCxnSpPr>
          <p:nvPr/>
        </p:nvCxnSpPr>
        <p:spPr>
          <a:xfrm>
            <a:off x="5685073" y="3825790"/>
            <a:ext cx="653127"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819140A7-23BF-3D4F-B91F-51F21B6DB015}"/>
              </a:ext>
            </a:extLst>
          </p:cNvPr>
          <p:cNvSpPr/>
          <p:nvPr/>
        </p:nvSpPr>
        <p:spPr>
          <a:xfrm>
            <a:off x="1113485" y="3760274"/>
            <a:ext cx="1490870" cy="1185300"/>
          </a:xfrm>
          <a:prstGeom prst="rect">
            <a:avLst/>
          </a:pr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4B1072E0-08D7-CA47-9940-90A363EA1FC7}"/>
              </a:ext>
            </a:extLst>
          </p:cNvPr>
          <p:cNvSpPr/>
          <p:nvPr/>
        </p:nvSpPr>
        <p:spPr>
          <a:xfrm>
            <a:off x="1008989" y="4799213"/>
            <a:ext cx="344145" cy="27360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35819158"/>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blinds(horizontal)">
                                      <p:cBhvr>
                                        <p:cTn id="13" dur="500"/>
                                        <p:tgtEl>
                                          <p:spTgt spid="2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linds(horizontal)">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Arrow Connector 48">
            <a:extLst>
              <a:ext uri="{FF2B5EF4-FFF2-40B4-BE49-F238E27FC236}">
                <a16:creationId xmlns:a16="http://schemas.microsoft.com/office/drawing/2014/main" id="{BA03D21C-289F-A441-8744-71247893BEE6}"/>
              </a:ext>
            </a:extLst>
          </p:cNvPr>
          <p:cNvCxnSpPr/>
          <p:nvPr/>
        </p:nvCxnSpPr>
        <p:spPr>
          <a:xfrm>
            <a:off x="0" y="3641159"/>
            <a:ext cx="10906992" cy="0"/>
          </a:xfrm>
          <a:prstGeom prst="straightConnector1">
            <a:avLst/>
          </a:prstGeom>
          <a:noFill/>
          <a:ln w="114300" cap="flat" cmpd="sng" algn="ctr">
            <a:solidFill>
              <a:schemeClr val="bg1">
                <a:lumMod val="75000"/>
              </a:schemeClr>
            </a:solidFill>
            <a:prstDash val="solid"/>
            <a:miter lim="800000"/>
            <a:tailEnd type="triangle"/>
          </a:ln>
          <a:effectLst/>
        </p:spPr>
      </p:cxnSp>
      <p:sp>
        <p:nvSpPr>
          <p:cNvPr id="25" name="Rectangle 51">
            <a:extLst>
              <a:ext uri="{FF2B5EF4-FFF2-40B4-BE49-F238E27FC236}">
                <a16:creationId xmlns:a16="http://schemas.microsoft.com/office/drawing/2014/main" id="{21411B11-762A-3C43-B885-F34412CE7F69}"/>
              </a:ext>
            </a:extLst>
          </p:cNvPr>
          <p:cNvSpPr/>
          <p:nvPr/>
        </p:nvSpPr>
        <p:spPr>
          <a:xfrm>
            <a:off x="6987118"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26" name="Oval 57">
            <a:extLst>
              <a:ext uri="{FF2B5EF4-FFF2-40B4-BE49-F238E27FC236}">
                <a16:creationId xmlns:a16="http://schemas.microsoft.com/office/drawing/2014/main" id="{46C154AC-4AF1-3A41-94E8-2DF456275873}"/>
              </a:ext>
            </a:extLst>
          </p:cNvPr>
          <p:cNvSpPr/>
          <p:nvPr/>
        </p:nvSpPr>
        <p:spPr>
          <a:xfrm>
            <a:off x="8945393"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27" name="Rectangle 72">
            <a:extLst>
              <a:ext uri="{FF2B5EF4-FFF2-40B4-BE49-F238E27FC236}">
                <a16:creationId xmlns:a16="http://schemas.microsoft.com/office/drawing/2014/main" id="{5FE92593-FE89-6842-AE2D-396AECD0518F}"/>
              </a:ext>
            </a:extLst>
          </p:cNvPr>
          <p:cNvSpPr/>
          <p:nvPr/>
        </p:nvSpPr>
        <p:spPr>
          <a:xfrm>
            <a:off x="6987118"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28" name="Oval 78">
            <a:extLst>
              <a:ext uri="{FF2B5EF4-FFF2-40B4-BE49-F238E27FC236}">
                <a16:creationId xmlns:a16="http://schemas.microsoft.com/office/drawing/2014/main" id="{017D1101-7ACA-2C47-8F88-652B042702BB}"/>
              </a:ext>
            </a:extLst>
          </p:cNvPr>
          <p:cNvSpPr/>
          <p:nvPr/>
        </p:nvSpPr>
        <p:spPr>
          <a:xfrm>
            <a:off x="8945393"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29" name="Rectangle 50">
            <a:extLst>
              <a:ext uri="{FF2B5EF4-FFF2-40B4-BE49-F238E27FC236}">
                <a16:creationId xmlns:a16="http://schemas.microsoft.com/office/drawing/2014/main" id="{CC47D306-A8D4-8140-BA64-0C1B9FDFDFCC}"/>
              </a:ext>
            </a:extLst>
          </p:cNvPr>
          <p:cNvSpPr/>
          <p:nvPr/>
        </p:nvSpPr>
        <p:spPr>
          <a:xfrm>
            <a:off x="4904661"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0" name="Oval 56">
            <a:extLst>
              <a:ext uri="{FF2B5EF4-FFF2-40B4-BE49-F238E27FC236}">
                <a16:creationId xmlns:a16="http://schemas.microsoft.com/office/drawing/2014/main" id="{55D043A2-570F-304B-BE14-98F8E747950C}"/>
              </a:ext>
            </a:extLst>
          </p:cNvPr>
          <p:cNvSpPr/>
          <p:nvPr/>
        </p:nvSpPr>
        <p:spPr>
          <a:xfrm>
            <a:off x="6862936"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1" name="Rectangle 71">
            <a:extLst>
              <a:ext uri="{FF2B5EF4-FFF2-40B4-BE49-F238E27FC236}">
                <a16:creationId xmlns:a16="http://schemas.microsoft.com/office/drawing/2014/main" id="{A609DEDA-53AC-A247-9AD6-0B8F3542DDE7}"/>
              </a:ext>
            </a:extLst>
          </p:cNvPr>
          <p:cNvSpPr/>
          <p:nvPr/>
        </p:nvSpPr>
        <p:spPr>
          <a:xfrm>
            <a:off x="4904661"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2" name="Oval 77">
            <a:extLst>
              <a:ext uri="{FF2B5EF4-FFF2-40B4-BE49-F238E27FC236}">
                <a16:creationId xmlns:a16="http://schemas.microsoft.com/office/drawing/2014/main" id="{915491D5-DE29-A242-A0A2-DC394E2BE259}"/>
              </a:ext>
            </a:extLst>
          </p:cNvPr>
          <p:cNvSpPr/>
          <p:nvPr/>
        </p:nvSpPr>
        <p:spPr>
          <a:xfrm>
            <a:off x="6862936"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3" name="Rectangle 53">
            <a:extLst>
              <a:ext uri="{FF2B5EF4-FFF2-40B4-BE49-F238E27FC236}">
                <a16:creationId xmlns:a16="http://schemas.microsoft.com/office/drawing/2014/main" id="{78B5CCC0-2ABC-8046-BDB3-43DBE0D1CCF7}"/>
              </a:ext>
            </a:extLst>
          </p:cNvPr>
          <p:cNvSpPr/>
          <p:nvPr/>
        </p:nvSpPr>
        <p:spPr>
          <a:xfrm>
            <a:off x="2899497"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4" name="Oval 54">
            <a:extLst>
              <a:ext uri="{FF2B5EF4-FFF2-40B4-BE49-F238E27FC236}">
                <a16:creationId xmlns:a16="http://schemas.microsoft.com/office/drawing/2014/main" id="{3E0204B9-2918-8B48-8F12-566141335C47}"/>
              </a:ext>
            </a:extLst>
          </p:cNvPr>
          <p:cNvSpPr/>
          <p:nvPr/>
        </p:nvSpPr>
        <p:spPr>
          <a:xfrm>
            <a:off x="4780479"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5" name="Rectangle 52">
            <a:extLst>
              <a:ext uri="{FF2B5EF4-FFF2-40B4-BE49-F238E27FC236}">
                <a16:creationId xmlns:a16="http://schemas.microsoft.com/office/drawing/2014/main" id="{234B23F0-7C6F-2C4E-8F72-468209A1E688}"/>
              </a:ext>
            </a:extLst>
          </p:cNvPr>
          <p:cNvSpPr/>
          <p:nvPr/>
        </p:nvSpPr>
        <p:spPr>
          <a:xfrm>
            <a:off x="0" y="3304917"/>
            <a:ext cx="2811911"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6" name="Oval 55">
            <a:extLst>
              <a:ext uri="{FF2B5EF4-FFF2-40B4-BE49-F238E27FC236}">
                <a16:creationId xmlns:a16="http://schemas.microsoft.com/office/drawing/2014/main" id="{B964A15B-678F-6049-9C26-6B0EE290DEE9}"/>
              </a:ext>
            </a:extLst>
          </p:cNvPr>
          <p:cNvSpPr/>
          <p:nvPr/>
        </p:nvSpPr>
        <p:spPr>
          <a:xfrm>
            <a:off x="2698023"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7" name="Rectangle 74">
            <a:extLst>
              <a:ext uri="{FF2B5EF4-FFF2-40B4-BE49-F238E27FC236}">
                <a16:creationId xmlns:a16="http://schemas.microsoft.com/office/drawing/2014/main" id="{6D229E06-282A-9845-BED3-A104D4BC1146}"/>
              </a:ext>
            </a:extLst>
          </p:cNvPr>
          <p:cNvSpPr/>
          <p:nvPr/>
        </p:nvSpPr>
        <p:spPr>
          <a:xfrm>
            <a:off x="2899497"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8" name="Oval 75">
            <a:extLst>
              <a:ext uri="{FF2B5EF4-FFF2-40B4-BE49-F238E27FC236}">
                <a16:creationId xmlns:a16="http://schemas.microsoft.com/office/drawing/2014/main" id="{271D161C-51FF-EA47-B2EF-BF3ABEDDA661}"/>
              </a:ext>
            </a:extLst>
          </p:cNvPr>
          <p:cNvSpPr/>
          <p:nvPr/>
        </p:nvSpPr>
        <p:spPr>
          <a:xfrm>
            <a:off x="4780479"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39" name="Rectangle 73">
            <a:extLst>
              <a:ext uri="{FF2B5EF4-FFF2-40B4-BE49-F238E27FC236}">
                <a16:creationId xmlns:a16="http://schemas.microsoft.com/office/drawing/2014/main" id="{0A11C448-096C-AB49-8DA8-44E587274822}"/>
              </a:ext>
            </a:extLst>
          </p:cNvPr>
          <p:cNvSpPr/>
          <p:nvPr/>
        </p:nvSpPr>
        <p:spPr>
          <a:xfrm>
            <a:off x="0" y="3897542"/>
            <a:ext cx="285217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40" name="Oval 76">
            <a:extLst>
              <a:ext uri="{FF2B5EF4-FFF2-40B4-BE49-F238E27FC236}">
                <a16:creationId xmlns:a16="http://schemas.microsoft.com/office/drawing/2014/main" id="{F1F00DA6-64E9-C14C-9CD5-BECF34313225}"/>
              </a:ext>
            </a:extLst>
          </p:cNvPr>
          <p:cNvSpPr/>
          <p:nvPr/>
        </p:nvSpPr>
        <p:spPr>
          <a:xfrm>
            <a:off x="2698023"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tabLst/>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41" name="Oval 60">
            <a:extLst>
              <a:ext uri="{FF2B5EF4-FFF2-40B4-BE49-F238E27FC236}">
                <a16:creationId xmlns:a16="http://schemas.microsoft.com/office/drawing/2014/main" id="{9256C6A8-8212-E241-B5C7-738E7A7FA91C}"/>
              </a:ext>
            </a:extLst>
          </p:cNvPr>
          <p:cNvSpPr>
            <a:spLocks noChangeAspect="1"/>
          </p:cNvSpPr>
          <p:nvPr/>
        </p:nvSpPr>
        <p:spPr>
          <a:xfrm>
            <a:off x="2546681" y="1720772"/>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prstTxWarp prst="textNoShape">
              <a:avLst/>
            </a:prstTxWarp>
            <a:no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42" name="Oval 63">
            <a:extLst>
              <a:ext uri="{FF2B5EF4-FFF2-40B4-BE49-F238E27FC236}">
                <a16:creationId xmlns:a16="http://schemas.microsoft.com/office/drawing/2014/main" id="{A4CF4616-7C53-B749-8484-031FFB5D6B14}"/>
              </a:ext>
            </a:extLst>
          </p:cNvPr>
          <p:cNvSpPr>
            <a:spLocks noChangeAspect="1"/>
          </p:cNvSpPr>
          <p:nvPr/>
        </p:nvSpPr>
        <p:spPr>
          <a:xfrm>
            <a:off x="6681582" y="1720772"/>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prstTxWarp prst="textNoShape">
              <a:avLst/>
            </a:prstTxWarp>
            <a:no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43" name="文本框 42">
            <a:extLst>
              <a:ext uri="{FF2B5EF4-FFF2-40B4-BE49-F238E27FC236}">
                <a16:creationId xmlns:a16="http://schemas.microsoft.com/office/drawing/2014/main" id="{787E28D0-39AC-0E44-BBD8-83DEF5EBB96D}"/>
              </a:ext>
            </a:extLst>
          </p:cNvPr>
          <p:cNvSpPr txBox="1"/>
          <p:nvPr/>
        </p:nvSpPr>
        <p:spPr>
          <a:xfrm>
            <a:off x="1770018" y="2387367"/>
            <a:ext cx="2083786" cy="745589"/>
          </a:xfrm>
          <a:prstGeom prst="rect">
            <a:avLst/>
          </a:prstGeom>
          <a:noFill/>
        </p:spPr>
        <p:txBody>
          <a:bodyPr wrap="square" rtlCol="0">
            <a:spAutoFit/>
          </a:bodyPr>
          <a:lstStyle/>
          <a:p>
            <a:pPr algn="ctr">
              <a:lnSpc>
                <a:spcPct val="150000"/>
              </a:lnSpc>
            </a:pPr>
            <a:r>
              <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p>
        </p:txBody>
      </p:sp>
      <p:sp>
        <p:nvSpPr>
          <p:cNvPr id="44" name="文本框 43">
            <a:extLst>
              <a:ext uri="{FF2B5EF4-FFF2-40B4-BE49-F238E27FC236}">
                <a16:creationId xmlns:a16="http://schemas.microsoft.com/office/drawing/2014/main" id="{C1A429AD-A2E8-4644-A57F-6DC677700CB7}"/>
              </a:ext>
            </a:extLst>
          </p:cNvPr>
          <p:cNvSpPr txBox="1"/>
          <p:nvPr/>
        </p:nvSpPr>
        <p:spPr>
          <a:xfrm>
            <a:off x="5908888" y="2387367"/>
            <a:ext cx="2083786" cy="745589"/>
          </a:xfrm>
          <a:prstGeom prst="rect">
            <a:avLst/>
          </a:prstGeom>
          <a:noFill/>
        </p:spPr>
        <p:txBody>
          <a:bodyPr wrap="square" rtlCol="0">
            <a:spAutoFit/>
          </a:bodyPr>
          <a:lstStyle/>
          <a:p>
            <a:pPr lvl="0" algn="ctr">
              <a:lnSpc>
                <a:spcPct val="150000"/>
              </a:lnSpc>
            </a:pPr>
            <a:r>
              <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p>
        </p:txBody>
      </p:sp>
      <p:sp>
        <p:nvSpPr>
          <p:cNvPr id="45" name="Oval 84">
            <a:extLst>
              <a:ext uri="{FF2B5EF4-FFF2-40B4-BE49-F238E27FC236}">
                <a16:creationId xmlns:a16="http://schemas.microsoft.com/office/drawing/2014/main" id="{9A1E16EA-D4DF-4943-85AB-67A3411348D3}"/>
              </a:ext>
            </a:extLst>
          </p:cNvPr>
          <p:cNvSpPr>
            <a:spLocks noChangeAspect="1"/>
          </p:cNvSpPr>
          <p:nvPr/>
        </p:nvSpPr>
        <p:spPr>
          <a:xfrm>
            <a:off x="4635462" y="4410206"/>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prstTxWarp prst="textNoShape">
              <a:avLst/>
            </a:prstTxWarp>
            <a:no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46" name="Oval 90">
            <a:extLst>
              <a:ext uri="{FF2B5EF4-FFF2-40B4-BE49-F238E27FC236}">
                <a16:creationId xmlns:a16="http://schemas.microsoft.com/office/drawing/2014/main" id="{36E60A28-43E0-E243-8087-9D739F189BDA}"/>
              </a:ext>
            </a:extLst>
          </p:cNvPr>
          <p:cNvSpPr>
            <a:spLocks noChangeAspect="1"/>
          </p:cNvSpPr>
          <p:nvPr/>
        </p:nvSpPr>
        <p:spPr>
          <a:xfrm>
            <a:off x="8798402" y="4410206"/>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prstTxWarp prst="textNoShape">
              <a:avLst/>
            </a:prstTxWarp>
            <a:no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47" name="文本框 46">
            <a:extLst>
              <a:ext uri="{FF2B5EF4-FFF2-40B4-BE49-F238E27FC236}">
                <a16:creationId xmlns:a16="http://schemas.microsoft.com/office/drawing/2014/main" id="{7510EEB8-D4FC-DA45-9786-1D3A6854FB1D}"/>
              </a:ext>
            </a:extLst>
          </p:cNvPr>
          <p:cNvSpPr txBox="1"/>
          <p:nvPr/>
        </p:nvSpPr>
        <p:spPr>
          <a:xfrm>
            <a:off x="3853804" y="5074245"/>
            <a:ext cx="2083786" cy="745589"/>
          </a:xfrm>
          <a:prstGeom prst="rect">
            <a:avLst/>
          </a:prstGeom>
          <a:noFill/>
        </p:spPr>
        <p:txBody>
          <a:bodyPr wrap="square" rtlCol="0">
            <a:spAutoFit/>
          </a:bodyPr>
          <a:lstStyle/>
          <a:p>
            <a:pPr algn="ctr">
              <a:lnSpc>
                <a:spcPct val="150000"/>
              </a:lnSpc>
            </a:pPr>
            <a:r>
              <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p>
        </p:txBody>
      </p:sp>
      <p:sp>
        <p:nvSpPr>
          <p:cNvPr id="48" name="文本框 47">
            <a:extLst>
              <a:ext uri="{FF2B5EF4-FFF2-40B4-BE49-F238E27FC236}">
                <a16:creationId xmlns:a16="http://schemas.microsoft.com/office/drawing/2014/main" id="{A3651652-D717-C346-B265-36729501155F}"/>
              </a:ext>
            </a:extLst>
          </p:cNvPr>
          <p:cNvSpPr txBox="1"/>
          <p:nvPr/>
        </p:nvSpPr>
        <p:spPr>
          <a:xfrm>
            <a:off x="7992674" y="5074245"/>
            <a:ext cx="2083786" cy="745589"/>
          </a:xfrm>
          <a:prstGeom prst="rect">
            <a:avLst/>
          </a:prstGeom>
          <a:noFill/>
        </p:spPr>
        <p:txBody>
          <a:bodyPr wrap="square" rtlCol="0">
            <a:spAutoFit/>
          </a:bodyPr>
          <a:lstStyle/>
          <a:p>
            <a:pPr lvl="0" algn="ctr">
              <a:lnSpc>
                <a:spcPct val="150000"/>
              </a:lnSpc>
            </a:pPr>
            <a:r>
              <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p>
        </p:txBody>
      </p:sp>
    </p:spTree>
    <p:extLst>
      <p:ext uri="{BB962C8B-B14F-4D97-AF65-F5344CB8AC3E}">
        <p14:creationId xmlns:p14="http://schemas.microsoft.com/office/powerpoint/2010/main" val="2802430050"/>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checkerboard(across)">
                                      <p:cBhvr>
                                        <p:cTn id="7" dur="500"/>
                                        <p:tgtEl>
                                          <p:spTgt spid="2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checkerboard(across)">
                                      <p:cBhvr>
                                        <p:cTn id="10" dur="500"/>
                                        <p:tgtEl>
                                          <p:spTgt spid="2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checkerboard(across)">
                                      <p:cBhvr>
                                        <p:cTn id="13" dur="500"/>
                                        <p:tgtEl>
                                          <p:spTgt spid="2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checkerboard(across)">
                                      <p:cBhvr>
                                        <p:cTn id="16" dur="500"/>
                                        <p:tgtEl>
                                          <p:spTgt spid="27"/>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checkerboard(across)">
                                      <p:cBhvr>
                                        <p:cTn id="19" dur="500"/>
                                        <p:tgtEl>
                                          <p:spTgt spid="28"/>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checkerboard(across)">
                                      <p:cBhvr>
                                        <p:cTn id="22" dur="500"/>
                                        <p:tgtEl>
                                          <p:spTgt spid="29"/>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checkerboard(across)">
                                      <p:cBhvr>
                                        <p:cTn id="25" dur="500"/>
                                        <p:tgtEl>
                                          <p:spTgt spid="30"/>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checkerboard(across)">
                                      <p:cBhvr>
                                        <p:cTn id="31" dur="500"/>
                                        <p:tgtEl>
                                          <p:spTgt spid="32"/>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checkerboard(across)">
                                      <p:cBhvr>
                                        <p:cTn id="34" dur="500"/>
                                        <p:tgtEl>
                                          <p:spTgt spid="33"/>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checkerboard(across)">
                                      <p:cBhvr>
                                        <p:cTn id="37" dur="500"/>
                                        <p:tgtEl>
                                          <p:spTgt spid="34"/>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checkerboard(across)">
                                      <p:cBhvr>
                                        <p:cTn id="40" dur="500"/>
                                        <p:tgtEl>
                                          <p:spTgt spid="35"/>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checkerboard(across)">
                                      <p:cBhvr>
                                        <p:cTn id="43" dur="500"/>
                                        <p:tgtEl>
                                          <p:spTgt spid="36"/>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checkerboard(across)">
                                      <p:cBhvr>
                                        <p:cTn id="46" dur="500"/>
                                        <p:tgtEl>
                                          <p:spTgt spid="37"/>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checkerboard(across)">
                                      <p:cBhvr>
                                        <p:cTn id="49" dur="500"/>
                                        <p:tgtEl>
                                          <p:spTgt spid="38"/>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checkerboard(across)">
                                      <p:cBhvr>
                                        <p:cTn id="52" dur="500"/>
                                        <p:tgtEl>
                                          <p:spTgt spid="39"/>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checkerboard(across)">
                                      <p:cBhvr>
                                        <p:cTn id="55" dur="500"/>
                                        <p:tgtEl>
                                          <p:spTgt spid="40"/>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checkerboard(across)">
                                      <p:cBhvr>
                                        <p:cTn id="58" dur="500"/>
                                        <p:tgtEl>
                                          <p:spTgt spid="41"/>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checkerboard(across)">
                                      <p:cBhvr>
                                        <p:cTn id="61" dur="500"/>
                                        <p:tgtEl>
                                          <p:spTgt spid="42"/>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checkerboard(across)">
                                      <p:cBhvr>
                                        <p:cTn id="64" dur="500"/>
                                        <p:tgtEl>
                                          <p:spTgt spid="43"/>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checkerboard(across)">
                                      <p:cBhvr>
                                        <p:cTn id="67" dur="500"/>
                                        <p:tgtEl>
                                          <p:spTgt spid="44"/>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checkerboard(across)">
                                      <p:cBhvr>
                                        <p:cTn id="70" dur="500"/>
                                        <p:tgtEl>
                                          <p:spTgt spid="45"/>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checkerboard(across)">
                                      <p:cBhvr>
                                        <p:cTn id="73" dur="500"/>
                                        <p:tgtEl>
                                          <p:spTgt spid="46"/>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checkerboard(across)">
                                      <p:cBhvr>
                                        <p:cTn id="76" dur="500"/>
                                        <p:tgtEl>
                                          <p:spTgt spid="47"/>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checkerboard(across)">
                                      <p:cBhvr>
                                        <p:cTn id="7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p:bldP spid="44" grpId="0"/>
      <p:bldP spid="45" grpId="0" animBg="1"/>
      <p:bldP spid="46" grpId="0" animBg="1"/>
      <p:bldP spid="47"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1E15695-908A-8640-A3A4-33040E74EB46}"/>
              </a:ext>
            </a:extLst>
          </p:cNvPr>
          <p:cNvSpPr/>
          <p:nvPr/>
        </p:nvSpPr>
        <p:spPr>
          <a:xfrm>
            <a:off x="4521310" y="4229615"/>
            <a:ext cx="3543300" cy="3954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圆角矩形 1">
            <a:extLst>
              <a:ext uri="{FF2B5EF4-FFF2-40B4-BE49-F238E27FC236}">
                <a16:creationId xmlns:a16="http://schemas.microsoft.com/office/drawing/2014/main" id="{EE8EFECB-ADA6-2E4F-A546-9CF4421EA050}"/>
              </a:ext>
            </a:extLst>
          </p:cNvPr>
          <p:cNvSpPr/>
          <p:nvPr/>
        </p:nvSpPr>
        <p:spPr>
          <a:xfrm>
            <a:off x="-1082553" y="-4484900"/>
            <a:ext cx="5691788" cy="6447034"/>
          </a:xfrm>
          <a:prstGeom prst="roundRect">
            <a:avLst>
              <a:gd name="adj" fmla="val 1100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a:extLst>
              <a:ext uri="{FF2B5EF4-FFF2-40B4-BE49-F238E27FC236}">
                <a16:creationId xmlns:a16="http://schemas.microsoft.com/office/drawing/2014/main" id="{314703F8-1A09-B441-9DFD-5AD5006FA93B}"/>
              </a:ext>
            </a:extLst>
          </p:cNvPr>
          <p:cNvSpPr/>
          <p:nvPr/>
        </p:nvSpPr>
        <p:spPr>
          <a:xfrm>
            <a:off x="2532686" y="1059851"/>
            <a:ext cx="11027450" cy="6909975"/>
          </a:xfrm>
          <a:prstGeom prst="roundRect">
            <a:avLst>
              <a:gd name="adj" fmla="val 12005"/>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42D27F5D-ACE0-0B4B-8D57-E087973A84B5}"/>
              </a:ext>
            </a:extLst>
          </p:cNvPr>
          <p:cNvSpPr txBox="1"/>
          <p:nvPr/>
        </p:nvSpPr>
        <p:spPr>
          <a:xfrm>
            <a:off x="4723797" y="2461981"/>
            <a:ext cx="3138326" cy="369332"/>
          </a:xfrm>
          <a:prstGeom prst="rect">
            <a:avLst/>
          </a:prstGeom>
          <a:noFill/>
        </p:spPr>
        <p:txBody>
          <a:bodyPr wrap="square" rtlCol="0">
            <a:spAutoFit/>
          </a:bodyPr>
          <a:lstStyle/>
          <a:p>
            <a:pPr algn="dist"/>
            <a:r>
              <a:rPr kumimoji="1" lang="en-US" altLang="zh-CN"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MINIMAL</a:t>
            </a:r>
            <a:r>
              <a:rPr kumimoji="1" lang="zh-CN" altLang="en-US"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 </a:t>
            </a:r>
            <a:r>
              <a:rPr kumimoji="1" lang="en-US" altLang="zh-CN"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STYLE</a:t>
            </a:r>
            <a:endParaRPr kumimoji="1" lang="zh-CN" altLang="en-US" dirty="0">
              <a:solidFill>
                <a:schemeClr val="tx1">
                  <a:lumMod val="65000"/>
                  <a:lumOff val="35000"/>
                </a:schemeClr>
              </a:solidFill>
              <a:latin typeface="思源黑体 CN ExtraLight" panose="020B0200000000000000" pitchFamily="34" charset="-122"/>
              <a:ea typeface="思源黑体 CN ExtraLight" panose="020B0200000000000000" pitchFamily="34" charset="-122"/>
            </a:endParaRPr>
          </a:p>
        </p:txBody>
      </p:sp>
      <p:sp>
        <p:nvSpPr>
          <p:cNvPr id="6" name="文本框 5">
            <a:extLst>
              <a:ext uri="{FF2B5EF4-FFF2-40B4-BE49-F238E27FC236}">
                <a16:creationId xmlns:a16="http://schemas.microsoft.com/office/drawing/2014/main" id="{F7890BEE-ECCF-6E40-8345-C6CF26C76806}"/>
              </a:ext>
            </a:extLst>
          </p:cNvPr>
          <p:cNvSpPr txBox="1"/>
          <p:nvPr/>
        </p:nvSpPr>
        <p:spPr>
          <a:xfrm>
            <a:off x="4224468" y="2853179"/>
            <a:ext cx="4136983" cy="1200329"/>
          </a:xfrm>
          <a:prstGeom prst="rect">
            <a:avLst/>
          </a:prstGeom>
          <a:noFill/>
        </p:spPr>
        <p:txBody>
          <a:bodyPr wrap="square" rtlCol="0">
            <a:spAutoFit/>
          </a:bodyPr>
          <a:lstStyle/>
          <a:p>
            <a:pPr algn="dist"/>
            <a:r>
              <a:rPr kumimoji="1" lang="zh-CN" altLang="en-US" sz="7200" dirty="0">
                <a:solidFill>
                  <a:schemeClr val="tx1">
                    <a:lumMod val="65000"/>
                    <a:lumOff val="35000"/>
                  </a:schemeClr>
                </a:solidFill>
                <a:latin typeface="思源黑体 CN ExtraLight" panose="020B0200000000000000" pitchFamily="34" charset="-122"/>
                <a:ea typeface="思源黑体 CN ExtraLight" panose="020B0200000000000000" pitchFamily="34" charset="-122"/>
              </a:rPr>
              <a:t>感谢聆听</a:t>
            </a:r>
          </a:p>
        </p:txBody>
      </p:sp>
      <p:sp>
        <p:nvSpPr>
          <p:cNvPr id="7" name="文本框 6">
            <a:extLst>
              <a:ext uri="{FF2B5EF4-FFF2-40B4-BE49-F238E27FC236}">
                <a16:creationId xmlns:a16="http://schemas.microsoft.com/office/drawing/2014/main" id="{8AC75CB1-5E76-424C-AF2A-FE3AD518F7EC}"/>
              </a:ext>
            </a:extLst>
          </p:cNvPr>
          <p:cNvSpPr txBox="1"/>
          <p:nvPr/>
        </p:nvSpPr>
        <p:spPr>
          <a:xfrm>
            <a:off x="4511863" y="4260788"/>
            <a:ext cx="3300519" cy="338554"/>
          </a:xfrm>
          <a:prstGeom prst="rect">
            <a:avLst/>
          </a:prstGeom>
          <a:noFill/>
        </p:spPr>
        <p:txBody>
          <a:bodyPr wrap="none" rtlCol="0">
            <a:spAutoFit/>
          </a:bodyPr>
          <a:lstStyle/>
          <a:p>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2023</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DEPARTMENT</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WORK</a:t>
            </a:r>
            <a:r>
              <a:rPr kumimoji="1" lang="zh-CN" altLang="en-US" sz="1600" dirty="0">
                <a:solidFill>
                  <a:schemeClr val="bg1"/>
                </a:solidFill>
                <a:latin typeface="思源黑体 CN ExtraLight" panose="020B0200000000000000" pitchFamily="34" charset="-122"/>
                <a:ea typeface="思源黑体 CN ExtraLight" panose="020B0200000000000000" pitchFamily="34" charset="-122"/>
              </a:rPr>
              <a:t> </a:t>
            </a:r>
            <a:r>
              <a:rPr kumimoji="1" lang="en-US" altLang="zh-CN" sz="1600" dirty="0">
                <a:solidFill>
                  <a:schemeClr val="bg1"/>
                </a:solidFill>
                <a:latin typeface="思源黑体 CN ExtraLight" panose="020B0200000000000000" pitchFamily="34" charset="-122"/>
                <a:ea typeface="思源黑体 CN ExtraLight" panose="020B0200000000000000" pitchFamily="34" charset="-122"/>
              </a:rPr>
              <a:t>REPORT</a:t>
            </a:r>
            <a:endParaRPr kumimoji="1" lang="zh-CN" altLang="en-US" sz="1600" dirty="0">
              <a:solidFill>
                <a:schemeClr val="bg1"/>
              </a:solidFill>
              <a:latin typeface="思源黑体 CN ExtraLight" panose="020B0200000000000000" pitchFamily="34" charset="-122"/>
              <a:ea typeface="思源黑体 CN ExtraLight" panose="020B0200000000000000" pitchFamily="34" charset="-122"/>
            </a:endParaRPr>
          </a:p>
        </p:txBody>
      </p:sp>
      <p:sp>
        <p:nvSpPr>
          <p:cNvPr id="9" name="圆角矩形 8">
            <a:extLst>
              <a:ext uri="{FF2B5EF4-FFF2-40B4-BE49-F238E27FC236}">
                <a16:creationId xmlns:a16="http://schemas.microsoft.com/office/drawing/2014/main" id="{A8C31240-01E8-7C43-AC8D-84262EA34C0F}"/>
              </a:ext>
            </a:extLst>
          </p:cNvPr>
          <p:cNvSpPr/>
          <p:nvPr/>
        </p:nvSpPr>
        <p:spPr>
          <a:xfrm>
            <a:off x="-760145" y="6012786"/>
            <a:ext cx="3937435" cy="2042354"/>
          </a:xfrm>
          <a:prstGeom prst="roundRect">
            <a:avLst>
              <a:gd name="adj" fmla="val 15038"/>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68EFC278-F5BE-F543-A9CD-F9A9F6DFCAAA}"/>
              </a:ext>
            </a:extLst>
          </p:cNvPr>
          <p:cNvSpPr/>
          <p:nvPr/>
        </p:nvSpPr>
        <p:spPr>
          <a:xfrm>
            <a:off x="4432589" y="862423"/>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4DCA46F8-BAA9-C945-9105-B90EB7E3341D}"/>
              </a:ext>
            </a:extLst>
          </p:cNvPr>
          <p:cNvSpPr/>
          <p:nvPr/>
        </p:nvSpPr>
        <p:spPr>
          <a:xfrm>
            <a:off x="2356040" y="5836140"/>
            <a:ext cx="353291" cy="35329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601BF8EE-5528-5A4C-9602-146CDA8462E2}"/>
              </a:ext>
            </a:extLst>
          </p:cNvPr>
          <p:cNvSpPr/>
          <p:nvPr/>
        </p:nvSpPr>
        <p:spPr>
          <a:xfrm>
            <a:off x="11305309" y="4372629"/>
            <a:ext cx="4703618" cy="2851040"/>
          </a:xfrm>
          <a:prstGeom prst="roundRect">
            <a:avLst>
              <a:gd name="adj" fmla="val 13709"/>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63753765"/>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p:bldP spid="6"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4625</TotalTime>
  <Words>2074</Words>
  <Application>Microsoft Office PowerPoint</Application>
  <PresentationFormat>宽屏</PresentationFormat>
  <Paragraphs>171</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Source Han Sans CN ExtraLight</vt:lpstr>
      <vt:lpstr>Source Han Sans CN Regular</vt:lpstr>
      <vt:lpstr>DengXian</vt:lpstr>
      <vt:lpstr>思源黑体 CN Bold</vt:lpstr>
      <vt:lpstr>思源黑体 CN ExtraLight</vt:lpstr>
      <vt:lpstr>思源黑体 CN Regular</vt:lpstr>
      <vt:lpstr>字魂58号-创中黑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Windows 用户</cp:lastModifiedBy>
  <cp:revision>658</cp:revision>
  <dcterms:created xsi:type="dcterms:W3CDTF">2018-06-17T04:53:58Z</dcterms:created>
  <dcterms:modified xsi:type="dcterms:W3CDTF">2023-03-16T01:18:09Z</dcterms:modified>
</cp:coreProperties>
</file>