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embeddedFontLst>
    <p:embeddedFont>
      <p:font typeface="微软雅黑" panose="020B0503020204020204" charset="-122"/>
      <p:regular r:id="rId26"/>
    </p:embeddedFont>
    <p:embeddedFont>
      <p:font typeface="中華民國字體" pitchFamily="2" charset="-122"/>
      <p:regular r:id="rId27"/>
    </p:embeddedFont>
    <p:embeddedFont>
      <p:font typeface="印品篆遇简" panose="00000500000000000000" charset="-122"/>
      <p:regular r:id="rId28"/>
    </p:embeddedFont>
    <p:embeddedFont>
      <p:font typeface="字魂138号-霸燃手书" panose="00000500000000000000" charset="-122"/>
      <p:regular r:id="rId29"/>
    </p:embeddedFont>
    <p:embeddedFont>
      <p:font typeface="仓耳天群行楷 W01" panose="02020400000000000000" charset="-122"/>
      <p:regular r:id="rId30"/>
    </p:embeddedFont>
    <p:embeddedFont>
      <p:font typeface="楷体" panose="02010609060101010101" charset="-122"/>
      <p:regular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2CF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>
        <p:scale>
          <a:sx n="75" d="100"/>
          <a:sy n="75" d="100"/>
        </p:scale>
        <p:origin x="1248" y="942"/>
      </p:cViewPr>
      <p:guideLst>
        <p:guide orient="horz" pos="2160"/>
        <p:guide pos="385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image" Target="../media/image11.emf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2" Type="http://schemas.openxmlformats.org/officeDocument/2006/relationships/image" Target="../media/image13.jpeg"/><Relationship Id="rId1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image" Target="../media/image22.emf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4" Type="http://schemas.openxmlformats.org/officeDocument/2006/relationships/image" Target="../media/image11.emf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.xml"/><Relationship Id="rId4" Type="http://schemas.openxmlformats.org/officeDocument/2006/relationships/image" Target="../media/image30.png"/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image" Target="../media/image2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4" Type="http://schemas.openxmlformats.org/officeDocument/2006/relationships/image" Target="../media/image11.emf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.xml"/><Relationship Id="rId3" Type="http://schemas.microsoft.com/office/2007/relationships/hdphoto" Target="../media/image35.wdp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.xml"/><Relationship Id="rId2" Type="http://schemas.openxmlformats.org/officeDocument/2006/relationships/image" Target="../media/image36.png"/><Relationship Id="rId1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image" Target="../media/image11.emf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image" Target="../media/image44.jpe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emf"/><Relationship Id="rId4" Type="http://schemas.openxmlformats.org/officeDocument/2006/relationships/image" Target="../media/image40.jpeg"/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.xml"/><Relationship Id="rId2" Type="http://schemas.openxmlformats.org/officeDocument/2006/relationships/image" Target="../media/image14.emf"/><Relationship Id="rId1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2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jinjing/AppData/Local/Temp/kaimatting_20191104233019/output_20191104233026..pngoutput_20191104233026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445" y="-10795"/>
            <a:ext cx="12190095" cy="5010785"/>
          </a:xfrm>
          <a:prstGeom prst="rect">
            <a:avLst/>
          </a:prstGeom>
        </p:spPr>
      </p:pic>
      <p:pic>
        <p:nvPicPr>
          <p:cNvPr id="6" name="图片 5" descr="6b928866bbcd262b2486f010fbc35da673681946172cf-f6b1uC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-4445" y="5462905"/>
            <a:ext cx="12190095" cy="1412240"/>
          </a:xfrm>
          <a:prstGeom prst="rect">
            <a:avLst/>
          </a:prstGeom>
        </p:spPr>
      </p:pic>
      <p:pic>
        <p:nvPicPr>
          <p:cNvPr id="7" name="图片 6" descr="图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4999990"/>
            <a:ext cx="581025" cy="990600"/>
          </a:xfrm>
          <a:prstGeom prst="rect">
            <a:avLst/>
          </a:prstGeom>
        </p:spPr>
      </p:pic>
      <p:pic>
        <p:nvPicPr>
          <p:cNvPr id="8" name="图片 7" descr="图层 1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657860" y="5809615"/>
            <a:ext cx="4485640" cy="1065530"/>
          </a:xfrm>
          <a:prstGeom prst="rect">
            <a:avLst/>
          </a:prstGeom>
        </p:spPr>
      </p:pic>
      <p:pic>
        <p:nvPicPr>
          <p:cNvPr id="9" name="图片 8" descr="图层 1"/>
          <p:cNvPicPr>
            <a:picLocks noChangeAspect="1"/>
          </p:cNvPicPr>
          <p:nvPr/>
        </p:nvPicPr>
        <p:blipFill>
          <a:blip r:embed="rId5" cstate="email"/>
          <a:srcRect l="-2066"/>
          <a:stretch>
            <a:fillRect/>
          </a:stretch>
        </p:blipFill>
        <p:spPr>
          <a:xfrm>
            <a:off x="10309860" y="5700395"/>
            <a:ext cx="1726565" cy="93726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6573520" y="3425190"/>
            <a:ext cx="3383280" cy="1820545"/>
            <a:chOff x="11188" y="5230"/>
            <a:chExt cx="5328" cy="2867"/>
          </a:xfrm>
        </p:grpSpPr>
        <p:sp>
          <p:nvSpPr>
            <p:cNvPr id="10" name="文本框 9"/>
            <p:cNvSpPr txBox="1"/>
            <p:nvPr/>
          </p:nvSpPr>
          <p:spPr>
            <a:xfrm>
              <a:off x="12091" y="5230"/>
              <a:ext cx="3522" cy="2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中華民國字體" pitchFamily="2" charset="-122"/>
                  <a:ea typeface="中華民國字體" pitchFamily="2" charset="-122"/>
                </a:rPr>
                <a:t>古风</a:t>
              </a:r>
              <a:endPara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中華民國字體" pitchFamily="2" charset="-122"/>
                <a:ea typeface="中華民國字體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188" y="7588"/>
              <a:ext cx="5328" cy="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500" dirty="0">
                  <a:latin typeface="印品篆遇简" panose="00000500000000000000" charset="-122"/>
                  <a:ea typeface="细圆繁体" panose="02010609000101010101" pitchFamily="49" charset="-122"/>
                </a:rPr>
                <a:t>水墨极简中国风模板</a:t>
              </a:r>
              <a:endParaRPr lang="zh-CN" altLang="en-US" sz="1500" dirty="0">
                <a:latin typeface="印品篆遇简" panose="00000500000000000000" charset="-122"/>
                <a:ea typeface="细圆繁体" panose="02010609000101010101" pitchFamily="49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 flipH="1">
            <a:off x="9956800" y="5114925"/>
            <a:ext cx="107759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6" cstate="email"/>
          <a:srcRect/>
          <a:stretch>
            <a:fillRect/>
          </a:stretch>
        </p:blipFill>
        <p:spPr>
          <a:xfrm flipH="1">
            <a:off x="7745095" y="5375910"/>
            <a:ext cx="1190625" cy="1113155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H="1">
            <a:off x="5397500" y="5106352"/>
            <a:ext cx="107759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-3810" y="1762760"/>
            <a:ext cx="12169775" cy="4765040"/>
            <a:chOff x="-4615" y="1046480"/>
            <a:chExt cx="12196615" cy="4775200"/>
          </a:xfrm>
        </p:grpSpPr>
        <p:sp>
          <p:nvSpPr>
            <p:cNvPr id="59" name="矩形 58"/>
            <p:cNvSpPr/>
            <p:nvPr/>
          </p:nvSpPr>
          <p:spPr>
            <a:xfrm>
              <a:off x="0" y="1056640"/>
              <a:ext cx="12192000" cy="476504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ffectLst>
              <a:outerShdw blurRad="63500" sx="102000" sy="102000" algn="ctr" rotWithShape="0">
                <a:sysClr val="window" lastClr="FFFFFF">
                  <a:lumMod val="75000"/>
                  <a:alpha val="40000"/>
                </a:sysClr>
              </a:outerShdw>
            </a:effectLst>
          </p:spPr>
          <p:style>
            <a:lnRef idx="2">
              <a:srgbClr val="84ACB6">
                <a:shade val="50000"/>
              </a:srgbClr>
            </a:lnRef>
            <a:fillRef idx="1">
              <a:srgbClr val="84ACB6"/>
            </a:fillRef>
            <a:effectRef idx="0">
              <a:srgbClr val="84ACB6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>
              <a:off x="332500" y="1056640"/>
              <a:ext cx="0" cy="4765040"/>
            </a:xfrm>
            <a:prstGeom prst="line">
              <a:avLst/>
            </a:prstGeom>
            <a:ln w="15875">
              <a:solidFill>
                <a:srgbClr val="EDE5D3">
                  <a:lumMod val="40000"/>
                  <a:lumOff val="60000"/>
                </a:srgbClr>
              </a:solidFill>
            </a:ln>
          </p:spPr>
          <p:style>
            <a:lnRef idx="1">
              <a:srgbClr val="84ACB6"/>
            </a:lnRef>
            <a:fillRef idx="0">
              <a:srgbClr val="84ACB6"/>
            </a:fillRef>
            <a:effectRef idx="0">
              <a:srgbClr val="84ACB6"/>
            </a:effectRef>
            <a:fontRef idx="minor">
              <a:sysClr val="windowText" lastClr="000000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11854892" y="1046480"/>
              <a:ext cx="0" cy="4765040"/>
            </a:xfrm>
            <a:prstGeom prst="line">
              <a:avLst/>
            </a:prstGeom>
            <a:ln w="15875">
              <a:solidFill>
                <a:srgbClr val="EDE5D3">
                  <a:lumMod val="40000"/>
                  <a:lumOff val="60000"/>
                </a:srgbClr>
              </a:solidFill>
            </a:ln>
          </p:spPr>
          <p:style>
            <a:lnRef idx="1">
              <a:srgbClr val="84ACB6"/>
            </a:lnRef>
            <a:fillRef idx="0">
              <a:srgbClr val="84ACB6"/>
            </a:fillRef>
            <a:effectRef idx="0">
              <a:srgbClr val="84ACB6"/>
            </a:effectRef>
            <a:fontRef idx="minor">
              <a:sysClr val="windowText" lastClr="000000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0" y="1351740"/>
              <a:ext cx="12192000" cy="0"/>
            </a:xfrm>
            <a:prstGeom prst="line">
              <a:avLst/>
            </a:prstGeom>
            <a:ln w="15875">
              <a:solidFill>
                <a:srgbClr val="EDE5D3">
                  <a:lumMod val="40000"/>
                  <a:lumOff val="60000"/>
                </a:srgbClr>
              </a:solidFill>
            </a:ln>
          </p:spPr>
          <p:style>
            <a:lnRef idx="1">
              <a:srgbClr val="84ACB6"/>
            </a:lnRef>
            <a:fillRef idx="0">
              <a:srgbClr val="84ACB6"/>
            </a:fillRef>
            <a:effectRef idx="0">
              <a:srgbClr val="84ACB6"/>
            </a:effectRef>
            <a:fontRef idx="minor">
              <a:sysClr val="windowText" lastClr="000000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-4615" y="5503492"/>
              <a:ext cx="12192000" cy="0"/>
            </a:xfrm>
            <a:prstGeom prst="line">
              <a:avLst/>
            </a:prstGeom>
            <a:ln w="15875">
              <a:solidFill>
                <a:srgbClr val="EDE5D3">
                  <a:lumMod val="40000"/>
                  <a:lumOff val="60000"/>
                </a:srgbClr>
              </a:solidFill>
            </a:ln>
          </p:spPr>
          <p:style>
            <a:lnRef idx="1">
              <a:srgbClr val="84ACB6"/>
            </a:lnRef>
            <a:fillRef idx="0">
              <a:srgbClr val="84ACB6"/>
            </a:fillRef>
            <a:effectRef idx="0">
              <a:srgbClr val="84ACB6"/>
            </a:effectRef>
            <a:fontRef idx="minor">
              <a:sysClr val="windowText" lastClr="000000"/>
            </a:fontRef>
          </p:style>
        </p:cxnSp>
      </p:grpSp>
      <p:grpSp>
        <p:nvGrpSpPr>
          <p:cNvPr id="22" name="组合 21"/>
          <p:cNvGrpSpPr/>
          <p:nvPr/>
        </p:nvGrpSpPr>
        <p:grpSpPr>
          <a:xfrm rot="16200000">
            <a:off x="9254490" y="-594360"/>
            <a:ext cx="1250315" cy="3137535"/>
            <a:chOff x="1012642" y="1876927"/>
            <a:chExt cx="1253038" cy="3144461"/>
          </a:xfrm>
        </p:grpSpPr>
        <p:grpSp>
          <p:nvGrpSpPr>
            <p:cNvPr id="37" name="组合 36"/>
            <p:cNvGrpSpPr/>
            <p:nvPr/>
          </p:nvGrpSpPr>
          <p:grpSpPr>
            <a:xfrm>
              <a:off x="1012642" y="1876927"/>
              <a:ext cx="1253038" cy="3144461"/>
              <a:chOff x="5668859" y="2268393"/>
              <a:chExt cx="848229" cy="2128605"/>
            </a:xfrm>
            <a:solidFill>
              <a:sysClr val="windowText" lastClr="000000">
                <a:lumMod val="50000"/>
                <a:lumOff val="50000"/>
              </a:sysClr>
            </a:solidFill>
          </p:grpSpPr>
          <p:grpSp>
            <p:nvGrpSpPr>
              <p:cNvPr id="39" name="PA_组合 2"/>
              <p:cNvGrpSpPr/>
              <p:nvPr>
                <p:custDataLst>
                  <p:tags r:id="rId1"/>
                </p:custDataLst>
              </p:nvPr>
            </p:nvGrpSpPr>
            <p:grpSpPr>
              <a:xfrm>
                <a:off x="5674911" y="2268393"/>
                <a:ext cx="842177" cy="287617"/>
                <a:chOff x="3657660" y="1411076"/>
                <a:chExt cx="3163887" cy="1080522"/>
              </a:xfrm>
              <a:grpFill/>
            </p:grpSpPr>
            <p:sp>
              <p:nvSpPr>
                <p:cNvPr id="50" name="Freeform 5"/>
                <p:cNvSpPr>
                  <a:spLocks noEditPoints="1"/>
                </p:cNvSpPr>
                <p:nvPr/>
              </p:nvSpPr>
              <p:spPr bwMode="auto">
                <a:xfrm>
                  <a:off x="3657660" y="1718488"/>
                  <a:ext cx="3163887" cy="773110"/>
                </a:xfrm>
                <a:custGeom>
                  <a:avLst/>
                  <a:gdLst>
                    <a:gd name="T0" fmla="*/ 261 w 289"/>
                    <a:gd name="T1" fmla="*/ 27 h 69"/>
                    <a:gd name="T2" fmla="*/ 216 w 289"/>
                    <a:gd name="T3" fmla="*/ 28 h 69"/>
                    <a:gd name="T4" fmla="*/ 157 w 289"/>
                    <a:gd name="T5" fmla="*/ 7 h 69"/>
                    <a:gd name="T6" fmla="*/ 116 w 289"/>
                    <a:gd name="T7" fmla="*/ 20 h 69"/>
                    <a:gd name="T8" fmla="*/ 79 w 289"/>
                    <a:gd name="T9" fmla="*/ 25 h 69"/>
                    <a:gd name="T10" fmla="*/ 16 w 289"/>
                    <a:gd name="T11" fmla="*/ 40 h 69"/>
                    <a:gd name="T12" fmla="*/ 14 w 289"/>
                    <a:gd name="T13" fmla="*/ 53 h 69"/>
                    <a:gd name="T14" fmla="*/ 84 w 289"/>
                    <a:gd name="T15" fmla="*/ 57 h 69"/>
                    <a:gd name="T16" fmla="*/ 107 w 289"/>
                    <a:gd name="T17" fmla="*/ 62 h 69"/>
                    <a:gd name="T18" fmla="*/ 146 w 289"/>
                    <a:gd name="T19" fmla="*/ 65 h 69"/>
                    <a:gd name="T20" fmla="*/ 208 w 289"/>
                    <a:gd name="T21" fmla="*/ 58 h 69"/>
                    <a:gd name="T22" fmla="*/ 273 w 289"/>
                    <a:gd name="T23" fmla="*/ 41 h 69"/>
                    <a:gd name="T24" fmla="*/ 100 w 289"/>
                    <a:gd name="T25" fmla="*/ 61 h 69"/>
                    <a:gd name="T26" fmla="*/ 76 w 289"/>
                    <a:gd name="T27" fmla="*/ 51 h 69"/>
                    <a:gd name="T28" fmla="*/ 84 w 289"/>
                    <a:gd name="T29" fmla="*/ 47 h 69"/>
                    <a:gd name="T30" fmla="*/ 86 w 289"/>
                    <a:gd name="T31" fmla="*/ 49 h 69"/>
                    <a:gd name="T32" fmla="*/ 68 w 289"/>
                    <a:gd name="T33" fmla="*/ 44 h 69"/>
                    <a:gd name="T34" fmla="*/ 11 w 289"/>
                    <a:gd name="T35" fmla="*/ 49 h 69"/>
                    <a:gd name="T36" fmla="*/ 41 w 289"/>
                    <a:gd name="T37" fmla="*/ 37 h 69"/>
                    <a:gd name="T38" fmla="*/ 80 w 289"/>
                    <a:gd name="T39" fmla="*/ 30 h 69"/>
                    <a:gd name="T40" fmla="*/ 92 w 289"/>
                    <a:gd name="T41" fmla="*/ 19 h 69"/>
                    <a:gd name="T42" fmla="*/ 108 w 289"/>
                    <a:gd name="T43" fmla="*/ 44 h 69"/>
                    <a:gd name="T44" fmla="*/ 144 w 289"/>
                    <a:gd name="T45" fmla="*/ 60 h 69"/>
                    <a:gd name="T46" fmla="*/ 117 w 289"/>
                    <a:gd name="T47" fmla="*/ 58 h 69"/>
                    <a:gd name="T48" fmla="*/ 115 w 289"/>
                    <a:gd name="T49" fmla="*/ 46 h 69"/>
                    <a:gd name="T50" fmla="*/ 111 w 289"/>
                    <a:gd name="T51" fmla="*/ 52 h 69"/>
                    <a:gd name="T52" fmla="*/ 121 w 289"/>
                    <a:gd name="T53" fmla="*/ 38 h 69"/>
                    <a:gd name="T54" fmla="*/ 117 w 289"/>
                    <a:gd name="T55" fmla="*/ 40 h 69"/>
                    <a:gd name="T56" fmla="*/ 118 w 289"/>
                    <a:gd name="T57" fmla="*/ 28 h 69"/>
                    <a:gd name="T58" fmla="*/ 142 w 289"/>
                    <a:gd name="T59" fmla="*/ 22 h 69"/>
                    <a:gd name="T60" fmla="*/ 143 w 289"/>
                    <a:gd name="T61" fmla="*/ 16 h 69"/>
                    <a:gd name="T62" fmla="*/ 146 w 289"/>
                    <a:gd name="T63" fmla="*/ 5 h 69"/>
                    <a:gd name="T64" fmla="*/ 164 w 289"/>
                    <a:gd name="T65" fmla="*/ 9 h 69"/>
                    <a:gd name="T66" fmla="*/ 164 w 289"/>
                    <a:gd name="T67" fmla="*/ 32 h 69"/>
                    <a:gd name="T68" fmla="*/ 172 w 289"/>
                    <a:gd name="T69" fmla="*/ 27 h 69"/>
                    <a:gd name="T70" fmla="*/ 173 w 289"/>
                    <a:gd name="T71" fmla="*/ 36 h 69"/>
                    <a:gd name="T72" fmla="*/ 181 w 289"/>
                    <a:gd name="T73" fmla="*/ 35 h 69"/>
                    <a:gd name="T74" fmla="*/ 165 w 289"/>
                    <a:gd name="T75" fmla="*/ 54 h 69"/>
                    <a:gd name="T76" fmla="*/ 134 w 289"/>
                    <a:gd name="T77" fmla="*/ 40 h 69"/>
                    <a:gd name="T78" fmla="*/ 140 w 289"/>
                    <a:gd name="T79" fmla="*/ 42 h 69"/>
                    <a:gd name="T80" fmla="*/ 142 w 289"/>
                    <a:gd name="T81" fmla="*/ 50 h 69"/>
                    <a:gd name="T82" fmla="*/ 150 w 289"/>
                    <a:gd name="T83" fmla="*/ 41 h 69"/>
                    <a:gd name="T84" fmla="*/ 162 w 289"/>
                    <a:gd name="T85" fmla="*/ 56 h 69"/>
                    <a:gd name="T86" fmla="*/ 160 w 289"/>
                    <a:gd name="T87" fmla="*/ 63 h 69"/>
                    <a:gd name="T88" fmla="*/ 263 w 289"/>
                    <a:gd name="T89" fmla="*/ 40 h 69"/>
                    <a:gd name="T90" fmla="*/ 209 w 289"/>
                    <a:gd name="T91" fmla="*/ 50 h 69"/>
                    <a:gd name="T92" fmla="*/ 197 w 289"/>
                    <a:gd name="T93" fmla="*/ 60 h 69"/>
                    <a:gd name="T94" fmla="*/ 184 w 289"/>
                    <a:gd name="T95" fmla="*/ 37 h 69"/>
                    <a:gd name="T96" fmla="*/ 197 w 289"/>
                    <a:gd name="T97" fmla="*/ 26 h 69"/>
                    <a:gd name="T98" fmla="*/ 214 w 289"/>
                    <a:gd name="T99" fmla="*/ 31 h 69"/>
                    <a:gd name="T100" fmla="*/ 204 w 289"/>
                    <a:gd name="T101" fmla="*/ 33 h 69"/>
                    <a:gd name="T102" fmla="*/ 206 w 289"/>
                    <a:gd name="T103" fmla="*/ 30 h 69"/>
                    <a:gd name="T104" fmla="*/ 217 w 289"/>
                    <a:gd name="T105" fmla="*/ 32 h 69"/>
                    <a:gd name="T106" fmla="*/ 258 w 289"/>
                    <a:gd name="T107" fmla="*/ 2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89" h="69">
                      <a:moveTo>
                        <a:pt x="289" y="40"/>
                      </a:moveTo>
                      <a:cubicBezTo>
                        <a:pt x="289" y="38"/>
                        <a:pt x="287" y="38"/>
                        <a:pt x="286" y="38"/>
                      </a:cubicBezTo>
                      <a:cubicBezTo>
                        <a:pt x="285" y="38"/>
                        <a:pt x="283" y="37"/>
                        <a:pt x="282" y="37"/>
                      </a:cubicBezTo>
                      <a:cubicBezTo>
                        <a:pt x="278" y="35"/>
                        <a:pt x="274" y="33"/>
                        <a:pt x="270" y="32"/>
                      </a:cubicBezTo>
                      <a:cubicBezTo>
                        <a:pt x="269" y="31"/>
                        <a:pt x="267" y="30"/>
                        <a:pt x="266" y="29"/>
                      </a:cubicBezTo>
                      <a:cubicBezTo>
                        <a:pt x="264" y="28"/>
                        <a:pt x="262" y="27"/>
                        <a:pt x="261" y="27"/>
                      </a:cubicBezTo>
                      <a:cubicBezTo>
                        <a:pt x="260" y="26"/>
                        <a:pt x="260" y="26"/>
                        <a:pt x="260" y="26"/>
                      </a:cubicBezTo>
                      <a:cubicBezTo>
                        <a:pt x="257" y="25"/>
                        <a:pt x="255" y="24"/>
                        <a:pt x="253" y="23"/>
                      </a:cubicBezTo>
                      <a:cubicBezTo>
                        <a:pt x="250" y="22"/>
                        <a:pt x="247" y="21"/>
                        <a:pt x="244" y="21"/>
                      </a:cubicBezTo>
                      <a:cubicBezTo>
                        <a:pt x="243" y="21"/>
                        <a:pt x="242" y="21"/>
                        <a:pt x="241" y="21"/>
                      </a:cubicBezTo>
                      <a:cubicBezTo>
                        <a:pt x="237" y="21"/>
                        <a:pt x="234" y="23"/>
                        <a:pt x="230" y="25"/>
                      </a:cubicBezTo>
                      <a:cubicBezTo>
                        <a:pt x="225" y="28"/>
                        <a:pt x="222" y="31"/>
                        <a:pt x="216" y="28"/>
                      </a:cubicBezTo>
                      <a:cubicBezTo>
                        <a:pt x="215" y="25"/>
                        <a:pt x="212" y="22"/>
                        <a:pt x="208" y="21"/>
                      </a:cubicBezTo>
                      <a:cubicBezTo>
                        <a:pt x="205" y="20"/>
                        <a:pt x="202" y="21"/>
                        <a:pt x="199" y="22"/>
                      </a:cubicBezTo>
                      <a:cubicBezTo>
                        <a:pt x="195" y="16"/>
                        <a:pt x="186" y="12"/>
                        <a:pt x="179" y="16"/>
                      </a:cubicBezTo>
                      <a:cubicBezTo>
                        <a:pt x="178" y="16"/>
                        <a:pt x="177" y="16"/>
                        <a:pt x="177" y="16"/>
                      </a:cubicBezTo>
                      <a:cubicBezTo>
                        <a:pt x="175" y="10"/>
                        <a:pt x="170" y="6"/>
                        <a:pt x="164" y="6"/>
                      </a:cubicBezTo>
                      <a:cubicBezTo>
                        <a:pt x="162" y="6"/>
                        <a:pt x="160" y="6"/>
                        <a:pt x="157" y="7"/>
                      </a:cubicBezTo>
                      <a:cubicBezTo>
                        <a:pt x="157" y="8"/>
                        <a:pt x="156" y="8"/>
                        <a:pt x="155" y="8"/>
                      </a:cubicBezTo>
                      <a:cubicBezTo>
                        <a:pt x="154" y="5"/>
                        <a:pt x="151" y="2"/>
                        <a:pt x="147" y="1"/>
                      </a:cubicBezTo>
                      <a:cubicBezTo>
                        <a:pt x="142" y="0"/>
                        <a:pt x="138" y="2"/>
                        <a:pt x="135" y="5"/>
                      </a:cubicBezTo>
                      <a:cubicBezTo>
                        <a:pt x="133" y="8"/>
                        <a:pt x="132" y="10"/>
                        <a:pt x="133" y="13"/>
                      </a:cubicBezTo>
                      <a:cubicBezTo>
                        <a:pt x="128" y="11"/>
                        <a:pt x="123" y="12"/>
                        <a:pt x="120" y="15"/>
                      </a:cubicBezTo>
                      <a:cubicBezTo>
                        <a:pt x="118" y="16"/>
                        <a:pt x="117" y="18"/>
                        <a:pt x="116" y="20"/>
                      </a:cubicBezTo>
                      <a:cubicBezTo>
                        <a:pt x="116" y="20"/>
                        <a:pt x="114" y="19"/>
                        <a:pt x="114" y="19"/>
                      </a:cubicBezTo>
                      <a:cubicBezTo>
                        <a:pt x="111" y="17"/>
                        <a:pt x="108" y="16"/>
                        <a:pt x="105" y="15"/>
                      </a:cubicBezTo>
                      <a:cubicBezTo>
                        <a:pt x="102" y="14"/>
                        <a:pt x="99" y="14"/>
                        <a:pt x="96" y="14"/>
                      </a:cubicBezTo>
                      <a:cubicBezTo>
                        <a:pt x="94" y="15"/>
                        <a:pt x="92" y="15"/>
                        <a:pt x="91" y="15"/>
                      </a:cubicBezTo>
                      <a:cubicBezTo>
                        <a:pt x="89" y="16"/>
                        <a:pt x="87" y="17"/>
                        <a:pt x="85" y="18"/>
                      </a:cubicBezTo>
                      <a:cubicBezTo>
                        <a:pt x="83" y="20"/>
                        <a:pt x="80" y="23"/>
                        <a:pt x="79" y="25"/>
                      </a:cubicBezTo>
                      <a:cubicBezTo>
                        <a:pt x="78" y="26"/>
                        <a:pt x="78" y="27"/>
                        <a:pt x="77" y="28"/>
                      </a:cubicBezTo>
                      <a:cubicBezTo>
                        <a:pt x="68" y="21"/>
                        <a:pt x="54" y="18"/>
                        <a:pt x="44" y="27"/>
                      </a:cubicBezTo>
                      <a:cubicBezTo>
                        <a:pt x="42" y="28"/>
                        <a:pt x="41" y="30"/>
                        <a:pt x="40" y="32"/>
                      </a:cubicBezTo>
                      <a:cubicBezTo>
                        <a:pt x="37" y="36"/>
                        <a:pt x="35" y="39"/>
                        <a:pt x="31" y="40"/>
                      </a:cubicBezTo>
                      <a:cubicBezTo>
                        <a:pt x="28" y="41"/>
                        <a:pt x="26" y="41"/>
                        <a:pt x="24" y="41"/>
                      </a:cubicBezTo>
                      <a:cubicBezTo>
                        <a:pt x="21" y="41"/>
                        <a:pt x="19" y="40"/>
                        <a:pt x="16" y="40"/>
                      </a:cubicBezTo>
                      <a:cubicBezTo>
                        <a:pt x="15" y="41"/>
                        <a:pt x="13" y="42"/>
                        <a:pt x="11" y="43"/>
                      </a:cubicBezTo>
                      <a:cubicBezTo>
                        <a:pt x="9" y="44"/>
                        <a:pt x="7" y="45"/>
                        <a:pt x="5" y="46"/>
                      </a:cubicBezTo>
                      <a:cubicBezTo>
                        <a:pt x="4" y="46"/>
                        <a:pt x="2" y="46"/>
                        <a:pt x="1" y="47"/>
                      </a:cubicBezTo>
                      <a:cubicBezTo>
                        <a:pt x="0" y="47"/>
                        <a:pt x="0" y="48"/>
                        <a:pt x="1" y="49"/>
                      </a:cubicBezTo>
                      <a:cubicBezTo>
                        <a:pt x="3" y="50"/>
                        <a:pt x="4" y="50"/>
                        <a:pt x="6" y="51"/>
                      </a:cubicBezTo>
                      <a:cubicBezTo>
                        <a:pt x="8" y="52"/>
                        <a:pt x="11" y="52"/>
                        <a:pt x="14" y="53"/>
                      </a:cubicBezTo>
                      <a:cubicBezTo>
                        <a:pt x="17" y="53"/>
                        <a:pt x="20" y="53"/>
                        <a:pt x="23" y="54"/>
                      </a:cubicBezTo>
                      <a:cubicBezTo>
                        <a:pt x="25" y="55"/>
                        <a:pt x="25" y="55"/>
                        <a:pt x="25" y="55"/>
                      </a:cubicBezTo>
                      <a:cubicBezTo>
                        <a:pt x="35" y="59"/>
                        <a:pt x="44" y="58"/>
                        <a:pt x="53" y="50"/>
                      </a:cubicBezTo>
                      <a:cubicBezTo>
                        <a:pt x="58" y="46"/>
                        <a:pt x="66" y="45"/>
                        <a:pt x="71" y="50"/>
                      </a:cubicBezTo>
                      <a:cubicBezTo>
                        <a:pt x="71" y="51"/>
                        <a:pt x="72" y="52"/>
                        <a:pt x="73" y="53"/>
                      </a:cubicBezTo>
                      <a:cubicBezTo>
                        <a:pt x="75" y="56"/>
                        <a:pt x="79" y="57"/>
                        <a:pt x="84" y="57"/>
                      </a:cubicBezTo>
                      <a:cubicBezTo>
                        <a:pt x="84" y="57"/>
                        <a:pt x="85" y="58"/>
                        <a:pt x="85" y="58"/>
                      </a:cubicBezTo>
                      <a:cubicBezTo>
                        <a:pt x="86" y="59"/>
                        <a:pt x="87" y="60"/>
                        <a:pt x="88" y="61"/>
                      </a:cubicBezTo>
                      <a:cubicBezTo>
                        <a:pt x="88" y="62"/>
                        <a:pt x="89" y="62"/>
                        <a:pt x="90" y="63"/>
                      </a:cubicBezTo>
                      <a:cubicBezTo>
                        <a:pt x="92" y="64"/>
                        <a:pt x="94" y="65"/>
                        <a:pt x="97" y="65"/>
                      </a:cubicBezTo>
                      <a:cubicBezTo>
                        <a:pt x="98" y="65"/>
                        <a:pt x="99" y="65"/>
                        <a:pt x="101" y="65"/>
                      </a:cubicBezTo>
                      <a:cubicBezTo>
                        <a:pt x="104" y="64"/>
                        <a:pt x="106" y="63"/>
                        <a:pt x="107" y="62"/>
                      </a:cubicBezTo>
                      <a:cubicBezTo>
                        <a:pt x="108" y="62"/>
                        <a:pt x="109" y="61"/>
                        <a:pt x="110" y="60"/>
                      </a:cubicBezTo>
                      <a:cubicBezTo>
                        <a:pt x="112" y="61"/>
                        <a:pt x="115" y="61"/>
                        <a:pt x="117" y="61"/>
                      </a:cubicBezTo>
                      <a:cubicBezTo>
                        <a:pt x="117" y="61"/>
                        <a:pt x="118" y="61"/>
                        <a:pt x="118" y="61"/>
                      </a:cubicBezTo>
                      <a:cubicBezTo>
                        <a:pt x="120" y="65"/>
                        <a:pt x="125" y="69"/>
                        <a:pt x="130" y="69"/>
                      </a:cubicBezTo>
                      <a:cubicBezTo>
                        <a:pt x="134" y="68"/>
                        <a:pt x="139" y="66"/>
                        <a:pt x="141" y="62"/>
                      </a:cubicBezTo>
                      <a:cubicBezTo>
                        <a:pt x="143" y="64"/>
                        <a:pt x="145" y="65"/>
                        <a:pt x="146" y="65"/>
                      </a:cubicBezTo>
                      <a:cubicBezTo>
                        <a:pt x="149" y="66"/>
                        <a:pt x="152" y="66"/>
                        <a:pt x="156" y="65"/>
                      </a:cubicBezTo>
                      <a:cubicBezTo>
                        <a:pt x="158" y="67"/>
                        <a:pt x="162" y="68"/>
                        <a:pt x="166" y="67"/>
                      </a:cubicBezTo>
                      <a:cubicBezTo>
                        <a:pt x="170" y="65"/>
                        <a:pt x="173" y="61"/>
                        <a:pt x="173" y="57"/>
                      </a:cubicBezTo>
                      <a:cubicBezTo>
                        <a:pt x="179" y="63"/>
                        <a:pt x="189" y="65"/>
                        <a:pt x="197" y="63"/>
                      </a:cubicBezTo>
                      <a:cubicBezTo>
                        <a:pt x="199" y="63"/>
                        <a:pt x="201" y="62"/>
                        <a:pt x="203" y="61"/>
                      </a:cubicBezTo>
                      <a:cubicBezTo>
                        <a:pt x="205" y="60"/>
                        <a:pt x="207" y="59"/>
                        <a:pt x="208" y="58"/>
                      </a:cubicBezTo>
                      <a:cubicBezTo>
                        <a:pt x="209" y="57"/>
                        <a:pt x="209" y="56"/>
                        <a:pt x="210" y="56"/>
                      </a:cubicBezTo>
                      <a:cubicBezTo>
                        <a:pt x="210" y="55"/>
                        <a:pt x="212" y="53"/>
                        <a:pt x="211" y="53"/>
                      </a:cubicBezTo>
                      <a:cubicBezTo>
                        <a:pt x="220" y="58"/>
                        <a:pt x="230" y="58"/>
                        <a:pt x="240" y="55"/>
                      </a:cubicBezTo>
                      <a:cubicBezTo>
                        <a:pt x="243" y="54"/>
                        <a:pt x="246" y="53"/>
                        <a:pt x="248" y="51"/>
                      </a:cubicBezTo>
                      <a:cubicBezTo>
                        <a:pt x="253" y="49"/>
                        <a:pt x="253" y="49"/>
                        <a:pt x="253" y="49"/>
                      </a:cubicBezTo>
                      <a:cubicBezTo>
                        <a:pt x="259" y="45"/>
                        <a:pt x="265" y="41"/>
                        <a:pt x="273" y="41"/>
                      </a:cubicBezTo>
                      <a:cubicBezTo>
                        <a:pt x="275" y="42"/>
                        <a:pt x="278" y="42"/>
                        <a:pt x="280" y="42"/>
                      </a:cubicBezTo>
                      <a:cubicBezTo>
                        <a:pt x="283" y="42"/>
                        <a:pt x="285" y="42"/>
                        <a:pt x="287" y="41"/>
                      </a:cubicBezTo>
                      <a:cubicBezTo>
                        <a:pt x="288" y="41"/>
                        <a:pt x="289" y="41"/>
                        <a:pt x="289" y="40"/>
                      </a:cubicBezTo>
                      <a:cubicBezTo>
                        <a:pt x="289" y="40"/>
                        <a:pt x="289" y="40"/>
                        <a:pt x="289" y="40"/>
                      </a:cubicBezTo>
                      <a:close/>
                      <a:moveTo>
                        <a:pt x="105" y="60"/>
                      </a:moveTo>
                      <a:cubicBezTo>
                        <a:pt x="104" y="60"/>
                        <a:pt x="103" y="61"/>
                        <a:pt x="100" y="61"/>
                      </a:cubicBezTo>
                      <a:cubicBezTo>
                        <a:pt x="98" y="62"/>
                        <a:pt x="96" y="62"/>
                        <a:pt x="94" y="61"/>
                      </a:cubicBezTo>
                      <a:cubicBezTo>
                        <a:pt x="92" y="60"/>
                        <a:pt x="90" y="59"/>
                        <a:pt x="89" y="57"/>
                      </a:cubicBezTo>
                      <a:cubicBezTo>
                        <a:pt x="89" y="57"/>
                        <a:pt x="88" y="56"/>
                        <a:pt x="88" y="56"/>
                      </a:cubicBezTo>
                      <a:cubicBezTo>
                        <a:pt x="88" y="55"/>
                        <a:pt x="87" y="54"/>
                        <a:pt x="87" y="54"/>
                      </a:cubicBezTo>
                      <a:cubicBezTo>
                        <a:pt x="86" y="53"/>
                        <a:pt x="85" y="53"/>
                        <a:pt x="85" y="54"/>
                      </a:cubicBezTo>
                      <a:cubicBezTo>
                        <a:pt x="82" y="54"/>
                        <a:pt x="78" y="54"/>
                        <a:pt x="76" y="51"/>
                      </a:cubicBezTo>
                      <a:cubicBezTo>
                        <a:pt x="76" y="51"/>
                        <a:pt x="76" y="51"/>
                        <a:pt x="76" y="51"/>
                      </a:cubicBezTo>
                      <a:cubicBezTo>
                        <a:pt x="75" y="50"/>
                        <a:pt x="74" y="49"/>
                        <a:pt x="74" y="48"/>
                      </a:cubicBezTo>
                      <a:cubicBezTo>
                        <a:pt x="74" y="46"/>
                        <a:pt x="75" y="45"/>
                        <a:pt x="76" y="43"/>
                      </a:cubicBezTo>
                      <a:cubicBezTo>
                        <a:pt x="78" y="42"/>
                        <a:pt x="81" y="41"/>
                        <a:pt x="83" y="43"/>
                      </a:cubicBezTo>
                      <a:cubicBezTo>
                        <a:pt x="84" y="43"/>
                        <a:pt x="84" y="44"/>
                        <a:pt x="84" y="45"/>
                      </a:cubicBezTo>
                      <a:cubicBezTo>
                        <a:pt x="84" y="45"/>
                        <a:pt x="84" y="46"/>
                        <a:pt x="84" y="47"/>
                      </a:cubicBezTo>
                      <a:cubicBezTo>
                        <a:pt x="83" y="47"/>
                        <a:pt x="82" y="47"/>
                        <a:pt x="81" y="47"/>
                      </a:cubicBezTo>
                      <a:cubicBezTo>
                        <a:pt x="81" y="47"/>
                        <a:pt x="81" y="47"/>
                        <a:pt x="81" y="46"/>
                      </a:cubicBezTo>
                      <a:cubicBezTo>
                        <a:pt x="81" y="45"/>
                        <a:pt x="80" y="43"/>
                        <a:pt x="78" y="43"/>
                      </a:cubicBezTo>
                      <a:cubicBezTo>
                        <a:pt x="76" y="43"/>
                        <a:pt x="74" y="47"/>
                        <a:pt x="76" y="49"/>
                      </a:cubicBezTo>
                      <a:cubicBezTo>
                        <a:pt x="76" y="49"/>
                        <a:pt x="77" y="50"/>
                        <a:pt x="78" y="50"/>
                      </a:cubicBezTo>
                      <a:cubicBezTo>
                        <a:pt x="80" y="52"/>
                        <a:pt x="84" y="51"/>
                        <a:pt x="86" y="49"/>
                      </a:cubicBezTo>
                      <a:cubicBezTo>
                        <a:pt x="87" y="48"/>
                        <a:pt x="88" y="46"/>
                        <a:pt x="87" y="44"/>
                      </a:cubicBezTo>
                      <a:cubicBezTo>
                        <a:pt x="87" y="42"/>
                        <a:pt x="86" y="41"/>
                        <a:pt x="85" y="40"/>
                      </a:cubicBezTo>
                      <a:cubicBezTo>
                        <a:pt x="82" y="38"/>
                        <a:pt x="77" y="38"/>
                        <a:pt x="74" y="41"/>
                      </a:cubicBezTo>
                      <a:cubicBezTo>
                        <a:pt x="73" y="42"/>
                        <a:pt x="72" y="44"/>
                        <a:pt x="71" y="46"/>
                      </a:cubicBezTo>
                      <a:cubicBezTo>
                        <a:pt x="71" y="46"/>
                        <a:pt x="70" y="45"/>
                        <a:pt x="69" y="45"/>
                      </a:cubicBezTo>
                      <a:cubicBezTo>
                        <a:pt x="69" y="45"/>
                        <a:pt x="68" y="44"/>
                        <a:pt x="68" y="44"/>
                      </a:cubicBezTo>
                      <a:cubicBezTo>
                        <a:pt x="66" y="44"/>
                        <a:pt x="65" y="44"/>
                        <a:pt x="64" y="43"/>
                      </a:cubicBezTo>
                      <a:cubicBezTo>
                        <a:pt x="61" y="43"/>
                        <a:pt x="59" y="43"/>
                        <a:pt x="56" y="44"/>
                      </a:cubicBezTo>
                      <a:cubicBezTo>
                        <a:pt x="54" y="45"/>
                        <a:pt x="52" y="46"/>
                        <a:pt x="50" y="48"/>
                      </a:cubicBezTo>
                      <a:cubicBezTo>
                        <a:pt x="43" y="54"/>
                        <a:pt x="35" y="55"/>
                        <a:pt x="26" y="52"/>
                      </a:cubicBezTo>
                      <a:cubicBezTo>
                        <a:pt x="24" y="51"/>
                        <a:pt x="24" y="51"/>
                        <a:pt x="24" y="51"/>
                      </a:cubicBezTo>
                      <a:cubicBezTo>
                        <a:pt x="20" y="50"/>
                        <a:pt x="14" y="49"/>
                        <a:pt x="11" y="49"/>
                      </a:cubicBezTo>
                      <a:cubicBezTo>
                        <a:pt x="10" y="49"/>
                        <a:pt x="9" y="49"/>
                        <a:pt x="8" y="48"/>
                      </a:cubicBezTo>
                      <a:cubicBezTo>
                        <a:pt x="11" y="47"/>
                        <a:pt x="13" y="46"/>
                        <a:pt x="15" y="44"/>
                      </a:cubicBezTo>
                      <a:cubicBezTo>
                        <a:pt x="17" y="43"/>
                        <a:pt x="19" y="44"/>
                        <a:pt x="20" y="44"/>
                      </a:cubicBezTo>
                      <a:cubicBezTo>
                        <a:pt x="23" y="44"/>
                        <a:pt x="25" y="45"/>
                        <a:pt x="27" y="45"/>
                      </a:cubicBezTo>
                      <a:cubicBezTo>
                        <a:pt x="29" y="45"/>
                        <a:pt x="31" y="44"/>
                        <a:pt x="34" y="43"/>
                      </a:cubicBezTo>
                      <a:cubicBezTo>
                        <a:pt x="36" y="41"/>
                        <a:pt x="39" y="39"/>
                        <a:pt x="41" y="37"/>
                      </a:cubicBezTo>
                      <a:cubicBezTo>
                        <a:pt x="41" y="36"/>
                        <a:pt x="42" y="35"/>
                        <a:pt x="42" y="35"/>
                      </a:cubicBezTo>
                      <a:cubicBezTo>
                        <a:pt x="44" y="33"/>
                        <a:pt x="45" y="31"/>
                        <a:pt x="47" y="29"/>
                      </a:cubicBezTo>
                      <a:cubicBezTo>
                        <a:pt x="55" y="21"/>
                        <a:pt x="67" y="25"/>
                        <a:pt x="76" y="31"/>
                      </a:cubicBezTo>
                      <a:cubicBezTo>
                        <a:pt x="76" y="32"/>
                        <a:pt x="77" y="32"/>
                        <a:pt x="78" y="33"/>
                      </a:cubicBezTo>
                      <a:cubicBezTo>
                        <a:pt x="78" y="33"/>
                        <a:pt x="79" y="33"/>
                        <a:pt x="79" y="32"/>
                      </a:cubicBezTo>
                      <a:cubicBezTo>
                        <a:pt x="80" y="31"/>
                        <a:pt x="80" y="31"/>
                        <a:pt x="80" y="30"/>
                      </a:cubicBezTo>
                      <a:cubicBezTo>
                        <a:pt x="80" y="30"/>
                        <a:pt x="81" y="29"/>
                        <a:pt x="81" y="29"/>
                      </a:cubicBezTo>
                      <a:cubicBezTo>
                        <a:pt x="81" y="28"/>
                        <a:pt x="82" y="27"/>
                        <a:pt x="83" y="26"/>
                      </a:cubicBezTo>
                      <a:cubicBezTo>
                        <a:pt x="83" y="25"/>
                        <a:pt x="84" y="24"/>
                        <a:pt x="85" y="23"/>
                      </a:cubicBezTo>
                      <a:cubicBezTo>
                        <a:pt x="86" y="22"/>
                        <a:pt x="87" y="21"/>
                        <a:pt x="88" y="21"/>
                      </a:cubicBezTo>
                      <a:cubicBezTo>
                        <a:pt x="89" y="20"/>
                        <a:pt x="90" y="19"/>
                        <a:pt x="91" y="19"/>
                      </a:cubicBezTo>
                      <a:cubicBezTo>
                        <a:pt x="92" y="19"/>
                        <a:pt x="92" y="19"/>
                        <a:pt x="92" y="19"/>
                      </a:cubicBezTo>
                      <a:cubicBezTo>
                        <a:pt x="99" y="16"/>
                        <a:pt x="109" y="19"/>
                        <a:pt x="115" y="24"/>
                      </a:cubicBezTo>
                      <a:cubicBezTo>
                        <a:pt x="115" y="24"/>
                        <a:pt x="115" y="24"/>
                        <a:pt x="115" y="25"/>
                      </a:cubicBezTo>
                      <a:cubicBezTo>
                        <a:pt x="112" y="25"/>
                        <a:pt x="108" y="26"/>
                        <a:pt x="106" y="29"/>
                      </a:cubicBezTo>
                      <a:cubicBezTo>
                        <a:pt x="103" y="32"/>
                        <a:pt x="103" y="36"/>
                        <a:pt x="105" y="40"/>
                      </a:cubicBezTo>
                      <a:cubicBezTo>
                        <a:pt x="106" y="42"/>
                        <a:pt x="107" y="43"/>
                        <a:pt x="109" y="44"/>
                      </a:cubicBezTo>
                      <a:cubicBezTo>
                        <a:pt x="109" y="44"/>
                        <a:pt x="109" y="44"/>
                        <a:pt x="108" y="44"/>
                      </a:cubicBezTo>
                      <a:cubicBezTo>
                        <a:pt x="106" y="46"/>
                        <a:pt x="105" y="49"/>
                        <a:pt x="105" y="52"/>
                      </a:cubicBezTo>
                      <a:cubicBezTo>
                        <a:pt x="105" y="54"/>
                        <a:pt x="106" y="56"/>
                        <a:pt x="107" y="58"/>
                      </a:cubicBezTo>
                      <a:cubicBezTo>
                        <a:pt x="107" y="59"/>
                        <a:pt x="106" y="59"/>
                        <a:pt x="105" y="60"/>
                      </a:cubicBezTo>
                      <a:close/>
                      <a:moveTo>
                        <a:pt x="153" y="63"/>
                      </a:moveTo>
                      <a:cubicBezTo>
                        <a:pt x="151" y="63"/>
                        <a:pt x="149" y="63"/>
                        <a:pt x="147" y="62"/>
                      </a:cubicBezTo>
                      <a:cubicBezTo>
                        <a:pt x="146" y="61"/>
                        <a:pt x="145" y="61"/>
                        <a:pt x="144" y="60"/>
                      </a:cubicBezTo>
                      <a:cubicBezTo>
                        <a:pt x="143" y="59"/>
                        <a:pt x="142" y="57"/>
                        <a:pt x="140" y="58"/>
                      </a:cubicBezTo>
                      <a:cubicBezTo>
                        <a:pt x="140" y="58"/>
                        <a:pt x="140" y="59"/>
                        <a:pt x="140" y="59"/>
                      </a:cubicBezTo>
                      <a:cubicBezTo>
                        <a:pt x="138" y="62"/>
                        <a:pt x="134" y="65"/>
                        <a:pt x="130" y="65"/>
                      </a:cubicBezTo>
                      <a:cubicBezTo>
                        <a:pt x="126" y="65"/>
                        <a:pt x="122" y="62"/>
                        <a:pt x="120" y="59"/>
                      </a:cubicBezTo>
                      <a:cubicBezTo>
                        <a:pt x="120" y="58"/>
                        <a:pt x="119" y="58"/>
                        <a:pt x="119" y="58"/>
                      </a:cubicBezTo>
                      <a:cubicBezTo>
                        <a:pt x="117" y="58"/>
                        <a:pt x="117" y="58"/>
                        <a:pt x="117" y="58"/>
                      </a:cubicBezTo>
                      <a:cubicBezTo>
                        <a:pt x="115" y="58"/>
                        <a:pt x="113" y="58"/>
                        <a:pt x="111" y="57"/>
                      </a:cubicBezTo>
                      <a:cubicBezTo>
                        <a:pt x="111" y="57"/>
                        <a:pt x="110" y="56"/>
                        <a:pt x="110" y="56"/>
                      </a:cubicBezTo>
                      <a:cubicBezTo>
                        <a:pt x="110" y="56"/>
                        <a:pt x="109" y="55"/>
                        <a:pt x="109" y="55"/>
                      </a:cubicBezTo>
                      <a:cubicBezTo>
                        <a:pt x="108" y="53"/>
                        <a:pt x="108" y="51"/>
                        <a:pt x="109" y="49"/>
                      </a:cubicBezTo>
                      <a:cubicBezTo>
                        <a:pt x="109" y="48"/>
                        <a:pt x="110" y="48"/>
                        <a:pt x="111" y="47"/>
                      </a:cubicBezTo>
                      <a:cubicBezTo>
                        <a:pt x="112" y="46"/>
                        <a:pt x="114" y="46"/>
                        <a:pt x="115" y="46"/>
                      </a:cubicBezTo>
                      <a:cubicBezTo>
                        <a:pt x="116" y="46"/>
                        <a:pt x="117" y="47"/>
                        <a:pt x="117" y="48"/>
                      </a:cubicBezTo>
                      <a:cubicBezTo>
                        <a:pt x="118" y="49"/>
                        <a:pt x="117" y="49"/>
                        <a:pt x="117" y="50"/>
                      </a:cubicBezTo>
                      <a:cubicBezTo>
                        <a:pt x="117" y="50"/>
                        <a:pt x="116" y="50"/>
                        <a:pt x="116" y="50"/>
                      </a:cubicBezTo>
                      <a:cubicBezTo>
                        <a:pt x="116" y="50"/>
                        <a:pt x="116" y="50"/>
                        <a:pt x="116" y="50"/>
                      </a:cubicBezTo>
                      <a:cubicBezTo>
                        <a:pt x="116" y="48"/>
                        <a:pt x="115" y="47"/>
                        <a:pt x="113" y="47"/>
                      </a:cubicBezTo>
                      <a:cubicBezTo>
                        <a:pt x="110" y="47"/>
                        <a:pt x="109" y="50"/>
                        <a:pt x="111" y="52"/>
                      </a:cubicBezTo>
                      <a:cubicBezTo>
                        <a:pt x="112" y="54"/>
                        <a:pt x="114" y="54"/>
                        <a:pt x="116" y="54"/>
                      </a:cubicBezTo>
                      <a:cubicBezTo>
                        <a:pt x="117" y="53"/>
                        <a:pt x="118" y="53"/>
                        <a:pt x="119" y="52"/>
                      </a:cubicBezTo>
                      <a:cubicBezTo>
                        <a:pt x="121" y="51"/>
                        <a:pt x="121" y="49"/>
                        <a:pt x="121" y="47"/>
                      </a:cubicBezTo>
                      <a:cubicBezTo>
                        <a:pt x="120" y="46"/>
                        <a:pt x="119" y="45"/>
                        <a:pt x="118" y="44"/>
                      </a:cubicBezTo>
                      <a:cubicBezTo>
                        <a:pt x="118" y="44"/>
                        <a:pt x="119" y="43"/>
                        <a:pt x="120" y="42"/>
                      </a:cubicBezTo>
                      <a:cubicBezTo>
                        <a:pt x="121" y="41"/>
                        <a:pt x="121" y="40"/>
                        <a:pt x="121" y="38"/>
                      </a:cubicBezTo>
                      <a:cubicBezTo>
                        <a:pt x="121" y="37"/>
                        <a:pt x="121" y="36"/>
                        <a:pt x="121" y="35"/>
                      </a:cubicBezTo>
                      <a:cubicBezTo>
                        <a:pt x="120" y="34"/>
                        <a:pt x="119" y="33"/>
                        <a:pt x="117" y="32"/>
                      </a:cubicBezTo>
                      <a:cubicBezTo>
                        <a:pt x="115" y="32"/>
                        <a:pt x="113" y="33"/>
                        <a:pt x="113" y="35"/>
                      </a:cubicBezTo>
                      <a:cubicBezTo>
                        <a:pt x="113" y="37"/>
                        <a:pt x="114" y="38"/>
                        <a:pt x="116" y="38"/>
                      </a:cubicBezTo>
                      <a:cubicBezTo>
                        <a:pt x="116" y="38"/>
                        <a:pt x="117" y="38"/>
                        <a:pt x="117" y="38"/>
                      </a:cubicBezTo>
                      <a:cubicBezTo>
                        <a:pt x="118" y="38"/>
                        <a:pt x="118" y="39"/>
                        <a:pt x="117" y="40"/>
                      </a:cubicBezTo>
                      <a:cubicBezTo>
                        <a:pt x="117" y="40"/>
                        <a:pt x="116" y="41"/>
                        <a:pt x="115" y="41"/>
                      </a:cubicBezTo>
                      <a:cubicBezTo>
                        <a:pt x="113" y="42"/>
                        <a:pt x="111" y="41"/>
                        <a:pt x="110" y="40"/>
                      </a:cubicBezTo>
                      <a:cubicBezTo>
                        <a:pt x="109" y="40"/>
                        <a:pt x="108" y="39"/>
                        <a:pt x="108" y="38"/>
                      </a:cubicBezTo>
                      <a:cubicBezTo>
                        <a:pt x="107" y="36"/>
                        <a:pt x="107" y="33"/>
                        <a:pt x="109" y="31"/>
                      </a:cubicBezTo>
                      <a:cubicBezTo>
                        <a:pt x="110" y="29"/>
                        <a:pt x="113" y="27"/>
                        <a:pt x="117" y="28"/>
                      </a:cubicBezTo>
                      <a:cubicBezTo>
                        <a:pt x="117" y="29"/>
                        <a:pt x="118" y="29"/>
                        <a:pt x="118" y="28"/>
                      </a:cubicBezTo>
                      <a:cubicBezTo>
                        <a:pt x="119" y="28"/>
                        <a:pt x="119" y="27"/>
                        <a:pt x="119" y="26"/>
                      </a:cubicBezTo>
                      <a:cubicBezTo>
                        <a:pt x="118" y="23"/>
                        <a:pt x="119" y="20"/>
                        <a:pt x="122" y="18"/>
                      </a:cubicBezTo>
                      <a:cubicBezTo>
                        <a:pt x="125" y="16"/>
                        <a:pt x="129" y="15"/>
                        <a:pt x="132" y="17"/>
                      </a:cubicBezTo>
                      <a:cubicBezTo>
                        <a:pt x="134" y="18"/>
                        <a:pt x="134" y="19"/>
                        <a:pt x="136" y="20"/>
                      </a:cubicBezTo>
                      <a:cubicBezTo>
                        <a:pt x="137" y="21"/>
                        <a:pt x="138" y="21"/>
                        <a:pt x="139" y="21"/>
                      </a:cubicBezTo>
                      <a:cubicBezTo>
                        <a:pt x="140" y="22"/>
                        <a:pt x="141" y="22"/>
                        <a:pt x="142" y="22"/>
                      </a:cubicBezTo>
                      <a:cubicBezTo>
                        <a:pt x="145" y="21"/>
                        <a:pt x="147" y="20"/>
                        <a:pt x="148" y="17"/>
                      </a:cubicBezTo>
                      <a:cubicBezTo>
                        <a:pt x="148" y="15"/>
                        <a:pt x="148" y="13"/>
                        <a:pt x="147" y="11"/>
                      </a:cubicBezTo>
                      <a:cubicBezTo>
                        <a:pt x="146" y="11"/>
                        <a:pt x="146" y="10"/>
                        <a:pt x="145" y="10"/>
                      </a:cubicBezTo>
                      <a:cubicBezTo>
                        <a:pt x="144" y="9"/>
                        <a:pt x="141" y="9"/>
                        <a:pt x="140" y="11"/>
                      </a:cubicBezTo>
                      <a:cubicBezTo>
                        <a:pt x="140" y="12"/>
                        <a:pt x="140" y="12"/>
                        <a:pt x="140" y="13"/>
                      </a:cubicBezTo>
                      <a:cubicBezTo>
                        <a:pt x="140" y="14"/>
                        <a:pt x="141" y="16"/>
                        <a:pt x="143" y="16"/>
                      </a:cubicBezTo>
                      <a:cubicBezTo>
                        <a:pt x="143" y="16"/>
                        <a:pt x="144" y="15"/>
                        <a:pt x="144" y="15"/>
                      </a:cubicBezTo>
                      <a:cubicBezTo>
                        <a:pt x="144" y="16"/>
                        <a:pt x="144" y="16"/>
                        <a:pt x="144" y="16"/>
                      </a:cubicBezTo>
                      <a:cubicBezTo>
                        <a:pt x="144" y="17"/>
                        <a:pt x="143" y="18"/>
                        <a:pt x="142" y="18"/>
                      </a:cubicBezTo>
                      <a:cubicBezTo>
                        <a:pt x="139" y="18"/>
                        <a:pt x="138" y="18"/>
                        <a:pt x="137" y="16"/>
                      </a:cubicBezTo>
                      <a:cubicBezTo>
                        <a:pt x="135" y="13"/>
                        <a:pt x="136" y="10"/>
                        <a:pt x="138" y="8"/>
                      </a:cubicBezTo>
                      <a:cubicBezTo>
                        <a:pt x="140" y="5"/>
                        <a:pt x="143" y="4"/>
                        <a:pt x="146" y="5"/>
                      </a:cubicBezTo>
                      <a:cubicBezTo>
                        <a:pt x="148" y="5"/>
                        <a:pt x="149" y="6"/>
                        <a:pt x="150" y="7"/>
                      </a:cubicBezTo>
                      <a:cubicBezTo>
                        <a:pt x="151" y="8"/>
                        <a:pt x="152" y="10"/>
                        <a:pt x="153" y="11"/>
                      </a:cubicBezTo>
                      <a:cubicBezTo>
                        <a:pt x="153" y="12"/>
                        <a:pt x="153" y="13"/>
                        <a:pt x="154" y="13"/>
                      </a:cubicBezTo>
                      <a:cubicBezTo>
                        <a:pt x="155" y="13"/>
                        <a:pt x="156" y="13"/>
                        <a:pt x="156" y="12"/>
                      </a:cubicBezTo>
                      <a:cubicBezTo>
                        <a:pt x="157" y="11"/>
                        <a:pt x="158" y="11"/>
                        <a:pt x="159" y="10"/>
                      </a:cubicBezTo>
                      <a:cubicBezTo>
                        <a:pt x="161" y="9"/>
                        <a:pt x="162" y="9"/>
                        <a:pt x="164" y="9"/>
                      </a:cubicBezTo>
                      <a:cubicBezTo>
                        <a:pt x="166" y="9"/>
                        <a:pt x="168" y="10"/>
                        <a:pt x="170" y="12"/>
                      </a:cubicBezTo>
                      <a:cubicBezTo>
                        <a:pt x="172" y="13"/>
                        <a:pt x="173" y="16"/>
                        <a:pt x="174" y="18"/>
                      </a:cubicBezTo>
                      <a:cubicBezTo>
                        <a:pt x="174" y="18"/>
                        <a:pt x="174" y="20"/>
                        <a:pt x="174" y="20"/>
                      </a:cubicBezTo>
                      <a:cubicBezTo>
                        <a:pt x="174" y="20"/>
                        <a:pt x="174" y="21"/>
                        <a:pt x="174" y="21"/>
                      </a:cubicBezTo>
                      <a:cubicBezTo>
                        <a:pt x="173" y="21"/>
                        <a:pt x="171" y="21"/>
                        <a:pt x="170" y="22"/>
                      </a:cubicBezTo>
                      <a:cubicBezTo>
                        <a:pt x="166" y="24"/>
                        <a:pt x="163" y="28"/>
                        <a:pt x="164" y="32"/>
                      </a:cubicBezTo>
                      <a:cubicBezTo>
                        <a:pt x="164" y="35"/>
                        <a:pt x="165" y="37"/>
                        <a:pt x="168" y="39"/>
                      </a:cubicBezTo>
                      <a:cubicBezTo>
                        <a:pt x="170" y="39"/>
                        <a:pt x="172" y="40"/>
                        <a:pt x="174" y="39"/>
                      </a:cubicBezTo>
                      <a:cubicBezTo>
                        <a:pt x="174" y="39"/>
                        <a:pt x="175" y="39"/>
                        <a:pt x="175" y="38"/>
                      </a:cubicBezTo>
                      <a:cubicBezTo>
                        <a:pt x="177" y="37"/>
                        <a:pt x="178" y="36"/>
                        <a:pt x="178" y="34"/>
                      </a:cubicBezTo>
                      <a:cubicBezTo>
                        <a:pt x="179" y="32"/>
                        <a:pt x="178" y="30"/>
                        <a:pt x="176" y="28"/>
                      </a:cubicBezTo>
                      <a:cubicBezTo>
                        <a:pt x="175" y="27"/>
                        <a:pt x="173" y="27"/>
                        <a:pt x="172" y="27"/>
                      </a:cubicBezTo>
                      <a:cubicBezTo>
                        <a:pt x="170" y="27"/>
                        <a:pt x="168" y="29"/>
                        <a:pt x="169" y="31"/>
                      </a:cubicBezTo>
                      <a:cubicBezTo>
                        <a:pt x="169" y="31"/>
                        <a:pt x="169" y="32"/>
                        <a:pt x="170" y="32"/>
                      </a:cubicBezTo>
                      <a:cubicBezTo>
                        <a:pt x="170" y="33"/>
                        <a:pt x="171" y="33"/>
                        <a:pt x="172" y="33"/>
                      </a:cubicBezTo>
                      <a:cubicBezTo>
                        <a:pt x="173" y="33"/>
                        <a:pt x="173" y="33"/>
                        <a:pt x="174" y="32"/>
                      </a:cubicBezTo>
                      <a:cubicBezTo>
                        <a:pt x="175" y="33"/>
                        <a:pt x="175" y="33"/>
                        <a:pt x="175" y="34"/>
                      </a:cubicBezTo>
                      <a:cubicBezTo>
                        <a:pt x="175" y="35"/>
                        <a:pt x="174" y="35"/>
                        <a:pt x="173" y="36"/>
                      </a:cubicBezTo>
                      <a:cubicBezTo>
                        <a:pt x="173" y="36"/>
                        <a:pt x="171" y="36"/>
                        <a:pt x="171" y="36"/>
                      </a:cubicBezTo>
                      <a:cubicBezTo>
                        <a:pt x="169" y="35"/>
                        <a:pt x="167" y="34"/>
                        <a:pt x="167" y="32"/>
                      </a:cubicBezTo>
                      <a:cubicBezTo>
                        <a:pt x="167" y="29"/>
                        <a:pt x="169" y="26"/>
                        <a:pt x="171" y="25"/>
                      </a:cubicBezTo>
                      <a:cubicBezTo>
                        <a:pt x="174" y="24"/>
                        <a:pt x="177" y="24"/>
                        <a:pt x="179" y="27"/>
                      </a:cubicBezTo>
                      <a:cubicBezTo>
                        <a:pt x="181" y="28"/>
                        <a:pt x="182" y="30"/>
                        <a:pt x="182" y="33"/>
                      </a:cubicBezTo>
                      <a:cubicBezTo>
                        <a:pt x="182" y="34"/>
                        <a:pt x="182" y="35"/>
                        <a:pt x="181" y="35"/>
                      </a:cubicBezTo>
                      <a:cubicBezTo>
                        <a:pt x="181" y="37"/>
                        <a:pt x="180" y="37"/>
                        <a:pt x="179" y="38"/>
                      </a:cubicBezTo>
                      <a:cubicBezTo>
                        <a:pt x="179" y="38"/>
                        <a:pt x="178" y="39"/>
                        <a:pt x="177" y="39"/>
                      </a:cubicBezTo>
                      <a:cubicBezTo>
                        <a:pt x="177" y="39"/>
                        <a:pt x="176" y="39"/>
                        <a:pt x="175" y="39"/>
                      </a:cubicBezTo>
                      <a:cubicBezTo>
                        <a:pt x="174" y="40"/>
                        <a:pt x="174" y="41"/>
                        <a:pt x="175" y="42"/>
                      </a:cubicBezTo>
                      <a:cubicBezTo>
                        <a:pt x="177" y="45"/>
                        <a:pt x="176" y="49"/>
                        <a:pt x="174" y="51"/>
                      </a:cubicBezTo>
                      <a:cubicBezTo>
                        <a:pt x="172" y="54"/>
                        <a:pt x="168" y="55"/>
                        <a:pt x="165" y="54"/>
                      </a:cubicBezTo>
                      <a:cubicBezTo>
                        <a:pt x="165" y="53"/>
                        <a:pt x="165" y="52"/>
                        <a:pt x="165" y="51"/>
                      </a:cubicBezTo>
                      <a:cubicBezTo>
                        <a:pt x="164" y="48"/>
                        <a:pt x="162" y="46"/>
                        <a:pt x="160" y="44"/>
                      </a:cubicBezTo>
                      <a:cubicBezTo>
                        <a:pt x="158" y="43"/>
                        <a:pt x="156" y="43"/>
                        <a:pt x="154" y="43"/>
                      </a:cubicBezTo>
                      <a:cubicBezTo>
                        <a:pt x="153" y="41"/>
                        <a:pt x="153" y="40"/>
                        <a:pt x="153" y="40"/>
                      </a:cubicBezTo>
                      <a:cubicBezTo>
                        <a:pt x="151" y="37"/>
                        <a:pt x="148" y="35"/>
                        <a:pt x="144" y="35"/>
                      </a:cubicBezTo>
                      <a:cubicBezTo>
                        <a:pt x="139" y="35"/>
                        <a:pt x="136" y="36"/>
                        <a:pt x="134" y="40"/>
                      </a:cubicBezTo>
                      <a:cubicBezTo>
                        <a:pt x="132" y="42"/>
                        <a:pt x="132" y="45"/>
                        <a:pt x="133" y="47"/>
                      </a:cubicBezTo>
                      <a:cubicBezTo>
                        <a:pt x="133" y="50"/>
                        <a:pt x="135" y="51"/>
                        <a:pt x="136" y="52"/>
                      </a:cubicBezTo>
                      <a:cubicBezTo>
                        <a:pt x="138" y="53"/>
                        <a:pt x="141" y="54"/>
                        <a:pt x="143" y="53"/>
                      </a:cubicBezTo>
                      <a:cubicBezTo>
                        <a:pt x="145" y="52"/>
                        <a:pt x="147" y="51"/>
                        <a:pt x="148" y="50"/>
                      </a:cubicBezTo>
                      <a:cubicBezTo>
                        <a:pt x="149" y="48"/>
                        <a:pt x="148" y="45"/>
                        <a:pt x="147" y="44"/>
                      </a:cubicBezTo>
                      <a:cubicBezTo>
                        <a:pt x="145" y="42"/>
                        <a:pt x="142" y="41"/>
                        <a:pt x="140" y="42"/>
                      </a:cubicBezTo>
                      <a:cubicBezTo>
                        <a:pt x="139" y="43"/>
                        <a:pt x="138" y="44"/>
                        <a:pt x="138" y="45"/>
                      </a:cubicBezTo>
                      <a:cubicBezTo>
                        <a:pt x="138" y="47"/>
                        <a:pt x="139" y="48"/>
                        <a:pt x="141" y="48"/>
                      </a:cubicBezTo>
                      <a:cubicBezTo>
                        <a:pt x="142" y="48"/>
                        <a:pt x="144" y="47"/>
                        <a:pt x="144" y="46"/>
                      </a:cubicBezTo>
                      <a:cubicBezTo>
                        <a:pt x="144" y="46"/>
                        <a:pt x="144" y="46"/>
                        <a:pt x="144" y="46"/>
                      </a:cubicBezTo>
                      <a:cubicBezTo>
                        <a:pt x="145" y="46"/>
                        <a:pt x="145" y="47"/>
                        <a:pt x="145" y="48"/>
                      </a:cubicBezTo>
                      <a:cubicBezTo>
                        <a:pt x="144" y="49"/>
                        <a:pt x="143" y="50"/>
                        <a:pt x="142" y="50"/>
                      </a:cubicBezTo>
                      <a:cubicBezTo>
                        <a:pt x="141" y="50"/>
                        <a:pt x="139" y="50"/>
                        <a:pt x="138" y="49"/>
                      </a:cubicBezTo>
                      <a:cubicBezTo>
                        <a:pt x="137" y="49"/>
                        <a:pt x="136" y="47"/>
                        <a:pt x="136" y="47"/>
                      </a:cubicBezTo>
                      <a:cubicBezTo>
                        <a:pt x="135" y="45"/>
                        <a:pt x="136" y="43"/>
                        <a:pt x="137" y="41"/>
                      </a:cubicBezTo>
                      <a:cubicBezTo>
                        <a:pt x="138" y="40"/>
                        <a:pt x="140" y="38"/>
                        <a:pt x="142" y="38"/>
                      </a:cubicBezTo>
                      <a:cubicBezTo>
                        <a:pt x="142" y="38"/>
                        <a:pt x="143" y="38"/>
                        <a:pt x="144" y="38"/>
                      </a:cubicBezTo>
                      <a:cubicBezTo>
                        <a:pt x="146" y="38"/>
                        <a:pt x="149" y="39"/>
                        <a:pt x="150" y="41"/>
                      </a:cubicBezTo>
                      <a:cubicBezTo>
                        <a:pt x="150" y="43"/>
                        <a:pt x="150" y="45"/>
                        <a:pt x="151" y="46"/>
                      </a:cubicBezTo>
                      <a:cubicBezTo>
                        <a:pt x="152" y="47"/>
                        <a:pt x="153" y="46"/>
                        <a:pt x="154" y="46"/>
                      </a:cubicBezTo>
                      <a:cubicBezTo>
                        <a:pt x="156" y="46"/>
                        <a:pt x="157" y="46"/>
                        <a:pt x="158" y="47"/>
                      </a:cubicBezTo>
                      <a:cubicBezTo>
                        <a:pt x="160" y="48"/>
                        <a:pt x="161" y="50"/>
                        <a:pt x="162" y="52"/>
                      </a:cubicBezTo>
                      <a:cubicBezTo>
                        <a:pt x="162" y="52"/>
                        <a:pt x="162" y="53"/>
                        <a:pt x="162" y="53"/>
                      </a:cubicBezTo>
                      <a:cubicBezTo>
                        <a:pt x="162" y="54"/>
                        <a:pt x="162" y="55"/>
                        <a:pt x="162" y="56"/>
                      </a:cubicBezTo>
                      <a:cubicBezTo>
                        <a:pt x="161" y="57"/>
                        <a:pt x="160" y="59"/>
                        <a:pt x="158" y="60"/>
                      </a:cubicBezTo>
                      <a:cubicBezTo>
                        <a:pt x="158" y="61"/>
                        <a:pt x="157" y="61"/>
                        <a:pt x="157" y="61"/>
                      </a:cubicBezTo>
                      <a:cubicBezTo>
                        <a:pt x="155" y="62"/>
                        <a:pt x="154" y="62"/>
                        <a:pt x="153" y="63"/>
                      </a:cubicBezTo>
                      <a:close/>
                      <a:moveTo>
                        <a:pt x="165" y="64"/>
                      </a:moveTo>
                      <a:cubicBezTo>
                        <a:pt x="163" y="64"/>
                        <a:pt x="161" y="64"/>
                        <a:pt x="159" y="64"/>
                      </a:cubicBezTo>
                      <a:cubicBezTo>
                        <a:pt x="160" y="63"/>
                        <a:pt x="160" y="63"/>
                        <a:pt x="160" y="63"/>
                      </a:cubicBezTo>
                      <a:cubicBezTo>
                        <a:pt x="162" y="61"/>
                        <a:pt x="164" y="59"/>
                        <a:pt x="165" y="57"/>
                      </a:cubicBezTo>
                      <a:cubicBezTo>
                        <a:pt x="166" y="58"/>
                        <a:pt x="168" y="58"/>
                        <a:pt x="169" y="58"/>
                      </a:cubicBezTo>
                      <a:cubicBezTo>
                        <a:pt x="169" y="60"/>
                        <a:pt x="167" y="63"/>
                        <a:pt x="165" y="64"/>
                      </a:cubicBezTo>
                      <a:close/>
                      <a:moveTo>
                        <a:pt x="280" y="39"/>
                      </a:moveTo>
                      <a:cubicBezTo>
                        <a:pt x="278" y="39"/>
                        <a:pt x="276" y="38"/>
                        <a:pt x="273" y="38"/>
                      </a:cubicBezTo>
                      <a:cubicBezTo>
                        <a:pt x="270" y="38"/>
                        <a:pt x="267" y="39"/>
                        <a:pt x="263" y="40"/>
                      </a:cubicBezTo>
                      <a:cubicBezTo>
                        <a:pt x="260" y="41"/>
                        <a:pt x="258" y="42"/>
                        <a:pt x="255" y="44"/>
                      </a:cubicBezTo>
                      <a:cubicBezTo>
                        <a:pt x="253" y="45"/>
                        <a:pt x="251" y="46"/>
                        <a:pt x="249" y="47"/>
                      </a:cubicBezTo>
                      <a:cubicBezTo>
                        <a:pt x="248" y="47"/>
                        <a:pt x="247" y="48"/>
                        <a:pt x="247" y="48"/>
                      </a:cubicBezTo>
                      <a:cubicBezTo>
                        <a:pt x="244" y="50"/>
                        <a:pt x="242" y="51"/>
                        <a:pt x="239" y="52"/>
                      </a:cubicBezTo>
                      <a:cubicBezTo>
                        <a:pt x="229" y="55"/>
                        <a:pt x="219" y="54"/>
                        <a:pt x="211" y="50"/>
                      </a:cubicBezTo>
                      <a:cubicBezTo>
                        <a:pt x="211" y="49"/>
                        <a:pt x="210" y="49"/>
                        <a:pt x="209" y="50"/>
                      </a:cubicBezTo>
                      <a:cubicBezTo>
                        <a:pt x="209" y="50"/>
                        <a:pt x="209" y="50"/>
                        <a:pt x="209" y="50"/>
                      </a:cubicBezTo>
                      <a:cubicBezTo>
                        <a:pt x="209" y="51"/>
                        <a:pt x="209" y="52"/>
                        <a:pt x="208" y="52"/>
                      </a:cubicBezTo>
                      <a:cubicBezTo>
                        <a:pt x="208" y="53"/>
                        <a:pt x="207" y="53"/>
                        <a:pt x="207" y="54"/>
                      </a:cubicBezTo>
                      <a:cubicBezTo>
                        <a:pt x="206" y="55"/>
                        <a:pt x="206" y="55"/>
                        <a:pt x="205" y="56"/>
                      </a:cubicBezTo>
                      <a:cubicBezTo>
                        <a:pt x="204" y="57"/>
                        <a:pt x="202" y="58"/>
                        <a:pt x="200" y="59"/>
                      </a:cubicBezTo>
                      <a:cubicBezTo>
                        <a:pt x="199" y="59"/>
                        <a:pt x="198" y="60"/>
                        <a:pt x="197" y="60"/>
                      </a:cubicBezTo>
                      <a:cubicBezTo>
                        <a:pt x="189" y="62"/>
                        <a:pt x="181" y="60"/>
                        <a:pt x="176" y="54"/>
                      </a:cubicBezTo>
                      <a:cubicBezTo>
                        <a:pt x="176" y="54"/>
                        <a:pt x="176" y="54"/>
                        <a:pt x="176" y="54"/>
                      </a:cubicBezTo>
                      <a:cubicBezTo>
                        <a:pt x="178" y="52"/>
                        <a:pt x="179" y="49"/>
                        <a:pt x="179" y="46"/>
                      </a:cubicBezTo>
                      <a:cubicBezTo>
                        <a:pt x="179" y="45"/>
                        <a:pt x="179" y="43"/>
                        <a:pt x="179" y="42"/>
                      </a:cubicBezTo>
                      <a:cubicBezTo>
                        <a:pt x="180" y="41"/>
                        <a:pt x="181" y="41"/>
                        <a:pt x="181" y="41"/>
                      </a:cubicBezTo>
                      <a:cubicBezTo>
                        <a:pt x="183" y="40"/>
                        <a:pt x="184" y="38"/>
                        <a:pt x="184" y="37"/>
                      </a:cubicBezTo>
                      <a:cubicBezTo>
                        <a:pt x="185" y="35"/>
                        <a:pt x="185" y="34"/>
                        <a:pt x="185" y="33"/>
                      </a:cubicBezTo>
                      <a:cubicBezTo>
                        <a:pt x="185" y="30"/>
                        <a:pt x="184" y="26"/>
                        <a:pt x="182" y="24"/>
                      </a:cubicBezTo>
                      <a:cubicBezTo>
                        <a:pt x="180" y="23"/>
                        <a:pt x="178" y="22"/>
                        <a:pt x="176" y="21"/>
                      </a:cubicBezTo>
                      <a:cubicBezTo>
                        <a:pt x="177" y="21"/>
                        <a:pt x="177" y="20"/>
                        <a:pt x="178" y="20"/>
                      </a:cubicBezTo>
                      <a:cubicBezTo>
                        <a:pt x="178" y="20"/>
                        <a:pt x="179" y="19"/>
                        <a:pt x="180" y="19"/>
                      </a:cubicBezTo>
                      <a:cubicBezTo>
                        <a:pt x="187" y="16"/>
                        <a:pt x="194" y="19"/>
                        <a:pt x="197" y="26"/>
                      </a:cubicBezTo>
                      <a:cubicBezTo>
                        <a:pt x="197" y="26"/>
                        <a:pt x="198" y="27"/>
                        <a:pt x="198" y="27"/>
                      </a:cubicBezTo>
                      <a:cubicBezTo>
                        <a:pt x="199" y="27"/>
                        <a:pt x="199" y="27"/>
                        <a:pt x="200" y="26"/>
                      </a:cubicBezTo>
                      <a:cubicBezTo>
                        <a:pt x="202" y="24"/>
                        <a:pt x="205" y="24"/>
                        <a:pt x="207" y="24"/>
                      </a:cubicBezTo>
                      <a:cubicBezTo>
                        <a:pt x="210" y="25"/>
                        <a:pt x="212" y="27"/>
                        <a:pt x="213" y="29"/>
                      </a:cubicBezTo>
                      <a:cubicBezTo>
                        <a:pt x="213" y="29"/>
                        <a:pt x="213" y="30"/>
                        <a:pt x="213" y="30"/>
                      </a:cubicBezTo>
                      <a:cubicBezTo>
                        <a:pt x="213" y="30"/>
                        <a:pt x="213" y="30"/>
                        <a:pt x="214" y="31"/>
                      </a:cubicBezTo>
                      <a:cubicBezTo>
                        <a:pt x="214" y="33"/>
                        <a:pt x="214" y="35"/>
                        <a:pt x="212" y="37"/>
                      </a:cubicBezTo>
                      <a:cubicBezTo>
                        <a:pt x="212" y="38"/>
                        <a:pt x="211" y="38"/>
                        <a:pt x="211" y="39"/>
                      </a:cubicBezTo>
                      <a:cubicBezTo>
                        <a:pt x="209" y="40"/>
                        <a:pt x="207" y="40"/>
                        <a:pt x="206" y="40"/>
                      </a:cubicBezTo>
                      <a:cubicBezTo>
                        <a:pt x="205" y="40"/>
                        <a:pt x="203" y="39"/>
                        <a:pt x="202" y="38"/>
                      </a:cubicBezTo>
                      <a:cubicBezTo>
                        <a:pt x="202" y="37"/>
                        <a:pt x="202" y="36"/>
                        <a:pt x="202" y="35"/>
                      </a:cubicBezTo>
                      <a:cubicBezTo>
                        <a:pt x="202" y="34"/>
                        <a:pt x="203" y="33"/>
                        <a:pt x="204" y="33"/>
                      </a:cubicBezTo>
                      <a:cubicBezTo>
                        <a:pt x="205" y="33"/>
                        <a:pt x="206" y="33"/>
                        <a:pt x="206" y="33"/>
                      </a:cubicBezTo>
                      <a:cubicBezTo>
                        <a:pt x="206" y="33"/>
                        <a:pt x="205" y="34"/>
                        <a:pt x="205" y="34"/>
                      </a:cubicBezTo>
                      <a:cubicBezTo>
                        <a:pt x="205" y="35"/>
                        <a:pt x="205" y="35"/>
                        <a:pt x="205" y="36"/>
                      </a:cubicBezTo>
                      <a:cubicBezTo>
                        <a:pt x="205" y="37"/>
                        <a:pt x="207" y="38"/>
                        <a:pt x="208" y="38"/>
                      </a:cubicBezTo>
                      <a:cubicBezTo>
                        <a:pt x="211" y="38"/>
                        <a:pt x="212" y="36"/>
                        <a:pt x="212" y="33"/>
                      </a:cubicBezTo>
                      <a:cubicBezTo>
                        <a:pt x="211" y="31"/>
                        <a:pt x="208" y="30"/>
                        <a:pt x="206" y="30"/>
                      </a:cubicBezTo>
                      <a:cubicBezTo>
                        <a:pt x="205" y="29"/>
                        <a:pt x="204" y="29"/>
                        <a:pt x="204" y="30"/>
                      </a:cubicBezTo>
                      <a:cubicBezTo>
                        <a:pt x="201" y="30"/>
                        <a:pt x="200" y="32"/>
                        <a:pt x="199" y="34"/>
                      </a:cubicBezTo>
                      <a:cubicBezTo>
                        <a:pt x="198" y="36"/>
                        <a:pt x="198" y="38"/>
                        <a:pt x="200" y="40"/>
                      </a:cubicBezTo>
                      <a:cubicBezTo>
                        <a:pt x="201" y="42"/>
                        <a:pt x="203" y="43"/>
                        <a:pt x="205" y="43"/>
                      </a:cubicBezTo>
                      <a:cubicBezTo>
                        <a:pt x="208" y="44"/>
                        <a:pt x="211" y="43"/>
                        <a:pt x="213" y="41"/>
                      </a:cubicBezTo>
                      <a:cubicBezTo>
                        <a:pt x="216" y="39"/>
                        <a:pt x="217" y="35"/>
                        <a:pt x="217" y="32"/>
                      </a:cubicBezTo>
                      <a:cubicBezTo>
                        <a:pt x="218" y="32"/>
                        <a:pt x="220" y="32"/>
                        <a:pt x="221" y="32"/>
                      </a:cubicBezTo>
                      <a:cubicBezTo>
                        <a:pt x="222" y="33"/>
                        <a:pt x="223" y="32"/>
                        <a:pt x="224" y="32"/>
                      </a:cubicBezTo>
                      <a:cubicBezTo>
                        <a:pt x="227" y="31"/>
                        <a:pt x="229" y="30"/>
                        <a:pt x="231" y="29"/>
                      </a:cubicBezTo>
                      <a:cubicBezTo>
                        <a:pt x="234" y="28"/>
                        <a:pt x="236" y="26"/>
                        <a:pt x="239" y="25"/>
                      </a:cubicBezTo>
                      <a:cubicBezTo>
                        <a:pt x="240" y="25"/>
                        <a:pt x="241" y="24"/>
                        <a:pt x="242" y="24"/>
                      </a:cubicBezTo>
                      <a:cubicBezTo>
                        <a:pt x="248" y="24"/>
                        <a:pt x="253" y="26"/>
                        <a:pt x="258" y="29"/>
                      </a:cubicBezTo>
                      <a:cubicBezTo>
                        <a:pt x="259" y="30"/>
                        <a:pt x="259" y="30"/>
                        <a:pt x="259" y="30"/>
                      </a:cubicBezTo>
                      <a:cubicBezTo>
                        <a:pt x="264" y="32"/>
                        <a:pt x="269" y="34"/>
                        <a:pt x="274" y="36"/>
                      </a:cubicBezTo>
                      <a:cubicBezTo>
                        <a:pt x="276" y="37"/>
                        <a:pt x="278" y="38"/>
                        <a:pt x="280" y="3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51" name="Freeform 6"/>
                <p:cNvSpPr>
                  <a:spLocks noEditPoints="1"/>
                </p:cNvSpPr>
                <p:nvPr/>
              </p:nvSpPr>
              <p:spPr bwMode="auto">
                <a:xfrm>
                  <a:off x="5924610" y="2117514"/>
                  <a:ext cx="152400" cy="146050"/>
                </a:xfrm>
                <a:custGeom>
                  <a:avLst/>
                  <a:gdLst>
                    <a:gd name="T0" fmla="*/ 7 w 14"/>
                    <a:gd name="T1" fmla="*/ 0 h 13"/>
                    <a:gd name="T2" fmla="*/ 0 w 14"/>
                    <a:gd name="T3" fmla="*/ 7 h 13"/>
                    <a:gd name="T4" fmla="*/ 7 w 14"/>
                    <a:gd name="T5" fmla="*/ 13 h 13"/>
                    <a:gd name="T6" fmla="*/ 14 w 14"/>
                    <a:gd name="T7" fmla="*/ 7 h 13"/>
                    <a:gd name="T8" fmla="*/ 7 w 14"/>
                    <a:gd name="T9" fmla="*/ 0 h 13"/>
                    <a:gd name="T10" fmla="*/ 7 w 14"/>
                    <a:gd name="T11" fmla="*/ 10 h 13"/>
                    <a:gd name="T12" fmla="*/ 4 w 14"/>
                    <a:gd name="T13" fmla="*/ 7 h 13"/>
                    <a:gd name="T14" fmla="*/ 7 w 14"/>
                    <a:gd name="T15" fmla="*/ 3 h 13"/>
                    <a:gd name="T16" fmla="*/ 10 w 14"/>
                    <a:gd name="T17" fmla="*/ 7 h 13"/>
                    <a:gd name="T18" fmla="*/ 7 w 14"/>
                    <a:gd name="T19" fmla="*/ 1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" h="13">
                      <a:moveTo>
                        <a:pt x="7" y="0"/>
                      </a:move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0"/>
                        <a:pt x="3" y="13"/>
                        <a:pt x="7" y="13"/>
                      </a:cubicBezTo>
                      <a:cubicBezTo>
                        <a:pt x="11" y="13"/>
                        <a:pt x="14" y="10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lose/>
                      <a:moveTo>
                        <a:pt x="7" y="10"/>
                      </a:move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3"/>
                        <a:pt x="7" y="3"/>
                      </a:cubicBezTo>
                      <a:cubicBezTo>
                        <a:pt x="9" y="3"/>
                        <a:pt x="10" y="5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52" name="Freeform 7"/>
                <p:cNvSpPr>
                  <a:spLocks noEditPoints="1"/>
                </p:cNvSpPr>
                <p:nvPr/>
              </p:nvSpPr>
              <p:spPr bwMode="auto">
                <a:xfrm>
                  <a:off x="4807010" y="1411076"/>
                  <a:ext cx="142875" cy="157162"/>
                </a:xfrm>
                <a:custGeom>
                  <a:avLst/>
                  <a:gdLst>
                    <a:gd name="T0" fmla="*/ 6 w 13"/>
                    <a:gd name="T1" fmla="*/ 14 h 14"/>
                    <a:gd name="T2" fmla="*/ 13 w 13"/>
                    <a:gd name="T3" fmla="*/ 7 h 14"/>
                    <a:gd name="T4" fmla="*/ 6 w 13"/>
                    <a:gd name="T5" fmla="*/ 0 h 14"/>
                    <a:gd name="T6" fmla="*/ 0 w 13"/>
                    <a:gd name="T7" fmla="*/ 7 h 14"/>
                    <a:gd name="T8" fmla="*/ 6 w 13"/>
                    <a:gd name="T9" fmla="*/ 14 h 14"/>
                    <a:gd name="T10" fmla="*/ 6 w 13"/>
                    <a:gd name="T11" fmla="*/ 4 h 14"/>
                    <a:gd name="T12" fmla="*/ 10 w 13"/>
                    <a:gd name="T13" fmla="*/ 7 h 14"/>
                    <a:gd name="T14" fmla="*/ 6 w 13"/>
                    <a:gd name="T15" fmla="*/ 10 h 14"/>
                    <a:gd name="T16" fmla="*/ 3 w 13"/>
                    <a:gd name="T17" fmla="*/ 7 h 14"/>
                    <a:gd name="T18" fmla="*/ 6 w 13"/>
                    <a:gd name="T19" fmla="*/ 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" h="14">
                      <a:moveTo>
                        <a:pt x="6" y="14"/>
                      </a:moveTo>
                      <a:cubicBezTo>
                        <a:pt x="10" y="14"/>
                        <a:pt x="13" y="11"/>
                        <a:pt x="13" y="7"/>
                      </a:cubicBezTo>
                      <a:cubicBezTo>
                        <a:pt x="13" y="3"/>
                        <a:pt x="10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6" y="14"/>
                      </a:cubicBezTo>
                      <a:close/>
                      <a:moveTo>
                        <a:pt x="6" y="4"/>
                      </a:move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9"/>
                        <a:pt x="8" y="10"/>
                        <a:pt x="6" y="10"/>
                      </a:cubicBezTo>
                      <a:cubicBezTo>
                        <a:pt x="4" y="10"/>
                        <a:pt x="3" y="9"/>
                        <a:pt x="3" y="7"/>
                      </a:cubicBezTo>
                      <a:cubicBezTo>
                        <a:pt x="3" y="5"/>
                        <a:pt x="4" y="4"/>
                        <a:pt x="6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53" name="Oval 8"/>
                <p:cNvSpPr>
                  <a:spLocks noChangeArrowheads="1"/>
                </p:cNvSpPr>
                <p:nvPr/>
              </p:nvSpPr>
              <p:spPr bwMode="auto">
                <a:xfrm>
                  <a:off x="4862573" y="1479339"/>
                  <a:ext cx="20637" cy="2222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54" name="Freeform 9"/>
                <p:cNvSpPr>
                  <a:spLocks noEditPoints="1"/>
                </p:cNvSpPr>
                <p:nvPr/>
              </p:nvSpPr>
              <p:spPr bwMode="auto">
                <a:xfrm>
                  <a:off x="4960998" y="1579351"/>
                  <a:ext cx="601662" cy="582612"/>
                </a:xfrm>
                <a:custGeom>
                  <a:avLst/>
                  <a:gdLst>
                    <a:gd name="T0" fmla="*/ 39 w 55"/>
                    <a:gd name="T1" fmla="*/ 2 h 52"/>
                    <a:gd name="T2" fmla="*/ 35 w 55"/>
                    <a:gd name="T3" fmla="*/ 5 h 52"/>
                    <a:gd name="T4" fmla="*/ 31 w 55"/>
                    <a:gd name="T5" fmla="*/ 2 h 52"/>
                    <a:gd name="T6" fmla="*/ 31 w 55"/>
                    <a:gd name="T7" fmla="*/ 5 h 52"/>
                    <a:gd name="T8" fmla="*/ 23 w 55"/>
                    <a:gd name="T9" fmla="*/ 13 h 52"/>
                    <a:gd name="T10" fmla="*/ 15 w 55"/>
                    <a:gd name="T11" fmla="*/ 10 h 52"/>
                    <a:gd name="T12" fmla="*/ 6 w 55"/>
                    <a:gd name="T13" fmla="*/ 8 h 52"/>
                    <a:gd name="T14" fmla="*/ 2 w 55"/>
                    <a:gd name="T15" fmla="*/ 13 h 52"/>
                    <a:gd name="T16" fmla="*/ 2 w 55"/>
                    <a:gd name="T17" fmla="*/ 16 h 52"/>
                    <a:gd name="T18" fmla="*/ 0 w 55"/>
                    <a:gd name="T19" fmla="*/ 20 h 52"/>
                    <a:gd name="T20" fmla="*/ 4 w 55"/>
                    <a:gd name="T21" fmla="*/ 25 h 52"/>
                    <a:gd name="T22" fmla="*/ 4 w 55"/>
                    <a:gd name="T23" fmla="*/ 30 h 52"/>
                    <a:gd name="T24" fmla="*/ 3 w 55"/>
                    <a:gd name="T25" fmla="*/ 33 h 52"/>
                    <a:gd name="T26" fmla="*/ 4 w 55"/>
                    <a:gd name="T27" fmla="*/ 36 h 52"/>
                    <a:gd name="T28" fmla="*/ 2 w 55"/>
                    <a:gd name="T29" fmla="*/ 43 h 52"/>
                    <a:gd name="T30" fmla="*/ 2 w 55"/>
                    <a:gd name="T31" fmla="*/ 45 h 52"/>
                    <a:gd name="T32" fmla="*/ 11 w 55"/>
                    <a:gd name="T33" fmla="*/ 52 h 52"/>
                    <a:gd name="T34" fmla="*/ 19 w 55"/>
                    <a:gd name="T35" fmla="*/ 46 h 52"/>
                    <a:gd name="T36" fmla="*/ 19 w 55"/>
                    <a:gd name="T37" fmla="*/ 44 h 52"/>
                    <a:gd name="T38" fmla="*/ 11 w 55"/>
                    <a:gd name="T39" fmla="*/ 37 h 52"/>
                    <a:gd name="T40" fmla="*/ 13 w 55"/>
                    <a:gd name="T41" fmla="*/ 27 h 52"/>
                    <a:gd name="T42" fmla="*/ 36 w 55"/>
                    <a:gd name="T43" fmla="*/ 28 h 52"/>
                    <a:gd name="T44" fmla="*/ 37 w 55"/>
                    <a:gd name="T45" fmla="*/ 29 h 52"/>
                    <a:gd name="T46" fmla="*/ 42 w 55"/>
                    <a:gd name="T47" fmla="*/ 31 h 52"/>
                    <a:gd name="T48" fmla="*/ 49 w 55"/>
                    <a:gd name="T49" fmla="*/ 41 h 52"/>
                    <a:gd name="T50" fmla="*/ 53 w 55"/>
                    <a:gd name="T51" fmla="*/ 39 h 52"/>
                    <a:gd name="T52" fmla="*/ 54 w 55"/>
                    <a:gd name="T53" fmla="*/ 32 h 52"/>
                    <a:gd name="T54" fmla="*/ 53 w 55"/>
                    <a:gd name="T55" fmla="*/ 31 h 52"/>
                    <a:gd name="T56" fmla="*/ 48 w 55"/>
                    <a:gd name="T57" fmla="*/ 30 h 52"/>
                    <a:gd name="T58" fmla="*/ 42 w 55"/>
                    <a:gd name="T59" fmla="*/ 20 h 52"/>
                    <a:gd name="T60" fmla="*/ 51 w 55"/>
                    <a:gd name="T61" fmla="*/ 8 h 52"/>
                    <a:gd name="T62" fmla="*/ 52 w 55"/>
                    <a:gd name="T63" fmla="*/ 7 h 52"/>
                    <a:gd name="T64" fmla="*/ 41 w 55"/>
                    <a:gd name="T65" fmla="*/ 1 h 52"/>
                    <a:gd name="T66" fmla="*/ 44 w 55"/>
                    <a:gd name="T67" fmla="*/ 2 h 52"/>
                    <a:gd name="T68" fmla="*/ 50 w 55"/>
                    <a:gd name="T69" fmla="*/ 7 h 52"/>
                    <a:gd name="T70" fmla="*/ 40 w 55"/>
                    <a:gd name="T71" fmla="*/ 20 h 52"/>
                    <a:gd name="T72" fmla="*/ 47 w 55"/>
                    <a:gd name="T73" fmla="*/ 31 h 52"/>
                    <a:gd name="T74" fmla="*/ 52 w 55"/>
                    <a:gd name="T75" fmla="*/ 33 h 52"/>
                    <a:gd name="T76" fmla="*/ 52 w 55"/>
                    <a:gd name="T77" fmla="*/ 38 h 52"/>
                    <a:gd name="T78" fmla="*/ 43 w 55"/>
                    <a:gd name="T79" fmla="*/ 29 h 52"/>
                    <a:gd name="T80" fmla="*/ 38 w 55"/>
                    <a:gd name="T81" fmla="*/ 27 h 52"/>
                    <a:gd name="T82" fmla="*/ 11 w 55"/>
                    <a:gd name="T83" fmla="*/ 26 h 52"/>
                    <a:gd name="T84" fmla="*/ 10 w 55"/>
                    <a:gd name="T85" fmla="*/ 38 h 52"/>
                    <a:gd name="T86" fmla="*/ 15 w 55"/>
                    <a:gd name="T87" fmla="*/ 45 h 52"/>
                    <a:gd name="T88" fmla="*/ 11 w 55"/>
                    <a:gd name="T89" fmla="*/ 50 h 52"/>
                    <a:gd name="T90" fmla="*/ 3 w 55"/>
                    <a:gd name="T91" fmla="*/ 44 h 52"/>
                    <a:gd name="T92" fmla="*/ 6 w 55"/>
                    <a:gd name="T93" fmla="*/ 35 h 52"/>
                    <a:gd name="T94" fmla="*/ 5 w 55"/>
                    <a:gd name="T95" fmla="*/ 32 h 52"/>
                    <a:gd name="T96" fmla="*/ 6 w 55"/>
                    <a:gd name="T97" fmla="*/ 29 h 52"/>
                    <a:gd name="T98" fmla="*/ 4 w 55"/>
                    <a:gd name="T99" fmla="*/ 21 h 52"/>
                    <a:gd name="T100" fmla="*/ 4 w 55"/>
                    <a:gd name="T101" fmla="*/ 16 h 52"/>
                    <a:gd name="T102" fmla="*/ 6 w 55"/>
                    <a:gd name="T103" fmla="*/ 10 h 52"/>
                    <a:gd name="T104" fmla="*/ 13 w 55"/>
                    <a:gd name="T105" fmla="*/ 11 h 52"/>
                    <a:gd name="T106" fmla="*/ 19 w 55"/>
                    <a:gd name="T107" fmla="*/ 14 h 52"/>
                    <a:gd name="T108" fmla="*/ 24 w 55"/>
                    <a:gd name="T109" fmla="*/ 15 h 52"/>
                    <a:gd name="T110" fmla="*/ 33 w 55"/>
                    <a:gd name="T111" fmla="*/ 6 h 52"/>
                    <a:gd name="T112" fmla="*/ 40 w 55"/>
                    <a:gd name="T113" fmla="*/ 5 h 52"/>
                    <a:gd name="T114" fmla="*/ 40 w 55"/>
                    <a:gd name="T115" fmla="*/ 4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55" h="52">
                      <a:moveTo>
                        <a:pt x="41" y="1"/>
                      </a:moveTo>
                      <a:cubicBezTo>
                        <a:pt x="40" y="2"/>
                        <a:pt x="40" y="2"/>
                        <a:pt x="39" y="2"/>
                      </a:cubicBezTo>
                      <a:cubicBezTo>
                        <a:pt x="39" y="3"/>
                        <a:pt x="39" y="3"/>
                        <a:pt x="38" y="4"/>
                      </a:cubicBezTo>
                      <a:cubicBezTo>
                        <a:pt x="37" y="4"/>
                        <a:pt x="36" y="5"/>
                        <a:pt x="35" y="5"/>
                      </a:cubicBezTo>
                      <a:cubicBezTo>
                        <a:pt x="34" y="5"/>
                        <a:pt x="33" y="4"/>
                        <a:pt x="33" y="4"/>
                      </a:cubicBezTo>
                      <a:cubicBezTo>
                        <a:pt x="31" y="2"/>
                        <a:pt x="31" y="2"/>
                        <a:pt x="31" y="2"/>
                      </a:cubicBezTo>
                      <a:cubicBezTo>
                        <a:pt x="31" y="2"/>
                        <a:pt x="31" y="3"/>
                        <a:pt x="31" y="4"/>
                      </a:cubicBezTo>
                      <a:cubicBezTo>
                        <a:pt x="31" y="4"/>
                        <a:pt x="31" y="4"/>
                        <a:pt x="31" y="5"/>
                      </a:cubicBezTo>
                      <a:cubicBezTo>
                        <a:pt x="31" y="5"/>
                        <a:pt x="31" y="6"/>
                        <a:pt x="31" y="7"/>
                      </a:cubicBezTo>
                      <a:cubicBezTo>
                        <a:pt x="30" y="10"/>
                        <a:pt x="27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0" y="13"/>
                        <a:pt x="17" y="13"/>
                        <a:pt x="15" y="10"/>
                      </a:cubicBezTo>
                      <a:cubicBezTo>
                        <a:pt x="13" y="9"/>
                        <a:pt x="13" y="8"/>
                        <a:pt x="11" y="8"/>
                      </a:cubicBezTo>
                      <a:cubicBezTo>
                        <a:pt x="9" y="7"/>
                        <a:pt x="8" y="7"/>
                        <a:pt x="6" y="8"/>
                      </a:cubicBezTo>
                      <a:cubicBezTo>
                        <a:pt x="6" y="8"/>
                        <a:pt x="5" y="8"/>
                        <a:pt x="5" y="9"/>
                      </a:cubicBezTo>
                      <a:cubicBezTo>
                        <a:pt x="3" y="10"/>
                        <a:pt x="2" y="11"/>
                        <a:pt x="2" y="13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2" y="17"/>
                        <a:pt x="2" y="18"/>
                        <a:pt x="1" y="19"/>
                      </a:cubicBezTo>
                      <a:cubicBezTo>
                        <a:pt x="1" y="19"/>
                        <a:pt x="0" y="20"/>
                        <a:pt x="0" y="20"/>
                      </a:cubicBezTo>
                      <a:cubicBezTo>
                        <a:pt x="0" y="20"/>
                        <a:pt x="1" y="20"/>
                        <a:pt x="1" y="21"/>
                      </a:cubicBezTo>
                      <a:cubicBezTo>
                        <a:pt x="2" y="22"/>
                        <a:pt x="3" y="23"/>
                        <a:pt x="4" y="25"/>
                      </a:cubicBezTo>
                      <a:cubicBezTo>
                        <a:pt x="4" y="26"/>
                        <a:pt x="4" y="27"/>
                        <a:pt x="4" y="28"/>
                      </a:cubicBezTo>
                      <a:cubicBezTo>
                        <a:pt x="4" y="30"/>
                        <a:pt x="4" y="30"/>
                        <a:pt x="4" y="30"/>
                      </a:cubicBezTo>
                      <a:cubicBezTo>
                        <a:pt x="4" y="31"/>
                        <a:pt x="4" y="32"/>
                        <a:pt x="3" y="32"/>
                      </a:cubicBezTo>
                      <a:cubicBezTo>
                        <a:pt x="3" y="33"/>
                        <a:pt x="3" y="33"/>
                        <a:pt x="3" y="33"/>
                      </a:cubicBezTo>
                      <a:cubicBezTo>
                        <a:pt x="3" y="33"/>
                        <a:pt x="3" y="33"/>
                        <a:pt x="3" y="33"/>
                      </a:cubicBezTo>
                      <a:cubicBezTo>
                        <a:pt x="4" y="34"/>
                        <a:pt x="4" y="35"/>
                        <a:pt x="4" y="36"/>
                      </a:cubicBezTo>
                      <a:cubicBezTo>
                        <a:pt x="4" y="36"/>
                        <a:pt x="4" y="37"/>
                        <a:pt x="4" y="38"/>
                      </a:cubicBezTo>
                      <a:cubicBezTo>
                        <a:pt x="4" y="40"/>
                        <a:pt x="3" y="42"/>
                        <a:pt x="2" y="43"/>
                      </a:cubicBezTo>
                      <a:cubicBezTo>
                        <a:pt x="2" y="43"/>
                        <a:pt x="0" y="44"/>
                        <a:pt x="0" y="44"/>
                      </a:cubicBezTo>
                      <a:cubicBezTo>
                        <a:pt x="2" y="45"/>
                        <a:pt x="2" y="45"/>
                        <a:pt x="2" y="45"/>
                      </a:cubicBezTo>
                      <a:cubicBezTo>
                        <a:pt x="3" y="45"/>
                        <a:pt x="3" y="46"/>
                        <a:pt x="4" y="46"/>
                      </a:cubicBezTo>
                      <a:cubicBezTo>
                        <a:pt x="5" y="49"/>
                        <a:pt x="8" y="52"/>
                        <a:pt x="11" y="52"/>
                      </a:cubicBezTo>
                      <a:cubicBezTo>
                        <a:pt x="14" y="52"/>
                        <a:pt x="16" y="50"/>
                        <a:pt x="17" y="48"/>
                      </a:cubicBezTo>
                      <a:cubicBezTo>
                        <a:pt x="18" y="47"/>
                        <a:pt x="18" y="47"/>
                        <a:pt x="19" y="46"/>
                      </a:cubicBezTo>
                      <a:cubicBezTo>
                        <a:pt x="20" y="45"/>
                        <a:pt x="20" y="45"/>
                        <a:pt x="20" y="45"/>
                      </a:cubicBezTo>
                      <a:cubicBezTo>
                        <a:pt x="19" y="44"/>
                        <a:pt x="19" y="44"/>
                        <a:pt x="19" y="44"/>
                      </a:cubicBezTo>
                      <a:cubicBezTo>
                        <a:pt x="18" y="44"/>
                        <a:pt x="17" y="44"/>
                        <a:pt x="16" y="44"/>
                      </a:cubicBezTo>
                      <a:cubicBezTo>
                        <a:pt x="14" y="42"/>
                        <a:pt x="12" y="40"/>
                        <a:pt x="11" y="37"/>
                      </a:cubicBezTo>
                      <a:cubicBezTo>
                        <a:pt x="11" y="36"/>
                        <a:pt x="11" y="35"/>
                        <a:pt x="11" y="34"/>
                      </a:cubicBezTo>
                      <a:cubicBezTo>
                        <a:pt x="11" y="32"/>
                        <a:pt x="11" y="29"/>
                        <a:pt x="13" y="27"/>
                      </a:cubicBezTo>
                      <a:cubicBezTo>
                        <a:pt x="15" y="23"/>
                        <a:pt x="20" y="21"/>
                        <a:pt x="25" y="21"/>
                      </a:cubicBezTo>
                      <a:cubicBezTo>
                        <a:pt x="30" y="21"/>
                        <a:pt x="34" y="24"/>
                        <a:pt x="36" y="28"/>
                      </a:cubicBezTo>
                      <a:cubicBezTo>
                        <a:pt x="36" y="28"/>
                        <a:pt x="36" y="29"/>
                        <a:pt x="36" y="29"/>
                      </a:cubicBezTo>
                      <a:cubicBezTo>
                        <a:pt x="37" y="29"/>
                        <a:pt x="37" y="29"/>
                        <a:pt x="37" y="29"/>
                      </a:cubicBezTo>
                      <a:cubicBezTo>
                        <a:pt x="37" y="29"/>
                        <a:pt x="37" y="29"/>
                        <a:pt x="37" y="29"/>
                      </a:cubicBezTo>
                      <a:cubicBezTo>
                        <a:pt x="39" y="30"/>
                        <a:pt x="41" y="30"/>
                        <a:pt x="42" y="31"/>
                      </a:cubicBezTo>
                      <a:cubicBezTo>
                        <a:pt x="47" y="33"/>
                        <a:pt x="48" y="40"/>
                        <a:pt x="48" y="40"/>
                      </a:cubicBezTo>
                      <a:cubicBezTo>
                        <a:pt x="49" y="41"/>
                        <a:pt x="49" y="41"/>
                        <a:pt x="49" y="41"/>
                      </a:cubicBezTo>
                      <a:cubicBezTo>
                        <a:pt x="50" y="41"/>
                        <a:pt x="50" y="41"/>
                        <a:pt x="50" y="41"/>
                      </a:cubicBezTo>
                      <a:cubicBezTo>
                        <a:pt x="52" y="40"/>
                        <a:pt x="53" y="39"/>
                        <a:pt x="53" y="39"/>
                      </a:cubicBezTo>
                      <a:cubicBezTo>
                        <a:pt x="53" y="38"/>
                        <a:pt x="55" y="37"/>
                        <a:pt x="55" y="35"/>
                      </a:cubicBezTo>
                      <a:cubicBezTo>
                        <a:pt x="55" y="34"/>
                        <a:pt x="54" y="33"/>
                        <a:pt x="54" y="32"/>
                      </a:cubicBezTo>
                      <a:cubicBezTo>
                        <a:pt x="54" y="32"/>
                        <a:pt x="53" y="32"/>
                        <a:pt x="53" y="32"/>
                      </a:cubicBezTo>
                      <a:cubicBezTo>
                        <a:pt x="53" y="31"/>
                        <a:pt x="53" y="31"/>
                        <a:pt x="53" y="31"/>
                      </a:cubicBezTo>
                      <a:cubicBezTo>
                        <a:pt x="52" y="31"/>
                        <a:pt x="52" y="31"/>
                        <a:pt x="52" y="31"/>
                      </a:cubicBezTo>
                      <a:cubicBezTo>
                        <a:pt x="51" y="31"/>
                        <a:pt x="49" y="31"/>
                        <a:pt x="48" y="30"/>
                      </a:cubicBezTo>
                      <a:cubicBezTo>
                        <a:pt x="45" y="28"/>
                        <a:pt x="42" y="25"/>
                        <a:pt x="42" y="21"/>
                      </a:cubicBezTo>
                      <a:cubicBezTo>
                        <a:pt x="42" y="21"/>
                        <a:pt x="42" y="20"/>
                        <a:pt x="42" y="20"/>
                      </a:cubicBezTo>
                      <a:cubicBezTo>
                        <a:pt x="42" y="16"/>
                        <a:pt x="45" y="11"/>
                        <a:pt x="50" y="9"/>
                      </a:cubicBezTo>
                      <a:cubicBezTo>
                        <a:pt x="51" y="8"/>
                        <a:pt x="51" y="8"/>
                        <a:pt x="51" y="8"/>
                      </a:cubicBezTo>
                      <a:cubicBezTo>
                        <a:pt x="52" y="8"/>
                        <a:pt x="52" y="8"/>
                        <a:pt x="52" y="8"/>
                      </a:cubicBezTo>
                      <a:cubicBezTo>
                        <a:pt x="52" y="7"/>
                        <a:pt x="52" y="7"/>
                        <a:pt x="52" y="7"/>
                      </a:cubicBezTo>
                      <a:cubicBezTo>
                        <a:pt x="52" y="5"/>
                        <a:pt x="51" y="4"/>
                        <a:pt x="50" y="3"/>
                      </a:cubicBezTo>
                      <a:cubicBezTo>
                        <a:pt x="47" y="1"/>
                        <a:pt x="44" y="0"/>
                        <a:pt x="41" y="1"/>
                      </a:cubicBezTo>
                      <a:close/>
                      <a:moveTo>
                        <a:pt x="42" y="3"/>
                      </a:moveTo>
                      <a:cubicBezTo>
                        <a:pt x="42" y="2"/>
                        <a:pt x="44" y="2"/>
                        <a:pt x="44" y="2"/>
                      </a:cubicBezTo>
                      <a:cubicBezTo>
                        <a:pt x="46" y="2"/>
                        <a:pt x="47" y="3"/>
                        <a:pt x="48" y="4"/>
                      </a:cubicBezTo>
                      <a:cubicBezTo>
                        <a:pt x="49" y="5"/>
                        <a:pt x="50" y="6"/>
                        <a:pt x="50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4" y="10"/>
                        <a:pt x="40" y="15"/>
                        <a:pt x="40" y="20"/>
                      </a:cubicBezTo>
                      <a:cubicBezTo>
                        <a:pt x="40" y="21"/>
                        <a:pt x="40" y="21"/>
                        <a:pt x="40" y="21"/>
                      </a:cubicBezTo>
                      <a:cubicBezTo>
                        <a:pt x="40" y="25"/>
                        <a:pt x="43" y="29"/>
                        <a:pt x="47" y="31"/>
                      </a:cubicBezTo>
                      <a:cubicBezTo>
                        <a:pt x="49" y="32"/>
                        <a:pt x="50" y="33"/>
                        <a:pt x="52" y="33"/>
                      </a:cubicBezTo>
                      <a:cubicBezTo>
                        <a:pt x="52" y="33"/>
                        <a:pt x="52" y="33"/>
                        <a:pt x="52" y="33"/>
                      </a:cubicBezTo>
                      <a:cubicBezTo>
                        <a:pt x="53" y="34"/>
                        <a:pt x="53" y="34"/>
                        <a:pt x="53" y="35"/>
                      </a:cubicBezTo>
                      <a:cubicBezTo>
                        <a:pt x="53" y="36"/>
                        <a:pt x="52" y="37"/>
                        <a:pt x="52" y="38"/>
                      </a:cubicBezTo>
                      <a:cubicBezTo>
                        <a:pt x="51" y="38"/>
                        <a:pt x="50" y="39"/>
                        <a:pt x="50" y="39"/>
                      </a:cubicBezTo>
                      <a:cubicBezTo>
                        <a:pt x="49" y="35"/>
                        <a:pt x="46" y="31"/>
                        <a:pt x="43" y="29"/>
                      </a:cubicBezTo>
                      <a:cubicBezTo>
                        <a:pt x="41" y="29"/>
                        <a:pt x="40" y="28"/>
                        <a:pt x="38" y="28"/>
                      </a:cubicBezTo>
                      <a:cubicBezTo>
                        <a:pt x="38" y="28"/>
                        <a:pt x="38" y="27"/>
                        <a:pt x="38" y="27"/>
                      </a:cubicBezTo>
                      <a:cubicBezTo>
                        <a:pt x="35" y="22"/>
                        <a:pt x="31" y="20"/>
                        <a:pt x="25" y="19"/>
                      </a:cubicBezTo>
                      <a:cubicBezTo>
                        <a:pt x="19" y="19"/>
                        <a:pt x="14" y="22"/>
                        <a:pt x="11" y="26"/>
                      </a:cubicBezTo>
                      <a:cubicBezTo>
                        <a:pt x="10" y="29"/>
                        <a:pt x="9" y="31"/>
                        <a:pt x="9" y="34"/>
                      </a:cubicBezTo>
                      <a:cubicBezTo>
                        <a:pt x="9" y="35"/>
                        <a:pt x="9" y="36"/>
                        <a:pt x="10" y="38"/>
                      </a:cubicBezTo>
                      <a:cubicBezTo>
                        <a:pt x="10" y="40"/>
                        <a:pt x="12" y="42"/>
                        <a:pt x="14" y="44"/>
                      </a:cubicBezTo>
                      <a:cubicBezTo>
                        <a:pt x="14" y="45"/>
                        <a:pt x="15" y="45"/>
                        <a:pt x="15" y="45"/>
                      </a:cubicBezTo>
                      <a:cubicBezTo>
                        <a:pt x="16" y="45"/>
                        <a:pt x="17" y="46"/>
                        <a:pt x="17" y="46"/>
                      </a:cubicBezTo>
                      <a:cubicBezTo>
                        <a:pt x="16" y="48"/>
                        <a:pt x="14" y="50"/>
                        <a:pt x="11" y="50"/>
                      </a:cubicBezTo>
                      <a:cubicBezTo>
                        <a:pt x="9" y="50"/>
                        <a:pt x="6" y="48"/>
                        <a:pt x="5" y="46"/>
                      </a:cubicBezTo>
                      <a:cubicBezTo>
                        <a:pt x="5" y="45"/>
                        <a:pt x="4" y="44"/>
                        <a:pt x="3" y="44"/>
                      </a:cubicBezTo>
                      <a:cubicBezTo>
                        <a:pt x="5" y="42"/>
                        <a:pt x="6" y="40"/>
                        <a:pt x="6" y="38"/>
                      </a:cubicBezTo>
                      <a:cubicBezTo>
                        <a:pt x="6" y="37"/>
                        <a:pt x="6" y="36"/>
                        <a:pt x="6" y="35"/>
                      </a:cubicBezTo>
                      <a:cubicBezTo>
                        <a:pt x="6" y="34"/>
                        <a:pt x="5" y="34"/>
                        <a:pt x="5" y="33"/>
                      </a:cubicBezTo>
                      <a:cubicBezTo>
                        <a:pt x="5" y="33"/>
                        <a:pt x="5" y="32"/>
                        <a:pt x="5" y="32"/>
                      </a:cubicBezTo>
                      <a:cubicBezTo>
                        <a:pt x="5" y="32"/>
                        <a:pt x="6" y="31"/>
                        <a:pt x="6" y="31"/>
                      </a:cubicBezTo>
                      <a:cubicBezTo>
                        <a:pt x="6" y="30"/>
                        <a:pt x="6" y="30"/>
                        <a:pt x="6" y="29"/>
                      </a:cubicBezTo>
                      <a:cubicBezTo>
                        <a:pt x="6" y="27"/>
                        <a:pt x="6" y="26"/>
                        <a:pt x="6" y="24"/>
                      </a:cubicBezTo>
                      <a:cubicBezTo>
                        <a:pt x="5" y="23"/>
                        <a:pt x="5" y="22"/>
                        <a:pt x="4" y="21"/>
                      </a:cubicBezTo>
                      <a:cubicBezTo>
                        <a:pt x="4" y="21"/>
                        <a:pt x="3" y="20"/>
                        <a:pt x="3" y="20"/>
                      </a:cubicBezTo>
                      <a:cubicBezTo>
                        <a:pt x="4" y="19"/>
                        <a:pt x="4" y="17"/>
                        <a:pt x="4" y="16"/>
                      </a:cubicBezTo>
                      <a:cubicBezTo>
                        <a:pt x="4" y="14"/>
                        <a:pt x="3" y="12"/>
                        <a:pt x="5" y="11"/>
                      </a:cubicBezTo>
                      <a:cubicBezTo>
                        <a:pt x="5" y="11"/>
                        <a:pt x="5" y="10"/>
                        <a:pt x="6" y="10"/>
                      </a:cubicBezTo>
                      <a:cubicBezTo>
                        <a:pt x="7" y="9"/>
                        <a:pt x="9" y="9"/>
                        <a:pt x="11" y="10"/>
                      </a:cubicBezTo>
                      <a:cubicBezTo>
                        <a:pt x="12" y="10"/>
                        <a:pt x="12" y="10"/>
                        <a:pt x="13" y="11"/>
                      </a:cubicBezTo>
                      <a:cubicBezTo>
                        <a:pt x="13" y="11"/>
                        <a:pt x="14" y="12"/>
                        <a:pt x="14" y="12"/>
                      </a:cubicBezTo>
                      <a:cubicBezTo>
                        <a:pt x="16" y="13"/>
                        <a:pt x="17" y="14"/>
                        <a:pt x="19" y="14"/>
                      </a:cubicBezTo>
                      <a:cubicBezTo>
                        <a:pt x="20" y="15"/>
                        <a:pt x="22" y="15"/>
                        <a:pt x="23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8" y="14"/>
                        <a:pt x="32" y="11"/>
                        <a:pt x="33" y="7"/>
                      </a:cubicBezTo>
                      <a:cubicBezTo>
                        <a:pt x="33" y="7"/>
                        <a:pt x="33" y="6"/>
                        <a:pt x="33" y="6"/>
                      </a:cubicBezTo>
                      <a:cubicBezTo>
                        <a:pt x="34" y="6"/>
                        <a:pt x="34" y="6"/>
                        <a:pt x="35" y="6"/>
                      </a:cubicBezTo>
                      <a:cubicBezTo>
                        <a:pt x="36" y="7"/>
                        <a:pt x="38" y="6"/>
                        <a:pt x="40" y="5"/>
                      </a:cubicBezTo>
                      <a:cubicBezTo>
                        <a:pt x="40" y="5"/>
                        <a:pt x="40" y="4"/>
                        <a:pt x="40" y="4"/>
                      </a:cubicBezTo>
                      <a:cubicBezTo>
                        <a:pt x="40" y="4"/>
                        <a:pt x="40" y="4"/>
                        <a:pt x="40" y="4"/>
                      </a:cubicBezTo>
                      <a:cubicBezTo>
                        <a:pt x="41" y="3"/>
                        <a:pt x="41" y="3"/>
                        <a:pt x="42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55" name="Freeform 10"/>
                <p:cNvSpPr>
                  <a:spLocks noEditPoints="1"/>
                </p:cNvSpPr>
                <p:nvPr/>
              </p:nvSpPr>
              <p:spPr bwMode="auto">
                <a:xfrm>
                  <a:off x="5222935" y="2006389"/>
                  <a:ext cx="187325" cy="122237"/>
                </a:xfrm>
                <a:custGeom>
                  <a:avLst/>
                  <a:gdLst>
                    <a:gd name="T0" fmla="*/ 7 w 17"/>
                    <a:gd name="T1" fmla="*/ 0 h 11"/>
                    <a:gd name="T2" fmla="*/ 7 w 17"/>
                    <a:gd name="T3" fmla="*/ 2 h 11"/>
                    <a:gd name="T4" fmla="*/ 1 w 17"/>
                    <a:gd name="T5" fmla="*/ 6 h 11"/>
                    <a:gd name="T6" fmla="*/ 0 w 17"/>
                    <a:gd name="T7" fmla="*/ 7 h 11"/>
                    <a:gd name="T8" fmla="*/ 2 w 17"/>
                    <a:gd name="T9" fmla="*/ 8 h 11"/>
                    <a:gd name="T10" fmla="*/ 5 w 17"/>
                    <a:gd name="T11" fmla="*/ 10 h 11"/>
                    <a:gd name="T12" fmla="*/ 5 w 17"/>
                    <a:gd name="T13" fmla="*/ 11 h 11"/>
                    <a:gd name="T14" fmla="*/ 10 w 17"/>
                    <a:gd name="T15" fmla="*/ 11 h 11"/>
                    <a:gd name="T16" fmla="*/ 12 w 17"/>
                    <a:gd name="T17" fmla="*/ 10 h 11"/>
                    <a:gd name="T18" fmla="*/ 14 w 17"/>
                    <a:gd name="T19" fmla="*/ 9 h 11"/>
                    <a:gd name="T20" fmla="*/ 15 w 17"/>
                    <a:gd name="T21" fmla="*/ 8 h 11"/>
                    <a:gd name="T22" fmla="*/ 16 w 17"/>
                    <a:gd name="T23" fmla="*/ 6 h 11"/>
                    <a:gd name="T24" fmla="*/ 16 w 17"/>
                    <a:gd name="T25" fmla="*/ 2 h 11"/>
                    <a:gd name="T26" fmla="*/ 14 w 17"/>
                    <a:gd name="T27" fmla="*/ 0 h 11"/>
                    <a:gd name="T28" fmla="*/ 11 w 17"/>
                    <a:gd name="T29" fmla="*/ 0 h 11"/>
                    <a:gd name="T30" fmla="*/ 11 w 17"/>
                    <a:gd name="T31" fmla="*/ 0 h 11"/>
                    <a:gd name="T32" fmla="*/ 8 w 17"/>
                    <a:gd name="T33" fmla="*/ 0 h 11"/>
                    <a:gd name="T34" fmla="*/ 8 w 17"/>
                    <a:gd name="T35" fmla="*/ 0 h 11"/>
                    <a:gd name="T36" fmla="*/ 7 w 17"/>
                    <a:gd name="T37" fmla="*/ 0 h 11"/>
                    <a:gd name="T38" fmla="*/ 11 w 17"/>
                    <a:gd name="T39" fmla="*/ 1 h 11"/>
                    <a:gd name="T40" fmla="*/ 11 w 17"/>
                    <a:gd name="T41" fmla="*/ 1 h 11"/>
                    <a:gd name="T42" fmla="*/ 13 w 17"/>
                    <a:gd name="T43" fmla="*/ 2 h 11"/>
                    <a:gd name="T44" fmla="*/ 15 w 17"/>
                    <a:gd name="T45" fmla="*/ 5 h 11"/>
                    <a:gd name="T46" fmla="*/ 13 w 17"/>
                    <a:gd name="T47" fmla="*/ 8 h 11"/>
                    <a:gd name="T48" fmla="*/ 11 w 17"/>
                    <a:gd name="T49" fmla="*/ 9 h 11"/>
                    <a:gd name="T50" fmla="*/ 9 w 17"/>
                    <a:gd name="T51" fmla="*/ 9 h 11"/>
                    <a:gd name="T52" fmla="*/ 6 w 17"/>
                    <a:gd name="T53" fmla="*/ 9 h 11"/>
                    <a:gd name="T54" fmla="*/ 4 w 17"/>
                    <a:gd name="T55" fmla="*/ 8 h 11"/>
                    <a:gd name="T56" fmla="*/ 3 w 17"/>
                    <a:gd name="T57" fmla="*/ 7 h 11"/>
                    <a:gd name="T58" fmla="*/ 8 w 17"/>
                    <a:gd name="T59" fmla="*/ 3 h 11"/>
                    <a:gd name="T60" fmla="*/ 9 w 17"/>
                    <a:gd name="T61" fmla="*/ 2 h 11"/>
                    <a:gd name="T62" fmla="*/ 11 w 17"/>
                    <a:gd name="T63" fmla="*/ 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7" h="11">
                      <a:moveTo>
                        <a:pt x="7" y="0"/>
                      </a:move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6" y="4"/>
                        <a:pt x="4" y="5"/>
                        <a:pt x="1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3" y="9"/>
                        <a:pt x="4" y="10"/>
                        <a:pt x="5" y="10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7" y="11"/>
                        <a:pt x="8" y="11"/>
                        <a:pt x="10" y="11"/>
                      </a:cubicBezTo>
                      <a:cubicBezTo>
                        <a:pt x="10" y="11"/>
                        <a:pt x="11" y="11"/>
                        <a:pt x="12" y="10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5" y="8"/>
                        <a:pt x="15" y="8"/>
                      </a:cubicBezTo>
                      <a:cubicBezTo>
                        <a:pt x="15" y="7"/>
                        <a:pt x="16" y="7"/>
                        <a:pt x="16" y="6"/>
                      </a:cubicBezTo>
                      <a:cubicBezTo>
                        <a:pt x="17" y="5"/>
                        <a:pt x="16" y="3"/>
                        <a:pt x="16" y="2"/>
                      </a:cubicBezTo>
                      <a:cubicBezTo>
                        <a:pt x="15" y="1"/>
                        <a:pt x="14" y="1"/>
                        <a:pt x="14" y="0"/>
                      </a:cubicBezTo>
                      <a:cubicBezTo>
                        <a:pt x="13" y="0"/>
                        <a:pt x="12" y="0"/>
                        <a:pt x="11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lnTo>
                        <a:pt x="7" y="0"/>
                      </a:lnTo>
                      <a:close/>
                      <a:moveTo>
                        <a:pt x="11" y="1"/>
                      </a:move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2" y="1"/>
                        <a:pt x="12" y="1"/>
                        <a:pt x="13" y="2"/>
                      </a:cubicBezTo>
                      <a:cubicBezTo>
                        <a:pt x="14" y="2"/>
                        <a:pt x="15" y="3"/>
                        <a:pt x="15" y="5"/>
                      </a:cubicBezTo>
                      <a:cubicBezTo>
                        <a:pt x="14" y="6"/>
                        <a:pt x="14" y="7"/>
                        <a:pt x="13" y="8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0" y="9"/>
                        <a:pt x="9" y="9"/>
                      </a:cubicBezTo>
                      <a:cubicBezTo>
                        <a:pt x="8" y="10"/>
                        <a:pt x="7" y="9"/>
                        <a:pt x="6" y="9"/>
                      </a:cubicBezTo>
                      <a:cubicBezTo>
                        <a:pt x="6" y="9"/>
                        <a:pt x="4" y="8"/>
                        <a:pt x="4" y="8"/>
                      </a:cubicBezTo>
                      <a:cubicBezTo>
                        <a:pt x="4" y="8"/>
                        <a:pt x="3" y="7"/>
                        <a:pt x="3" y="7"/>
                      </a:cubicBezTo>
                      <a:cubicBezTo>
                        <a:pt x="6" y="6"/>
                        <a:pt x="7" y="5"/>
                        <a:pt x="8" y="3"/>
                      </a:cubicBezTo>
                      <a:cubicBezTo>
                        <a:pt x="8" y="3"/>
                        <a:pt x="9" y="2"/>
                        <a:pt x="9" y="2"/>
                      </a:cubicBezTo>
                      <a:cubicBezTo>
                        <a:pt x="10" y="2"/>
                        <a:pt x="10" y="2"/>
                        <a:pt x="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56" name="Freeform 11"/>
                <p:cNvSpPr>
                  <a:spLocks noEditPoints="1"/>
                </p:cNvSpPr>
                <p:nvPr/>
              </p:nvSpPr>
              <p:spPr bwMode="auto">
                <a:xfrm>
                  <a:off x="3919598" y="1680951"/>
                  <a:ext cx="942975" cy="436562"/>
                </a:xfrm>
                <a:custGeom>
                  <a:avLst/>
                  <a:gdLst>
                    <a:gd name="T0" fmla="*/ 86 w 86"/>
                    <a:gd name="T1" fmla="*/ 3 h 39"/>
                    <a:gd name="T2" fmla="*/ 69 w 86"/>
                    <a:gd name="T3" fmla="*/ 1 h 39"/>
                    <a:gd name="T4" fmla="*/ 60 w 86"/>
                    <a:gd name="T5" fmla="*/ 8 h 39"/>
                    <a:gd name="T6" fmla="*/ 55 w 86"/>
                    <a:gd name="T7" fmla="*/ 16 h 39"/>
                    <a:gd name="T8" fmla="*/ 50 w 86"/>
                    <a:gd name="T9" fmla="*/ 13 h 39"/>
                    <a:gd name="T10" fmla="*/ 20 w 86"/>
                    <a:gd name="T11" fmla="*/ 16 h 39"/>
                    <a:gd name="T12" fmla="*/ 18 w 86"/>
                    <a:gd name="T13" fmla="*/ 18 h 39"/>
                    <a:gd name="T14" fmla="*/ 3 w 86"/>
                    <a:gd name="T15" fmla="*/ 27 h 39"/>
                    <a:gd name="T16" fmla="*/ 1 w 86"/>
                    <a:gd name="T17" fmla="*/ 28 h 39"/>
                    <a:gd name="T18" fmla="*/ 6 w 86"/>
                    <a:gd name="T19" fmla="*/ 31 h 39"/>
                    <a:gd name="T20" fmla="*/ 20 w 86"/>
                    <a:gd name="T21" fmla="*/ 29 h 39"/>
                    <a:gd name="T22" fmla="*/ 32 w 86"/>
                    <a:gd name="T23" fmla="*/ 22 h 39"/>
                    <a:gd name="T24" fmla="*/ 44 w 86"/>
                    <a:gd name="T25" fmla="*/ 22 h 39"/>
                    <a:gd name="T26" fmla="*/ 46 w 86"/>
                    <a:gd name="T27" fmla="*/ 22 h 39"/>
                    <a:gd name="T28" fmla="*/ 53 w 86"/>
                    <a:gd name="T29" fmla="*/ 17 h 39"/>
                    <a:gd name="T30" fmla="*/ 57 w 86"/>
                    <a:gd name="T31" fmla="*/ 16 h 39"/>
                    <a:gd name="T32" fmla="*/ 66 w 86"/>
                    <a:gd name="T33" fmla="*/ 24 h 39"/>
                    <a:gd name="T34" fmla="*/ 64 w 86"/>
                    <a:gd name="T35" fmla="*/ 30 h 39"/>
                    <a:gd name="T36" fmla="*/ 63 w 86"/>
                    <a:gd name="T37" fmla="*/ 31 h 39"/>
                    <a:gd name="T38" fmla="*/ 66 w 86"/>
                    <a:gd name="T39" fmla="*/ 34 h 39"/>
                    <a:gd name="T40" fmla="*/ 67 w 86"/>
                    <a:gd name="T41" fmla="*/ 36 h 39"/>
                    <a:gd name="T42" fmla="*/ 76 w 86"/>
                    <a:gd name="T43" fmla="*/ 39 h 39"/>
                    <a:gd name="T44" fmla="*/ 80 w 86"/>
                    <a:gd name="T45" fmla="*/ 38 h 39"/>
                    <a:gd name="T46" fmla="*/ 78 w 86"/>
                    <a:gd name="T47" fmla="*/ 32 h 39"/>
                    <a:gd name="T48" fmla="*/ 81 w 86"/>
                    <a:gd name="T49" fmla="*/ 25 h 39"/>
                    <a:gd name="T50" fmla="*/ 81 w 86"/>
                    <a:gd name="T51" fmla="*/ 24 h 39"/>
                    <a:gd name="T52" fmla="*/ 77 w 86"/>
                    <a:gd name="T53" fmla="*/ 15 h 39"/>
                    <a:gd name="T54" fmla="*/ 84 w 86"/>
                    <a:gd name="T55" fmla="*/ 4 h 39"/>
                    <a:gd name="T56" fmla="*/ 45 w 86"/>
                    <a:gd name="T57" fmla="*/ 20 h 39"/>
                    <a:gd name="T58" fmla="*/ 40 w 86"/>
                    <a:gd name="T59" fmla="*/ 19 h 39"/>
                    <a:gd name="T60" fmla="*/ 24 w 86"/>
                    <a:gd name="T61" fmla="*/ 24 h 39"/>
                    <a:gd name="T62" fmla="*/ 12 w 86"/>
                    <a:gd name="T63" fmla="*/ 27 h 39"/>
                    <a:gd name="T64" fmla="*/ 22 w 86"/>
                    <a:gd name="T65" fmla="*/ 17 h 39"/>
                    <a:gd name="T66" fmla="*/ 26 w 86"/>
                    <a:gd name="T67" fmla="*/ 12 h 39"/>
                    <a:gd name="T68" fmla="*/ 50 w 86"/>
                    <a:gd name="T69" fmla="*/ 15 h 39"/>
                    <a:gd name="T70" fmla="*/ 47 w 86"/>
                    <a:gd name="T71" fmla="*/ 18 h 39"/>
                    <a:gd name="T72" fmla="*/ 75 w 86"/>
                    <a:gd name="T73" fmla="*/ 15 h 39"/>
                    <a:gd name="T74" fmla="*/ 79 w 86"/>
                    <a:gd name="T75" fmla="*/ 24 h 39"/>
                    <a:gd name="T76" fmla="*/ 77 w 86"/>
                    <a:gd name="T77" fmla="*/ 32 h 39"/>
                    <a:gd name="T78" fmla="*/ 76 w 86"/>
                    <a:gd name="T79" fmla="*/ 37 h 39"/>
                    <a:gd name="T80" fmla="*/ 68 w 86"/>
                    <a:gd name="T81" fmla="*/ 35 h 39"/>
                    <a:gd name="T82" fmla="*/ 67 w 86"/>
                    <a:gd name="T83" fmla="*/ 33 h 39"/>
                    <a:gd name="T84" fmla="*/ 68 w 86"/>
                    <a:gd name="T85" fmla="*/ 25 h 39"/>
                    <a:gd name="T86" fmla="*/ 63 w 86"/>
                    <a:gd name="T87" fmla="*/ 16 h 39"/>
                    <a:gd name="T88" fmla="*/ 59 w 86"/>
                    <a:gd name="T89" fmla="*/ 14 h 39"/>
                    <a:gd name="T90" fmla="*/ 60 w 86"/>
                    <a:gd name="T91" fmla="*/ 11 h 39"/>
                    <a:gd name="T92" fmla="*/ 66 w 86"/>
                    <a:gd name="T93" fmla="*/ 4 h 39"/>
                    <a:gd name="T94" fmla="*/ 82 w 86"/>
                    <a:gd name="T95" fmla="*/ 3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6" h="39">
                      <a:moveTo>
                        <a:pt x="84" y="4"/>
                      </a:moveTo>
                      <a:cubicBezTo>
                        <a:pt x="86" y="3"/>
                        <a:pt x="86" y="3"/>
                        <a:pt x="86" y="3"/>
                      </a:cubicBezTo>
                      <a:cubicBezTo>
                        <a:pt x="84" y="2"/>
                        <a:pt x="84" y="2"/>
                        <a:pt x="84" y="2"/>
                      </a:cubicBezTo>
                      <a:cubicBezTo>
                        <a:pt x="79" y="0"/>
                        <a:pt x="73" y="0"/>
                        <a:pt x="69" y="1"/>
                      </a:cubicBezTo>
                      <a:cubicBezTo>
                        <a:pt x="67" y="2"/>
                        <a:pt x="65" y="3"/>
                        <a:pt x="63" y="5"/>
                      </a:cubicBezTo>
                      <a:cubicBezTo>
                        <a:pt x="62" y="6"/>
                        <a:pt x="61" y="7"/>
                        <a:pt x="60" y="8"/>
                      </a:cubicBezTo>
                      <a:cubicBezTo>
                        <a:pt x="59" y="10"/>
                        <a:pt x="59" y="11"/>
                        <a:pt x="58" y="13"/>
                      </a:cubicBezTo>
                      <a:cubicBezTo>
                        <a:pt x="57" y="14"/>
                        <a:pt x="56" y="15"/>
                        <a:pt x="55" y="16"/>
                      </a:cubicBezTo>
                      <a:cubicBezTo>
                        <a:pt x="54" y="16"/>
                        <a:pt x="53" y="15"/>
                        <a:pt x="53" y="15"/>
                      </a:cubicBezTo>
                      <a:cubicBezTo>
                        <a:pt x="52" y="15"/>
                        <a:pt x="51" y="14"/>
                        <a:pt x="50" y="13"/>
                      </a:cubicBezTo>
                      <a:cubicBezTo>
                        <a:pt x="47" y="11"/>
                        <a:pt x="34" y="2"/>
                        <a:pt x="24" y="11"/>
                      </a:cubicBezTo>
                      <a:cubicBezTo>
                        <a:pt x="23" y="13"/>
                        <a:pt x="22" y="14"/>
                        <a:pt x="20" y="16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16" y="22"/>
                        <a:pt x="13" y="24"/>
                        <a:pt x="11" y="25"/>
                      </a:cubicBezTo>
                      <a:cubicBezTo>
                        <a:pt x="8" y="26"/>
                        <a:pt x="6" y="27"/>
                        <a:pt x="3" y="27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28"/>
                        <a:pt x="1" y="28"/>
                        <a:pt x="1" y="28"/>
                      </a:cubicBezTo>
                      <a:cubicBezTo>
                        <a:pt x="2" y="29"/>
                        <a:pt x="3" y="29"/>
                        <a:pt x="3" y="30"/>
                      </a:cubicBezTo>
                      <a:cubicBezTo>
                        <a:pt x="4" y="30"/>
                        <a:pt x="5" y="30"/>
                        <a:pt x="6" y="31"/>
                      </a:cubicBezTo>
                      <a:cubicBezTo>
                        <a:pt x="8" y="31"/>
                        <a:pt x="9" y="31"/>
                        <a:pt x="11" y="31"/>
                      </a:cubicBezTo>
                      <a:cubicBezTo>
                        <a:pt x="14" y="32"/>
                        <a:pt x="17" y="31"/>
                        <a:pt x="20" y="29"/>
                      </a:cubicBezTo>
                      <a:cubicBezTo>
                        <a:pt x="22" y="28"/>
                        <a:pt x="23" y="27"/>
                        <a:pt x="25" y="26"/>
                      </a:cubicBezTo>
                      <a:cubicBezTo>
                        <a:pt x="27" y="24"/>
                        <a:pt x="29" y="23"/>
                        <a:pt x="32" y="22"/>
                      </a:cubicBezTo>
                      <a:cubicBezTo>
                        <a:pt x="34" y="21"/>
                        <a:pt x="37" y="21"/>
                        <a:pt x="40" y="21"/>
                      </a:cubicBezTo>
                      <a:cubicBezTo>
                        <a:pt x="42" y="21"/>
                        <a:pt x="43" y="21"/>
                        <a:pt x="44" y="22"/>
                      </a:cubicBezTo>
                      <a:cubicBezTo>
                        <a:pt x="46" y="22"/>
                        <a:pt x="46" y="22"/>
                        <a:pt x="46" y="22"/>
                      </a:cubicBezTo>
                      <a:cubicBezTo>
                        <a:pt x="46" y="22"/>
                        <a:pt x="46" y="22"/>
                        <a:pt x="46" y="22"/>
                      </a:cubicBezTo>
                      <a:cubicBezTo>
                        <a:pt x="47" y="21"/>
                        <a:pt x="48" y="20"/>
                        <a:pt x="48" y="19"/>
                      </a:cubicBezTo>
                      <a:cubicBezTo>
                        <a:pt x="50" y="18"/>
                        <a:pt x="51" y="17"/>
                        <a:pt x="53" y="17"/>
                      </a:cubicBezTo>
                      <a:cubicBezTo>
                        <a:pt x="55" y="16"/>
                        <a:pt x="55" y="16"/>
                        <a:pt x="55" y="16"/>
                      </a:cubicBezTo>
                      <a:cubicBezTo>
                        <a:pt x="57" y="16"/>
                        <a:pt x="57" y="16"/>
                        <a:pt x="57" y="16"/>
                      </a:cubicBezTo>
                      <a:cubicBezTo>
                        <a:pt x="59" y="16"/>
                        <a:pt x="61" y="17"/>
                        <a:pt x="62" y="18"/>
                      </a:cubicBezTo>
                      <a:cubicBezTo>
                        <a:pt x="64" y="19"/>
                        <a:pt x="66" y="21"/>
                        <a:pt x="66" y="24"/>
                      </a:cubicBezTo>
                      <a:cubicBezTo>
                        <a:pt x="66" y="25"/>
                        <a:pt x="66" y="25"/>
                        <a:pt x="66" y="25"/>
                      </a:cubicBezTo>
                      <a:cubicBezTo>
                        <a:pt x="66" y="27"/>
                        <a:pt x="65" y="29"/>
                        <a:pt x="64" y="30"/>
                      </a:cubicBezTo>
                      <a:cubicBezTo>
                        <a:pt x="64" y="30"/>
                        <a:pt x="64" y="30"/>
                        <a:pt x="64" y="30"/>
                      </a:cubicBezTo>
                      <a:cubicBezTo>
                        <a:pt x="63" y="31"/>
                        <a:pt x="63" y="31"/>
                        <a:pt x="63" y="31"/>
                      </a:cubicBezTo>
                      <a:cubicBezTo>
                        <a:pt x="64" y="32"/>
                        <a:pt x="64" y="32"/>
                        <a:pt x="64" y="32"/>
                      </a:cubicBezTo>
                      <a:cubicBezTo>
                        <a:pt x="65" y="32"/>
                        <a:pt x="66" y="34"/>
                        <a:pt x="66" y="34"/>
                      </a:cubicBezTo>
                      <a:cubicBezTo>
                        <a:pt x="66" y="34"/>
                        <a:pt x="66" y="35"/>
                        <a:pt x="66" y="35"/>
                      </a:cubicBezTo>
                      <a:cubicBezTo>
                        <a:pt x="67" y="35"/>
                        <a:pt x="67" y="36"/>
                        <a:pt x="67" y="36"/>
                      </a:cubicBezTo>
                      <a:cubicBezTo>
                        <a:pt x="67" y="36"/>
                        <a:pt x="68" y="37"/>
                        <a:pt x="71" y="38"/>
                      </a:cubicBezTo>
                      <a:cubicBezTo>
                        <a:pt x="72" y="39"/>
                        <a:pt x="74" y="39"/>
                        <a:pt x="76" y="39"/>
                      </a:cubicBezTo>
                      <a:cubicBezTo>
                        <a:pt x="77" y="39"/>
                        <a:pt x="78" y="38"/>
                        <a:pt x="79" y="38"/>
                      </a:cubicBezTo>
                      <a:cubicBezTo>
                        <a:pt x="80" y="38"/>
                        <a:pt x="80" y="38"/>
                        <a:pt x="80" y="38"/>
                      </a:cubicBezTo>
                      <a:cubicBezTo>
                        <a:pt x="79" y="37"/>
                        <a:pt x="79" y="37"/>
                        <a:pt x="79" y="37"/>
                      </a:cubicBezTo>
                      <a:cubicBezTo>
                        <a:pt x="79" y="35"/>
                        <a:pt x="78" y="34"/>
                        <a:pt x="78" y="32"/>
                      </a:cubicBezTo>
                      <a:cubicBezTo>
                        <a:pt x="78" y="31"/>
                        <a:pt x="78" y="31"/>
                        <a:pt x="78" y="31"/>
                      </a:cubicBezTo>
                      <a:cubicBezTo>
                        <a:pt x="79" y="29"/>
                        <a:pt x="79" y="27"/>
                        <a:pt x="81" y="25"/>
                      </a:cubicBezTo>
                      <a:cubicBezTo>
                        <a:pt x="81" y="24"/>
                        <a:pt x="81" y="24"/>
                        <a:pt x="81" y="24"/>
                      </a:cubicBezTo>
                      <a:cubicBezTo>
                        <a:pt x="81" y="24"/>
                        <a:pt x="81" y="24"/>
                        <a:pt x="81" y="24"/>
                      </a:cubicBezTo>
                      <a:cubicBezTo>
                        <a:pt x="80" y="23"/>
                        <a:pt x="79" y="22"/>
                        <a:pt x="79" y="21"/>
                      </a:cubicBezTo>
                      <a:cubicBezTo>
                        <a:pt x="78" y="19"/>
                        <a:pt x="77" y="17"/>
                        <a:pt x="77" y="15"/>
                      </a:cubicBezTo>
                      <a:cubicBezTo>
                        <a:pt x="77" y="12"/>
                        <a:pt x="78" y="10"/>
                        <a:pt x="80" y="7"/>
                      </a:cubicBezTo>
                      <a:cubicBezTo>
                        <a:pt x="81" y="6"/>
                        <a:pt x="83" y="5"/>
                        <a:pt x="84" y="4"/>
                      </a:cubicBezTo>
                      <a:close/>
                      <a:moveTo>
                        <a:pt x="47" y="18"/>
                      </a:moveTo>
                      <a:cubicBezTo>
                        <a:pt x="46" y="18"/>
                        <a:pt x="46" y="19"/>
                        <a:pt x="45" y="20"/>
                      </a:cubicBezTo>
                      <a:cubicBezTo>
                        <a:pt x="45" y="20"/>
                        <a:pt x="45" y="20"/>
                        <a:pt x="45" y="20"/>
                      </a:cubicBezTo>
                      <a:cubicBezTo>
                        <a:pt x="44" y="20"/>
                        <a:pt x="42" y="19"/>
                        <a:pt x="40" y="19"/>
                      </a:cubicBezTo>
                      <a:cubicBezTo>
                        <a:pt x="37" y="19"/>
                        <a:pt x="34" y="19"/>
                        <a:pt x="31" y="20"/>
                      </a:cubicBezTo>
                      <a:cubicBezTo>
                        <a:pt x="28" y="21"/>
                        <a:pt x="26" y="23"/>
                        <a:pt x="24" y="24"/>
                      </a:cubicBezTo>
                      <a:cubicBezTo>
                        <a:pt x="17" y="30"/>
                        <a:pt x="12" y="31"/>
                        <a:pt x="6" y="28"/>
                      </a:cubicBezTo>
                      <a:cubicBezTo>
                        <a:pt x="8" y="28"/>
                        <a:pt x="10" y="28"/>
                        <a:pt x="12" y="27"/>
                      </a:cubicBezTo>
                      <a:cubicBezTo>
                        <a:pt x="15" y="25"/>
                        <a:pt x="17" y="23"/>
                        <a:pt x="20" y="20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5"/>
                        <a:pt x="24" y="14"/>
                        <a:pt x="26" y="12"/>
                      </a:cubicBezTo>
                      <a:cubicBezTo>
                        <a:pt x="34" y="5"/>
                        <a:pt x="46" y="12"/>
                        <a:pt x="49" y="15"/>
                      </a:cubicBezTo>
                      <a:cubicBezTo>
                        <a:pt x="50" y="15"/>
                        <a:pt x="50" y="15"/>
                        <a:pt x="50" y="15"/>
                      </a:cubicBezTo>
                      <a:cubicBezTo>
                        <a:pt x="50" y="15"/>
                        <a:pt x="50" y="15"/>
                        <a:pt x="50" y="16"/>
                      </a:cubicBezTo>
                      <a:cubicBezTo>
                        <a:pt x="49" y="16"/>
                        <a:pt x="48" y="17"/>
                        <a:pt x="47" y="18"/>
                      </a:cubicBezTo>
                      <a:close/>
                      <a:moveTo>
                        <a:pt x="79" y="6"/>
                      </a:moveTo>
                      <a:cubicBezTo>
                        <a:pt x="76" y="9"/>
                        <a:pt x="75" y="12"/>
                        <a:pt x="75" y="15"/>
                      </a:cubicBezTo>
                      <a:cubicBezTo>
                        <a:pt x="75" y="18"/>
                        <a:pt x="76" y="20"/>
                        <a:pt x="77" y="22"/>
                      </a:cubicBezTo>
                      <a:cubicBezTo>
                        <a:pt x="78" y="23"/>
                        <a:pt x="78" y="24"/>
                        <a:pt x="79" y="24"/>
                      </a:cubicBezTo>
                      <a:cubicBezTo>
                        <a:pt x="78" y="26"/>
                        <a:pt x="77" y="29"/>
                        <a:pt x="77" y="31"/>
                      </a:cubicBezTo>
                      <a:cubicBezTo>
                        <a:pt x="77" y="32"/>
                        <a:pt x="77" y="32"/>
                        <a:pt x="77" y="32"/>
                      </a:cubicBezTo>
                      <a:cubicBezTo>
                        <a:pt x="77" y="34"/>
                        <a:pt x="77" y="35"/>
                        <a:pt x="78" y="37"/>
                      </a:cubicBezTo>
                      <a:cubicBezTo>
                        <a:pt x="77" y="37"/>
                        <a:pt x="77" y="37"/>
                        <a:pt x="76" y="37"/>
                      </a:cubicBezTo>
                      <a:cubicBezTo>
                        <a:pt x="74" y="37"/>
                        <a:pt x="73" y="37"/>
                        <a:pt x="71" y="37"/>
                      </a:cubicBezTo>
                      <a:cubicBezTo>
                        <a:pt x="70" y="36"/>
                        <a:pt x="69" y="36"/>
                        <a:pt x="68" y="35"/>
                      </a:cubicBezTo>
                      <a:cubicBezTo>
                        <a:pt x="68" y="35"/>
                        <a:pt x="68" y="34"/>
                        <a:pt x="68" y="34"/>
                      </a:cubicBezTo>
                      <a:cubicBezTo>
                        <a:pt x="68" y="34"/>
                        <a:pt x="67" y="33"/>
                        <a:pt x="67" y="33"/>
                      </a:cubicBezTo>
                      <a:cubicBezTo>
                        <a:pt x="67" y="33"/>
                        <a:pt x="67" y="32"/>
                        <a:pt x="66" y="31"/>
                      </a:cubicBezTo>
                      <a:cubicBezTo>
                        <a:pt x="67" y="29"/>
                        <a:pt x="68" y="27"/>
                        <a:pt x="68" y="25"/>
                      </a:cubicBezTo>
                      <a:cubicBezTo>
                        <a:pt x="68" y="24"/>
                        <a:pt x="68" y="24"/>
                        <a:pt x="68" y="24"/>
                      </a:cubicBezTo>
                      <a:cubicBezTo>
                        <a:pt x="67" y="21"/>
                        <a:pt x="66" y="18"/>
                        <a:pt x="63" y="16"/>
                      </a:cubicBezTo>
                      <a:cubicBezTo>
                        <a:pt x="62" y="16"/>
                        <a:pt x="60" y="15"/>
                        <a:pt x="59" y="15"/>
                      </a:cubicBezTo>
                      <a:cubicBezTo>
                        <a:pt x="59" y="14"/>
                        <a:pt x="59" y="14"/>
                        <a:pt x="59" y="14"/>
                      </a:cubicBezTo>
                      <a:cubicBezTo>
                        <a:pt x="59" y="14"/>
                        <a:pt x="59" y="13"/>
                        <a:pt x="59" y="13"/>
                      </a:cubicBezTo>
                      <a:cubicBezTo>
                        <a:pt x="60" y="12"/>
                        <a:pt x="60" y="12"/>
                        <a:pt x="60" y="11"/>
                      </a:cubicBezTo>
                      <a:cubicBezTo>
                        <a:pt x="61" y="11"/>
                        <a:pt x="61" y="10"/>
                        <a:pt x="62" y="9"/>
                      </a:cubicBezTo>
                      <a:cubicBezTo>
                        <a:pt x="63" y="7"/>
                        <a:pt x="64" y="6"/>
                        <a:pt x="66" y="4"/>
                      </a:cubicBezTo>
                      <a:cubicBezTo>
                        <a:pt x="67" y="4"/>
                        <a:pt x="68" y="3"/>
                        <a:pt x="69" y="3"/>
                      </a:cubicBezTo>
                      <a:cubicBezTo>
                        <a:pt x="73" y="2"/>
                        <a:pt x="78" y="2"/>
                        <a:pt x="82" y="3"/>
                      </a:cubicBezTo>
                      <a:cubicBezTo>
                        <a:pt x="81" y="4"/>
                        <a:pt x="80" y="5"/>
                        <a:pt x="79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57" name="Freeform 12"/>
                <p:cNvSpPr>
                  <a:spLocks noEditPoints="1"/>
                </p:cNvSpPr>
                <p:nvPr/>
              </p:nvSpPr>
              <p:spPr bwMode="auto">
                <a:xfrm>
                  <a:off x="5618223" y="1680951"/>
                  <a:ext cx="963612" cy="436562"/>
                </a:xfrm>
                <a:custGeom>
                  <a:avLst/>
                  <a:gdLst>
                    <a:gd name="T0" fmla="*/ 79 w 88"/>
                    <a:gd name="T1" fmla="*/ 12 h 39"/>
                    <a:gd name="T2" fmla="*/ 63 w 88"/>
                    <a:gd name="T3" fmla="*/ 7 h 39"/>
                    <a:gd name="T4" fmla="*/ 55 w 88"/>
                    <a:gd name="T5" fmla="*/ 10 h 39"/>
                    <a:gd name="T6" fmla="*/ 46 w 88"/>
                    <a:gd name="T7" fmla="*/ 15 h 39"/>
                    <a:gd name="T8" fmla="*/ 40 w 88"/>
                    <a:gd name="T9" fmla="*/ 15 h 39"/>
                    <a:gd name="T10" fmla="*/ 36 w 88"/>
                    <a:gd name="T11" fmla="*/ 23 h 39"/>
                    <a:gd name="T12" fmla="*/ 32 w 88"/>
                    <a:gd name="T13" fmla="*/ 25 h 39"/>
                    <a:gd name="T14" fmla="*/ 26 w 88"/>
                    <a:gd name="T15" fmla="*/ 26 h 39"/>
                    <a:gd name="T16" fmla="*/ 17 w 88"/>
                    <a:gd name="T17" fmla="*/ 16 h 39"/>
                    <a:gd name="T18" fmla="*/ 19 w 88"/>
                    <a:gd name="T19" fmla="*/ 10 h 39"/>
                    <a:gd name="T20" fmla="*/ 18 w 88"/>
                    <a:gd name="T21" fmla="*/ 9 h 39"/>
                    <a:gd name="T22" fmla="*/ 4 w 88"/>
                    <a:gd name="T23" fmla="*/ 0 h 39"/>
                    <a:gd name="T24" fmla="*/ 6 w 88"/>
                    <a:gd name="T25" fmla="*/ 5 h 39"/>
                    <a:gd name="T26" fmla="*/ 9 w 88"/>
                    <a:gd name="T27" fmla="*/ 13 h 39"/>
                    <a:gd name="T28" fmla="*/ 4 w 88"/>
                    <a:gd name="T29" fmla="*/ 23 h 39"/>
                    <a:gd name="T30" fmla="*/ 3 w 88"/>
                    <a:gd name="T31" fmla="*/ 24 h 39"/>
                    <a:gd name="T32" fmla="*/ 1 w 88"/>
                    <a:gd name="T33" fmla="*/ 33 h 39"/>
                    <a:gd name="T34" fmla="*/ 1 w 88"/>
                    <a:gd name="T35" fmla="*/ 35 h 39"/>
                    <a:gd name="T36" fmla="*/ 20 w 88"/>
                    <a:gd name="T37" fmla="*/ 37 h 39"/>
                    <a:gd name="T38" fmla="*/ 27 w 88"/>
                    <a:gd name="T39" fmla="*/ 30 h 39"/>
                    <a:gd name="T40" fmla="*/ 30 w 88"/>
                    <a:gd name="T41" fmla="*/ 27 h 39"/>
                    <a:gd name="T42" fmla="*/ 34 w 88"/>
                    <a:gd name="T43" fmla="*/ 27 h 39"/>
                    <a:gd name="T44" fmla="*/ 66 w 88"/>
                    <a:gd name="T45" fmla="*/ 26 h 39"/>
                    <a:gd name="T46" fmla="*/ 71 w 88"/>
                    <a:gd name="T47" fmla="*/ 23 h 39"/>
                    <a:gd name="T48" fmla="*/ 84 w 88"/>
                    <a:gd name="T49" fmla="*/ 17 h 39"/>
                    <a:gd name="T50" fmla="*/ 88 w 88"/>
                    <a:gd name="T51" fmla="*/ 16 h 39"/>
                    <a:gd name="T52" fmla="*/ 26 w 88"/>
                    <a:gd name="T53" fmla="*/ 29 h 39"/>
                    <a:gd name="T54" fmla="*/ 23 w 88"/>
                    <a:gd name="T55" fmla="*/ 33 h 39"/>
                    <a:gd name="T56" fmla="*/ 17 w 88"/>
                    <a:gd name="T57" fmla="*/ 36 h 39"/>
                    <a:gd name="T58" fmla="*/ 5 w 88"/>
                    <a:gd name="T59" fmla="*/ 26 h 39"/>
                    <a:gd name="T60" fmla="*/ 5 w 88"/>
                    <a:gd name="T61" fmla="*/ 24 h 39"/>
                    <a:gd name="T62" fmla="*/ 11 w 88"/>
                    <a:gd name="T63" fmla="*/ 13 h 39"/>
                    <a:gd name="T64" fmla="*/ 14 w 88"/>
                    <a:gd name="T65" fmla="*/ 7 h 39"/>
                    <a:gd name="T66" fmla="*/ 16 w 88"/>
                    <a:gd name="T67" fmla="*/ 12 h 39"/>
                    <a:gd name="T68" fmla="*/ 17 w 88"/>
                    <a:gd name="T69" fmla="*/ 22 h 39"/>
                    <a:gd name="T70" fmla="*/ 27 w 88"/>
                    <a:gd name="T71" fmla="*/ 27 h 39"/>
                    <a:gd name="T72" fmla="*/ 74 w 88"/>
                    <a:gd name="T73" fmla="*/ 20 h 39"/>
                    <a:gd name="T74" fmla="*/ 68 w 88"/>
                    <a:gd name="T75" fmla="*/ 23 h 39"/>
                    <a:gd name="T76" fmla="*/ 65 w 88"/>
                    <a:gd name="T77" fmla="*/ 25 h 39"/>
                    <a:gd name="T78" fmla="*/ 35 w 88"/>
                    <a:gd name="T79" fmla="*/ 26 h 39"/>
                    <a:gd name="T80" fmla="*/ 37 w 88"/>
                    <a:gd name="T81" fmla="*/ 25 h 39"/>
                    <a:gd name="T82" fmla="*/ 47 w 88"/>
                    <a:gd name="T83" fmla="*/ 16 h 39"/>
                    <a:gd name="T84" fmla="*/ 56 w 88"/>
                    <a:gd name="T85" fmla="*/ 12 h 39"/>
                    <a:gd name="T86" fmla="*/ 63 w 88"/>
                    <a:gd name="T87" fmla="*/ 9 h 39"/>
                    <a:gd name="T88" fmla="*/ 78 w 88"/>
                    <a:gd name="T89" fmla="*/ 14 h 39"/>
                    <a:gd name="T90" fmla="*/ 74 w 88"/>
                    <a:gd name="T91" fmla="*/ 2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88" h="39">
                      <a:moveTo>
                        <a:pt x="86" y="15"/>
                      </a:moveTo>
                      <a:cubicBezTo>
                        <a:pt x="79" y="12"/>
                        <a:pt x="79" y="12"/>
                        <a:pt x="79" y="12"/>
                      </a:cubicBezTo>
                      <a:cubicBezTo>
                        <a:pt x="78" y="11"/>
                        <a:pt x="78" y="11"/>
                        <a:pt x="78" y="11"/>
                      </a:cubicBezTo>
                      <a:cubicBezTo>
                        <a:pt x="73" y="9"/>
                        <a:pt x="68" y="6"/>
                        <a:pt x="63" y="7"/>
                      </a:cubicBezTo>
                      <a:cubicBezTo>
                        <a:pt x="61" y="7"/>
                        <a:pt x="61" y="7"/>
                        <a:pt x="61" y="7"/>
                      </a:cubicBezTo>
                      <a:cubicBezTo>
                        <a:pt x="59" y="8"/>
                        <a:pt x="57" y="9"/>
                        <a:pt x="55" y="10"/>
                      </a:cubicBezTo>
                      <a:cubicBezTo>
                        <a:pt x="53" y="11"/>
                        <a:pt x="53" y="11"/>
                        <a:pt x="53" y="11"/>
                      </a:cubicBezTo>
                      <a:cubicBezTo>
                        <a:pt x="51" y="13"/>
                        <a:pt x="49" y="14"/>
                        <a:pt x="46" y="15"/>
                      </a:cubicBezTo>
                      <a:cubicBezTo>
                        <a:pt x="45" y="15"/>
                        <a:pt x="43" y="15"/>
                        <a:pt x="42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40" y="16"/>
                        <a:pt x="40" y="16"/>
                        <a:pt x="40" y="16"/>
                      </a:cubicBezTo>
                      <a:cubicBezTo>
                        <a:pt x="40" y="19"/>
                        <a:pt x="38" y="21"/>
                        <a:pt x="36" y="23"/>
                      </a:cubicBezTo>
                      <a:cubicBezTo>
                        <a:pt x="35" y="24"/>
                        <a:pt x="34" y="24"/>
                        <a:pt x="33" y="25"/>
                      </a:cubicBezTo>
                      <a:cubicBezTo>
                        <a:pt x="32" y="25"/>
                        <a:pt x="32" y="25"/>
                        <a:pt x="32" y="25"/>
                      </a:cubicBezTo>
                      <a:cubicBezTo>
                        <a:pt x="31" y="26"/>
                        <a:pt x="31" y="26"/>
                        <a:pt x="30" y="26"/>
                      </a:cubicBezTo>
                      <a:cubicBezTo>
                        <a:pt x="29" y="26"/>
                        <a:pt x="26" y="26"/>
                        <a:pt x="26" y="26"/>
                      </a:cubicBezTo>
                      <a:cubicBezTo>
                        <a:pt x="23" y="25"/>
                        <a:pt x="20" y="24"/>
                        <a:pt x="19" y="21"/>
                      </a:cubicBezTo>
                      <a:cubicBezTo>
                        <a:pt x="18" y="20"/>
                        <a:pt x="17" y="18"/>
                        <a:pt x="17" y="16"/>
                      </a:cubicBezTo>
                      <a:cubicBezTo>
                        <a:pt x="17" y="15"/>
                        <a:pt x="17" y="14"/>
                        <a:pt x="18" y="13"/>
                      </a:cubicBezTo>
                      <a:cubicBezTo>
                        <a:pt x="18" y="12"/>
                        <a:pt x="18" y="11"/>
                        <a:pt x="19" y="10"/>
                      </a:cubicBezTo>
                      <a:cubicBezTo>
                        <a:pt x="20" y="9"/>
                        <a:pt x="20" y="9"/>
                        <a:pt x="20" y="9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17" y="9"/>
                        <a:pt x="16" y="8"/>
                        <a:pt x="16" y="7"/>
                      </a:cubicBezTo>
                      <a:cubicBezTo>
                        <a:pt x="14" y="2"/>
                        <a:pt x="9" y="0"/>
                        <a:pt x="4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4" y="2"/>
                        <a:pt x="5" y="3"/>
                        <a:pt x="6" y="5"/>
                      </a:cubicBezTo>
                      <a:cubicBezTo>
                        <a:pt x="7" y="6"/>
                        <a:pt x="8" y="8"/>
                        <a:pt x="8" y="10"/>
                      </a:cubicBezTo>
                      <a:cubicBezTo>
                        <a:pt x="9" y="11"/>
                        <a:pt x="9" y="12"/>
                        <a:pt x="9" y="13"/>
                      </a:cubicBezTo>
                      <a:cubicBezTo>
                        <a:pt x="9" y="14"/>
                        <a:pt x="8" y="16"/>
                        <a:pt x="8" y="18"/>
                      </a:cubicBezTo>
                      <a:cubicBezTo>
                        <a:pt x="7" y="20"/>
                        <a:pt x="5" y="22"/>
                        <a:pt x="4" y="23"/>
                      </a:cubicBezTo>
                      <a:cubicBezTo>
                        <a:pt x="3" y="23"/>
                        <a:pt x="3" y="23"/>
                        <a:pt x="3" y="23"/>
                      </a:cubicBezTo>
                      <a:cubicBezTo>
                        <a:pt x="3" y="24"/>
                        <a:pt x="3" y="24"/>
                        <a:pt x="3" y="24"/>
                      </a:cubicBezTo>
                      <a:cubicBezTo>
                        <a:pt x="3" y="26"/>
                        <a:pt x="3" y="26"/>
                        <a:pt x="3" y="26"/>
                      </a:cubicBezTo>
                      <a:cubicBezTo>
                        <a:pt x="3" y="28"/>
                        <a:pt x="2" y="31"/>
                        <a:pt x="1" y="33"/>
                      </a:cubicBezTo>
                      <a:cubicBezTo>
                        <a:pt x="0" y="34"/>
                        <a:pt x="0" y="34"/>
                        <a:pt x="0" y="34"/>
                      </a:cubicBezTo>
                      <a:cubicBezTo>
                        <a:pt x="1" y="35"/>
                        <a:pt x="1" y="35"/>
                        <a:pt x="1" y="35"/>
                      </a:cubicBezTo>
                      <a:cubicBezTo>
                        <a:pt x="6" y="38"/>
                        <a:pt x="12" y="39"/>
                        <a:pt x="17" y="38"/>
                      </a:cubicBezTo>
                      <a:cubicBezTo>
                        <a:pt x="18" y="37"/>
                        <a:pt x="19" y="37"/>
                        <a:pt x="20" y="37"/>
                      </a:cubicBezTo>
                      <a:cubicBezTo>
                        <a:pt x="22" y="36"/>
                        <a:pt x="25" y="34"/>
                        <a:pt x="26" y="32"/>
                      </a:cubicBezTo>
                      <a:cubicBezTo>
                        <a:pt x="27" y="32"/>
                        <a:pt x="27" y="31"/>
                        <a:pt x="27" y="30"/>
                      </a:cubicBezTo>
                      <a:cubicBezTo>
                        <a:pt x="28" y="29"/>
                        <a:pt x="28" y="29"/>
                        <a:pt x="29" y="28"/>
                      </a:cubicBezTo>
                      <a:cubicBezTo>
                        <a:pt x="29" y="28"/>
                        <a:pt x="29" y="27"/>
                        <a:pt x="30" y="27"/>
                      </a:cubicBezTo>
                      <a:cubicBezTo>
                        <a:pt x="30" y="27"/>
                        <a:pt x="30" y="27"/>
                        <a:pt x="31" y="27"/>
                      </a:cubicBezTo>
                      <a:cubicBezTo>
                        <a:pt x="32" y="27"/>
                        <a:pt x="33" y="27"/>
                        <a:pt x="34" y="27"/>
                      </a:cubicBezTo>
                      <a:cubicBezTo>
                        <a:pt x="41" y="32"/>
                        <a:pt x="50" y="32"/>
                        <a:pt x="59" y="29"/>
                      </a:cubicBezTo>
                      <a:cubicBezTo>
                        <a:pt x="62" y="29"/>
                        <a:pt x="64" y="28"/>
                        <a:pt x="66" y="26"/>
                      </a:cubicBezTo>
                      <a:cubicBezTo>
                        <a:pt x="66" y="26"/>
                        <a:pt x="69" y="25"/>
                        <a:pt x="69" y="25"/>
                      </a:cubicBezTo>
                      <a:cubicBezTo>
                        <a:pt x="69" y="25"/>
                        <a:pt x="71" y="23"/>
                        <a:pt x="71" y="23"/>
                      </a:cubicBezTo>
                      <a:cubicBezTo>
                        <a:pt x="71" y="23"/>
                        <a:pt x="74" y="21"/>
                        <a:pt x="74" y="21"/>
                      </a:cubicBezTo>
                      <a:cubicBezTo>
                        <a:pt x="78" y="19"/>
                        <a:pt x="81" y="18"/>
                        <a:pt x="84" y="17"/>
                      </a:cubicBezTo>
                      <a:cubicBezTo>
                        <a:pt x="85" y="17"/>
                        <a:pt x="85" y="17"/>
                        <a:pt x="85" y="17"/>
                      </a:cubicBezTo>
                      <a:cubicBezTo>
                        <a:pt x="88" y="16"/>
                        <a:pt x="88" y="16"/>
                        <a:pt x="88" y="16"/>
                      </a:cubicBezTo>
                      <a:lnTo>
                        <a:pt x="86" y="15"/>
                      </a:lnTo>
                      <a:close/>
                      <a:moveTo>
                        <a:pt x="26" y="29"/>
                      </a:moveTo>
                      <a:cubicBezTo>
                        <a:pt x="26" y="30"/>
                        <a:pt x="25" y="31"/>
                        <a:pt x="25" y="31"/>
                      </a:cubicBezTo>
                      <a:cubicBezTo>
                        <a:pt x="23" y="33"/>
                        <a:pt x="23" y="33"/>
                        <a:pt x="23" y="33"/>
                      </a:cubicBezTo>
                      <a:cubicBezTo>
                        <a:pt x="22" y="34"/>
                        <a:pt x="21" y="34"/>
                        <a:pt x="19" y="35"/>
                      </a:cubicBezTo>
                      <a:cubicBezTo>
                        <a:pt x="18" y="35"/>
                        <a:pt x="18" y="36"/>
                        <a:pt x="17" y="36"/>
                      </a:cubicBezTo>
                      <a:cubicBezTo>
                        <a:pt x="12" y="37"/>
                        <a:pt x="7" y="36"/>
                        <a:pt x="3" y="34"/>
                      </a:cubicBezTo>
                      <a:cubicBezTo>
                        <a:pt x="4" y="31"/>
                        <a:pt x="5" y="28"/>
                        <a:pt x="5" y="26"/>
                      </a:cubicBezTo>
                      <a:cubicBezTo>
                        <a:pt x="5" y="26"/>
                        <a:pt x="5" y="25"/>
                        <a:pt x="5" y="24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7" y="23"/>
                        <a:pt x="8" y="21"/>
                        <a:pt x="9" y="18"/>
                      </a:cubicBezTo>
                      <a:cubicBezTo>
                        <a:pt x="10" y="17"/>
                        <a:pt x="11" y="15"/>
                        <a:pt x="11" y="13"/>
                      </a:cubicBezTo>
                      <a:cubicBezTo>
                        <a:pt x="11" y="9"/>
                        <a:pt x="9" y="5"/>
                        <a:pt x="6" y="2"/>
                      </a:cubicBezTo>
                      <a:cubicBezTo>
                        <a:pt x="10" y="2"/>
                        <a:pt x="13" y="4"/>
                        <a:pt x="14" y="7"/>
                      </a:cubicBezTo>
                      <a:cubicBezTo>
                        <a:pt x="15" y="9"/>
                        <a:pt x="16" y="10"/>
                        <a:pt x="17" y="10"/>
                      </a:cubicBezTo>
                      <a:cubicBezTo>
                        <a:pt x="17" y="11"/>
                        <a:pt x="16" y="11"/>
                        <a:pt x="16" y="12"/>
                      </a:cubicBezTo>
                      <a:cubicBezTo>
                        <a:pt x="15" y="13"/>
                        <a:pt x="15" y="15"/>
                        <a:pt x="15" y="16"/>
                      </a:cubicBezTo>
                      <a:cubicBezTo>
                        <a:pt x="15" y="18"/>
                        <a:pt x="16" y="20"/>
                        <a:pt x="17" y="22"/>
                      </a:cubicBezTo>
                      <a:cubicBezTo>
                        <a:pt x="19" y="25"/>
                        <a:pt x="22" y="27"/>
                        <a:pt x="25" y="27"/>
                      </a:cubicBezTo>
                      <a:cubicBezTo>
                        <a:pt x="26" y="27"/>
                        <a:pt x="26" y="27"/>
                        <a:pt x="27" y="27"/>
                      </a:cubicBezTo>
                      <a:cubicBezTo>
                        <a:pt x="26" y="28"/>
                        <a:pt x="26" y="29"/>
                        <a:pt x="26" y="29"/>
                      </a:cubicBezTo>
                      <a:close/>
                      <a:moveTo>
                        <a:pt x="74" y="20"/>
                      </a:moveTo>
                      <a:cubicBezTo>
                        <a:pt x="70" y="22"/>
                        <a:pt x="70" y="22"/>
                        <a:pt x="70" y="22"/>
                      </a:cubicBez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68" y="23"/>
                        <a:pt x="67" y="24"/>
                        <a:pt x="65" y="25"/>
                      </a:cubicBezTo>
                      <a:cubicBezTo>
                        <a:pt x="63" y="26"/>
                        <a:pt x="61" y="27"/>
                        <a:pt x="59" y="28"/>
                      </a:cubicBezTo>
                      <a:cubicBezTo>
                        <a:pt x="50" y="31"/>
                        <a:pt x="41" y="30"/>
                        <a:pt x="35" y="26"/>
                      </a:cubicBezTo>
                      <a:cubicBezTo>
                        <a:pt x="35" y="26"/>
                        <a:pt x="35" y="26"/>
                        <a:pt x="34" y="26"/>
                      </a:cubicBezTo>
                      <a:cubicBezTo>
                        <a:pt x="35" y="26"/>
                        <a:pt x="36" y="25"/>
                        <a:pt x="37" y="25"/>
                      </a:cubicBezTo>
                      <a:cubicBezTo>
                        <a:pt x="39" y="23"/>
                        <a:pt x="41" y="20"/>
                        <a:pt x="42" y="17"/>
                      </a:cubicBezTo>
                      <a:cubicBezTo>
                        <a:pt x="43" y="17"/>
                        <a:pt x="45" y="17"/>
                        <a:pt x="47" y="16"/>
                      </a:cubicBezTo>
                      <a:cubicBezTo>
                        <a:pt x="49" y="15"/>
                        <a:pt x="52" y="14"/>
                        <a:pt x="54" y="13"/>
                      </a:cubicBezTo>
                      <a:cubicBezTo>
                        <a:pt x="56" y="12"/>
                        <a:pt x="56" y="12"/>
                        <a:pt x="56" y="12"/>
                      </a:cubicBezTo>
                      <a:cubicBezTo>
                        <a:pt x="58" y="11"/>
                        <a:pt x="60" y="9"/>
                        <a:pt x="62" y="9"/>
                      </a:cubicBezTo>
                      <a:cubicBezTo>
                        <a:pt x="63" y="9"/>
                        <a:pt x="63" y="9"/>
                        <a:pt x="63" y="9"/>
                      </a:cubicBezTo>
                      <a:cubicBezTo>
                        <a:pt x="68" y="8"/>
                        <a:pt x="72" y="10"/>
                        <a:pt x="77" y="13"/>
                      </a:cubicBezTo>
                      <a:cubicBezTo>
                        <a:pt x="78" y="14"/>
                        <a:pt x="78" y="14"/>
                        <a:pt x="78" y="14"/>
                      </a:cubicBezTo>
                      <a:cubicBezTo>
                        <a:pt x="78" y="14"/>
                        <a:pt x="81" y="15"/>
                        <a:pt x="83" y="16"/>
                      </a:cubicBezTo>
                      <a:cubicBezTo>
                        <a:pt x="80" y="17"/>
                        <a:pt x="77" y="18"/>
                        <a:pt x="74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58" name="Oval 13"/>
                <p:cNvSpPr>
                  <a:spLocks noChangeArrowheads="1"/>
                </p:cNvSpPr>
                <p:nvPr/>
              </p:nvSpPr>
              <p:spPr bwMode="auto">
                <a:xfrm>
                  <a:off x="5989698" y="2185776"/>
                  <a:ext cx="22225" cy="2222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</p:grpSp>
          <p:grpSp>
            <p:nvGrpSpPr>
              <p:cNvPr id="40" name="PA_组合 2"/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5668859" y="4122701"/>
                <a:ext cx="842177" cy="274297"/>
                <a:chOff x="3657660" y="1233082"/>
                <a:chExt cx="3163887" cy="1030482"/>
              </a:xfrm>
              <a:grpFill/>
            </p:grpSpPr>
            <p:sp>
              <p:nvSpPr>
                <p:cNvPr id="41" name="Freeform 5"/>
                <p:cNvSpPr>
                  <a:spLocks noEditPoints="1"/>
                </p:cNvSpPr>
                <p:nvPr/>
              </p:nvSpPr>
              <p:spPr bwMode="auto">
                <a:xfrm>
                  <a:off x="3657660" y="1233082"/>
                  <a:ext cx="3163887" cy="773110"/>
                </a:xfrm>
                <a:custGeom>
                  <a:avLst/>
                  <a:gdLst>
                    <a:gd name="T0" fmla="*/ 261 w 289"/>
                    <a:gd name="T1" fmla="*/ 27 h 69"/>
                    <a:gd name="T2" fmla="*/ 216 w 289"/>
                    <a:gd name="T3" fmla="*/ 28 h 69"/>
                    <a:gd name="T4" fmla="*/ 157 w 289"/>
                    <a:gd name="T5" fmla="*/ 7 h 69"/>
                    <a:gd name="T6" fmla="*/ 116 w 289"/>
                    <a:gd name="T7" fmla="*/ 20 h 69"/>
                    <a:gd name="T8" fmla="*/ 79 w 289"/>
                    <a:gd name="T9" fmla="*/ 25 h 69"/>
                    <a:gd name="T10" fmla="*/ 16 w 289"/>
                    <a:gd name="T11" fmla="*/ 40 h 69"/>
                    <a:gd name="T12" fmla="*/ 14 w 289"/>
                    <a:gd name="T13" fmla="*/ 53 h 69"/>
                    <a:gd name="T14" fmla="*/ 84 w 289"/>
                    <a:gd name="T15" fmla="*/ 57 h 69"/>
                    <a:gd name="T16" fmla="*/ 107 w 289"/>
                    <a:gd name="T17" fmla="*/ 62 h 69"/>
                    <a:gd name="T18" fmla="*/ 146 w 289"/>
                    <a:gd name="T19" fmla="*/ 65 h 69"/>
                    <a:gd name="T20" fmla="*/ 208 w 289"/>
                    <a:gd name="T21" fmla="*/ 58 h 69"/>
                    <a:gd name="T22" fmla="*/ 273 w 289"/>
                    <a:gd name="T23" fmla="*/ 41 h 69"/>
                    <a:gd name="T24" fmla="*/ 100 w 289"/>
                    <a:gd name="T25" fmla="*/ 61 h 69"/>
                    <a:gd name="T26" fmla="*/ 76 w 289"/>
                    <a:gd name="T27" fmla="*/ 51 h 69"/>
                    <a:gd name="T28" fmla="*/ 84 w 289"/>
                    <a:gd name="T29" fmla="*/ 47 h 69"/>
                    <a:gd name="T30" fmla="*/ 86 w 289"/>
                    <a:gd name="T31" fmla="*/ 49 h 69"/>
                    <a:gd name="T32" fmla="*/ 68 w 289"/>
                    <a:gd name="T33" fmla="*/ 44 h 69"/>
                    <a:gd name="T34" fmla="*/ 11 w 289"/>
                    <a:gd name="T35" fmla="*/ 49 h 69"/>
                    <a:gd name="T36" fmla="*/ 41 w 289"/>
                    <a:gd name="T37" fmla="*/ 37 h 69"/>
                    <a:gd name="T38" fmla="*/ 80 w 289"/>
                    <a:gd name="T39" fmla="*/ 30 h 69"/>
                    <a:gd name="T40" fmla="*/ 92 w 289"/>
                    <a:gd name="T41" fmla="*/ 19 h 69"/>
                    <a:gd name="T42" fmla="*/ 108 w 289"/>
                    <a:gd name="T43" fmla="*/ 44 h 69"/>
                    <a:gd name="T44" fmla="*/ 144 w 289"/>
                    <a:gd name="T45" fmla="*/ 60 h 69"/>
                    <a:gd name="T46" fmla="*/ 117 w 289"/>
                    <a:gd name="T47" fmla="*/ 58 h 69"/>
                    <a:gd name="T48" fmla="*/ 115 w 289"/>
                    <a:gd name="T49" fmla="*/ 46 h 69"/>
                    <a:gd name="T50" fmla="*/ 111 w 289"/>
                    <a:gd name="T51" fmla="*/ 52 h 69"/>
                    <a:gd name="T52" fmla="*/ 121 w 289"/>
                    <a:gd name="T53" fmla="*/ 38 h 69"/>
                    <a:gd name="T54" fmla="*/ 117 w 289"/>
                    <a:gd name="T55" fmla="*/ 40 h 69"/>
                    <a:gd name="T56" fmla="*/ 118 w 289"/>
                    <a:gd name="T57" fmla="*/ 28 h 69"/>
                    <a:gd name="T58" fmla="*/ 142 w 289"/>
                    <a:gd name="T59" fmla="*/ 22 h 69"/>
                    <a:gd name="T60" fmla="*/ 143 w 289"/>
                    <a:gd name="T61" fmla="*/ 16 h 69"/>
                    <a:gd name="T62" fmla="*/ 146 w 289"/>
                    <a:gd name="T63" fmla="*/ 5 h 69"/>
                    <a:gd name="T64" fmla="*/ 164 w 289"/>
                    <a:gd name="T65" fmla="*/ 9 h 69"/>
                    <a:gd name="T66" fmla="*/ 164 w 289"/>
                    <a:gd name="T67" fmla="*/ 32 h 69"/>
                    <a:gd name="T68" fmla="*/ 172 w 289"/>
                    <a:gd name="T69" fmla="*/ 27 h 69"/>
                    <a:gd name="T70" fmla="*/ 173 w 289"/>
                    <a:gd name="T71" fmla="*/ 36 h 69"/>
                    <a:gd name="T72" fmla="*/ 181 w 289"/>
                    <a:gd name="T73" fmla="*/ 35 h 69"/>
                    <a:gd name="T74" fmla="*/ 165 w 289"/>
                    <a:gd name="T75" fmla="*/ 54 h 69"/>
                    <a:gd name="T76" fmla="*/ 134 w 289"/>
                    <a:gd name="T77" fmla="*/ 40 h 69"/>
                    <a:gd name="T78" fmla="*/ 140 w 289"/>
                    <a:gd name="T79" fmla="*/ 42 h 69"/>
                    <a:gd name="T80" fmla="*/ 142 w 289"/>
                    <a:gd name="T81" fmla="*/ 50 h 69"/>
                    <a:gd name="T82" fmla="*/ 150 w 289"/>
                    <a:gd name="T83" fmla="*/ 41 h 69"/>
                    <a:gd name="T84" fmla="*/ 162 w 289"/>
                    <a:gd name="T85" fmla="*/ 56 h 69"/>
                    <a:gd name="T86" fmla="*/ 160 w 289"/>
                    <a:gd name="T87" fmla="*/ 63 h 69"/>
                    <a:gd name="T88" fmla="*/ 263 w 289"/>
                    <a:gd name="T89" fmla="*/ 40 h 69"/>
                    <a:gd name="T90" fmla="*/ 209 w 289"/>
                    <a:gd name="T91" fmla="*/ 50 h 69"/>
                    <a:gd name="T92" fmla="*/ 197 w 289"/>
                    <a:gd name="T93" fmla="*/ 60 h 69"/>
                    <a:gd name="T94" fmla="*/ 184 w 289"/>
                    <a:gd name="T95" fmla="*/ 37 h 69"/>
                    <a:gd name="T96" fmla="*/ 197 w 289"/>
                    <a:gd name="T97" fmla="*/ 26 h 69"/>
                    <a:gd name="T98" fmla="*/ 214 w 289"/>
                    <a:gd name="T99" fmla="*/ 31 h 69"/>
                    <a:gd name="T100" fmla="*/ 204 w 289"/>
                    <a:gd name="T101" fmla="*/ 33 h 69"/>
                    <a:gd name="T102" fmla="*/ 206 w 289"/>
                    <a:gd name="T103" fmla="*/ 30 h 69"/>
                    <a:gd name="T104" fmla="*/ 217 w 289"/>
                    <a:gd name="T105" fmla="*/ 32 h 69"/>
                    <a:gd name="T106" fmla="*/ 258 w 289"/>
                    <a:gd name="T107" fmla="*/ 2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89" h="69">
                      <a:moveTo>
                        <a:pt x="289" y="40"/>
                      </a:moveTo>
                      <a:cubicBezTo>
                        <a:pt x="289" y="38"/>
                        <a:pt x="287" y="38"/>
                        <a:pt x="286" y="38"/>
                      </a:cubicBezTo>
                      <a:cubicBezTo>
                        <a:pt x="285" y="38"/>
                        <a:pt x="283" y="37"/>
                        <a:pt x="282" y="37"/>
                      </a:cubicBezTo>
                      <a:cubicBezTo>
                        <a:pt x="278" y="35"/>
                        <a:pt x="274" y="33"/>
                        <a:pt x="270" y="32"/>
                      </a:cubicBezTo>
                      <a:cubicBezTo>
                        <a:pt x="269" y="31"/>
                        <a:pt x="267" y="30"/>
                        <a:pt x="266" y="29"/>
                      </a:cubicBezTo>
                      <a:cubicBezTo>
                        <a:pt x="264" y="28"/>
                        <a:pt x="262" y="27"/>
                        <a:pt x="261" y="27"/>
                      </a:cubicBezTo>
                      <a:cubicBezTo>
                        <a:pt x="260" y="26"/>
                        <a:pt x="260" y="26"/>
                        <a:pt x="260" y="26"/>
                      </a:cubicBezTo>
                      <a:cubicBezTo>
                        <a:pt x="257" y="25"/>
                        <a:pt x="255" y="24"/>
                        <a:pt x="253" y="23"/>
                      </a:cubicBezTo>
                      <a:cubicBezTo>
                        <a:pt x="250" y="22"/>
                        <a:pt x="247" y="21"/>
                        <a:pt x="244" y="21"/>
                      </a:cubicBezTo>
                      <a:cubicBezTo>
                        <a:pt x="243" y="21"/>
                        <a:pt x="242" y="21"/>
                        <a:pt x="241" y="21"/>
                      </a:cubicBezTo>
                      <a:cubicBezTo>
                        <a:pt x="237" y="21"/>
                        <a:pt x="234" y="23"/>
                        <a:pt x="230" y="25"/>
                      </a:cubicBezTo>
                      <a:cubicBezTo>
                        <a:pt x="225" y="28"/>
                        <a:pt x="222" y="31"/>
                        <a:pt x="216" y="28"/>
                      </a:cubicBezTo>
                      <a:cubicBezTo>
                        <a:pt x="215" y="25"/>
                        <a:pt x="212" y="22"/>
                        <a:pt x="208" y="21"/>
                      </a:cubicBezTo>
                      <a:cubicBezTo>
                        <a:pt x="205" y="20"/>
                        <a:pt x="202" y="21"/>
                        <a:pt x="199" y="22"/>
                      </a:cubicBezTo>
                      <a:cubicBezTo>
                        <a:pt x="195" y="16"/>
                        <a:pt x="186" y="12"/>
                        <a:pt x="179" y="16"/>
                      </a:cubicBezTo>
                      <a:cubicBezTo>
                        <a:pt x="178" y="16"/>
                        <a:pt x="177" y="16"/>
                        <a:pt x="177" y="16"/>
                      </a:cubicBezTo>
                      <a:cubicBezTo>
                        <a:pt x="175" y="10"/>
                        <a:pt x="170" y="6"/>
                        <a:pt x="164" y="6"/>
                      </a:cubicBezTo>
                      <a:cubicBezTo>
                        <a:pt x="162" y="6"/>
                        <a:pt x="160" y="6"/>
                        <a:pt x="157" y="7"/>
                      </a:cubicBezTo>
                      <a:cubicBezTo>
                        <a:pt x="157" y="8"/>
                        <a:pt x="156" y="8"/>
                        <a:pt x="155" y="8"/>
                      </a:cubicBezTo>
                      <a:cubicBezTo>
                        <a:pt x="154" y="5"/>
                        <a:pt x="151" y="2"/>
                        <a:pt x="147" y="1"/>
                      </a:cubicBezTo>
                      <a:cubicBezTo>
                        <a:pt x="142" y="0"/>
                        <a:pt x="138" y="2"/>
                        <a:pt x="135" y="5"/>
                      </a:cubicBezTo>
                      <a:cubicBezTo>
                        <a:pt x="133" y="8"/>
                        <a:pt x="132" y="10"/>
                        <a:pt x="133" y="13"/>
                      </a:cubicBezTo>
                      <a:cubicBezTo>
                        <a:pt x="128" y="11"/>
                        <a:pt x="123" y="12"/>
                        <a:pt x="120" y="15"/>
                      </a:cubicBezTo>
                      <a:cubicBezTo>
                        <a:pt x="118" y="16"/>
                        <a:pt x="117" y="18"/>
                        <a:pt x="116" y="20"/>
                      </a:cubicBezTo>
                      <a:cubicBezTo>
                        <a:pt x="116" y="20"/>
                        <a:pt x="114" y="19"/>
                        <a:pt x="114" y="19"/>
                      </a:cubicBezTo>
                      <a:cubicBezTo>
                        <a:pt x="111" y="17"/>
                        <a:pt x="108" y="16"/>
                        <a:pt x="105" y="15"/>
                      </a:cubicBezTo>
                      <a:cubicBezTo>
                        <a:pt x="102" y="14"/>
                        <a:pt x="99" y="14"/>
                        <a:pt x="96" y="14"/>
                      </a:cubicBezTo>
                      <a:cubicBezTo>
                        <a:pt x="94" y="15"/>
                        <a:pt x="92" y="15"/>
                        <a:pt x="91" y="15"/>
                      </a:cubicBezTo>
                      <a:cubicBezTo>
                        <a:pt x="89" y="16"/>
                        <a:pt x="87" y="17"/>
                        <a:pt x="85" y="18"/>
                      </a:cubicBezTo>
                      <a:cubicBezTo>
                        <a:pt x="83" y="20"/>
                        <a:pt x="80" y="23"/>
                        <a:pt x="79" y="25"/>
                      </a:cubicBezTo>
                      <a:cubicBezTo>
                        <a:pt x="78" y="26"/>
                        <a:pt x="78" y="27"/>
                        <a:pt x="77" y="28"/>
                      </a:cubicBezTo>
                      <a:cubicBezTo>
                        <a:pt x="68" y="21"/>
                        <a:pt x="54" y="18"/>
                        <a:pt x="44" y="27"/>
                      </a:cubicBezTo>
                      <a:cubicBezTo>
                        <a:pt x="42" y="28"/>
                        <a:pt x="41" y="30"/>
                        <a:pt x="40" y="32"/>
                      </a:cubicBezTo>
                      <a:cubicBezTo>
                        <a:pt x="37" y="36"/>
                        <a:pt x="35" y="39"/>
                        <a:pt x="31" y="40"/>
                      </a:cubicBezTo>
                      <a:cubicBezTo>
                        <a:pt x="28" y="41"/>
                        <a:pt x="26" y="41"/>
                        <a:pt x="24" y="41"/>
                      </a:cubicBezTo>
                      <a:cubicBezTo>
                        <a:pt x="21" y="41"/>
                        <a:pt x="19" y="40"/>
                        <a:pt x="16" y="40"/>
                      </a:cubicBezTo>
                      <a:cubicBezTo>
                        <a:pt x="15" y="41"/>
                        <a:pt x="13" y="42"/>
                        <a:pt x="11" y="43"/>
                      </a:cubicBezTo>
                      <a:cubicBezTo>
                        <a:pt x="9" y="44"/>
                        <a:pt x="7" y="45"/>
                        <a:pt x="5" y="46"/>
                      </a:cubicBezTo>
                      <a:cubicBezTo>
                        <a:pt x="4" y="46"/>
                        <a:pt x="2" y="46"/>
                        <a:pt x="1" y="47"/>
                      </a:cubicBezTo>
                      <a:cubicBezTo>
                        <a:pt x="0" y="47"/>
                        <a:pt x="0" y="48"/>
                        <a:pt x="1" y="49"/>
                      </a:cubicBezTo>
                      <a:cubicBezTo>
                        <a:pt x="3" y="50"/>
                        <a:pt x="4" y="50"/>
                        <a:pt x="6" y="51"/>
                      </a:cubicBezTo>
                      <a:cubicBezTo>
                        <a:pt x="8" y="52"/>
                        <a:pt x="11" y="52"/>
                        <a:pt x="14" y="53"/>
                      </a:cubicBezTo>
                      <a:cubicBezTo>
                        <a:pt x="17" y="53"/>
                        <a:pt x="20" y="53"/>
                        <a:pt x="23" y="54"/>
                      </a:cubicBezTo>
                      <a:cubicBezTo>
                        <a:pt x="25" y="55"/>
                        <a:pt x="25" y="55"/>
                        <a:pt x="25" y="55"/>
                      </a:cubicBezTo>
                      <a:cubicBezTo>
                        <a:pt x="35" y="59"/>
                        <a:pt x="44" y="58"/>
                        <a:pt x="53" y="50"/>
                      </a:cubicBezTo>
                      <a:cubicBezTo>
                        <a:pt x="58" y="46"/>
                        <a:pt x="66" y="45"/>
                        <a:pt x="71" y="50"/>
                      </a:cubicBezTo>
                      <a:cubicBezTo>
                        <a:pt x="71" y="51"/>
                        <a:pt x="72" y="52"/>
                        <a:pt x="73" y="53"/>
                      </a:cubicBezTo>
                      <a:cubicBezTo>
                        <a:pt x="75" y="56"/>
                        <a:pt x="79" y="57"/>
                        <a:pt x="84" y="57"/>
                      </a:cubicBezTo>
                      <a:cubicBezTo>
                        <a:pt x="84" y="57"/>
                        <a:pt x="85" y="58"/>
                        <a:pt x="85" y="58"/>
                      </a:cubicBezTo>
                      <a:cubicBezTo>
                        <a:pt x="86" y="59"/>
                        <a:pt x="87" y="60"/>
                        <a:pt x="88" y="61"/>
                      </a:cubicBezTo>
                      <a:cubicBezTo>
                        <a:pt x="88" y="62"/>
                        <a:pt x="89" y="62"/>
                        <a:pt x="90" y="63"/>
                      </a:cubicBezTo>
                      <a:cubicBezTo>
                        <a:pt x="92" y="64"/>
                        <a:pt x="94" y="65"/>
                        <a:pt x="97" y="65"/>
                      </a:cubicBezTo>
                      <a:cubicBezTo>
                        <a:pt x="98" y="65"/>
                        <a:pt x="99" y="65"/>
                        <a:pt x="101" y="65"/>
                      </a:cubicBezTo>
                      <a:cubicBezTo>
                        <a:pt x="104" y="64"/>
                        <a:pt x="106" y="63"/>
                        <a:pt x="107" y="62"/>
                      </a:cubicBezTo>
                      <a:cubicBezTo>
                        <a:pt x="108" y="62"/>
                        <a:pt x="109" y="61"/>
                        <a:pt x="110" y="60"/>
                      </a:cubicBezTo>
                      <a:cubicBezTo>
                        <a:pt x="112" y="61"/>
                        <a:pt x="115" y="61"/>
                        <a:pt x="117" y="61"/>
                      </a:cubicBezTo>
                      <a:cubicBezTo>
                        <a:pt x="117" y="61"/>
                        <a:pt x="118" y="61"/>
                        <a:pt x="118" y="61"/>
                      </a:cubicBezTo>
                      <a:cubicBezTo>
                        <a:pt x="120" y="65"/>
                        <a:pt x="125" y="69"/>
                        <a:pt x="130" y="69"/>
                      </a:cubicBezTo>
                      <a:cubicBezTo>
                        <a:pt x="134" y="68"/>
                        <a:pt x="139" y="66"/>
                        <a:pt x="141" y="62"/>
                      </a:cubicBezTo>
                      <a:cubicBezTo>
                        <a:pt x="143" y="64"/>
                        <a:pt x="145" y="65"/>
                        <a:pt x="146" y="65"/>
                      </a:cubicBezTo>
                      <a:cubicBezTo>
                        <a:pt x="149" y="66"/>
                        <a:pt x="152" y="66"/>
                        <a:pt x="156" y="65"/>
                      </a:cubicBezTo>
                      <a:cubicBezTo>
                        <a:pt x="158" y="67"/>
                        <a:pt x="162" y="68"/>
                        <a:pt x="166" y="67"/>
                      </a:cubicBezTo>
                      <a:cubicBezTo>
                        <a:pt x="170" y="65"/>
                        <a:pt x="173" y="61"/>
                        <a:pt x="173" y="57"/>
                      </a:cubicBezTo>
                      <a:cubicBezTo>
                        <a:pt x="179" y="63"/>
                        <a:pt x="189" y="65"/>
                        <a:pt x="197" y="63"/>
                      </a:cubicBezTo>
                      <a:cubicBezTo>
                        <a:pt x="199" y="63"/>
                        <a:pt x="201" y="62"/>
                        <a:pt x="203" y="61"/>
                      </a:cubicBezTo>
                      <a:cubicBezTo>
                        <a:pt x="205" y="60"/>
                        <a:pt x="207" y="59"/>
                        <a:pt x="208" y="58"/>
                      </a:cubicBezTo>
                      <a:cubicBezTo>
                        <a:pt x="209" y="57"/>
                        <a:pt x="209" y="56"/>
                        <a:pt x="210" y="56"/>
                      </a:cubicBezTo>
                      <a:cubicBezTo>
                        <a:pt x="210" y="55"/>
                        <a:pt x="212" y="53"/>
                        <a:pt x="211" y="53"/>
                      </a:cubicBezTo>
                      <a:cubicBezTo>
                        <a:pt x="220" y="58"/>
                        <a:pt x="230" y="58"/>
                        <a:pt x="240" y="55"/>
                      </a:cubicBezTo>
                      <a:cubicBezTo>
                        <a:pt x="243" y="54"/>
                        <a:pt x="246" y="53"/>
                        <a:pt x="248" y="51"/>
                      </a:cubicBezTo>
                      <a:cubicBezTo>
                        <a:pt x="253" y="49"/>
                        <a:pt x="253" y="49"/>
                        <a:pt x="253" y="49"/>
                      </a:cubicBezTo>
                      <a:cubicBezTo>
                        <a:pt x="259" y="45"/>
                        <a:pt x="265" y="41"/>
                        <a:pt x="273" y="41"/>
                      </a:cubicBezTo>
                      <a:cubicBezTo>
                        <a:pt x="275" y="42"/>
                        <a:pt x="278" y="42"/>
                        <a:pt x="280" y="42"/>
                      </a:cubicBezTo>
                      <a:cubicBezTo>
                        <a:pt x="283" y="42"/>
                        <a:pt x="285" y="42"/>
                        <a:pt x="287" y="41"/>
                      </a:cubicBezTo>
                      <a:cubicBezTo>
                        <a:pt x="288" y="41"/>
                        <a:pt x="289" y="41"/>
                        <a:pt x="289" y="40"/>
                      </a:cubicBezTo>
                      <a:cubicBezTo>
                        <a:pt x="289" y="40"/>
                        <a:pt x="289" y="40"/>
                        <a:pt x="289" y="40"/>
                      </a:cubicBezTo>
                      <a:close/>
                      <a:moveTo>
                        <a:pt x="105" y="60"/>
                      </a:moveTo>
                      <a:cubicBezTo>
                        <a:pt x="104" y="60"/>
                        <a:pt x="103" y="61"/>
                        <a:pt x="100" y="61"/>
                      </a:cubicBezTo>
                      <a:cubicBezTo>
                        <a:pt x="98" y="62"/>
                        <a:pt x="96" y="62"/>
                        <a:pt x="94" y="61"/>
                      </a:cubicBezTo>
                      <a:cubicBezTo>
                        <a:pt x="92" y="60"/>
                        <a:pt x="90" y="59"/>
                        <a:pt x="89" y="57"/>
                      </a:cubicBezTo>
                      <a:cubicBezTo>
                        <a:pt x="89" y="57"/>
                        <a:pt x="88" y="56"/>
                        <a:pt x="88" y="56"/>
                      </a:cubicBezTo>
                      <a:cubicBezTo>
                        <a:pt x="88" y="55"/>
                        <a:pt x="87" y="54"/>
                        <a:pt x="87" y="54"/>
                      </a:cubicBezTo>
                      <a:cubicBezTo>
                        <a:pt x="86" y="53"/>
                        <a:pt x="85" y="53"/>
                        <a:pt x="85" y="54"/>
                      </a:cubicBezTo>
                      <a:cubicBezTo>
                        <a:pt x="82" y="54"/>
                        <a:pt x="78" y="54"/>
                        <a:pt x="76" y="51"/>
                      </a:cubicBezTo>
                      <a:cubicBezTo>
                        <a:pt x="76" y="51"/>
                        <a:pt x="76" y="51"/>
                        <a:pt x="76" y="51"/>
                      </a:cubicBezTo>
                      <a:cubicBezTo>
                        <a:pt x="75" y="50"/>
                        <a:pt x="74" y="49"/>
                        <a:pt x="74" y="48"/>
                      </a:cubicBezTo>
                      <a:cubicBezTo>
                        <a:pt x="74" y="46"/>
                        <a:pt x="75" y="45"/>
                        <a:pt x="76" y="43"/>
                      </a:cubicBezTo>
                      <a:cubicBezTo>
                        <a:pt x="78" y="42"/>
                        <a:pt x="81" y="41"/>
                        <a:pt x="83" y="43"/>
                      </a:cubicBezTo>
                      <a:cubicBezTo>
                        <a:pt x="84" y="43"/>
                        <a:pt x="84" y="44"/>
                        <a:pt x="84" y="45"/>
                      </a:cubicBezTo>
                      <a:cubicBezTo>
                        <a:pt x="84" y="45"/>
                        <a:pt x="84" y="46"/>
                        <a:pt x="84" y="47"/>
                      </a:cubicBezTo>
                      <a:cubicBezTo>
                        <a:pt x="83" y="47"/>
                        <a:pt x="82" y="47"/>
                        <a:pt x="81" y="47"/>
                      </a:cubicBezTo>
                      <a:cubicBezTo>
                        <a:pt x="81" y="47"/>
                        <a:pt x="81" y="47"/>
                        <a:pt x="81" y="46"/>
                      </a:cubicBezTo>
                      <a:cubicBezTo>
                        <a:pt x="81" y="45"/>
                        <a:pt x="80" y="43"/>
                        <a:pt x="78" y="43"/>
                      </a:cubicBezTo>
                      <a:cubicBezTo>
                        <a:pt x="76" y="43"/>
                        <a:pt x="74" y="47"/>
                        <a:pt x="76" y="49"/>
                      </a:cubicBezTo>
                      <a:cubicBezTo>
                        <a:pt x="76" y="49"/>
                        <a:pt x="77" y="50"/>
                        <a:pt x="78" y="50"/>
                      </a:cubicBezTo>
                      <a:cubicBezTo>
                        <a:pt x="80" y="52"/>
                        <a:pt x="84" y="51"/>
                        <a:pt x="86" y="49"/>
                      </a:cubicBezTo>
                      <a:cubicBezTo>
                        <a:pt x="87" y="48"/>
                        <a:pt x="88" y="46"/>
                        <a:pt x="87" y="44"/>
                      </a:cubicBezTo>
                      <a:cubicBezTo>
                        <a:pt x="87" y="42"/>
                        <a:pt x="86" y="41"/>
                        <a:pt x="85" y="40"/>
                      </a:cubicBezTo>
                      <a:cubicBezTo>
                        <a:pt x="82" y="38"/>
                        <a:pt x="77" y="38"/>
                        <a:pt x="74" y="41"/>
                      </a:cubicBezTo>
                      <a:cubicBezTo>
                        <a:pt x="73" y="42"/>
                        <a:pt x="72" y="44"/>
                        <a:pt x="71" y="46"/>
                      </a:cubicBezTo>
                      <a:cubicBezTo>
                        <a:pt x="71" y="46"/>
                        <a:pt x="70" y="45"/>
                        <a:pt x="69" y="45"/>
                      </a:cubicBezTo>
                      <a:cubicBezTo>
                        <a:pt x="69" y="45"/>
                        <a:pt x="68" y="44"/>
                        <a:pt x="68" y="44"/>
                      </a:cubicBezTo>
                      <a:cubicBezTo>
                        <a:pt x="66" y="44"/>
                        <a:pt x="65" y="44"/>
                        <a:pt x="64" y="43"/>
                      </a:cubicBezTo>
                      <a:cubicBezTo>
                        <a:pt x="61" y="43"/>
                        <a:pt x="59" y="43"/>
                        <a:pt x="56" y="44"/>
                      </a:cubicBezTo>
                      <a:cubicBezTo>
                        <a:pt x="54" y="45"/>
                        <a:pt x="52" y="46"/>
                        <a:pt x="50" y="48"/>
                      </a:cubicBezTo>
                      <a:cubicBezTo>
                        <a:pt x="43" y="54"/>
                        <a:pt x="35" y="55"/>
                        <a:pt x="26" y="52"/>
                      </a:cubicBezTo>
                      <a:cubicBezTo>
                        <a:pt x="24" y="51"/>
                        <a:pt x="24" y="51"/>
                        <a:pt x="24" y="51"/>
                      </a:cubicBezTo>
                      <a:cubicBezTo>
                        <a:pt x="20" y="50"/>
                        <a:pt x="14" y="49"/>
                        <a:pt x="11" y="49"/>
                      </a:cubicBezTo>
                      <a:cubicBezTo>
                        <a:pt x="10" y="49"/>
                        <a:pt x="9" y="49"/>
                        <a:pt x="8" y="48"/>
                      </a:cubicBezTo>
                      <a:cubicBezTo>
                        <a:pt x="11" y="47"/>
                        <a:pt x="13" y="46"/>
                        <a:pt x="15" y="44"/>
                      </a:cubicBezTo>
                      <a:cubicBezTo>
                        <a:pt x="17" y="43"/>
                        <a:pt x="19" y="44"/>
                        <a:pt x="20" y="44"/>
                      </a:cubicBezTo>
                      <a:cubicBezTo>
                        <a:pt x="23" y="44"/>
                        <a:pt x="25" y="45"/>
                        <a:pt x="27" y="45"/>
                      </a:cubicBezTo>
                      <a:cubicBezTo>
                        <a:pt x="29" y="45"/>
                        <a:pt x="31" y="44"/>
                        <a:pt x="34" y="43"/>
                      </a:cubicBezTo>
                      <a:cubicBezTo>
                        <a:pt x="36" y="41"/>
                        <a:pt x="39" y="39"/>
                        <a:pt x="41" y="37"/>
                      </a:cubicBezTo>
                      <a:cubicBezTo>
                        <a:pt x="41" y="36"/>
                        <a:pt x="42" y="35"/>
                        <a:pt x="42" y="35"/>
                      </a:cubicBezTo>
                      <a:cubicBezTo>
                        <a:pt x="44" y="33"/>
                        <a:pt x="45" y="31"/>
                        <a:pt x="47" y="29"/>
                      </a:cubicBezTo>
                      <a:cubicBezTo>
                        <a:pt x="55" y="21"/>
                        <a:pt x="67" y="25"/>
                        <a:pt x="76" y="31"/>
                      </a:cubicBezTo>
                      <a:cubicBezTo>
                        <a:pt x="76" y="32"/>
                        <a:pt x="77" y="32"/>
                        <a:pt x="78" y="33"/>
                      </a:cubicBezTo>
                      <a:cubicBezTo>
                        <a:pt x="78" y="33"/>
                        <a:pt x="79" y="33"/>
                        <a:pt x="79" y="32"/>
                      </a:cubicBezTo>
                      <a:cubicBezTo>
                        <a:pt x="80" y="31"/>
                        <a:pt x="80" y="31"/>
                        <a:pt x="80" y="30"/>
                      </a:cubicBezTo>
                      <a:cubicBezTo>
                        <a:pt x="80" y="30"/>
                        <a:pt x="81" y="29"/>
                        <a:pt x="81" y="29"/>
                      </a:cubicBezTo>
                      <a:cubicBezTo>
                        <a:pt x="81" y="28"/>
                        <a:pt x="82" y="27"/>
                        <a:pt x="83" y="26"/>
                      </a:cubicBezTo>
                      <a:cubicBezTo>
                        <a:pt x="83" y="25"/>
                        <a:pt x="84" y="24"/>
                        <a:pt x="85" y="23"/>
                      </a:cubicBezTo>
                      <a:cubicBezTo>
                        <a:pt x="86" y="22"/>
                        <a:pt x="87" y="21"/>
                        <a:pt x="88" y="21"/>
                      </a:cubicBezTo>
                      <a:cubicBezTo>
                        <a:pt x="89" y="20"/>
                        <a:pt x="90" y="19"/>
                        <a:pt x="91" y="19"/>
                      </a:cubicBezTo>
                      <a:cubicBezTo>
                        <a:pt x="92" y="19"/>
                        <a:pt x="92" y="19"/>
                        <a:pt x="92" y="19"/>
                      </a:cubicBezTo>
                      <a:cubicBezTo>
                        <a:pt x="99" y="16"/>
                        <a:pt x="109" y="19"/>
                        <a:pt x="115" y="24"/>
                      </a:cubicBezTo>
                      <a:cubicBezTo>
                        <a:pt x="115" y="24"/>
                        <a:pt x="115" y="24"/>
                        <a:pt x="115" y="25"/>
                      </a:cubicBezTo>
                      <a:cubicBezTo>
                        <a:pt x="112" y="25"/>
                        <a:pt x="108" y="26"/>
                        <a:pt x="106" y="29"/>
                      </a:cubicBezTo>
                      <a:cubicBezTo>
                        <a:pt x="103" y="32"/>
                        <a:pt x="103" y="36"/>
                        <a:pt x="105" y="40"/>
                      </a:cubicBezTo>
                      <a:cubicBezTo>
                        <a:pt x="106" y="42"/>
                        <a:pt x="107" y="43"/>
                        <a:pt x="109" y="44"/>
                      </a:cubicBezTo>
                      <a:cubicBezTo>
                        <a:pt x="109" y="44"/>
                        <a:pt x="109" y="44"/>
                        <a:pt x="108" y="44"/>
                      </a:cubicBezTo>
                      <a:cubicBezTo>
                        <a:pt x="106" y="46"/>
                        <a:pt x="105" y="49"/>
                        <a:pt x="105" y="52"/>
                      </a:cubicBezTo>
                      <a:cubicBezTo>
                        <a:pt x="105" y="54"/>
                        <a:pt x="106" y="56"/>
                        <a:pt x="107" y="58"/>
                      </a:cubicBezTo>
                      <a:cubicBezTo>
                        <a:pt x="107" y="59"/>
                        <a:pt x="106" y="59"/>
                        <a:pt x="105" y="60"/>
                      </a:cubicBezTo>
                      <a:close/>
                      <a:moveTo>
                        <a:pt x="153" y="63"/>
                      </a:moveTo>
                      <a:cubicBezTo>
                        <a:pt x="151" y="63"/>
                        <a:pt x="149" y="63"/>
                        <a:pt x="147" y="62"/>
                      </a:cubicBezTo>
                      <a:cubicBezTo>
                        <a:pt x="146" y="61"/>
                        <a:pt x="145" y="61"/>
                        <a:pt x="144" y="60"/>
                      </a:cubicBezTo>
                      <a:cubicBezTo>
                        <a:pt x="143" y="59"/>
                        <a:pt x="142" y="57"/>
                        <a:pt x="140" y="58"/>
                      </a:cubicBezTo>
                      <a:cubicBezTo>
                        <a:pt x="140" y="58"/>
                        <a:pt x="140" y="59"/>
                        <a:pt x="140" y="59"/>
                      </a:cubicBezTo>
                      <a:cubicBezTo>
                        <a:pt x="138" y="62"/>
                        <a:pt x="134" y="65"/>
                        <a:pt x="130" y="65"/>
                      </a:cubicBezTo>
                      <a:cubicBezTo>
                        <a:pt x="126" y="65"/>
                        <a:pt x="122" y="62"/>
                        <a:pt x="120" y="59"/>
                      </a:cubicBezTo>
                      <a:cubicBezTo>
                        <a:pt x="120" y="58"/>
                        <a:pt x="119" y="58"/>
                        <a:pt x="119" y="58"/>
                      </a:cubicBezTo>
                      <a:cubicBezTo>
                        <a:pt x="117" y="58"/>
                        <a:pt x="117" y="58"/>
                        <a:pt x="117" y="58"/>
                      </a:cubicBezTo>
                      <a:cubicBezTo>
                        <a:pt x="115" y="58"/>
                        <a:pt x="113" y="58"/>
                        <a:pt x="111" y="57"/>
                      </a:cubicBezTo>
                      <a:cubicBezTo>
                        <a:pt x="111" y="57"/>
                        <a:pt x="110" y="56"/>
                        <a:pt x="110" y="56"/>
                      </a:cubicBezTo>
                      <a:cubicBezTo>
                        <a:pt x="110" y="56"/>
                        <a:pt x="109" y="55"/>
                        <a:pt x="109" y="55"/>
                      </a:cubicBezTo>
                      <a:cubicBezTo>
                        <a:pt x="108" y="53"/>
                        <a:pt x="108" y="51"/>
                        <a:pt x="109" y="49"/>
                      </a:cubicBezTo>
                      <a:cubicBezTo>
                        <a:pt x="109" y="48"/>
                        <a:pt x="110" y="48"/>
                        <a:pt x="111" y="47"/>
                      </a:cubicBezTo>
                      <a:cubicBezTo>
                        <a:pt x="112" y="46"/>
                        <a:pt x="114" y="46"/>
                        <a:pt x="115" y="46"/>
                      </a:cubicBezTo>
                      <a:cubicBezTo>
                        <a:pt x="116" y="46"/>
                        <a:pt x="117" y="47"/>
                        <a:pt x="117" y="48"/>
                      </a:cubicBezTo>
                      <a:cubicBezTo>
                        <a:pt x="118" y="49"/>
                        <a:pt x="117" y="49"/>
                        <a:pt x="117" y="50"/>
                      </a:cubicBezTo>
                      <a:cubicBezTo>
                        <a:pt x="117" y="50"/>
                        <a:pt x="116" y="50"/>
                        <a:pt x="116" y="50"/>
                      </a:cubicBezTo>
                      <a:cubicBezTo>
                        <a:pt x="116" y="50"/>
                        <a:pt x="116" y="50"/>
                        <a:pt x="116" y="50"/>
                      </a:cubicBezTo>
                      <a:cubicBezTo>
                        <a:pt x="116" y="48"/>
                        <a:pt x="115" y="47"/>
                        <a:pt x="113" y="47"/>
                      </a:cubicBezTo>
                      <a:cubicBezTo>
                        <a:pt x="110" y="47"/>
                        <a:pt x="109" y="50"/>
                        <a:pt x="111" y="52"/>
                      </a:cubicBezTo>
                      <a:cubicBezTo>
                        <a:pt x="112" y="54"/>
                        <a:pt x="114" y="54"/>
                        <a:pt x="116" y="54"/>
                      </a:cubicBezTo>
                      <a:cubicBezTo>
                        <a:pt x="117" y="53"/>
                        <a:pt x="118" y="53"/>
                        <a:pt x="119" y="52"/>
                      </a:cubicBezTo>
                      <a:cubicBezTo>
                        <a:pt x="121" y="51"/>
                        <a:pt x="121" y="49"/>
                        <a:pt x="121" y="47"/>
                      </a:cubicBezTo>
                      <a:cubicBezTo>
                        <a:pt x="120" y="46"/>
                        <a:pt x="119" y="45"/>
                        <a:pt x="118" y="44"/>
                      </a:cubicBezTo>
                      <a:cubicBezTo>
                        <a:pt x="118" y="44"/>
                        <a:pt x="119" y="43"/>
                        <a:pt x="120" y="42"/>
                      </a:cubicBezTo>
                      <a:cubicBezTo>
                        <a:pt x="121" y="41"/>
                        <a:pt x="121" y="40"/>
                        <a:pt x="121" y="38"/>
                      </a:cubicBezTo>
                      <a:cubicBezTo>
                        <a:pt x="121" y="37"/>
                        <a:pt x="121" y="36"/>
                        <a:pt x="121" y="35"/>
                      </a:cubicBezTo>
                      <a:cubicBezTo>
                        <a:pt x="120" y="34"/>
                        <a:pt x="119" y="33"/>
                        <a:pt x="117" y="32"/>
                      </a:cubicBezTo>
                      <a:cubicBezTo>
                        <a:pt x="115" y="32"/>
                        <a:pt x="113" y="33"/>
                        <a:pt x="113" y="35"/>
                      </a:cubicBezTo>
                      <a:cubicBezTo>
                        <a:pt x="113" y="37"/>
                        <a:pt x="114" y="38"/>
                        <a:pt x="116" y="38"/>
                      </a:cubicBezTo>
                      <a:cubicBezTo>
                        <a:pt x="116" y="38"/>
                        <a:pt x="117" y="38"/>
                        <a:pt x="117" y="38"/>
                      </a:cubicBezTo>
                      <a:cubicBezTo>
                        <a:pt x="118" y="38"/>
                        <a:pt x="118" y="39"/>
                        <a:pt x="117" y="40"/>
                      </a:cubicBezTo>
                      <a:cubicBezTo>
                        <a:pt x="117" y="40"/>
                        <a:pt x="116" y="41"/>
                        <a:pt x="115" y="41"/>
                      </a:cubicBezTo>
                      <a:cubicBezTo>
                        <a:pt x="113" y="42"/>
                        <a:pt x="111" y="41"/>
                        <a:pt x="110" y="40"/>
                      </a:cubicBezTo>
                      <a:cubicBezTo>
                        <a:pt x="109" y="40"/>
                        <a:pt x="108" y="39"/>
                        <a:pt x="108" y="38"/>
                      </a:cubicBezTo>
                      <a:cubicBezTo>
                        <a:pt x="107" y="36"/>
                        <a:pt x="107" y="33"/>
                        <a:pt x="109" y="31"/>
                      </a:cubicBezTo>
                      <a:cubicBezTo>
                        <a:pt x="110" y="29"/>
                        <a:pt x="113" y="27"/>
                        <a:pt x="117" y="28"/>
                      </a:cubicBezTo>
                      <a:cubicBezTo>
                        <a:pt x="117" y="29"/>
                        <a:pt x="118" y="29"/>
                        <a:pt x="118" y="28"/>
                      </a:cubicBezTo>
                      <a:cubicBezTo>
                        <a:pt x="119" y="28"/>
                        <a:pt x="119" y="27"/>
                        <a:pt x="119" y="26"/>
                      </a:cubicBezTo>
                      <a:cubicBezTo>
                        <a:pt x="118" y="23"/>
                        <a:pt x="119" y="20"/>
                        <a:pt x="122" y="18"/>
                      </a:cubicBezTo>
                      <a:cubicBezTo>
                        <a:pt x="125" y="16"/>
                        <a:pt x="129" y="15"/>
                        <a:pt x="132" y="17"/>
                      </a:cubicBezTo>
                      <a:cubicBezTo>
                        <a:pt x="134" y="18"/>
                        <a:pt x="134" y="19"/>
                        <a:pt x="136" y="20"/>
                      </a:cubicBezTo>
                      <a:cubicBezTo>
                        <a:pt x="137" y="21"/>
                        <a:pt x="138" y="21"/>
                        <a:pt x="139" y="21"/>
                      </a:cubicBezTo>
                      <a:cubicBezTo>
                        <a:pt x="140" y="22"/>
                        <a:pt x="141" y="22"/>
                        <a:pt x="142" y="22"/>
                      </a:cubicBezTo>
                      <a:cubicBezTo>
                        <a:pt x="145" y="21"/>
                        <a:pt x="147" y="20"/>
                        <a:pt x="148" y="17"/>
                      </a:cubicBezTo>
                      <a:cubicBezTo>
                        <a:pt x="148" y="15"/>
                        <a:pt x="148" y="13"/>
                        <a:pt x="147" y="11"/>
                      </a:cubicBezTo>
                      <a:cubicBezTo>
                        <a:pt x="146" y="11"/>
                        <a:pt x="146" y="10"/>
                        <a:pt x="145" y="10"/>
                      </a:cubicBezTo>
                      <a:cubicBezTo>
                        <a:pt x="144" y="9"/>
                        <a:pt x="141" y="9"/>
                        <a:pt x="140" y="11"/>
                      </a:cubicBezTo>
                      <a:cubicBezTo>
                        <a:pt x="140" y="12"/>
                        <a:pt x="140" y="12"/>
                        <a:pt x="140" y="13"/>
                      </a:cubicBezTo>
                      <a:cubicBezTo>
                        <a:pt x="140" y="14"/>
                        <a:pt x="141" y="16"/>
                        <a:pt x="143" y="16"/>
                      </a:cubicBezTo>
                      <a:cubicBezTo>
                        <a:pt x="143" y="16"/>
                        <a:pt x="144" y="15"/>
                        <a:pt x="144" y="15"/>
                      </a:cubicBezTo>
                      <a:cubicBezTo>
                        <a:pt x="144" y="16"/>
                        <a:pt x="144" y="16"/>
                        <a:pt x="144" y="16"/>
                      </a:cubicBezTo>
                      <a:cubicBezTo>
                        <a:pt x="144" y="17"/>
                        <a:pt x="143" y="18"/>
                        <a:pt x="142" y="18"/>
                      </a:cubicBezTo>
                      <a:cubicBezTo>
                        <a:pt x="139" y="18"/>
                        <a:pt x="138" y="18"/>
                        <a:pt x="137" y="16"/>
                      </a:cubicBezTo>
                      <a:cubicBezTo>
                        <a:pt x="135" y="13"/>
                        <a:pt x="136" y="10"/>
                        <a:pt x="138" y="8"/>
                      </a:cubicBezTo>
                      <a:cubicBezTo>
                        <a:pt x="140" y="5"/>
                        <a:pt x="143" y="4"/>
                        <a:pt x="146" y="5"/>
                      </a:cubicBezTo>
                      <a:cubicBezTo>
                        <a:pt x="148" y="5"/>
                        <a:pt x="149" y="6"/>
                        <a:pt x="150" y="7"/>
                      </a:cubicBezTo>
                      <a:cubicBezTo>
                        <a:pt x="151" y="8"/>
                        <a:pt x="152" y="10"/>
                        <a:pt x="153" y="11"/>
                      </a:cubicBezTo>
                      <a:cubicBezTo>
                        <a:pt x="153" y="12"/>
                        <a:pt x="153" y="13"/>
                        <a:pt x="154" y="13"/>
                      </a:cubicBezTo>
                      <a:cubicBezTo>
                        <a:pt x="155" y="13"/>
                        <a:pt x="156" y="13"/>
                        <a:pt x="156" y="12"/>
                      </a:cubicBezTo>
                      <a:cubicBezTo>
                        <a:pt x="157" y="11"/>
                        <a:pt x="158" y="11"/>
                        <a:pt x="159" y="10"/>
                      </a:cubicBezTo>
                      <a:cubicBezTo>
                        <a:pt x="161" y="9"/>
                        <a:pt x="162" y="9"/>
                        <a:pt x="164" y="9"/>
                      </a:cubicBezTo>
                      <a:cubicBezTo>
                        <a:pt x="166" y="9"/>
                        <a:pt x="168" y="10"/>
                        <a:pt x="170" y="12"/>
                      </a:cubicBezTo>
                      <a:cubicBezTo>
                        <a:pt x="172" y="13"/>
                        <a:pt x="173" y="16"/>
                        <a:pt x="174" y="18"/>
                      </a:cubicBezTo>
                      <a:cubicBezTo>
                        <a:pt x="174" y="18"/>
                        <a:pt x="174" y="20"/>
                        <a:pt x="174" y="20"/>
                      </a:cubicBezTo>
                      <a:cubicBezTo>
                        <a:pt x="174" y="20"/>
                        <a:pt x="174" y="21"/>
                        <a:pt x="174" y="21"/>
                      </a:cubicBezTo>
                      <a:cubicBezTo>
                        <a:pt x="173" y="21"/>
                        <a:pt x="171" y="21"/>
                        <a:pt x="170" y="22"/>
                      </a:cubicBezTo>
                      <a:cubicBezTo>
                        <a:pt x="166" y="24"/>
                        <a:pt x="163" y="28"/>
                        <a:pt x="164" y="32"/>
                      </a:cubicBezTo>
                      <a:cubicBezTo>
                        <a:pt x="164" y="35"/>
                        <a:pt x="165" y="37"/>
                        <a:pt x="168" y="39"/>
                      </a:cubicBezTo>
                      <a:cubicBezTo>
                        <a:pt x="170" y="39"/>
                        <a:pt x="172" y="40"/>
                        <a:pt x="174" y="39"/>
                      </a:cubicBezTo>
                      <a:cubicBezTo>
                        <a:pt x="174" y="39"/>
                        <a:pt x="175" y="39"/>
                        <a:pt x="175" y="38"/>
                      </a:cubicBezTo>
                      <a:cubicBezTo>
                        <a:pt x="177" y="37"/>
                        <a:pt x="178" y="36"/>
                        <a:pt x="178" y="34"/>
                      </a:cubicBezTo>
                      <a:cubicBezTo>
                        <a:pt x="179" y="32"/>
                        <a:pt x="178" y="30"/>
                        <a:pt x="176" y="28"/>
                      </a:cubicBezTo>
                      <a:cubicBezTo>
                        <a:pt x="175" y="27"/>
                        <a:pt x="173" y="27"/>
                        <a:pt x="172" y="27"/>
                      </a:cubicBezTo>
                      <a:cubicBezTo>
                        <a:pt x="170" y="27"/>
                        <a:pt x="168" y="29"/>
                        <a:pt x="169" y="31"/>
                      </a:cubicBezTo>
                      <a:cubicBezTo>
                        <a:pt x="169" y="31"/>
                        <a:pt x="169" y="32"/>
                        <a:pt x="170" y="32"/>
                      </a:cubicBezTo>
                      <a:cubicBezTo>
                        <a:pt x="170" y="33"/>
                        <a:pt x="171" y="33"/>
                        <a:pt x="172" y="33"/>
                      </a:cubicBezTo>
                      <a:cubicBezTo>
                        <a:pt x="173" y="33"/>
                        <a:pt x="173" y="33"/>
                        <a:pt x="174" y="32"/>
                      </a:cubicBezTo>
                      <a:cubicBezTo>
                        <a:pt x="175" y="33"/>
                        <a:pt x="175" y="33"/>
                        <a:pt x="175" y="34"/>
                      </a:cubicBezTo>
                      <a:cubicBezTo>
                        <a:pt x="175" y="35"/>
                        <a:pt x="174" y="35"/>
                        <a:pt x="173" y="36"/>
                      </a:cubicBezTo>
                      <a:cubicBezTo>
                        <a:pt x="173" y="36"/>
                        <a:pt x="171" y="36"/>
                        <a:pt x="171" y="36"/>
                      </a:cubicBezTo>
                      <a:cubicBezTo>
                        <a:pt x="169" y="35"/>
                        <a:pt x="167" y="34"/>
                        <a:pt x="167" y="32"/>
                      </a:cubicBezTo>
                      <a:cubicBezTo>
                        <a:pt x="167" y="29"/>
                        <a:pt x="169" y="26"/>
                        <a:pt x="171" y="25"/>
                      </a:cubicBezTo>
                      <a:cubicBezTo>
                        <a:pt x="174" y="24"/>
                        <a:pt x="177" y="24"/>
                        <a:pt x="179" y="27"/>
                      </a:cubicBezTo>
                      <a:cubicBezTo>
                        <a:pt x="181" y="28"/>
                        <a:pt x="182" y="30"/>
                        <a:pt x="182" y="33"/>
                      </a:cubicBezTo>
                      <a:cubicBezTo>
                        <a:pt x="182" y="34"/>
                        <a:pt x="182" y="35"/>
                        <a:pt x="181" y="35"/>
                      </a:cubicBezTo>
                      <a:cubicBezTo>
                        <a:pt x="181" y="37"/>
                        <a:pt x="180" y="37"/>
                        <a:pt x="179" y="38"/>
                      </a:cubicBezTo>
                      <a:cubicBezTo>
                        <a:pt x="179" y="38"/>
                        <a:pt x="178" y="39"/>
                        <a:pt x="177" y="39"/>
                      </a:cubicBezTo>
                      <a:cubicBezTo>
                        <a:pt x="177" y="39"/>
                        <a:pt x="176" y="39"/>
                        <a:pt x="175" y="39"/>
                      </a:cubicBezTo>
                      <a:cubicBezTo>
                        <a:pt x="174" y="40"/>
                        <a:pt x="174" y="41"/>
                        <a:pt x="175" y="42"/>
                      </a:cubicBezTo>
                      <a:cubicBezTo>
                        <a:pt x="177" y="45"/>
                        <a:pt x="176" y="49"/>
                        <a:pt x="174" y="51"/>
                      </a:cubicBezTo>
                      <a:cubicBezTo>
                        <a:pt x="172" y="54"/>
                        <a:pt x="168" y="55"/>
                        <a:pt x="165" y="54"/>
                      </a:cubicBezTo>
                      <a:cubicBezTo>
                        <a:pt x="165" y="53"/>
                        <a:pt x="165" y="52"/>
                        <a:pt x="165" y="51"/>
                      </a:cubicBezTo>
                      <a:cubicBezTo>
                        <a:pt x="164" y="48"/>
                        <a:pt x="162" y="46"/>
                        <a:pt x="160" y="44"/>
                      </a:cubicBezTo>
                      <a:cubicBezTo>
                        <a:pt x="158" y="43"/>
                        <a:pt x="156" y="43"/>
                        <a:pt x="154" y="43"/>
                      </a:cubicBezTo>
                      <a:cubicBezTo>
                        <a:pt x="153" y="41"/>
                        <a:pt x="153" y="40"/>
                        <a:pt x="153" y="40"/>
                      </a:cubicBezTo>
                      <a:cubicBezTo>
                        <a:pt x="151" y="37"/>
                        <a:pt x="148" y="35"/>
                        <a:pt x="144" y="35"/>
                      </a:cubicBezTo>
                      <a:cubicBezTo>
                        <a:pt x="139" y="35"/>
                        <a:pt x="136" y="36"/>
                        <a:pt x="134" y="40"/>
                      </a:cubicBezTo>
                      <a:cubicBezTo>
                        <a:pt x="132" y="42"/>
                        <a:pt x="132" y="45"/>
                        <a:pt x="133" y="47"/>
                      </a:cubicBezTo>
                      <a:cubicBezTo>
                        <a:pt x="133" y="50"/>
                        <a:pt x="135" y="51"/>
                        <a:pt x="136" y="52"/>
                      </a:cubicBezTo>
                      <a:cubicBezTo>
                        <a:pt x="138" y="53"/>
                        <a:pt x="141" y="54"/>
                        <a:pt x="143" y="53"/>
                      </a:cubicBezTo>
                      <a:cubicBezTo>
                        <a:pt x="145" y="52"/>
                        <a:pt x="147" y="51"/>
                        <a:pt x="148" y="50"/>
                      </a:cubicBezTo>
                      <a:cubicBezTo>
                        <a:pt x="149" y="48"/>
                        <a:pt x="148" y="45"/>
                        <a:pt x="147" y="44"/>
                      </a:cubicBezTo>
                      <a:cubicBezTo>
                        <a:pt x="145" y="42"/>
                        <a:pt x="142" y="41"/>
                        <a:pt x="140" y="42"/>
                      </a:cubicBezTo>
                      <a:cubicBezTo>
                        <a:pt x="139" y="43"/>
                        <a:pt x="138" y="44"/>
                        <a:pt x="138" y="45"/>
                      </a:cubicBezTo>
                      <a:cubicBezTo>
                        <a:pt x="138" y="47"/>
                        <a:pt x="139" y="48"/>
                        <a:pt x="141" y="48"/>
                      </a:cubicBezTo>
                      <a:cubicBezTo>
                        <a:pt x="142" y="48"/>
                        <a:pt x="144" y="47"/>
                        <a:pt x="144" y="46"/>
                      </a:cubicBezTo>
                      <a:cubicBezTo>
                        <a:pt x="144" y="46"/>
                        <a:pt x="144" y="46"/>
                        <a:pt x="144" y="46"/>
                      </a:cubicBezTo>
                      <a:cubicBezTo>
                        <a:pt x="145" y="46"/>
                        <a:pt x="145" y="47"/>
                        <a:pt x="145" y="48"/>
                      </a:cubicBezTo>
                      <a:cubicBezTo>
                        <a:pt x="144" y="49"/>
                        <a:pt x="143" y="50"/>
                        <a:pt x="142" y="50"/>
                      </a:cubicBezTo>
                      <a:cubicBezTo>
                        <a:pt x="141" y="50"/>
                        <a:pt x="139" y="50"/>
                        <a:pt x="138" y="49"/>
                      </a:cubicBezTo>
                      <a:cubicBezTo>
                        <a:pt x="137" y="49"/>
                        <a:pt x="136" y="47"/>
                        <a:pt x="136" y="47"/>
                      </a:cubicBezTo>
                      <a:cubicBezTo>
                        <a:pt x="135" y="45"/>
                        <a:pt x="136" y="43"/>
                        <a:pt x="137" y="41"/>
                      </a:cubicBezTo>
                      <a:cubicBezTo>
                        <a:pt x="138" y="40"/>
                        <a:pt x="140" y="38"/>
                        <a:pt x="142" y="38"/>
                      </a:cubicBezTo>
                      <a:cubicBezTo>
                        <a:pt x="142" y="38"/>
                        <a:pt x="143" y="38"/>
                        <a:pt x="144" y="38"/>
                      </a:cubicBezTo>
                      <a:cubicBezTo>
                        <a:pt x="146" y="38"/>
                        <a:pt x="149" y="39"/>
                        <a:pt x="150" y="41"/>
                      </a:cubicBezTo>
                      <a:cubicBezTo>
                        <a:pt x="150" y="43"/>
                        <a:pt x="150" y="45"/>
                        <a:pt x="151" y="46"/>
                      </a:cubicBezTo>
                      <a:cubicBezTo>
                        <a:pt x="152" y="47"/>
                        <a:pt x="153" y="46"/>
                        <a:pt x="154" y="46"/>
                      </a:cubicBezTo>
                      <a:cubicBezTo>
                        <a:pt x="156" y="46"/>
                        <a:pt x="157" y="46"/>
                        <a:pt x="158" y="47"/>
                      </a:cubicBezTo>
                      <a:cubicBezTo>
                        <a:pt x="160" y="48"/>
                        <a:pt x="161" y="50"/>
                        <a:pt x="162" y="52"/>
                      </a:cubicBezTo>
                      <a:cubicBezTo>
                        <a:pt x="162" y="52"/>
                        <a:pt x="162" y="53"/>
                        <a:pt x="162" y="53"/>
                      </a:cubicBezTo>
                      <a:cubicBezTo>
                        <a:pt x="162" y="54"/>
                        <a:pt x="162" y="55"/>
                        <a:pt x="162" y="56"/>
                      </a:cubicBezTo>
                      <a:cubicBezTo>
                        <a:pt x="161" y="57"/>
                        <a:pt x="160" y="59"/>
                        <a:pt x="158" y="60"/>
                      </a:cubicBezTo>
                      <a:cubicBezTo>
                        <a:pt x="158" y="61"/>
                        <a:pt x="157" y="61"/>
                        <a:pt x="157" y="61"/>
                      </a:cubicBezTo>
                      <a:cubicBezTo>
                        <a:pt x="155" y="62"/>
                        <a:pt x="154" y="62"/>
                        <a:pt x="153" y="63"/>
                      </a:cubicBezTo>
                      <a:close/>
                      <a:moveTo>
                        <a:pt x="165" y="64"/>
                      </a:moveTo>
                      <a:cubicBezTo>
                        <a:pt x="163" y="64"/>
                        <a:pt x="161" y="64"/>
                        <a:pt x="159" y="64"/>
                      </a:cubicBezTo>
                      <a:cubicBezTo>
                        <a:pt x="160" y="63"/>
                        <a:pt x="160" y="63"/>
                        <a:pt x="160" y="63"/>
                      </a:cubicBezTo>
                      <a:cubicBezTo>
                        <a:pt x="162" y="61"/>
                        <a:pt x="164" y="59"/>
                        <a:pt x="165" y="57"/>
                      </a:cubicBezTo>
                      <a:cubicBezTo>
                        <a:pt x="166" y="58"/>
                        <a:pt x="168" y="58"/>
                        <a:pt x="169" y="58"/>
                      </a:cubicBezTo>
                      <a:cubicBezTo>
                        <a:pt x="169" y="60"/>
                        <a:pt x="167" y="63"/>
                        <a:pt x="165" y="64"/>
                      </a:cubicBezTo>
                      <a:close/>
                      <a:moveTo>
                        <a:pt x="280" y="39"/>
                      </a:moveTo>
                      <a:cubicBezTo>
                        <a:pt x="278" y="39"/>
                        <a:pt x="276" y="38"/>
                        <a:pt x="273" y="38"/>
                      </a:cubicBezTo>
                      <a:cubicBezTo>
                        <a:pt x="270" y="38"/>
                        <a:pt x="267" y="39"/>
                        <a:pt x="263" y="40"/>
                      </a:cubicBezTo>
                      <a:cubicBezTo>
                        <a:pt x="260" y="41"/>
                        <a:pt x="258" y="42"/>
                        <a:pt x="255" y="44"/>
                      </a:cubicBezTo>
                      <a:cubicBezTo>
                        <a:pt x="253" y="45"/>
                        <a:pt x="251" y="46"/>
                        <a:pt x="249" y="47"/>
                      </a:cubicBezTo>
                      <a:cubicBezTo>
                        <a:pt x="248" y="47"/>
                        <a:pt x="247" y="48"/>
                        <a:pt x="247" y="48"/>
                      </a:cubicBezTo>
                      <a:cubicBezTo>
                        <a:pt x="244" y="50"/>
                        <a:pt x="242" y="51"/>
                        <a:pt x="239" y="52"/>
                      </a:cubicBezTo>
                      <a:cubicBezTo>
                        <a:pt x="229" y="55"/>
                        <a:pt x="219" y="54"/>
                        <a:pt x="211" y="50"/>
                      </a:cubicBezTo>
                      <a:cubicBezTo>
                        <a:pt x="211" y="49"/>
                        <a:pt x="210" y="49"/>
                        <a:pt x="209" y="50"/>
                      </a:cubicBezTo>
                      <a:cubicBezTo>
                        <a:pt x="209" y="50"/>
                        <a:pt x="209" y="50"/>
                        <a:pt x="209" y="50"/>
                      </a:cubicBezTo>
                      <a:cubicBezTo>
                        <a:pt x="209" y="51"/>
                        <a:pt x="209" y="52"/>
                        <a:pt x="208" y="52"/>
                      </a:cubicBezTo>
                      <a:cubicBezTo>
                        <a:pt x="208" y="53"/>
                        <a:pt x="207" y="53"/>
                        <a:pt x="207" y="54"/>
                      </a:cubicBezTo>
                      <a:cubicBezTo>
                        <a:pt x="206" y="55"/>
                        <a:pt x="206" y="55"/>
                        <a:pt x="205" y="56"/>
                      </a:cubicBezTo>
                      <a:cubicBezTo>
                        <a:pt x="204" y="57"/>
                        <a:pt x="202" y="58"/>
                        <a:pt x="200" y="59"/>
                      </a:cubicBezTo>
                      <a:cubicBezTo>
                        <a:pt x="199" y="59"/>
                        <a:pt x="198" y="60"/>
                        <a:pt x="197" y="60"/>
                      </a:cubicBezTo>
                      <a:cubicBezTo>
                        <a:pt x="189" y="62"/>
                        <a:pt x="181" y="60"/>
                        <a:pt x="176" y="54"/>
                      </a:cubicBezTo>
                      <a:cubicBezTo>
                        <a:pt x="176" y="54"/>
                        <a:pt x="176" y="54"/>
                        <a:pt x="176" y="54"/>
                      </a:cubicBezTo>
                      <a:cubicBezTo>
                        <a:pt x="178" y="52"/>
                        <a:pt x="179" y="49"/>
                        <a:pt x="179" y="46"/>
                      </a:cubicBezTo>
                      <a:cubicBezTo>
                        <a:pt x="179" y="45"/>
                        <a:pt x="179" y="43"/>
                        <a:pt x="179" y="42"/>
                      </a:cubicBezTo>
                      <a:cubicBezTo>
                        <a:pt x="180" y="41"/>
                        <a:pt x="181" y="41"/>
                        <a:pt x="181" y="41"/>
                      </a:cubicBezTo>
                      <a:cubicBezTo>
                        <a:pt x="183" y="40"/>
                        <a:pt x="184" y="38"/>
                        <a:pt x="184" y="37"/>
                      </a:cubicBezTo>
                      <a:cubicBezTo>
                        <a:pt x="185" y="35"/>
                        <a:pt x="185" y="34"/>
                        <a:pt x="185" y="33"/>
                      </a:cubicBezTo>
                      <a:cubicBezTo>
                        <a:pt x="185" y="30"/>
                        <a:pt x="184" y="26"/>
                        <a:pt x="182" y="24"/>
                      </a:cubicBezTo>
                      <a:cubicBezTo>
                        <a:pt x="180" y="23"/>
                        <a:pt x="178" y="22"/>
                        <a:pt x="176" y="21"/>
                      </a:cubicBezTo>
                      <a:cubicBezTo>
                        <a:pt x="177" y="21"/>
                        <a:pt x="177" y="20"/>
                        <a:pt x="178" y="20"/>
                      </a:cubicBezTo>
                      <a:cubicBezTo>
                        <a:pt x="178" y="20"/>
                        <a:pt x="179" y="19"/>
                        <a:pt x="180" y="19"/>
                      </a:cubicBezTo>
                      <a:cubicBezTo>
                        <a:pt x="187" y="16"/>
                        <a:pt x="194" y="19"/>
                        <a:pt x="197" y="26"/>
                      </a:cubicBezTo>
                      <a:cubicBezTo>
                        <a:pt x="197" y="26"/>
                        <a:pt x="198" y="27"/>
                        <a:pt x="198" y="27"/>
                      </a:cubicBezTo>
                      <a:cubicBezTo>
                        <a:pt x="199" y="27"/>
                        <a:pt x="199" y="27"/>
                        <a:pt x="200" y="26"/>
                      </a:cubicBezTo>
                      <a:cubicBezTo>
                        <a:pt x="202" y="24"/>
                        <a:pt x="205" y="24"/>
                        <a:pt x="207" y="24"/>
                      </a:cubicBezTo>
                      <a:cubicBezTo>
                        <a:pt x="210" y="25"/>
                        <a:pt x="212" y="27"/>
                        <a:pt x="213" y="29"/>
                      </a:cubicBezTo>
                      <a:cubicBezTo>
                        <a:pt x="213" y="29"/>
                        <a:pt x="213" y="30"/>
                        <a:pt x="213" y="30"/>
                      </a:cubicBezTo>
                      <a:cubicBezTo>
                        <a:pt x="213" y="30"/>
                        <a:pt x="213" y="30"/>
                        <a:pt x="214" y="31"/>
                      </a:cubicBezTo>
                      <a:cubicBezTo>
                        <a:pt x="214" y="33"/>
                        <a:pt x="214" y="35"/>
                        <a:pt x="212" y="37"/>
                      </a:cubicBezTo>
                      <a:cubicBezTo>
                        <a:pt x="212" y="38"/>
                        <a:pt x="211" y="38"/>
                        <a:pt x="211" y="39"/>
                      </a:cubicBezTo>
                      <a:cubicBezTo>
                        <a:pt x="209" y="40"/>
                        <a:pt x="207" y="40"/>
                        <a:pt x="206" y="40"/>
                      </a:cubicBezTo>
                      <a:cubicBezTo>
                        <a:pt x="205" y="40"/>
                        <a:pt x="203" y="39"/>
                        <a:pt x="202" y="38"/>
                      </a:cubicBezTo>
                      <a:cubicBezTo>
                        <a:pt x="202" y="37"/>
                        <a:pt x="202" y="36"/>
                        <a:pt x="202" y="35"/>
                      </a:cubicBezTo>
                      <a:cubicBezTo>
                        <a:pt x="202" y="34"/>
                        <a:pt x="203" y="33"/>
                        <a:pt x="204" y="33"/>
                      </a:cubicBezTo>
                      <a:cubicBezTo>
                        <a:pt x="205" y="33"/>
                        <a:pt x="206" y="33"/>
                        <a:pt x="206" y="33"/>
                      </a:cubicBezTo>
                      <a:cubicBezTo>
                        <a:pt x="206" y="33"/>
                        <a:pt x="205" y="34"/>
                        <a:pt x="205" y="34"/>
                      </a:cubicBezTo>
                      <a:cubicBezTo>
                        <a:pt x="205" y="35"/>
                        <a:pt x="205" y="35"/>
                        <a:pt x="205" y="36"/>
                      </a:cubicBezTo>
                      <a:cubicBezTo>
                        <a:pt x="205" y="37"/>
                        <a:pt x="207" y="38"/>
                        <a:pt x="208" y="38"/>
                      </a:cubicBezTo>
                      <a:cubicBezTo>
                        <a:pt x="211" y="38"/>
                        <a:pt x="212" y="36"/>
                        <a:pt x="212" y="33"/>
                      </a:cubicBezTo>
                      <a:cubicBezTo>
                        <a:pt x="211" y="31"/>
                        <a:pt x="208" y="30"/>
                        <a:pt x="206" y="30"/>
                      </a:cubicBezTo>
                      <a:cubicBezTo>
                        <a:pt x="205" y="29"/>
                        <a:pt x="204" y="29"/>
                        <a:pt x="204" y="30"/>
                      </a:cubicBezTo>
                      <a:cubicBezTo>
                        <a:pt x="201" y="30"/>
                        <a:pt x="200" y="32"/>
                        <a:pt x="199" y="34"/>
                      </a:cubicBezTo>
                      <a:cubicBezTo>
                        <a:pt x="198" y="36"/>
                        <a:pt x="198" y="38"/>
                        <a:pt x="200" y="40"/>
                      </a:cubicBezTo>
                      <a:cubicBezTo>
                        <a:pt x="201" y="42"/>
                        <a:pt x="203" y="43"/>
                        <a:pt x="205" y="43"/>
                      </a:cubicBezTo>
                      <a:cubicBezTo>
                        <a:pt x="208" y="44"/>
                        <a:pt x="211" y="43"/>
                        <a:pt x="213" y="41"/>
                      </a:cubicBezTo>
                      <a:cubicBezTo>
                        <a:pt x="216" y="39"/>
                        <a:pt x="217" y="35"/>
                        <a:pt x="217" y="32"/>
                      </a:cubicBezTo>
                      <a:cubicBezTo>
                        <a:pt x="218" y="32"/>
                        <a:pt x="220" y="32"/>
                        <a:pt x="221" y="32"/>
                      </a:cubicBezTo>
                      <a:cubicBezTo>
                        <a:pt x="222" y="33"/>
                        <a:pt x="223" y="32"/>
                        <a:pt x="224" y="32"/>
                      </a:cubicBezTo>
                      <a:cubicBezTo>
                        <a:pt x="227" y="31"/>
                        <a:pt x="229" y="30"/>
                        <a:pt x="231" y="29"/>
                      </a:cubicBezTo>
                      <a:cubicBezTo>
                        <a:pt x="234" y="28"/>
                        <a:pt x="236" y="26"/>
                        <a:pt x="239" y="25"/>
                      </a:cubicBezTo>
                      <a:cubicBezTo>
                        <a:pt x="240" y="25"/>
                        <a:pt x="241" y="24"/>
                        <a:pt x="242" y="24"/>
                      </a:cubicBezTo>
                      <a:cubicBezTo>
                        <a:pt x="248" y="24"/>
                        <a:pt x="253" y="26"/>
                        <a:pt x="258" y="29"/>
                      </a:cubicBezTo>
                      <a:cubicBezTo>
                        <a:pt x="259" y="30"/>
                        <a:pt x="259" y="30"/>
                        <a:pt x="259" y="30"/>
                      </a:cubicBezTo>
                      <a:cubicBezTo>
                        <a:pt x="264" y="32"/>
                        <a:pt x="269" y="34"/>
                        <a:pt x="274" y="36"/>
                      </a:cubicBezTo>
                      <a:cubicBezTo>
                        <a:pt x="276" y="37"/>
                        <a:pt x="278" y="38"/>
                        <a:pt x="280" y="3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42" name="Freeform 6"/>
                <p:cNvSpPr>
                  <a:spLocks noEditPoints="1"/>
                </p:cNvSpPr>
                <p:nvPr/>
              </p:nvSpPr>
              <p:spPr bwMode="auto">
                <a:xfrm>
                  <a:off x="5924610" y="2117514"/>
                  <a:ext cx="152400" cy="146050"/>
                </a:xfrm>
                <a:custGeom>
                  <a:avLst/>
                  <a:gdLst>
                    <a:gd name="T0" fmla="*/ 7 w 14"/>
                    <a:gd name="T1" fmla="*/ 0 h 13"/>
                    <a:gd name="T2" fmla="*/ 0 w 14"/>
                    <a:gd name="T3" fmla="*/ 7 h 13"/>
                    <a:gd name="T4" fmla="*/ 7 w 14"/>
                    <a:gd name="T5" fmla="*/ 13 h 13"/>
                    <a:gd name="T6" fmla="*/ 14 w 14"/>
                    <a:gd name="T7" fmla="*/ 7 h 13"/>
                    <a:gd name="T8" fmla="*/ 7 w 14"/>
                    <a:gd name="T9" fmla="*/ 0 h 13"/>
                    <a:gd name="T10" fmla="*/ 7 w 14"/>
                    <a:gd name="T11" fmla="*/ 10 h 13"/>
                    <a:gd name="T12" fmla="*/ 4 w 14"/>
                    <a:gd name="T13" fmla="*/ 7 h 13"/>
                    <a:gd name="T14" fmla="*/ 7 w 14"/>
                    <a:gd name="T15" fmla="*/ 3 h 13"/>
                    <a:gd name="T16" fmla="*/ 10 w 14"/>
                    <a:gd name="T17" fmla="*/ 7 h 13"/>
                    <a:gd name="T18" fmla="*/ 7 w 14"/>
                    <a:gd name="T19" fmla="*/ 1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" h="13">
                      <a:moveTo>
                        <a:pt x="7" y="0"/>
                      </a:move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0"/>
                        <a:pt x="3" y="13"/>
                        <a:pt x="7" y="13"/>
                      </a:cubicBezTo>
                      <a:cubicBezTo>
                        <a:pt x="11" y="13"/>
                        <a:pt x="14" y="10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lose/>
                      <a:moveTo>
                        <a:pt x="7" y="10"/>
                      </a:move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3"/>
                        <a:pt x="7" y="3"/>
                      </a:cubicBezTo>
                      <a:cubicBezTo>
                        <a:pt x="9" y="3"/>
                        <a:pt x="10" y="5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43" name="Freeform 7"/>
                <p:cNvSpPr>
                  <a:spLocks noEditPoints="1"/>
                </p:cNvSpPr>
                <p:nvPr/>
              </p:nvSpPr>
              <p:spPr bwMode="auto">
                <a:xfrm>
                  <a:off x="4807010" y="1411076"/>
                  <a:ext cx="142875" cy="157162"/>
                </a:xfrm>
                <a:custGeom>
                  <a:avLst/>
                  <a:gdLst>
                    <a:gd name="T0" fmla="*/ 6 w 13"/>
                    <a:gd name="T1" fmla="*/ 14 h 14"/>
                    <a:gd name="T2" fmla="*/ 13 w 13"/>
                    <a:gd name="T3" fmla="*/ 7 h 14"/>
                    <a:gd name="T4" fmla="*/ 6 w 13"/>
                    <a:gd name="T5" fmla="*/ 0 h 14"/>
                    <a:gd name="T6" fmla="*/ 0 w 13"/>
                    <a:gd name="T7" fmla="*/ 7 h 14"/>
                    <a:gd name="T8" fmla="*/ 6 w 13"/>
                    <a:gd name="T9" fmla="*/ 14 h 14"/>
                    <a:gd name="T10" fmla="*/ 6 w 13"/>
                    <a:gd name="T11" fmla="*/ 4 h 14"/>
                    <a:gd name="T12" fmla="*/ 10 w 13"/>
                    <a:gd name="T13" fmla="*/ 7 h 14"/>
                    <a:gd name="T14" fmla="*/ 6 w 13"/>
                    <a:gd name="T15" fmla="*/ 10 h 14"/>
                    <a:gd name="T16" fmla="*/ 3 w 13"/>
                    <a:gd name="T17" fmla="*/ 7 h 14"/>
                    <a:gd name="T18" fmla="*/ 6 w 13"/>
                    <a:gd name="T19" fmla="*/ 4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" h="14">
                      <a:moveTo>
                        <a:pt x="6" y="14"/>
                      </a:moveTo>
                      <a:cubicBezTo>
                        <a:pt x="10" y="14"/>
                        <a:pt x="13" y="11"/>
                        <a:pt x="13" y="7"/>
                      </a:cubicBezTo>
                      <a:cubicBezTo>
                        <a:pt x="13" y="3"/>
                        <a:pt x="10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6" y="14"/>
                      </a:cubicBezTo>
                      <a:close/>
                      <a:moveTo>
                        <a:pt x="6" y="4"/>
                      </a:moveTo>
                      <a:cubicBezTo>
                        <a:pt x="8" y="4"/>
                        <a:pt x="10" y="5"/>
                        <a:pt x="10" y="7"/>
                      </a:cubicBezTo>
                      <a:cubicBezTo>
                        <a:pt x="10" y="9"/>
                        <a:pt x="8" y="10"/>
                        <a:pt x="6" y="10"/>
                      </a:cubicBezTo>
                      <a:cubicBezTo>
                        <a:pt x="4" y="10"/>
                        <a:pt x="3" y="9"/>
                        <a:pt x="3" y="7"/>
                      </a:cubicBezTo>
                      <a:cubicBezTo>
                        <a:pt x="3" y="5"/>
                        <a:pt x="4" y="4"/>
                        <a:pt x="6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44" name="Oval 8"/>
                <p:cNvSpPr>
                  <a:spLocks noChangeArrowheads="1"/>
                </p:cNvSpPr>
                <p:nvPr/>
              </p:nvSpPr>
              <p:spPr bwMode="auto">
                <a:xfrm>
                  <a:off x="4862573" y="1479339"/>
                  <a:ext cx="20637" cy="2222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4960998" y="1579351"/>
                  <a:ext cx="601662" cy="582612"/>
                </a:xfrm>
                <a:custGeom>
                  <a:avLst/>
                  <a:gdLst>
                    <a:gd name="T0" fmla="*/ 39 w 55"/>
                    <a:gd name="T1" fmla="*/ 2 h 52"/>
                    <a:gd name="T2" fmla="*/ 35 w 55"/>
                    <a:gd name="T3" fmla="*/ 5 h 52"/>
                    <a:gd name="T4" fmla="*/ 31 w 55"/>
                    <a:gd name="T5" fmla="*/ 2 h 52"/>
                    <a:gd name="T6" fmla="*/ 31 w 55"/>
                    <a:gd name="T7" fmla="*/ 5 h 52"/>
                    <a:gd name="T8" fmla="*/ 23 w 55"/>
                    <a:gd name="T9" fmla="*/ 13 h 52"/>
                    <a:gd name="T10" fmla="*/ 15 w 55"/>
                    <a:gd name="T11" fmla="*/ 10 h 52"/>
                    <a:gd name="T12" fmla="*/ 6 w 55"/>
                    <a:gd name="T13" fmla="*/ 8 h 52"/>
                    <a:gd name="T14" fmla="*/ 2 w 55"/>
                    <a:gd name="T15" fmla="*/ 13 h 52"/>
                    <a:gd name="T16" fmla="*/ 2 w 55"/>
                    <a:gd name="T17" fmla="*/ 16 h 52"/>
                    <a:gd name="T18" fmla="*/ 0 w 55"/>
                    <a:gd name="T19" fmla="*/ 20 h 52"/>
                    <a:gd name="T20" fmla="*/ 4 w 55"/>
                    <a:gd name="T21" fmla="*/ 25 h 52"/>
                    <a:gd name="T22" fmla="*/ 4 w 55"/>
                    <a:gd name="T23" fmla="*/ 30 h 52"/>
                    <a:gd name="T24" fmla="*/ 3 w 55"/>
                    <a:gd name="T25" fmla="*/ 33 h 52"/>
                    <a:gd name="T26" fmla="*/ 4 w 55"/>
                    <a:gd name="T27" fmla="*/ 36 h 52"/>
                    <a:gd name="T28" fmla="*/ 2 w 55"/>
                    <a:gd name="T29" fmla="*/ 43 h 52"/>
                    <a:gd name="T30" fmla="*/ 2 w 55"/>
                    <a:gd name="T31" fmla="*/ 45 h 52"/>
                    <a:gd name="T32" fmla="*/ 11 w 55"/>
                    <a:gd name="T33" fmla="*/ 52 h 52"/>
                    <a:gd name="T34" fmla="*/ 19 w 55"/>
                    <a:gd name="T35" fmla="*/ 46 h 52"/>
                    <a:gd name="T36" fmla="*/ 19 w 55"/>
                    <a:gd name="T37" fmla="*/ 44 h 52"/>
                    <a:gd name="T38" fmla="*/ 11 w 55"/>
                    <a:gd name="T39" fmla="*/ 37 h 52"/>
                    <a:gd name="T40" fmla="*/ 13 w 55"/>
                    <a:gd name="T41" fmla="*/ 27 h 52"/>
                    <a:gd name="T42" fmla="*/ 36 w 55"/>
                    <a:gd name="T43" fmla="*/ 28 h 52"/>
                    <a:gd name="T44" fmla="*/ 37 w 55"/>
                    <a:gd name="T45" fmla="*/ 29 h 52"/>
                    <a:gd name="T46" fmla="*/ 42 w 55"/>
                    <a:gd name="T47" fmla="*/ 31 h 52"/>
                    <a:gd name="T48" fmla="*/ 49 w 55"/>
                    <a:gd name="T49" fmla="*/ 41 h 52"/>
                    <a:gd name="T50" fmla="*/ 53 w 55"/>
                    <a:gd name="T51" fmla="*/ 39 h 52"/>
                    <a:gd name="T52" fmla="*/ 54 w 55"/>
                    <a:gd name="T53" fmla="*/ 32 h 52"/>
                    <a:gd name="T54" fmla="*/ 53 w 55"/>
                    <a:gd name="T55" fmla="*/ 31 h 52"/>
                    <a:gd name="T56" fmla="*/ 48 w 55"/>
                    <a:gd name="T57" fmla="*/ 30 h 52"/>
                    <a:gd name="T58" fmla="*/ 42 w 55"/>
                    <a:gd name="T59" fmla="*/ 20 h 52"/>
                    <a:gd name="T60" fmla="*/ 51 w 55"/>
                    <a:gd name="T61" fmla="*/ 8 h 52"/>
                    <a:gd name="T62" fmla="*/ 52 w 55"/>
                    <a:gd name="T63" fmla="*/ 7 h 52"/>
                    <a:gd name="T64" fmla="*/ 41 w 55"/>
                    <a:gd name="T65" fmla="*/ 1 h 52"/>
                    <a:gd name="T66" fmla="*/ 44 w 55"/>
                    <a:gd name="T67" fmla="*/ 2 h 52"/>
                    <a:gd name="T68" fmla="*/ 50 w 55"/>
                    <a:gd name="T69" fmla="*/ 7 h 52"/>
                    <a:gd name="T70" fmla="*/ 40 w 55"/>
                    <a:gd name="T71" fmla="*/ 20 h 52"/>
                    <a:gd name="T72" fmla="*/ 47 w 55"/>
                    <a:gd name="T73" fmla="*/ 31 h 52"/>
                    <a:gd name="T74" fmla="*/ 52 w 55"/>
                    <a:gd name="T75" fmla="*/ 33 h 52"/>
                    <a:gd name="T76" fmla="*/ 52 w 55"/>
                    <a:gd name="T77" fmla="*/ 38 h 52"/>
                    <a:gd name="T78" fmla="*/ 43 w 55"/>
                    <a:gd name="T79" fmla="*/ 29 h 52"/>
                    <a:gd name="T80" fmla="*/ 38 w 55"/>
                    <a:gd name="T81" fmla="*/ 27 h 52"/>
                    <a:gd name="T82" fmla="*/ 11 w 55"/>
                    <a:gd name="T83" fmla="*/ 26 h 52"/>
                    <a:gd name="T84" fmla="*/ 10 w 55"/>
                    <a:gd name="T85" fmla="*/ 38 h 52"/>
                    <a:gd name="T86" fmla="*/ 15 w 55"/>
                    <a:gd name="T87" fmla="*/ 45 h 52"/>
                    <a:gd name="T88" fmla="*/ 11 w 55"/>
                    <a:gd name="T89" fmla="*/ 50 h 52"/>
                    <a:gd name="T90" fmla="*/ 3 w 55"/>
                    <a:gd name="T91" fmla="*/ 44 h 52"/>
                    <a:gd name="T92" fmla="*/ 6 w 55"/>
                    <a:gd name="T93" fmla="*/ 35 h 52"/>
                    <a:gd name="T94" fmla="*/ 5 w 55"/>
                    <a:gd name="T95" fmla="*/ 32 h 52"/>
                    <a:gd name="T96" fmla="*/ 6 w 55"/>
                    <a:gd name="T97" fmla="*/ 29 h 52"/>
                    <a:gd name="T98" fmla="*/ 4 w 55"/>
                    <a:gd name="T99" fmla="*/ 21 h 52"/>
                    <a:gd name="T100" fmla="*/ 4 w 55"/>
                    <a:gd name="T101" fmla="*/ 16 h 52"/>
                    <a:gd name="T102" fmla="*/ 6 w 55"/>
                    <a:gd name="T103" fmla="*/ 10 h 52"/>
                    <a:gd name="T104" fmla="*/ 13 w 55"/>
                    <a:gd name="T105" fmla="*/ 11 h 52"/>
                    <a:gd name="T106" fmla="*/ 19 w 55"/>
                    <a:gd name="T107" fmla="*/ 14 h 52"/>
                    <a:gd name="T108" fmla="*/ 24 w 55"/>
                    <a:gd name="T109" fmla="*/ 15 h 52"/>
                    <a:gd name="T110" fmla="*/ 33 w 55"/>
                    <a:gd name="T111" fmla="*/ 6 h 52"/>
                    <a:gd name="T112" fmla="*/ 40 w 55"/>
                    <a:gd name="T113" fmla="*/ 5 h 52"/>
                    <a:gd name="T114" fmla="*/ 40 w 55"/>
                    <a:gd name="T115" fmla="*/ 4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55" h="52">
                      <a:moveTo>
                        <a:pt x="41" y="1"/>
                      </a:moveTo>
                      <a:cubicBezTo>
                        <a:pt x="40" y="2"/>
                        <a:pt x="40" y="2"/>
                        <a:pt x="39" y="2"/>
                      </a:cubicBezTo>
                      <a:cubicBezTo>
                        <a:pt x="39" y="3"/>
                        <a:pt x="39" y="3"/>
                        <a:pt x="38" y="4"/>
                      </a:cubicBezTo>
                      <a:cubicBezTo>
                        <a:pt x="37" y="4"/>
                        <a:pt x="36" y="5"/>
                        <a:pt x="35" y="5"/>
                      </a:cubicBezTo>
                      <a:cubicBezTo>
                        <a:pt x="34" y="5"/>
                        <a:pt x="33" y="4"/>
                        <a:pt x="33" y="4"/>
                      </a:cubicBezTo>
                      <a:cubicBezTo>
                        <a:pt x="31" y="2"/>
                        <a:pt x="31" y="2"/>
                        <a:pt x="31" y="2"/>
                      </a:cubicBezTo>
                      <a:cubicBezTo>
                        <a:pt x="31" y="2"/>
                        <a:pt x="31" y="3"/>
                        <a:pt x="31" y="4"/>
                      </a:cubicBezTo>
                      <a:cubicBezTo>
                        <a:pt x="31" y="4"/>
                        <a:pt x="31" y="4"/>
                        <a:pt x="31" y="5"/>
                      </a:cubicBezTo>
                      <a:cubicBezTo>
                        <a:pt x="31" y="5"/>
                        <a:pt x="31" y="6"/>
                        <a:pt x="31" y="7"/>
                      </a:cubicBezTo>
                      <a:cubicBezTo>
                        <a:pt x="30" y="10"/>
                        <a:pt x="27" y="13"/>
                        <a:pt x="23" y="13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0" y="13"/>
                        <a:pt x="17" y="13"/>
                        <a:pt x="15" y="10"/>
                      </a:cubicBezTo>
                      <a:cubicBezTo>
                        <a:pt x="13" y="9"/>
                        <a:pt x="13" y="8"/>
                        <a:pt x="11" y="8"/>
                      </a:cubicBezTo>
                      <a:cubicBezTo>
                        <a:pt x="9" y="7"/>
                        <a:pt x="8" y="7"/>
                        <a:pt x="6" y="8"/>
                      </a:cubicBezTo>
                      <a:cubicBezTo>
                        <a:pt x="6" y="8"/>
                        <a:pt x="5" y="8"/>
                        <a:pt x="5" y="9"/>
                      </a:cubicBezTo>
                      <a:cubicBezTo>
                        <a:pt x="3" y="10"/>
                        <a:pt x="2" y="11"/>
                        <a:pt x="2" y="13"/>
                      </a:cubicBezTo>
                      <a:cubicBezTo>
                        <a:pt x="2" y="15"/>
                        <a:pt x="2" y="15"/>
                        <a:pt x="2" y="15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2" y="17"/>
                        <a:pt x="2" y="18"/>
                        <a:pt x="1" y="19"/>
                      </a:cubicBezTo>
                      <a:cubicBezTo>
                        <a:pt x="1" y="19"/>
                        <a:pt x="0" y="20"/>
                        <a:pt x="0" y="20"/>
                      </a:cubicBezTo>
                      <a:cubicBezTo>
                        <a:pt x="0" y="20"/>
                        <a:pt x="1" y="20"/>
                        <a:pt x="1" y="21"/>
                      </a:cubicBezTo>
                      <a:cubicBezTo>
                        <a:pt x="2" y="22"/>
                        <a:pt x="3" y="23"/>
                        <a:pt x="4" y="25"/>
                      </a:cubicBezTo>
                      <a:cubicBezTo>
                        <a:pt x="4" y="26"/>
                        <a:pt x="4" y="27"/>
                        <a:pt x="4" y="28"/>
                      </a:cubicBezTo>
                      <a:cubicBezTo>
                        <a:pt x="4" y="30"/>
                        <a:pt x="4" y="30"/>
                        <a:pt x="4" y="30"/>
                      </a:cubicBezTo>
                      <a:cubicBezTo>
                        <a:pt x="4" y="31"/>
                        <a:pt x="4" y="32"/>
                        <a:pt x="3" y="32"/>
                      </a:cubicBezTo>
                      <a:cubicBezTo>
                        <a:pt x="3" y="33"/>
                        <a:pt x="3" y="33"/>
                        <a:pt x="3" y="33"/>
                      </a:cubicBezTo>
                      <a:cubicBezTo>
                        <a:pt x="3" y="33"/>
                        <a:pt x="3" y="33"/>
                        <a:pt x="3" y="33"/>
                      </a:cubicBezTo>
                      <a:cubicBezTo>
                        <a:pt x="4" y="34"/>
                        <a:pt x="4" y="35"/>
                        <a:pt x="4" y="36"/>
                      </a:cubicBezTo>
                      <a:cubicBezTo>
                        <a:pt x="4" y="36"/>
                        <a:pt x="4" y="37"/>
                        <a:pt x="4" y="38"/>
                      </a:cubicBezTo>
                      <a:cubicBezTo>
                        <a:pt x="4" y="40"/>
                        <a:pt x="3" y="42"/>
                        <a:pt x="2" y="43"/>
                      </a:cubicBezTo>
                      <a:cubicBezTo>
                        <a:pt x="2" y="43"/>
                        <a:pt x="0" y="44"/>
                        <a:pt x="0" y="44"/>
                      </a:cubicBezTo>
                      <a:cubicBezTo>
                        <a:pt x="2" y="45"/>
                        <a:pt x="2" y="45"/>
                        <a:pt x="2" y="45"/>
                      </a:cubicBezTo>
                      <a:cubicBezTo>
                        <a:pt x="3" y="45"/>
                        <a:pt x="3" y="46"/>
                        <a:pt x="4" y="46"/>
                      </a:cubicBezTo>
                      <a:cubicBezTo>
                        <a:pt x="5" y="49"/>
                        <a:pt x="8" y="52"/>
                        <a:pt x="11" y="52"/>
                      </a:cubicBezTo>
                      <a:cubicBezTo>
                        <a:pt x="14" y="52"/>
                        <a:pt x="16" y="50"/>
                        <a:pt x="17" y="48"/>
                      </a:cubicBezTo>
                      <a:cubicBezTo>
                        <a:pt x="18" y="47"/>
                        <a:pt x="18" y="47"/>
                        <a:pt x="19" y="46"/>
                      </a:cubicBezTo>
                      <a:cubicBezTo>
                        <a:pt x="20" y="45"/>
                        <a:pt x="20" y="45"/>
                        <a:pt x="20" y="45"/>
                      </a:cubicBezTo>
                      <a:cubicBezTo>
                        <a:pt x="19" y="44"/>
                        <a:pt x="19" y="44"/>
                        <a:pt x="19" y="44"/>
                      </a:cubicBezTo>
                      <a:cubicBezTo>
                        <a:pt x="18" y="44"/>
                        <a:pt x="17" y="44"/>
                        <a:pt x="16" y="44"/>
                      </a:cubicBezTo>
                      <a:cubicBezTo>
                        <a:pt x="14" y="42"/>
                        <a:pt x="12" y="40"/>
                        <a:pt x="11" y="37"/>
                      </a:cubicBezTo>
                      <a:cubicBezTo>
                        <a:pt x="11" y="36"/>
                        <a:pt x="11" y="35"/>
                        <a:pt x="11" y="34"/>
                      </a:cubicBezTo>
                      <a:cubicBezTo>
                        <a:pt x="11" y="32"/>
                        <a:pt x="11" y="29"/>
                        <a:pt x="13" y="27"/>
                      </a:cubicBezTo>
                      <a:cubicBezTo>
                        <a:pt x="15" y="23"/>
                        <a:pt x="20" y="21"/>
                        <a:pt x="25" y="21"/>
                      </a:cubicBezTo>
                      <a:cubicBezTo>
                        <a:pt x="30" y="21"/>
                        <a:pt x="34" y="24"/>
                        <a:pt x="36" y="28"/>
                      </a:cubicBezTo>
                      <a:cubicBezTo>
                        <a:pt x="36" y="28"/>
                        <a:pt x="36" y="29"/>
                        <a:pt x="36" y="29"/>
                      </a:cubicBezTo>
                      <a:cubicBezTo>
                        <a:pt x="37" y="29"/>
                        <a:pt x="37" y="29"/>
                        <a:pt x="37" y="29"/>
                      </a:cubicBezTo>
                      <a:cubicBezTo>
                        <a:pt x="37" y="29"/>
                        <a:pt x="37" y="29"/>
                        <a:pt x="37" y="29"/>
                      </a:cubicBezTo>
                      <a:cubicBezTo>
                        <a:pt x="39" y="30"/>
                        <a:pt x="41" y="30"/>
                        <a:pt x="42" y="31"/>
                      </a:cubicBezTo>
                      <a:cubicBezTo>
                        <a:pt x="47" y="33"/>
                        <a:pt x="48" y="40"/>
                        <a:pt x="48" y="40"/>
                      </a:cubicBezTo>
                      <a:cubicBezTo>
                        <a:pt x="49" y="41"/>
                        <a:pt x="49" y="41"/>
                        <a:pt x="49" y="41"/>
                      </a:cubicBezTo>
                      <a:cubicBezTo>
                        <a:pt x="50" y="41"/>
                        <a:pt x="50" y="41"/>
                        <a:pt x="50" y="41"/>
                      </a:cubicBezTo>
                      <a:cubicBezTo>
                        <a:pt x="52" y="40"/>
                        <a:pt x="53" y="39"/>
                        <a:pt x="53" y="39"/>
                      </a:cubicBezTo>
                      <a:cubicBezTo>
                        <a:pt x="53" y="38"/>
                        <a:pt x="55" y="37"/>
                        <a:pt x="55" y="35"/>
                      </a:cubicBezTo>
                      <a:cubicBezTo>
                        <a:pt x="55" y="34"/>
                        <a:pt x="54" y="33"/>
                        <a:pt x="54" y="32"/>
                      </a:cubicBezTo>
                      <a:cubicBezTo>
                        <a:pt x="54" y="32"/>
                        <a:pt x="53" y="32"/>
                        <a:pt x="53" y="32"/>
                      </a:cubicBezTo>
                      <a:cubicBezTo>
                        <a:pt x="53" y="31"/>
                        <a:pt x="53" y="31"/>
                        <a:pt x="53" y="31"/>
                      </a:cubicBezTo>
                      <a:cubicBezTo>
                        <a:pt x="52" y="31"/>
                        <a:pt x="52" y="31"/>
                        <a:pt x="52" y="31"/>
                      </a:cubicBezTo>
                      <a:cubicBezTo>
                        <a:pt x="51" y="31"/>
                        <a:pt x="49" y="31"/>
                        <a:pt x="48" y="30"/>
                      </a:cubicBezTo>
                      <a:cubicBezTo>
                        <a:pt x="45" y="28"/>
                        <a:pt x="42" y="25"/>
                        <a:pt x="42" y="21"/>
                      </a:cubicBezTo>
                      <a:cubicBezTo>
                        <a:pt x="42" y="21"/>
                        <a:pt x="42" y="20"/>
                        <a:pt x="42" y="20"/>
                      </a:cubicBezTo>
                      <a:cubicBezTo>
                        <a:pt x="42" y="16"/>
                        <a:pt x="45" y="11"/>
                        <a:pt x="50" y="9"/>
                      </a:cubicBezTo>
                      <a:cubicBezTo>
                        <a:pt x="51" y="8"/>
                        <a:pt x="51" y="8"/>
                        <a:pt x="51" y="8"/>
                      </a:cubicBezTo>
                      <a:cubicBezTo>
                        <a:pt x="52" y="8"/>
                        <a:pt x="52" y="8"/>
                        <a:pt x="52" y="8"/>
                      </a:cubicBezTo>
                      <a:cubicBezTo>
                        <a:pt x="52" y="7"/>
                        <a:pt x="52" y="7"/>
                        <a:pt x="52" y="7"/>
                      </a:cubicBezTo>
                      <a:cubicBezTo>
                        <a:pt x="52" y="5"/>
                        <a:pt x="51" y="4"/>
                        <a:pt x="50" y="3"/>
                      </a:cubicBezTo>
                      <a:cubicBezTo>
                        <a:pt x="47" y="1"/>
                        <a:pt x="44" y="0"/>
                        <a:pt x="41" y="1"/>
                      </a:cubicBezTo>
                      <a:close/>
                      <a:moveTo>
                        <a:pt x="42" y="3"/>
                      </a:moveTo>
                      <a:cubicBezTo>
                        <a:pt x="42" y="2"/>
                        <a:pt x="44" y="2"/>
                        <a:pt x="44" y="2"/>
                      </a:cubicBezTo>
                      <a:cubicBezTo>
                        <a:pt x="46" y="2"/>
                        <a:pt x="47" y="3"/>
                        <a:pt x="48" y="4"/>
                      </a:cubicBezTo>
                      <a:cubicBezTo>
                        <a:pt x="49" y="5"/>
                        <a:pt x="50" y="6"/>
                        <a:pt x="50" y="7"/>
                      </a:cubicBezTo>
                      <a:cubicBezTo>
                        <a:pt x="49" y="7"/>
                        <a:pt x="49" y="7"/>
                        <a:pt x="49" y="7"/>
                      </a:cubicBezTo>
                      <a:cubicBezTo>
                        <a:pt x="44" y="10"/>
                        <a:pt x="40" y="15"/>
                        <a:pt x="40" y="20"/>
                      </a:cubicBezTo>
                      <a:cubicBezTo>
                        <a:pt x="40" y="21"/>
                        <a:pt x="40" y="21"/>
                        <a:pt x="40" y="21"/>
                      </a:cubicBezTo>
                      <a:cubicBezTo>
                        <a:pt x="40" y="25"/>
                        <a:pt x="43" y="29"/>
                        <a:pt x="47" y="31"/>
                      </a:cubicBezTo>
                      <a:cubicBezTo>
                        <a:pt x="49" y="32"/>
                        <a:pt x="50" y="33"/>
                        <a:pt x="52" y="33"/>
                      </a:cubicBezTo>
                      <a:cubicBezTo>
                        <a:pt x="52" y="33"/>
                        <a:pt x="52" y="33"/>
                        <a:pt x="52" y="33"/>
                      </a:cubicBezTo>
                      <a:cubicBezTo>
                        <a:pt x="53" y="34"/>
                        <a:pt x="53" y="34"/>
                        <a:pt x="53" y="35"/>
                      </a:cubicBezTo>
                      <a:cubicBezTo>
                        <a:pt x="53" y="36"/>
                        <a:pt x="52" y="37"/>
                        <a:pt x="52" y="38"/>
                      </a:cubicBezTo>
                      <a:cubicBezTo>
                        <a:pt x="51" y="38"/>
                        <a:pt x="50" y="39"/>
                        <a:pt x="50" y="39"/>
                      </a:cubicBezTo>
                      <a:cubicBezTo>
                        <a:pt x="49" y="35"/>
                        <a:pt x="46" y="31"/>
                        <a:pt x="43" y="29"/>
                      </a:cubicBezTo>
                      <a:cubicBezTo>
                        <a:pt x="41" y="29"/>
                        <a:pt x="40" y="28"/>
                        <a:pt x="38" y="28"/>
                      </a:cubicBezTo>
                      <a:cubicBezTo>
                        <a:pt x="38" y="28"/>
                        <a:pt x="38" y="27"/>
                        <a:pt x="38" y="27"/>
                      </a:cubicBezTo>
                      <a:cubicBezTo>
                        <a:pt x="35" y="22"/>
                        <a:pt x="31" y="20"/>
                        <a:pt x="25" y="19"/>
                      </a:cubicBezTo>
                      <a:cubicBezTo>
                        <a:pt x="19" y="19"/>
                        <a:pt x="14" y="22"/>
                        <a:pt x="11" y="26"/>
                      </a:cubicBezTo>
                      <a:cubicBezTo>
                        <a:pt x="10" y="29"/>
                        <a:pt x="9" y="31"/>
                        <a:pt x="9" y="34"/>
                      </a:cubicBezTo>
                      <a:cubicBezTo>
                        <a:pt x="9" y="35"/>
                        <a:pt x="9" y="36"/>
                        <a:pt x="10" y="38"/>
                      </a:cubicBezTo>
                      <a:cubicBezTo>
                        <a:pt x="10" y="40"/>
                        <a:pt x="12" y="42"/>
                        <a:pt x="14" y="44"/>
                      </a:cubicBezTo>
                      <a:cubicBezTo>
                        <a:pt x="14" y="45"/>
                        <a:pt x="15" y="45"/>
                        <a:pt x="15" y="45"/>
                      </a:cubicBezTo>
                      <a:cubicBezTo>
                        <a:pt x="16" y="45"/>
                        <a:pt x="17" y="46"/>
                        <a:pt x="17" y="46"/>
                      </a:cubicBezTo>
                      <a:cubicBezTo>
                        <a:pt x="16" y="48"/>
                        <a:pt x="14" y="50"/>
                        <a:pt x="11" y="50"/>
                      </a:cubicBezTo>
                      <a:cubicBezTo>
                        <a:pt x="9" y="50"/>
                        <a:pt x="6" y="48"/>
                        <a:pt x="5" y="46"/>
                      </a:cubicBezTo>
                      <a:cubicBezTo>
                        <a:pt x="5" y="45"/>
                        <a:pt x="4" y="44"/>
                        <a:pt x="3" y="44"/>
                      </a:cubicBezTo>
                      <a:cubicBezTo>
                        <a:pt x="5" y="42"/>
                        <a:pt x="6" y="40"/>
                        <a:pt x="6" y="38"/>
                      </a:cubicBezTo>
                      <a:cubicBezTo>
                        <a:pt x="6" y="37"/>
                        <a:pt x="6" y="36"/>
                        <a:pt x="6" y="35"/>
                      </a:cubicBezTo>
                      <a:cubicBezTo>
                        <a:pt x="6" y="34"/>
                        <a:pt x="5" y="34"/>
                        <a:pt x="5" y="33"/>
                      </a:cubicBezTo>
                      <a:cubicBezTo>
                        <a:pt x="5" y="33"/>
                        <a:pt x="5" y="32"/>
                        <a:pt x="5" y="32"/>
                      </a:cubicBezTo>
                      <a:cubicBezTo>
                        <a:pt x="5" y="32"/>
                        <a:pt x="6" y="31"/>
                        <a:pt x="6" y="31"/>
                      </a:cubicBezTo>
                      <a:cubicBezTo>
                        <a:pt x="6" y="30"/>
                        <a:pt x="6" y="30"/>
                        <a:pt x="6" y="29"/>
                      </a:cubicBezTo>
                      <a:cubicBezTo>
                        <a:pt x="6" y="27"/>
                        <a:pt x="6" y="26"/>
                        <a:pt x="6" y="24"/>
                      </a:cubicBezTo>
                      <a:cubicBezTo>
                        <a:pt x="5" y="23"/>
                        <a:pt x="5" y="22"/>
                        <a:pt x="4" y="21"/>
                      </a:cubicBezTo>
                      <a:cubicBezTo>
                        <a:pt x="4" y="21"/>
                        <a:pt x="3" y="20"/>
                        <a:pt x="3" y="20"/>
                      </a:cubicBezTo>
                      <a:cubicBezTo>
                        <a:pt x="4" y="19"/>
                        <a:pt x="4" y="17"/>
                        <a:pt x="4" y="16"/>
                      </a:cubicBezTo>
                      <a:cubicBezTo>
                        <a:pt x="4" y="14"/>
                        <a:pt x="3" y="12"/>
                        <a:pt x="5" y="11"/>
                      </a:cubicBezTo>
                      <a:cubicBezTo>
                        <a:pt x="5" y="11"/>
                        <a:pt x="5" y="10"/>
                        <a:pt x="6" y="10"/>
                      </a:cubicBezTo>
                      <a:cubicBezTo>
                        <a:pt x="7" y="9"/>
                        <a:pt x="9" y="9"/>
                        <a:pt x="11" y="10"/>
                      </a:cubicBezTo>
                      <a:cubicBezTo>
                        <a:pt x="12" y="10"/>
                        <a:pt x="12" y="10"/>
                        <a:pt x="13" y="11"/>
                      </a:cubicBezTo>
                      <a:cubicBezTo>
                        <a:pt x="13" y="11"/>
                        <a:pt x="14" y="12"/>
                        <a:pt x="14" y="12"/>
                      </a:cubicBezTo>
                      <a:cubicBezTo>
                        <a:pt x="16" y="13"/>
                        <a:pt x="17" y="14"/>
                        <a:pt x="19" y="14"/>
                      </a:cubicBezTo>
                      <a:cubicBezTo>
                        <a:pt x="20" y="15"/>
                        <a:pt x="22" y="15"/>
                        <a:pt x="23" y="15"/>
                      </a:cubicBezTo>
                      <a:cubicBezTo>
                        <a:pt x="24" y="15"/>
                        <a:pt x="24" y="15"/>
                        <a:pt x="24" y="15"/>
                      </a:cubicBezTo>
                      <a:cubicBezTo>
                        <a:pt x="28" y="14"/>
                        <a:pt x="32" y="11"/>
                        <a:pt x="33" y="7"/>
                      </a:cubicBezTo>
                      <a:cubicBezTo>
                        <a:pt x="33" y="7"/>
                        <a:pt x="33" y="6"/>
                        <a:pt x="33" y="6"/>
                      </a:cubicBezTo>
                      <a:cubicBezTo>
                        <a:pt x="34" y="6"/>
                        <a:pt x="34" y="6"/>
                        <a:pt x="35" y="6"/>
                      </a:cubicBezTo>
                      <a:cubicBezTo>
                        <a:pt x="36" y="7"/>
                        <a:pt x="38" y="6"/>
                        <a:pt x="40" y="5"/>
                      </a:cubicBezTo>
                      <a:cubicBezTo>
                        <a:pt x="40" y="5"/>
                        <a:pt x="40" y="4"/>
                        <a:pt x="40" y="4"/>
                      </a:cubicBezTo>
                      <a:cubicBezTo>
                        <a:pt x="40" y="4"/>
                        <a:pt x="40" y="4"/>
                        <a:pt x="40" y="4"/>
                      </a:cubicBezTo>
                      <a:cubicBezTo>
                        <a:pt x="41" y="3"/>
                        <a:pt x="41" y="3"/>
                        <a:pt x="42" y="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5222935" y="2006389"/>
                  <a:ext cx="187325" cy="122237"/>
                </a:xfrm>
                <a:custGeom>
                  <a:avLst/>
                  <a:gdLst>
                    <a:gd name="T0" fmla="*/ 7 w 17"/>
                    <a:gd name="T1" fmla="*/ 0 h 11"/>
                    <a:gd name="T2" fmla="*/ 7 w 17"/>
                    <a:gd name="T3" fmla="*/ 2 h 11"/>
                    <a:gd name="T4" fmla="*/ 1 w 17"/>
                    <a:gd name="T5" fmla="*/ 6 h 11"/>
                    <a:gd name="T6" fmla="*/ 0 w 17"/>
                    <a:gd name="T7" fmla="*/ 7 h 11"/>
                    <a:gd name="T8" fmla="*/ 2 w 17"/>
                    <a:gd name="T9" fmla="*/ 8 h 11"/>
                    <a:gd name="T10" fmla="*/ 5 w 17"/>
                    <a:gd name="T11" fmla="*/ 10 h 11"/>
                    <a:gd name="T12" fmla="*/ 5 w 17"/>
                    <a:gd name="T13" fmla="*/ 11 h 11"/>
                    <a:gd name="T14" fmla="*/ 10 w 17"/>
                    <a:gd name="T15" fmla="*/ 11 h 11"/>
                    <a:gd name="T16" fmla="*/ 12 w 17"/>
                    <a:gd name="T17" fmla="*/ 10 h 11"/>
                    <a:gd name="T18" fmla="*/ 14 w 17"/>
                    <a:gd name="T19" fmla="*/ 9 h 11"/>
                    <a:gd name="T20" fmla="*/ 15 w 17"/>
                    <a:gd name="T21" fmla="*/ 8 h 11"/>
                    <a:gd name="T22" fmla="*/ 16 w 17"/>
                    <a:gd name="T23" fmla="*/ 6 h 11"/>
                    <a:gd name="T24" fmla="*/ 16 w 17"/>
                    <a:gd name="T25" fmla="*/ 2 h 11"/>
                    <a:gd name="T26" fmla="*/ 14 w 17"/>
                    <a:gd name="T27" fmla="*/ 0 h 11"/>
                    <a:gd name="T28" fmla="*/ 11 w 17"/>
                    <a:gd name="T29" fmla="*/ 0 h 11"/>
                    <a:gd name="T30" fmla="*/ 11 w 17"/>
                    <a:gd name="T31" fmla="*/ 0 h 11"/>
                    <a:gd name="T32" fmla="*/ 8 w 17"/>
                    <a:gd name="T33" fmla="*/ 0 h 11"/>
                    <a:gd name="T34" fmla="*/ 8 w 17"/>
                    <a:gd name="T35" fmla="*/ 0 h 11"/>
                    <a:gd name="T36" fmla="*/ 7 w 17"/>
                    <a:gd name="T37" fmla="*/ 0 h 11"/>
                    <a:gd name="T38" fmla="*/ 11 w 17"/>
                    <a:gd name="T39" fmla="*/ 1 h 11"/>
                    <a:gd name="T40" fmla="*/ 11 w 17"/>
                    <a:gd name="T41" fmla="*/ 1 h 11"/>
                    <a:gd name="T42" fmla="*/ 13 w 17"/>
                    <a:gd name="T43" fmla="*/ 2 h 11"/>
                    <a:gd name="T44" fmla="*/ 15 w 17"/>
                    <a:gd name="T45" fmla="*/ 5 h 11"/>
                    <a:gd name="T46" fmla="*/ 13 w 17"/>
                    <a:gd name="T47" fmla="*/ 8 h 11"/>
                    <a:gd name="T48" fmla="*/ 11 w 17"/>
                    <a:gd name="T49" fmla="*/ 9 h 11"/>
                    <a:gd name="T50" fmla="*/ 9 w 17"/>
                    <a:gd name="T51" fmla="*/ 9 h 11"/>
                    <a:gd name="T52" fmla="*/ 6 w 17"/>
                    <a:gd name="T53" fmla="*/ 9 h 11"/>
                    <a:gd name="T54" fmla="*/ 4 w 17"/>
                    <a:gd name="T55" fmla="*/ 8 h 11"/>
                    <a:gd name="T56" fmla="*/ 3 w 17"/>
                    <a:gd name="T57" fmla="*/ 7 h 11"/>
                    <a:gd name="T58" fmla="*/ 8 w 17"/>
                    <a:gd name="T59" fmla="*/ 3 h 11"/>
                    <a:gd name="T60" fmla="*/ 9 w 17"/>
                    <a:gd name="T61" fmla="*/ 2 h 11"/>
                    <a:gd name="T62" fmla="*/ 11 w 17"/>
                    <a:gd name="T63" fmla="*/ 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7" h="11">
                      <a:moveTo>
                        <a:pt x="7" y="0"/>
                      </a:moveTo>
                      <a:cubicBezTo>
                        <a:pt x="7" y="2"/>
                        <a:pt x="7" y="2"/>
                        <a:pt x="7" y="2"/>
                      </a:cubicBezTo>
                      <a:cubicBezTo>
                        <a:pt x="6" y="4"/>
                        <a:pt x="4" y="5"/>
                        <a:pt x="1" y="6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3" y="9"/>
                        <a:pt x="4" y="10"/>
                        <a:pt x="5" y="10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7" y="11"/>
                        <a:pt x="8" y="11"/>
                        <a:pt x="10" y="11"/>
                      </a:cubicBezTo>
                      <a:cubicBezTo>
                        <a:pt x="10" y="11"/>
                        <a:pt x="11" y="11"/>
                        <a:pt x="12" y="10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5" y="8"/>
                        <a:pt x="15" y="8"/>
                      </a:cubicBezTo>
                      <a:cubicBezTo>
                        <a:pt x="15" y="7"/>
                        <a:pt x="16" y="7"/>
                        <a:pt x="16" y="6"/>
                      </a:cubicBezTo>
                      <a:cubicBezTo>
                        <a:pt x="17" y="5"/>
                        <a:pt x="16" y="3"/>
                        <a:pt x="16" y="2"/>
                      </a:cubicBezTo>
                      <a:cubicBezTo>
                        <a:pt x="15" y="1"/>
                        <a:pt x="14" y="1"/>
                        <a:pt x="14" y="0"/>
                      </a:cubicBezTo>
                      <a:cubicBezTo>
                        <a:pt x="13" y="0"/>
                        <a:pt x="12" y="0"/>
                        <a:pt x="11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0" y="0"/>
                        <a:pt x="9" y="0"/>
                        <a:pt x="8" y="0"/>
                      </a:cubicBezTo>
                      <a:cubicBezTo>
                        <a:pt x="8" y="0"/>
                        <a:pt x="8" y="0"/>
                        <a:pt x="8" y="0"/>
                      </a:cubicBezTo>
                      <a:lnTo>
                        <a:pt x="7" y="0"/>
                      </a:lnTo>
                      <a:close/>
                      <a:moveTo>
                        <a:pt x="11" y="1"/>
                      </a:move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12" y="1"/>
                        <a:pt x="12" y="1"/>
                        <a:pt x="13" y="2"/>
                      </a:cubicBezTo>
                      <a:cubicBezTo>
                        <a:pt x="14" y="2"/>
                        <a:pt x="15" y="3"/>
                        <a:pt x="15" y="5"/>
                      </a:cubicBezTo>
                      <a:cubicBezTo>
                        <a:pt x="14" y="6"/>
                        <a:pt x="14" y="7"/>
                        <a:pt x="13" y="8"/>
                      </a:cubicBezTo>
                      <a:cubicBezTo>
                        <a:pt x="11" y="9"/>
                        <a:pt x="11" y="9"/>
                        <a:pt x="11" y="9"/>
                      </a:cubicBezTo>
                      <a:cubicBezTo>
                        <a:pt x="11" y="9"/>
                        <a:pt x="10" y="9"/>
                        <a:pt x="9" y="9"/>
                      </a:cubicBezTo>
                      <a:cubicBezTo>
                        <a:pt x="8" y="10"/>
                        <a:pt x="7" y="9"/>
                        <a:pt x="6" y="9"/>
                      </a:cubicBezTo>
                      <a:cubicBezTo>
                        <a:pt x="6" y="9"/>
                        <a:pt x="4" y="8"/>
                        <a:pt x="4" y="8"/>
                      </a:cubicBezTo>
                      <a:cubicBezTo>
                        <a:pt x="4" y="8"/>
                        <a:pt x="3" y="7"/>
                        <a:pt x="3" y="7"/>
                      </a:cubicBezTo>
                      <a:cubicBezTo>
                        <a:pt x="6" y="6"/>
                        <a:pt x="7" y="5"/>
                        <a:pt x="8" y="3"/>
                      </a:cubicBezTo>
                      <a:cubicBezTo>
                        <a:pt x="8" y="3"/>
                        <a:pt x="9" y="2"/>
                        <a:pt x="9" y="2"/>
                      </a:cubicBezTo>
                      <a:cubicBezTo>
                        <a:pt x="10" y="2"/>
                        <a:pt x="10" y="2"/>
                        <a:pt x="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47" name="Freeform 11"/>
                <p:cNvSpPr>
                  <a:spLocks noEditPoints="1"/>
                </p:cNvSpPr>
                <p:nvPr/>
              </p:nvSpPr>
              <p:spPr bwMode="auto">
                <a:xfrm>
                  <a:off x="3919598" y="1680951"/>
                  <a:ext cx="942975" cy="436562"/>
                </a:xfrm>
                <a:custGeom>
                  <a:avLst/>
                  <a:gdLst>
                    <a:gd name="T0" fmla="*/ 86 w 86"/>
                    <a:gd name="T1" fmla="*/ 3 h 39"/>
                    <a:gd name="T2" fmla="*/ 69 w 86"/>
                    <a:gd name="T3" fmla="*/ 1 h 39"/>
                    <a:gd name="T4" fmla="*/ 60 w 86"/>
                    <a:gd name="T5" fmla="*/ 8 h 39"/>
                    <a:gd name="T6" fmla="*/ 55 w 86"/>
                    <a:gd name="T7" fmla="*/ 16 h 39"/>
                    <a:gd name="T8" fmla="*/ 50 w 86"/>
                    <a:gd name="T9" fmla="*/ 13 h 39"/>
                    <a:gd name="T10" fmla="*/ 20 w 86"/>
                    <a:gd name="T11" fmla="*/ 16 h 39"/>
                    <a:gd name="T12" fmla="*/ 18 w 86"/>
                    <a:gd name="T13" fmla="*/ 18 h 39"/>
                    <a:gd name="T14" fmla="*/ 3 w 86"/>
                    <a:gd name="T15" fmla="*/ 27 h 39"/>
                    <a:gd name="T16" fmla="*/ 1 w 86"/>
                    <a:gd name="T17" fmla="*/ 28 h 39"/>
                    <a:gd name="T18" fmla="*/ 6 w 86"/>
                    <a:gd name="T19" fmla="*/ 31 h 39"/>
                    <a:gd name="T20" fmla="*/ 20 w 86"/>
                    <a:gd name="T21" fmla="*/ 29 h 39"/>
                    <a:gd name="T22" fmla="*/ 32 w 86"/>
                    <a:gd name="T23" fmla="*/ 22 h 39"/>
                    <a:gd name="T24" fmla="*/ 44 w 86"/>
                    <a:gd name="T25" fmla="*/ 22 h 39"/>
                    <a:gd name="T26" fmla="*/ 46 w 86"/>
                    <a:gd name="T27" fmla="*/ 22 h 39"/>
                    <a:gd name="T28" fmla="*/ 53 w 86"/>
                    <a:gd name="T29" fmla="*/ 17 h 39"/>
                    <a:gd name="T30" fmla="*/ 57 w 86"/>
                    <a:gd name="T31" fmla="*/ 16 h 39"/>
                    <a:gd name="T32" fmla="*/ 66 w 86"/>
                    <a:gd name="T33" fmla="*/ 24 h 39"/>
                    <a:gd name="T34" fmla="*/ 64 w 86"/>
                    <a:gd name="T35" fmla="*/ 30 h 39"/>
                    <a:gd name="T36" fmla="*/ 63 w 86"/>
                    <a:gd name="T37" fmla="*/ 31 h 39"/>
                    <a:gd name="T38" fmla="*/ 66 w 86"/>
                    <a:gd name="T39" fmla="*/ 34 h 39"/>
                    <a:gd name="T40" fmla="*/ 67 w 86"/>
                    <a:gd name="T41" fmla="*/ 36 h 39"/>
                    <a:gd name="T42" fmla="*/ 76 w 86"/>
                    <a:gd name="T43" fmla="*/ 39 h 39"/>
                    <a:gd name="T44" fmla="*/ 80 w 86"/>
                    <a:gd name="T45" fmla="*/ 38 h 39"/>
                    <a:gd name="T46" fmla="*/ 78 w 86"/>
                    <a:gd name="T47" fmla="*/ 32 h 39"/>
                    <a:gd name="T48" fmla="*/ 81 w 86"/>
                    <a:gd name="T49" fmla="*/ 25 h 39"/>
                    <a:gd name="T50" fmla="*/ 81 w 86"/>
                    <a:gd name="T51" fmla="*/ 24 h 39"/>
                    <a:gd name="T52" fmla="*/ 77 w 86"/>
                    <a:gd name="T53" fmla="*/ 15 h 39"/>
                    <a:gd name="T54" fmla="*/ 84 w 86"/>
                    <a:gd name="T55" fmla="*/ 4 h 39"/>
                    <a:gd name="T56" fmla="*/ 45 w 86"/>
                    <a:gd name="T57" fmla="*/ 20 h 39"/>
                    <a:gd name="T58" fmla="*/ 40 w 86"/>
                    <a:gd name="T59" fmla="*/ 19 h 39"/>
                    <a:gd name="T60" fmla="*/ 24 w 86"/>
                    <a:gd name="T61" fmla="*/ 24 h 39"/>
                    <a:gd name="T62" fmla="*/ 12 w 86"/>
                    <a:gd name="T63" fmla="*/ 27 h 39"/>
                    <a:gd name="T64" fmla="*/ 22 w 86"/>
                    <a:gd name="T65" fmla="*/ 17 h 39"/>
                    <a:gd name="T66" fmla="*/ 26 w 86"/>
                    <a:gd name="T67" fmla="*/ 12 h 39"/>
                    <a:gd name="T68" fmla="*/ 50 w 86"/>
                    <a:gd name="T69" fmla="*/ 15 h 39"/>
                    <a:gd name="T70" fmla="*/ 47 w 86"/>
                    <a:gd name="T71" fmla="*/ 18 h 39"/>
                    <a:gd name="T72" fmla="*/ 75 w 86"/>
                    <a:gd name="T73" fmla="*/ 15 h 39"/>
                    <a:gd name="T74" fmla="*/ 79 w 86"/>
                    <a:gd name="T75" fmla="*/ 24 h 39"/>
                    <a:gd name="T76" fmla="*/ 77 w 86"/>
                    <a:gd name="T77" fmla="*/ 32 h 39"/>
                    <a:gd name="T78" fmla="*/ 76 w 86"/>
                    <a:gd name="T79" fmla="*/ 37 h 39"/>
                    <a:gd name="T80" fmla="*/ 68 w 86"/>
                    <a:gd name="T81" fmla="*/ 35 h 39"/>
                    <a:gd name="T82" fmla="*/ 67 w 86"/>
                    <a:gd name="T83" fmla="*/ 33 h 39"/>
                    <a:gd name="T84" fmla="*/ 68 w 86"/>
                    <a:gd name="T85" fmla="*/ 25 h 39"/>
                    <a:gd name="T86" fmla="*/ 63 w 86"/>
                    <a:gd name="T87" fmla="*/ 16 h 39"/>
                    <a:gd name="T88" fmla="*/ 59 w 86"/>
                    <a:gd name="T89" fmla="*/ 14 h 39"/>
                    <a:gd name="T90" fmla="*/ 60 w 86"/>
                    <a:gd name="T91" fmla="*/ 11 h 39"/>
                    <a:gd name="T92" fmla="*/ 66 w 86"/>
                    <a:gd name="T93" fmla="*/ 4 h 39"/>
                    <a:gd name="T94" fmla="*/ 82 w 86"/>
                    <a:gd name="T95" fmla="*/ 3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86" h="39">
                      <a:moveTo>
                        <a:pt x="84" y="4"/>
                      </a:moveTo>
                      <a:cubicBezTo>
                        <a:pt x="86" y="3"/>
                        <a:pt x="86" y="3"/>
                        <a:pt x="86" y="3"/>
                      </a:cubicBezTo>
                      <a:cubicBezTo>
                        <a:pt x="84" y="2"/>
                        <a:pt x="84" y="2"/>
                        <a:pt x="84" y="2"/>
                      </a:cubicBezTo>
                      <a:cubicBezTo>
                        <a:pt x="79" y="0"/>
                        <a:pt x="73" y="0"/>
                        <a:pt x="69" y="1"/>
                      </a:cubicBezTo>
                      <a:cubicBezTo>
                        <a:pt x="67" y="2"/>
                        <a:pt x="65" y="3"/>
                        <a:pt x="63" y="5"/>
                      </a:cubicBezTo>
                      <a:cubicBezTo>
                        <a:pt x="62" y="6"/>
                        <a:pt x="61" y="7"/>
                        <a:pt x="60" y="8"/>
                      </a:cubicBezTo>
                      <a:cubicBezTo>
                        <a:pt x="59" y="10"/>
                        <a:pt x="59" y="11"/>
                        <a:pt x="58" y="13"/>
                      </a:cubicBezTo>
                      <a:cubicBezTo>
                        <a:pt x="57" y="14"/>
                        <a:pt x="56" y="15"/>
                        <a:pt x="55" y="16"/>
                      </a:cubicBezTo>
                      <a:cubicBezTo>
                        <a:pt x="54" y="16"/>
                        <a:pt x="53" y="15"/>
                        <a:pt x="53" y="15"/>
                      </a:cubicBezTo>
                      <a:cubicBezTo>
                        <a:pt x="52" y="15"/>
                        <a:pt x="51" y="14"/>
                        <a:pt x="50" y="13"/>
                      </a:cubicBezTo>
                      <a:cubicBezTo>
                        <a:pt x="47" y="11"/>
                        <a:pt x="34" y="2"/>
                        <a:pt x="24" y="11"/>
                      </a:cubicBezTo>
                      <a:cubicBezTo>
                        <a:pt x="23" y="13"/>
                        <a:pt x="22" y="14"/>
                        <a:pt x="20" y="16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18" y="18"/>
                        <a:pt x="18" y="18"/>
                        <a:pt x="18" y="18"/>
                      </a:cubicBezTo>
                      <a:cubicBezTo>
                        <a:pt x="16" y="22"/>
                        <a:pt x="13" y="24"/>
                        <a:pt x="11" y="25"/>
                      </a:cubicBezTo>
                      <a:cubicBezTo>
                        <a:pt x="8" y="26"/>
                        <a:pt x="6" y="27"/>
                        <a:pt x="3" y="27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28"/>
                        <a:pt x="1" y="28"/>
                        <a:pt x="1" y="28"/>
                      </a:cubicBezTo>
                      <a:cubicBezTo>
                        <a:pt x="2" y="29"/>
                        <a:pt x="3" y="29"/>
                        <a:pt x="3" y="30"/>
                      </a:cubicBezTo>
                      <a:cubicBezTo>
                        <a:pt x="4" y="30"/>
                        <a:pt x="5" y="30"/>
                        <a:pt x="6" y="31"/>
                      </a:cubicBezTo>
                      <a:cubicBezTo>
                        <a:pt x="8" y="31"/>
                        <a:pt x="9" y="31"/>
                        <a:pt x="11" y="31"/>
                      </a:cubicBezTo>
                      <a:cubicBezTo>
                        <a:pt x="14" y="32"/>
                        <a:pt x="17" y="31"/>
                        <a:pt x="20" y="29"/>
                      </a:cubicBezTo>
                      <a:cubicBezTo>
                        <a:pt x="22" y="28"/>
                        <a:pt x="23" y="27"/>
                        <a:pt x="25" y="26"/>
                      </a:cubicBezTo>
                      <a:cubicBezTo>
                        <a:pt x="27" y="24"/>
                        <a:pt x="29" y="23"/>
                        <a:pt x="32" y="22"/>
                      </a:cubicBezTo>
                      <a:cubicBezTo>
                        <a:pt x="34" y="21"/>
                        <a:pt x="37" y="21"/>
                        <a:pt x="40" y="21"/>
                      </a:cubicBezTo>
                      <a:cubicBezTo>
                        <a:pt x="42" y="21"/>
                        <a:pt x="43" y="21"/>
                        <a:pt x="44" y="22"/>
                      </a:cubicBezTo>
                      <a:cubicBezTo>
                        <a:pt x="46" y="22"/>
                        <a:pt x="46" y="22"/>
                        <a:pt x="46" y="22"/>
                      </a:cubicBezTo>
                      <a:cubicBezTo>
                        <a:pt x="46" y="22"/>
                        <a:pt x="46" y="22"/>
                        <a:pt x="46" y="22"/>
                      </a:cubicBezTo>
                      <a:cubicBezTo>
                        <a:pt x="47" y="21"/>
                        <a:pt x="48" y="20"/>
                        <a:pt x="48" y="19"/>
                      </a:cubicBezTo>
                      <a:cubicBezTo>
                        <a:pt x="50" y="18"/>
                        <a:pt x="51" y="17"/>
                        <a:pt x="53" y="17"/>
                      </a:cubicBezTo>
                      <a:cubicBezTo>
                        <a:pt x="55" y="16"/>
                        <a:pt x="55" y="16"/>
                        <a:pt x="55" y="16"/>
                      </a:cubicBezTo>
                      <a:cubicBezTo>
                        <a:pt x="57" y="16"/>
                        <a:pt x="57" y="16"/>
                        <a:pt x="57" y="16"/>
                      </a:cubicBezTo>
                      <a:cubicBezTo>
                        <a:pt x="59" y="16"/>
                        <a:pt x="61" y="17"/>
                        <a:pt x="62" y="18"/>
                      </a:cubicBezTo>
                      <a:cubicBezTo>
                        <a:pt x="64" y="19"/>
                        <a:pt x="66" y="21"/>
                        <a:pt x="66" y="24"/>
                      </a:cubicBezTo>
                      <a:cubicBezTo>
                        <a:pt x="66" y="25"/>
                        <a:pt x="66" y="25"/>
                        <a:pt x="66" y="25"/>
                      </a:cubicBezTo>
                      <a:cubicBezTo>
                        <a:pt x="66" y="27"/>
                        <a:pt x="65" y="29"/>
                        <a:pt x="64" y="30"/>
                      </a:cubicBezTo>
                      <a:cubicBezTo>
                        <a:pt x="64" y="30"/>
                        <a:pt x="64" y="30"/>
                        <a:pt x="64" y="30"/>
                      </a:cubicBezTo>
                      <a:cubicBezTo>
                        <a:pt x="63" y="31"/>
                        <a:pt x="63" y="31"/>
                        <a:pt x="63" y="31"/>
                      </a:cubicBezTo>
                      <a:cubicBezTo>
                        <a:pt x="64" y="32"/>
                        <a:pt x="64" y="32"/>
                        <a:pt x="64" y="32"/>
                      </a:cubicBezTo>
                      <a:cubicBezTo>
                        <a:pt x="65" y="32"/>
                        <a:pt x="66" y="34"/>
                        <a:pt x="66" y="34"/>
                      </a:cubicBezTo>
                      <a:cubicBezTo>
                        <a:pt x="66" y="34"/>
                        <a:pt x="66" y="35"/>
                        <a:pt x="66" y="35"/>
                      </a:cubicBezTo>
                      <a:cubicBezTo>
                        <a:pt x="67" y="35"/>
                        <a:pt x="67" y="36"/>
                        <a:pt x="67" y="36"/>
                      </a:cubicBezTo>
                      <a:cubicBezTo>
                        <a:pt x="67" y="36"/>
                        <a:pt x="68" y="37"/>
                        <a:pt x="71" y="38"/>
                      </a:cubicBezTo>
                      <a:cubicBezTo>
                        <a:pt x="72" y="39"/>
                        <a:pt x="74" y="39"/>
                        <a:pt x="76" y="39"/>
                      </a:cubicBezTo>
                      <a:cubicBezTo>
                        <a:pt x="77" y="39"/>
                        <a:pt x="78" y="38"/>
                        <a:pt x="79" y="38"/>
                      </a:cubicBezTo>
                      <a:cubicBezTo>
                        <a:pt x="80" y="38"/>
                        <a:pt x="80" y="38"/>
                        <a:pt x="80" y="38"/>
                      </a:cubicBezTo>
                      <a:cubicBezTo>
                        <a:pt x="79" y="37"/>
                        <a:pt x="79" y="37"/>
                        <a:pt x="79" y="37"/>
                      </a:cubicBezTo>
                      <a:cubicBezTo>
                        <a:pt x="79" y="35"/>
                        <a:pt x="78" y="34"/>
                        <a:pt x="78" y="32"/>
                      </a:cubicBezTo>
                      <a:cubicBezTo>
                        <a:pt x="78" y="31"/>
                        <a:pt x="78" y="31"/>
                        <a:pt x="78" y="31"/>
                      </a:cubicBezTo>
                      <a:cubicBezTo>
                        <a:pt x="79" y="29"/>
                        <a:pt x="79" y="27"/>
                        <a:pt x="81" y="25"/>
                      </a:cubicBezTo>
                      <a:cubicBezTo>
                        <a:pt x="81" y="24"/>
                        <a:pt x="81" y="24"/>
                        <a:pt x="81" y="24"/>
                      </a:cubicBezTo>
                      <a:cubicBezTo>
                        <a:pt x="81" y="24"/>
                        <a:pt x="81" y="24"/>
                        <a:pt x="81" y="24"/>
                      </a:cubicBezTo>
                      <a:cubicBezTo>
                        <a:pt x="80" y="23"/>
                        <a:pt x="79" y="22"/>
                        <a:pt x="79" y="21"/>
                      </a:cubicBezTo>
                      <a:cubicBezTo>
                        <a:pt x="78" y="19"/>
                        <a:pt x="77" y="17"/>
                        <a:pt x="77" y="15"/>
                      </a:cubicBezTo>
                      <a:cubicBezTo>
                        <a:pt x="77" y="12"/>
                        <a:pt x="78" y="10"/>
                        <a:pt x="80" y="7"/>
                      </a:cubicBezTo>
                      <a:cubicBezTo>
                        <a:pt x="81" y="6"/>
                        <a:pt x="83" y="5"/>
                        <a:pt x="84" y="4"/>
                      </a:cubicBezTo>
                      <a:close/>
                      <a:moveTo>
                        <a:pt x="47" y="18"/>
                      </a:moveTo>
                      <a:cubicBezTo>
                        <a:pt x="46" y="18"/>
                        <a:pt x="46" y="19"/>
                        <a:pt x="45" y="20"/>
                      </a:cubicBezTo>
                      <a:cubicBezTo>
                        <a:pt x="45" y="20"/>
                        <a:pt x="45" y="20"/>
                        <a:pt x="45" y="20"/>
                      </a:cubicBezTo>
                      <a:cubicBezTo>
                        <a:pt x="44" y="20"/>
                        <a:pt x="42" y="19"/>
                        <a:pt x="40" y="19"/>
                      </a:cubicBezTo>
                      <a:cubicBezTo>
                        <a:pt x="37" y="19"/>
                        <a:pt x="34" y="19"/>
                        <a:pt x="31" y="20"/>
                      </a:cubicBezTo>
                      <a:cubicBezTo>
                        <a:pt x="28" y="21"/>
                        <a:pt x="26" y="23"/>
                        <a:pt x="24" y="24"/>
                      </a:cubicBezTo>
                      <a:cubicBezTo>
                        <a:pt x="17" y="30"/>
                        <a:pt x="12" y="31"/>
                        <a:pt x="6" y="28"/>
                      </a:cubicBezTo>
                      <a:cubicBezTo>
                        <a:pt x="8" y="28"/>
                        <a:pt x="10" y="28"/>
                        <a:pt x="12" y="27"/>
                      </a:cubicBezTo>
                      <a:cubicBezTo>
                        <a:pt x="15" y="25"/>
                        <a:pt x="17" y="23"/>
                        <a:pt x="20" y="20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2" y="17"/>
                        <a:pt x="22" y="17"/>
                        <a:pt x="22" y="17"/>
                      </a:cubicBezTo>
                      <a:cubicBezTo>
                        <a:pt x="23" y="15"/>
                        <a:pt x="24" y="14"/>
                        <a:pt x="26" y="12"/>
                      </a:cubicBezTo>
                      <a:cubicBezTo>
                        <a:pt x="34" y="5"/>
                        <a:pt x="46" y="12"/>
                        <a:pt x="49" y="15"/>
                      </a:cubicBezTo>
                      <a:cubicBezTo>
                        <a:pt x="50" y="15"/>
                        <a:pt x="50" y="15"/>
                        <a:pt x="50" y="15"/>
                      </a:cubicBezTo>
                      <a:cubicBezTo>
                        <a:pt x="50" y="15"/>
                        <a:pt x="50" y="15"/>
                        <a:pt x="50" y="16"/>
                      </a:cubicBezTo>
                      <a:cubicBezTo>
                        <a:pt x="49" y="16"/>
                        <a:pt x="48" y="17"/>
                        <a:pt x="47" y="18"/>
                      </a:cubicBezTo>
                      <a:close/>
                      <a:moveTo>
                        <a:pt x="79" y="6"/>
                      </a:moveTo>
                      <a:cubicBezTo>
                        <a:pt x="76" y="9"/>
                        <a:pt x="75" y="12"/>
                        <a:pt x="75" y="15"/>
                      </a:cubicBezTo>
                      <a:cubicBezTo>
                        <a:pt x="75" y="18"/>
                        <a:pt x="76" y="20"/>
                        <a:pt x="77" y="22"/>
                      </a:cubicBezTo>
                      <a:cubicBezTo>
                        <a:pt x="78" y="23"/>
                        <a:pt x="78" y="24"/>
                        <a:pt x="79" y="24"/>
                      </a:cubicBezTo>
                      <a:cubicBezTo>
                        <a:pt x="78" y="26"/>
                        <a:pt x="77" y="29"/>
                        <a:pt x="77" y="31"/>
                      </a:cubicBezTo>
                      <a:cubicBezTo>
                        <a:pt x="77" y="32"/>
                        <a:pt x="77" y="32"/>
                        <a:pt x="77" y="32"/>
                      </a:cubicBezTo>
                      <a:cubicBezTo>
                        <a:pt x="77" y="34"/>
                        <a:pt x="77" y="35"/>
                        <a:pt x="78" y="37"/>
                      </a:cubicBezTo>
                      <a:cubicBezTo>
                        <a:pt x="77" y="37"/>
                        <a:pt x="77" y="37"/>
                        <a:pt x="76" y="37"/>
                      </a:cubicBezTo>
                      <a:cubicBezTo>
                        <a:pt x="74" y="37"/>
                        <a:pt x="73" y="37"/>
                        <a:pt x="71" y="37"/>
                      </a:cubicBezTo>
                      <a:cubicBezTo>
                        <a:pt x="70" y="36"/>
                        <a:pt x="69" y="36"/>
                        <a:pt x="68" y="35"/>
                      </a:cubicBezTo>
                      <a:cubicBezTo>
                        <a:pt x="68" y="35"/>
                        <a:pt x="68" y="34"/>
                        <a:pt x="68" y="34"/>
                      </a:cubicBezTo>
                      <a:cubicBezTo>
                        <a:pt x="68" y="34"/>
                        <a:pt x="67" y="33"/>
                        <a:pt x="67" y="33"/>
                      </a:cubicBezTo>
                      <a:cubicBezTo>
                        <a:pt x="67" y="33"/>
                        <a:pt x="67" y="32"/>
                        <a:pt x="66" y="31"/>
                      </a:cubicBezTo>
                      <a:cubicBezTo>
                        <a:pt x="67" y="29"/>
                        <a:pt x="68" y="27"/>
                        <a:pt x="68" y="25"/>
                      </a:cubicBezTo>
                      <a:cubicBezTo>
                        <a:pt x="68" y="24"/>
                        <a:pt x="68" y="24"/>
                        <a:pt x="68" y="24"/>
                      </a:cubicBezTo>
                      <a:cubicBezTo>
                        <a:pt x="67" y="21"/>
                        <a:pt x="66" y="18"/>
                        <a:pt x="63" y="16"/>
                      </a:cubicBezTo>
                      <a:cubicBezTo>
                        <a:pt x="62" y="16"/>
                        <a:pt x="60" y="15"/>
                        <a:pt x="59" y="15"/>
                      </a:cubicBezTo>
                      <a:cubicBezTo>
                        <a:pt x="59" y="14"/>
                        <a:pt x="59" y="14"/>
                        <a:pt x="59" y="14"/>
                      </a:cubicBezTo>
                      <a:cubicBezTo>
                        <a:pt x="59" y="14"/>
                        <a:pt x="59" y="13"/>
                        <a:pt x="59" y="13"/>
                      </a:cubicBezTo>
                      <a:cubicBezTo>
                        <a:pt x="60" y="12"/>
                        <a:pt x="60" y="12"/>
                        <a:pt x="60" y="11"/>
                      </a:cubicBezTo>
                      <a:cubicBezTo>
                        <a:pt x="61" y="11"/>
                        <a:pt x="61" y="10"/>
                        <a:pt x="62" y="9"/>
                      </a:cubicBezTo>
                      <a:cubicBezTo>
                        <a:pt x="63" y="7"/>
                        <a:pt x="64" y="6"/>
                        <a:pt x="66" y="4"/>
                      </a:cubicBezTo>
                      <a:cubicBezTo>
                        <a:pt x="67" y="4"/>
                        <a:pt x="68" y="3"/>
                        <a:pt x="69" y="3"/>
                      </a:cubicBezTo>
                      <a:cubicBezTo>
                        <a:pt x="73" y="2"/>
                        <a:pt x="78" y="2"/>
                        <a:pt x="82" y="3"/>
                      </a:cubicBezTo>
                      <a:cubicBezTo>
                        <a:pt x="81" y="4"/>
                        <a:pt x="80" y="5"/>
                        <a:pt x="79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48" name="Freeform 12"/>
                <p:cNvSpPr>
                  <a:spLocks noEditPoints="1"/>
                </p:cNvSpPr>
                <p:nvPr/>
              </p:nvSpPr>
              <p:spPr bwMode="auto">
                <a:xfrm>
                  <a:off x="5618223" y="1680951"/>
                  <a:ext cx="963612" cy="436562"/>
                </a:xfrm>
                <a:custGeom>
                  <a:avLst/>
                  <a:gdLst>
                    <a:gd name="T0" fmla="*/ 79 w 88"/>
                    <a:gd name="T1" fmla="*/ 12 h 39"/>
                    <a:gd name="T2" fmla="*/ 63 w 88"/>
                    <a:gd name="T3" fmla="*/ 7 h 39"/>
                    <a:gd name="T4" fmla="*/ 55 w 88"/>
                    <a:gd name="T5" fmla="*/ 10 h 39"/>
                    <a:gd name="T6" fmla="*/ 46 w 88"/>
                    <a:gd name="T7" fmla="*/ 15 h 39"/>
                    <a:gd name="T8" fmla="*/ 40 w 88"/>
                    <a:gd name="T9" fmla="*/ 15 h 39"/>
                    <a:gd name="T10" fmla="*/ 36 w 88"/>
                    <a:gd name="T11" fmla="*/ 23 h 39"/>
                    <a:gd name="T12" fmla="*/ 32 w 88"/>
                    <a:gd name="T13" fmla="*/ 25 h 39"/>
                    <a:gd name="T14" fmla="*/ 26 w 88"/>
                    <a:gd name="T15" fmla="*/ 26 h 39"/>
                    <a:gd name="T16" fmla="*/ 17 w 88"/>
                    <a:gd name="T17" fmla="*/ 16 h 39"/>
                    <a:gd name="T18" fmla="*/ 19 w 88"/>
                    <a:gd name="T19" fmla="*/ 10 h 39"/>
                    <a:gd name="T20" fmla="*/ 18 w 88"/>
                    <a:gd name="T21" fmla="*/ 9 h 39"/>
                    <a:gd name="T22" fmla="*/ 4 w 88"/>
                    <a:gd name="T23" fmla="*/ 0 h 39"/>
                    <a:gd name="T24" fmla="*/ 6 w 88"/>
                    <a:gd name="T25" fmla="*/ 5 h 39"/>
                    <a:gd name="T26" fmla="*/ 9 w 88"/>
                    <a:gd name="T27" fmla="*/ 13 h 39"/>
                    <a:gd name="T28" fmla="*/ 4 w 88"/>
                    <a:gd name="T29" fmla="*/ 23 h 39"/>
                    <a:gd name="T30" fmla="*/ 3 w 88"/>
                    <a:gd name="T31" fmla="*/ 24 h 39"/>
                    <a:gd name="T32" fmla="*/ 1 w 88"/>
                    <a:gd name="T33" fmla="*/ 33 h 39"/>
                    <a:gd name="T34" fmla="*/ 1 w 88"/>
                    <a:gd name="T35" fmla="*/ 35 h 39"/>
                    <a:gd name="T36" fmla="*/ 20 w 88"/>
                    <a:gd name="T37" fmla="*/ 37 h 39"/>
                    <a:gd name="T38" fmla="*/ 27 w 88"/>
                    <a:gd name="T39" fmla="*/ 30 h 39"/>
                    <a:gd name="T40" fmla="*/ 30 w 88"/>
                    <a:gd name="T41" fmla="*/ 27 h 39"/>
                    <a:gd name="T42" fmla="*/ 34 w 88"/>
                    <a:gd name="T43" fmla="*/ 27 h 39"/>
                    <a:gd name="T44" fmla="*/ 66 w 88"/>
                    <a:gd name="T45" fmla="*/ 26 h 39"/>
                    <a:gd name="T46" fmla="*/ 71 w 88"/>
                    <a:gd name="T47" fmla="*/ 23 h 39"/>
                    <a:gd name="T48" fmla="*/ 84 w 88"/>
                    <a:gd name="T49" fmla="*/ 17 h 39"/>
                    <a:gd name="T50" fmla="*/ 88 w 88"/>
                    <a:gd name="T51" fmla="*/ 16 h 39"/>
                    <a:gd name="T52" fmla="*/ 26 w 88"/>
                    <a:gd name="T53" fmla="*/ 29 h 39"/>
                    <a:gd name="T54" fmla="*/ 23 w 88"/>
                    <a:gd name="T55" fmla="*/ 33 h 39"/>
                    <a:gd name="T56" fmla="*/ 17 w 88"/>
                    <a:gd name="T57" fmla="*/ 36 h 39"/>
                    <a:gd name="T58" fmla="*/ 5 w 88"/>
                    <a:gd name="T59" fmla="*/ 26 h 39"/>
                    <a:gd name="T60" fmla="*/ 5 w 88"/>
                    <a:gd name="T61" fmla="*/ 24 h 39"/>
                    <a:gd name="T62" fmla="*/ 11 w 88"/>
                    <a:gd name="T63" fmla="*/ 13 h 39"/>
                    <a:gd name="T64" fmla="*/ 14 w 88"/>
                    <a:gd name="T65" fmla="*/ 7 h 39"/>
                    <a:gd name="T66" fmla="*/ 16 w 88"/>
                    <a:gd name="T67" fmla="*/ 12 h 39"/>
                    <a:gd name="T68" fmla="*/ 17 w 88"/>
                    <a:gd name="T69" fmla="*/ 22 h 39"/>
                    <a:gd name="T70" fmla="*/ 27 w 88"/>
                    <a:gd name="T71" fmla="*/ 27 h 39"/>
                    <a:gd name="T72" fmla="*/ 74 w 88"/>
                    <a:gd name="T73" fmla="*/ 20 h 39"/>
                    <a:gd name="T74" fmla="*/ 68 w 88"/>
                    <a:gd name="T75" fmla="*/ 23 h 39"/>
                    <a:gd name="T76" fmla="*/ 65 w 88"/>
                    <a:gd name="T77" fmla="*/ 25 h 39"/>
                    <a:gd name="T78" fmla="*/ 35 w 88"/>
                    <a:gd name="T79" fmla="*/ 26 h 39"/>
                    <a:gd name="T80" fmla="*/ 37 w 88"/>
                    <a:gd name="T81" fmla="*/ 25 h 39"/>
                    <a:gd name="T82" fmla="*/ 47 w 88"/>
                    <a:gd name="T83" fmla="*/ 16 h 39"/>
                    <a:gd name="T84" fmla="*/ 56 w 88"/>
                    <a:gd name="T85" fmla="*/ 12 h 39"/>
                    <a:gd name="T86" fmla="*/ 63 w 88"/>
                    <a:gd name="T87" fmla="*/ 9 h 39"/>
                    <a:gd name="T88" fmla="*/ 78 w 88"/>
                    <a:gd name="T89" fmla="*/ 14 h 39"/>
                    <a:gd name="T90" fmla="*/ 74 w 88"/>
                    <a:gd name="T91" fmla="*/ 2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88" h="39">
                      <a:moveTo>
                        <a:pt x="86" y="15"/>
                      </a:moveTo>
                      <a:cubicBezTo>
                        <a:pt x="79" y="12"/>
                        <a:pt x="79" y="12"/>
                        <a:pt x="79" y="12"/>
                      </a:cubicBezTo>
                      <a:cubicBezTo>
                        <a:pt x="78" y="11"/>
                        <a:pt x="78" y="11"/>
                        <a:pt x="78" y="11"/>
                      </a:cubicBezTo>
                      <a:cubicBezTo>
                        <a:pt x="73" y="9"/>
                        <a:pt x="68" y="6"/>
                        <a:pt x="63" y="7"/>
                      </a:cubicBezTo>
                      <a:cubicBezTo>
                        <a:pt x="61" y="7"/>
                        <a:pt x="61" y="7"/>
                        <a:pt x="61" y="7"/>
                      </a:cubicBezTo>
                      <a:cubicBezTo>
                        <a:pt x="59" y="8"/>
                        <a:pt x="57" y="9"/>
                        <a:pt x="55" y="10"/>
                      </a:cubicBezTo>
                      <a:cubicBezTo>
                        <a:pt x="53" y="11"/>
                        <a:pt x="53" y="11"/>
                        <a:pt x="53" y="11"/>
                      </a:cubicBezTo>
                      <a:cubicBezTo>
                        <a:pt x="51" y="13"/>
                        <a:pt x="49" y="14"/>
                        <a:pt x="46" y="15"/>
                      </a:cubicBezTo>
                      <a:cubicBezTo>
                        <a:pt x="45" y="15"/>
                        <a:pt x="43" y="15"/>
                        <a:pt x="42" y="15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ubicBezTo>
                        <a:pt x="40" y="16"/>
                        <a:pt x="40" y="16"/>
                        <a:pt x="40" y="16"/>
                      </a:cubicBezTo>
                      <a:cubicBezTo>
                        <a:pt x="40" y="19"/>
                        <a:pt x="38" y="21"/>
                        <a:pt x="36" y="23"/>
                      </a:cubicBezTo>
                      <a:cubicBezTo>
                        <a:pt x="35" y="24"/>
                        <a:pt x="34" y="24"/>
                        <a:pt x="33" y="25"/>
                      </a:cubicBezTo>
                      <a:cubicBezTo>
                        <a:pt x="32" y="25"/>
                        <a:pt x="32" y="25"/>
                        <a:pt x="32" y="25"/>
                      </a:cubicBezTo>
                      <a:cubicBezTo>
                        <a:pt x="31" y="26"/>
                        <a:pt x="31" y="26"/>
                        <a:pt x="30" y="26"/>
                      </a:cubicBezTo>
                      <a:cubicBezTo>
                        <a:pt x="29" y="26"/>
                        <a:pt x="26" y="26"/>
                        <a:pt x="26" y="26"/>
                      </a:cubicBezTo>
                      <a:cubicBezTo>
                        <a:pt x="23" y="25"/>
                        <a:pt x="20" y="24"/>
                        <a:pt x="19" y="21"/>
                      </a:cubicBezTo>
                      <a:cubicBezTo>
                        <a:pt x="18" y="20"/>
                        <a:pt x="17" y="18"/>
                        <a:pt x="17" y="16"/>
                      </a:cubicBezTo>
                      <a:cubicBezTo>
                        <a:pt x="17" y="15"/>
                        <a:pt x="17" y="14"/>
                        <a:pt x="18" y="13"/>
                      </a:cubicBezTo>
                      <a:cubicBezTo>
                        <a:pt x="18" y="12"/>
                        <a:pt x="18" y="11"/>
                        <a:pt x="19" y="10"/>
                      </a:cubicBezTo>
                      <a:cubicBezTo>
                        <a:pt x="20" y="9"/>
                        <a:pt x="20" y="9"/>
                        <a:pt x="20" y="9"/>
                      </a:cubicBezTo>
                      <a:cubicBezTo>
                        <a:pt x="18" y="9"/>
                        <a:pt x="18" y="9"/>
                        <a:pt x="18" y="9"/>
                      </a:cubicBezTo>
                      <a:cubicBezTo>
                        <a:pt x="17" y="9"/>
                        <a:pt x="16" y="8"/>
                        <a:pt x="16" y="7"/>
                      </a:cubicBezTo>
                      <a:cubicBezTo>
                        <a:pt x="14" y="2"/>
                        <a:pt x="9" y="0"/>
                        <a:pt x="4" y="0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4" y="2"/>
                        <a:pt x="5" y="3"/>
                        <a:pt x="6" y="5"/>
                      </a:cubicBezTo>
                      <a:cubicBezTo>
                        <a:pt x="7" y="6"/>
                        <a:pt x="8" y="8"/>
                        <a:pt x="8" y="10"/>
                      </a:cubicBezTo>
                      <a:cubicBezTo>
                        <a:pt x="9" y="11"/>
                        <a:pt x="9" y="12"/>
                        <a:pt x="9" y="13"/>
                      </a:cubicBezTo>
                      <a:cubicBezTo>
                        <a:pt x="9" y="14"/>
                        <a:pt x="8" y="16"/>
                        <a:pt x="8" y="18"/>
                      </a:cubicBezTo>
                      <a:cubicBezTo>
                        <a:pt x="7" y="20"/>
                        <a:pt x="5" y="22"/>
                        <a:pt x="4" y="23"/>
                      </a:cubicBezTo>
                      <a:cubicBezTo>
                        <a:pt x="3" y="23"/>
                        <a:pt x="3" y="23"/>
                        <a:pt x="3" y="23"/>
                      </a:cubicBezTo>
                      <a:cubicBezTo>
                        <a:pt x="3" y="24"/>
                        <a:pt x="3" y="24"/>
                        <a:pt x="3" y="24"/>
                      </a:cubicBezTo>
                      <a:cubicBezTo>
                        <a:pt x="3" y="26"/>
                        <a:pt x="3" y="26"/>
                        <a:pt x="3" y="26"/>
                      </a:cubicBezTo>
                      <a:cubicBezTo>
                        <a:pt x="3" y="28"/>
                        <a:pt x="2" y="31"/>
                        <a:pt x="1" y="33"/>
                      </a:cubicBezTo>
                      <a:cubicBezTo>
                        <a:pt x="0" y="34"/>
                        <a:pt x="0" y="34"/>
                        <a:pt x="0" y="34"/>
                      </a:cubicBezTo>
                      <a:cubicBezTo>
                        <a:pt x="1" y="35"/>
                        <a:pt x="1" y="35"/>
                        <a:pt x="1" y="35"/>
                      </a:cubicBezTo>
                      <a:cubicBezTo>
                        <a:pt x="6" y="38"/>
                        <a:pt x="12" y="39"/>
                        <a:pt x="17" y="38"/>
                      </a:cubicBezTo>
                      <a:cubicBezTo>
                        <a:pt x="18" y="37"/>
                        <a:pt x="19" y="37"/>
                        <a:pt x="20" y="37"/>
                      </a:cubicBezTo>
                      <a:cubicBezTo>
                        <a:pt x="22" y="36"/>
                        <a:pt x="25" y="34"/>
                        <a:pt x="26" y="32"/>
                      </a:cubicBezTo>
                      <a:cubicBezTo>
                        <a:pt x="27" y="32"/>
                        <a:pt x="27" y="31"/>
                        <a:pt x="27" y="30"/>
                      </a:cubicBezTo>
                      <a:cubicBezTo>
                        <a:pt x="28" y="29"/>
                        <a:pt x="28" y="29"/>
                        <a:pt x="29" y="28"/>
                      </a:cubicBezTo>
                      <a:cubicBezTo>
                        <a:pt x="29" y="28"/>
                        <a:pt x="29" y="27"/>
                        <a:pt x="30" y="27"/>
                      </a:cubicBezTo>
                      <a:cubicBezTo>
                        <a:pt x="30" y="27"/>
                        <a:pt x="30" y="27"/>
                        <a:pt x="31" y="27"/>
                      </a:cubicBezTo>
                      <a:cubicBezTo>
                        <a:pt x="32" y="27"/>
                        <a:pt x="33" y="27"/>
                        <a:pt x="34" y="27"/>
                      </a:cubicBezTo>
                      <a:cubicBezTo>
                        <a:pt x="41" y="32"/>
                        <a:pt x="50" y="32"/>
                        <a:pt x="59" y="29"/>
                      </a:cubicBezTo>
                      <a:cubicBezTo>
                        <a:pt x="62" y="29"/>
                        <a:pt x="64" y="28"/>
                        <a:pt x="66" y="26"/>
                      </a:cubicBezTo>
                      <a:cubicBezTo>
                        <a:pt x="66" y="26"/>
                        <a:pt x="69" y="25"/>
                        <a:pt x="69" y="25"/>
                      </a:cubicBezTo>
                      <a:cubicBezTo>
                        <a:pt x="69" y="25"/>
                        <a:pt x="71" y="23"/>
                        <a:pt x="71" y="23"/>
                      </a:cubicBezTo>
                      <a:cubicBezTo>
                        <a:pt x="71" y="23"/>
                        <a:pt x="74" y="21"/>
                        <a:pt x="74" y="21"/>
                      </a:cubicBezTo>
                      <a:cubicBezTo>
                        <a:pt x="78" y="19"/>
                        <a:pt x="81" y="18"/>
                        <a:pt x="84" y="17"/>
                      </a:cubicBezTo>
                      <a:cubicBezTo>
                        <a:pt x="85" y="17"/>
                        <a:pt x="85" y="17"/>
                        <a:pt x="85" y="17"/>
                      </a:cubicBezTo>
                      <a:cubicBezTo>
                        <a:pt x="88" y="16"/>
                        <a:pt x="88" y="16"/>
                        <a:pt x="88" y="16"/>
                      </a:cubicBezTo>
                      <a:lnTo>
                        <a:pt x="86" y="15"/>
                      </a:lnTo>
                      <a:close/>
                      <a:moveTo>
                        <a:pt x="26" y="29"/>
                      </a:moveTo>
                      <a:cubicBezTo>
                        <a:pt x="26" y="30"/>
                        <a:pt x="25" y="31"/>
                        <a:pt x="25" y="31"/>
                      </a:cubicBezTo>
                      <a:cubicBezTo>
                        <a:pt x="23" y="33"/>
                        <a:pt x="23" y="33"/>
                        <a:pt x="23" y="33"/>
                      </a:cubicBezTo>
                      <a:cubicBezTo>
                        <a:pt x="22" y="34"/>
                        <a:pt x="21" y="34"/>
                        <a:pt x="19" y="35"/>
                      </a:cubicBezTo>
                      <a:cubicBezTo>
                        <a:pt x="18" y="35"/>
                        <a:pt x="18" y="36"/>
                        <a:pt x="17" y="36"/>
                      </a:cubicBezTo>
                      <a:cubicBezTo>
                        <a:pt x="12" y="37"/>
                        <a:pt x="7" y="36"/>
                        <a:pt x="3" y="34"/>
                      </a:cubicBezTo>
                      <a:cubicBezTo>
                        <a:pt x="4" y="31"/>
                        <a:pt x="5" y="28"/>
                        <a:pt x="5" y="26"/>
                      </a:cubicBezTo>
                      <a:cubicBezTo>
                        <a:pt x="5" y="26"/>
                        <a:pt x="5" y="25"/>
                        <a:pt x="5" y="24"/>
                      </a:cubicBezTo>
                      <a:cubicBezTo>
                        <a:pt x="5" y="24"/>
                        <a:pt x="5" y="24"/>
                        <a:pt x="5" y="24"/>
                      </a:cubicBezTo>
                      <a:cubicBezTo>
                        <a:pt x="7" y="23"/>
                        <a:pt x="8" y="21"/>
                        <a:pt x="9" y="18"/>
                      </a:cubicBezTo>
                      <a:cubicBezTo>
                        <a:pt x="10" y="17"/>
                        <a:pt x="11" y="15"/>
                        <a:pt x="11" y="13"/>
                      </a:cubicBezTo>
                      <a:cubicBezTo>
                        <a:pt x="11" y="9"/>
                        <a:pt x="9" y="5"/>
                        <a:pt x="6" y="2"/>
                      </a:cubicBezTo>
                      <a:cubicBezTo>
                        <a:pt x="10" y="2"/>
                        <a:pt x="13" y="4"/>
                        <a:pt x="14" y="7"/>
                      </a:cubicBezTo>
                      <a:cubicBezTo>
                        <a:pt x="15" y="9"/>
                        <a:pt x="16" y="10"/>
                        <a:pt x="17" y="10"/>
                      </a:cubicBezTo>
                      <a:cubicBezTo>
                        <a:pt x="17" y="11"/>
                        <a:pt x="16" y="11"/>
                        <a:pt x="16" y="12"/>
                      </a:cubicBezTo>
                      <a:cubicBezTo>
                        <a:pt x="15" y="13"/>
                        <a:pt x="15" y="15"/>
                        <a:pt x="15" y="16"/>
                      </a:cubicBezTo>
                      <a:cubicBezTo>
                        <a:pt x="15" y="18"/>
                        <a:pt x="16" y="20"/>
                        <a:pt x="17" y="22"/>
                      </a:cubicBezTo>
                      <a:cubicBezTo>
                        <a:pt x="19" y="25"/>
                        <a:pt x="22" y="27"/>
                        <a:pt x="25" y="27"/>
                      </a:cubicBezTo>
                      <a:cubicBezTo>
                        <a:pt x="26" y="27"/>
                        <a:pt x="26" y="27"/>
                        <a:pt x="27" y="27"/>
                      </a:cubicBezTo>
                      <a:cubicBezTo>
                        <a:pt x="26" y="28"/>
                        <a:pt x="26" y="29"/>
                        <a:pt x="26" y="29"/>
                      </a:cubicBezTo>
                      <a:close/>
                      <a:moveTo>
                        <a:pt x="74" y="20"/>
                      </a:moveTo>
                      <a:cubicBezTo>
                        <a:pt x="70" y="22"/>
                        <a:pt x="70" y="22"/>
                        <a:pt x="70" y="22"/>
                      </a:cubicBez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68" y="23"/>
                        <a:pt x="68" y="23"/>
                        <a:pt x="68" y="23"/>
                      </a:cubicBezTo>
                      <a:cubicBezTo>
                        <a:pt x="68" y="23"/>
                        <a:pt x="67" y="24"/>
                        <a:pt x="65" y="25"/>
                      </a:cubicBezTo>
                      <a:cubicBezTo>
                        <a:pt x="63" y="26"/>
                        <a:pt x="61" y="27"/>
                        <a:pt x="59" y="28"/>
                      </a:cubicBezTo>
                      <a:cubicBezTo>
                        <a:pt x="50" y="31"/>
                        <a:pt x="41" y="30"/>
                        <a:pt x="35" y="26"/>
                      </a:cubicBezTo>
                      <a:cubicBezTo>
                        <a:pt x="35" y="26"/>
                        <a:pt x="35" y="26"/>
                        <a:pt x="34" y="26"/>
                      </a:cubicBezTo>
                      <a:cubicBezTo>
                        <a:pt x="35" y="26"/>
                        <a:pt x="36" y="25"/>
                        <a:pt x="37" y="25"/>
                      </a:cubicBezTo>
                      <a:cubicBezTo>
                        <a:pt x="39" y="23"/>
                        <a:pt x="41" y="20"/>
                        <a:pt x="42" y="17"/>
                      </a:cubicBezTo>
                      <a:cubicBezTo>
                        <a:pt x="43" y="17"/>
                        <a:pt x="45" y="17"/>
                        <a:pt x="47" y="16"/>
                      </a:cubicBezTo>
                      <a:cubicBezTo>
                        <a:pt x="49" y="15"/>
                        <a:pt x="52" y="14"/>
                        <a:pt x="54" y="13"/>
                      </a:cubicBezTo>
                      <a:cubicBezTo>
                        <a:pt x="56" y="12"/>
                        <a:pt x="56" y="12"/>
                        <a:pt x="56" y="12"/>
                      </a:cubicBezTo>
                      <a:cubicBezTo>
                        <a:pt x="58" y="11"/>
                        <a:pt x="60" y="9"/>
                        <a:pt x="62" y="9"/>
                      </a:cubicBezTo>
                      <a:cubicBezTo>
                        <a:pt x="63" y="9"/>
                        <a:pt x="63" y="9"/>
                        <a:pt x="63" y="9"/>
                      </a:cubicBezTo>
                      <a:cubicBezTo>
                        <a:pt x="68" y="8"/>
                        <a:pt x="72" y="10"/>
                        <a:pt x="77" y="13"/>
                      </a:cubicBezTo>
                      <a:cubicBezTo>
                        <a:pt x="78" y="14"/>
                        <a:pt x="78" y="14"/>
                        <a:pt x="78" y="14"/>
                      </a:cubicBezTo>
                      <a:cubicBezTo>
                        <a:pt x="78" y="14"/>
                        <a:pt x="81" y="15"/>
                        <a:pt x="83" y="16"/>
                      </a:cubicBezTo>
                      <a:cubicBezTo>
                        <a:pt x="80" y="17"/>
                        <a:pt x="77" y="18"/>
                        <a:pt x="74" y="2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  <p:sp>
              <p:nvSpPr>
                <p:cNvPr id="49" name="Oval 13"/>
                <p:cNvSpPr>
                  <a:spLocks noChangeArrowheads="1"/>
                </p:cNvSpPr>
                <p:nvPr/>
              </p:nvSpPr>
              <p:spPr bwMode="auto">
                <a:xfrm>
                  <a:off x="5989698" y="2185776"/>
                  <a:ext cx="22225" cy="22225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algn="ctr"/>
                  <a:endParaRPr lang="zh-CN" altLang="en-US"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endParaRPr>
                </a:p>
              </p:txBody>
            </p:sp>
          </p:grpSp>
        </p:grpSp>
        <p:sp>
          <p:nvSpPr>
            <p:cNvPr id="38" name="文本框 37"/>
            <p:cNvSpPr txBox="1"/>
            <p:nvPr/>
          </p:nvSpPr>
          <p:spPr>
            <a:xfrm rot="5400000">
              <a:off x="402260" y="3072100"/>
              <a:ext cx="2543698" cy="70829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sz="4000" spc="600" dirty="0">
                  <a:solidFill>
                    <a:srgbClr val="84ACB6">
                      <a:lumMod val="50000"/>
                    </a:srgbClr>
                  </a:solidFill>
                  <a:latin typeface="思源宋体" panose="02020700000000000000" charset="-122"/>
                  <a:ea typeface="思源宋体" panose="02020700000000000000" charset="-122"/>
                  <a:cs typeface="思源宋体" panose="02020700000000000000" charset="-122"/>
                </a:rPr>
                <a:t>目 录</a:t>
              </a:r>
              <a:endParaRPr lang="zh-CN" altLang="en-US" sz="4000" spc="600" dirty="0">
                <a:solidFill>
                  <a:srgbClr val="84ACB6">
                    <a:lumMod val="50000"/>
                  </a:srgbClr>
                </a:solidFill>
                <a:latin typeface="思源宋体" panose="02020700000000000000" charset="-122"/>
                <a:ea typeface="思源宋体" panose="02020700000000000000" charset="-122"/>
                <a:cs typeface="思源宋体" panose="02020700000000000000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995930" y="2739390"/>
            <a:ext cx="7992745" cy="2834640"/>
            <a:chOff x="2900198" y="1913282"/>
            <a:chExt cx="8010659" cy="2840770"/>
          </a:xfrm>
        </p:grpSpPr>
        <p:grpSp>
          <p:nvGrpSpPr>
            <p:cNvPr id="25" name="组合 24"/>
            <p:cNvGrpSpPr/>
            <p:nvPr/>
          </p:nvGrpSpPr>
          <p:grpSpPr>
            <a:xfrm>
              <a:off x="2900198" y="1913282"/>
              <a:ext cx="1437959" cy="2820892"/>
              <a:chOff x="2984771" y="1888435"/>
              <a:chExt cx="1437959" cy="2820892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2984771" y="1991530"/>
                <a:ext cx="546652" cy="831715"/>
              </a:xfrm>
              <a:prstGeom prst="rect">
                <a:avLst/>
              </a:prstGeom>
              <a:noFill/>
              <a:ln w="15875">
                <a:solidFill>
                  <a:srgbClr val="578793">
                    <a:lumMod val="60000"/>
                    <a:lumOff val="40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rgbClr val="84ACB6">
                        <a:lumMod val="75000"/>
                      </a:srgbClr>
                    </a:solidFill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rPr>
                  <a:t>第一部</a:t>
                </a:r>
                <a:endParaRPr lang="zh-CN" altLang="en-US" sz="1600" b="1" dirty="0">
                  <a:solidFill>
                    <a:srgbClr val="84ACB6">
                      <a:lumMod val="75000"/>
                    </a:srgbClr>
                  </a:solidFill>
                  <a:latin typeface="思源宋体" panose="02020700000000000000" charset="-122"/>
                  <a:ea typeface="思源宋体" panose="02020700000000000000" charset="-122"/>
                  <a:sym typeface="李旭科钢笔行书v1.0" panose="02000603000000000000" pitchFamily="2" charset="-122"/>
                </a:endParaRPr>
              </a:p>
            </p:txBody>
          </p:sp>
          <p:sp>
            <p:nvSpPr>
              <p:cNvPr id="36" name="TextBox 13"/>
              <p:cNvSpPr txBox="1"/>
              <p:nvPr/>
            </p:nvSpPr>
            <p:spPr>
              <a:xfrm>
                <a:off x="3679414" y="1888435"/>
                <a:ext cx="743316" cy="282089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  <a:cs typeface="TypeLand KhangXi Dict Trial" charset="0"/>
                    <a:sym typeface="李旭科钢笔行书v1.0" panose="02000603000000000000" pitchFamily="2" charset="-122"/>
                  </a:rPr>
                  <a:t>点击此处更换文本，点击此处更换文本，点击输入</a:t>
                </a:r>
                <a:endParaRPr lang="zh-CN" altLang="en-US" sz="1400" spc="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cs typeface="TypeLand KhangXi Dict Trial" charset="0"/>
                  <a:sym typeface="李旭科钢笔行书v1.0" panose="02000603000000000000" pitchFamily="2" charset="-122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940545" y="1913282"/>
              <a:ext cx="1460869" cy="2820892"/>
              <a:chOff x="2961861" y="1888435"/>
              <a:chExt cx="1460869" cy="2820892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2961861" y="1888435"/>
                <a:ext cx="546652" cy="831715"/>
              </a:xfrm>
              <a:prstGeom prst="rect">
                <a:avLst/>
              </a:prstGeom>
              <a:noFill/>
              <a:ln w="15875">
                <a:solidFill>
                  <a:srgbClr val="578793">
                    <a:lumMod val="60000"/>
                    <a:lumOff val="40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rgbClr val="84ACB6">
                        <a:lumMod val="75000"/>
                      </a:srgbClr>
                    </a:solidFill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rPr>
                  <a:t>第二部</a:t>
                </a:r>
                <a:endParaRPr lang="zh-CN" altLang="en-US" sz="1600" b="1" dirty="0">
                  <a:solidFill>
                    <a:srgbClr val="84ACB6">
                      <a:lumMod val="75000"/>
                    </a:srgbClr>
                  </a:solidFill>
                  <a:latin typeface="思源宋体" panose="02020700000000000000" charset="-122"/>
                  <a:ea typeface="思源宋体" panose="02020700000000000000" charset="-122"/>
                  <a:sym typeface="李旭科钢笔行书v1.0" panose="02000603000000000000" pitchFamily="2" charset="-122"/>
                </a:endParaRPr>
              </a:p>
            </p:txBody>
          </p:sp>
          <p:sp>
            <p:nvSpPr>
              <p:cNvPr id="34" name="TextBox 13"/>
              <p:cNvSpPr txBox="1"/>
              <p:nvPr/>
            </p:nvSpPr>
            <p:spPr>
              <a:xfrm>
                <a:off x="3679414" y="1888435"/>
                <a:ext cx="743316" cy="282089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  <a:cs typeface="TypeLand KhangXi Dict Trial" charset="0"/>
                    <a:sym typeface="李旭科钢笔行书v1.0" panose="02000603000000000000" pitchFamily="2" charset="-122"/>
                  </a:rPr>
                  <a:t>点击此处更换文本，点击此处更换文本，点击输入</a:t>
                </a:r>
                <a:endParaRPr lang="zh-CN" altLang="en-US" sz="1400" spc="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cs typeface="TypeLand KhangXi Dict Trial" charset="0"/>
                  <a:sym typeface="李旭科钢笔行书v1.0" panose="02000603000000000000" pitchFamily="2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186059" y="1933160"/>
              <a:ext cx="1460869" cy="2820892"/>
              <a:chOff x="2961861" y="1888435"/>
              <a:chExt cx="1460869" cy="2820892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2961861" y="1888435"/>
                <a:ext cx="546652" cy="831715"/>
              </a:xfrm>
              <a:prstGeom prst="rect">
                <a:avLst/>
              </a:prstGeom>
              <a:noFill/>
              <a:ln w="15875">
                <a:solidFill>
                  <a:srgbClr val="578793">
                    <a:lumMod val="60000"/>
                    <a:lumOff val="40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rgbClr val="84ACB6">
                        <a:lumMod val="75000"/>
                      </a:srgbClr>
                    </a:solidFill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rPr>
                  <a:t>第三部</a:t>
                </a:r>
                <a:endParaRPr lang="zh-CN" altLang="en-US" sz="1600" b="1" dirty="0">
                  <a:solidFill>
                    <a:srgbClr val="84ACB6">
                      <a:lumMod val="75000"/>
                    </a:srgbClr>
                  </a:solidFill>
                  <a:latin typeface="思源宋体" panose="02020700000000000000" charset="-122"/>
                  <a:ea typeface="思源宋体" panose="02020700000000000000" charset="-122"/>
                  <a:sym typeface="李旭科钢笔行书v1.0" panose="02000603000000000000" pitchFamily="2" charset="-122"/>
                </a:endParaRPr>
              </a:p>
            </p:txBody>
          </p:sp>
          <p:sp>
            <p:nvSpPr>
              <p:cNvPr id="32" name="TextBox 13"/>
              <p:cNvSpPr txBox="1"/>
              <p:nvPr/>
            </p:nvSpPr>
            <p:spPr>
              <a:xfrm>
                <a:off x="3679414" y="1888435"/>
                <a:ext cx="743316" cy="282089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  <a:cs typeface="TypeLand KhangXi Dict Trial" charset="0"/>
                    <a:sym typeface="李旭科钢笔行书v1.0" panose="02000603000000000000" pitchFamily="2" charset="-122"/>
                  </a:rPr>
                  <a:t>点击此处更换文本，点击此处更换文本，点击输入</a:t>
                </a:r>
                <a:endParaRPr lang="zh-CN" altLang="en-US" sz="1400" spc="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cs typeface="TypeLand KhangXi Dict Trial" charset="0"/>
                  <a:sym typeface="李旭科钢笔行书v1.0" panose="02000603000000000000" pitchFamily="2" charset="-122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9449988" y="1933160"/>
              <a:ext cx="1460869" cy="2820892"/>
              <a:chOff x="2961861" y="1888435"/>
              <a:chExt cx="1460869" cy="2820892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2961861" y="1888435"/>
                <a:ext cx="546652" cy="831715"/>
              </a:xfrm>
              <a:prstGeom prst="rect">
                <a:avLst/>
              </a:prstGeom>
              <a:noFill/>
              <a:ln w="15875">
                <a:solidFill>
                  <a:srgbClr val="578793">
                    <a:lumMod val="60000"/>
                    <a:lumOff val="40000"/>
                  </a:srgb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rgbClr val="84ACB6">
                        <a:lumMod val="75000"/>
                      </a:srgbClr>
                    </a:solidFill>
                    <a:latin typeface="思源宋体" panose="02020700000000000000" charset="-122"/>
                    <a:ea typeface="思源宋体" panose="02020700000000000000" charset="-122"/>
                    <a:sym typeface="李旭科钢笔行书v1.0" panose="02000603000000000000" pitchFamily="2" charset="-122"/>
                  </a:rPr>
                  <a:t>第四部</a:t>
                </a:r>
                <a:endParaRPr lang="zh-CN" altLang="en-US" sz="1600" b="1" dirty="0">
                  <a:solidFill>
                    <a:srgbClr val="84ACB6">
                      <a:lumMod val="75000"/>
                    </a:srgbClr>
                  </a:solidFill>
                  <a:latin typeface="思源宋体" panose="02020700000000000000" charset="-122"/>
                  <a:ea typeface="思源宋体" panose="02020700000000000000" charset="-122"/>
                  <a:sym typeface="李旭科钢笔行书v1.0" panose="02000603000000000000" pitchFamily="2" charset="-122"/>
                </a:endParaRPr>
              </a:p>
            </p:txBody>
          </p:sp>
          <p:sp>
            <p:nvSpPr>
              <p:cNvPr id="30" name="TextBox 13"/>
              <p:cNvSpPr txBox="1"/>
              <p:nvPr/>
            </p:nvSpPr>
            <p:spPr>
              <a:xfrm>
                <a:off x="3679414" y="1888435"/>
                <a:ext cx="743316" cy="282089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  <a:cs typeface="TypeLand KhangXi Dict Trial" charset="0"/>
                    <a:sym typeface="李旭科钢笔行书v1.0" panose="02000603000000000000" pitchFamily="2" charset="-122"/>
                  </a:rPr>
                  <a:t>点击此处更换文本，点击此处更换文本，点击输入</a:t>
                </a:r>
                <a:endParaRPr lang="zh-CN" altLang="en-US" sz="1400" spc="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cs typeface="TypeLand KhangXi Dict Trial" charset="0"/>
                  <a:sym typeface="李旭科钢笔行书v1.0" panose="02000603000000000000" pitchFamily="2" charset="-122"/>
                </a:endParaRPr>
              </a:p>
            </p:txBody>
          </p:sp>
        </p:grp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 flipH="1">
            <a:off x="-3810" y="878205"/>
            <a:ext cx="3275330" cy="59759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flipV="1">
            <a:off x="4088765" y="5231765"/>
            <a:ext cx="1877695" cy="1512570"/>
          </a:xfrm>
          <a:prstGeom prst="rect">
            <a:avLst/>
          </a:prstGeom>
          <a:blipFill rotWithShape="1">
            <a:blip r:embed="rId1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rot="16200000" flipH="1">
            <a:off x="1000760" y="1912620"/>
            <a:ext cx="3841115" cy="31972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087495" y="123825"/>
            <a:ext cx="1880235" cy="1224915"/>
          </a:xfrm>
          <a:prstGeom prst="rect">
            <a:avLst/>
          </a:prstGeom>
          <a:blipFill rotWithShape="0">
            <a:blip r:embed="rId3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130" y="123825"/>
            <a:ext cx="1878965" cy="66103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18350" y="2957830"/>
            <a:ext cx="377507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inpin heiti" panose="00000500000000000000" pitchFamily="2" charset="-122"/>
              </a:rPr>
              <a:t>Page  one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8350" y="4064635"/>
            <a:ext cx="4757420" cy="929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思源宋体" panose="02020700000000000000" charset="-122"/>
              <a:ea typeface="思源宋体" panose="02020700000000000000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65765" y="2471306"/>
            <a:ext cx="2329180" cy="2646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600" spc="300" dirty="0">
                <a:effectLst>
                  <a:glow rad="38100">
                    <a:schemeClr val="bg1">
                      <a:lumMod val="95000"/>
                    </a:schemeClr>
                  </a:glow>
                </a:effectLst>
                <a:latin typeface="字魂138号-霸燃手书" panose="00000500000000000000" charset="-122"/>
                <a:ea typeface="字魂138号-霸燃手书" panose="00000500000000000000" charset="-122"/>
                <a:sym typeface="inpin heiti" panose="00000500000000000000" pitchFamily="2" charset="-122"/>
              </a:rPr>
              <a:t>壹</a:t>
            </a:r>
            <a:endParaRPr lang="zh-CN" altLang="en-US" sz="16600" spc="300" dirty="0">
              <a:effectLst>
                <a:glow rad="38100">
                  <a:schemeClr val="bg1">
                    <a:lumMod val="95000"/>
                  </a:schemeClr>
                </a:glow>
              </a:effectLst>
              <a:latin typeface="字魂138号-霸燃手书" panose="00000500000000000000" charset="-122"/>
              <a:ea typeface="字魂138号-霸燃手书" panose="00000500000000000000" charset="-122"/>
              <a:sym typeface="inpin heiti" panose="00000500000000000000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15" grpId="0"/>
      <p:bldP spid="4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45380" y="3314700"/>
            <a:ext cx="921385" cy="3001645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algn="dist"/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" panose="02020700000000000000" charset="-122"/>
                <a:ea typeface="思源宋体" panose="02020700000000000000" charset="-122"/>
              </a:rPr>
              <a:t>非子非鱼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115" y="3314700"/>
            <a:ext cx="4620260" cy="284607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algn="just">
              <a:lnSpc>
                <a:spcPct val="229000"/>
              </a:lnSpc>
            </a:pPr>
            <a:endParaRPr lang="en-US" altLang="zh-CN" sz="1400" spc="300" dirty="0">
              <a:latin typeface="文悦古典明朝体 (非商业使用) W5" pitchFamily="50" charset="-122"/>
              <a:ea typeface="文悦古典明朝体 (非商业使用) W5" pitchFamily="50" charset="-122"/>
            </a:endParaRPr>
          </a:p>
          <a:p>
            <a:pPr algn="just">
              <a:lnSpc>
                <a:spcPct val="229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请替换文字内容，修改文字内容，也可以直接复制你的内容到此。请替换文字内容，修改文字内容，也可以直接复制你的内容到此</a:t>
            </a:r>
            <a:endParaRPr lang="zh-CN" altLang="en-US" sz="1400" spc="300" dirty="0">
              <a:latin typeface="文悦古典明朝体 (非商业使用) W5" pitchFamily="50" charset="-122"/>
              <a:ea typeface="文悦古典明朝体 (非商业使用) W5" pitchFamily="50" charset="-122"/>
            </a:endParaRPr>
          </a:p>
        </p:txBody>
      </p:sp>
      <p:pic>
        <p:nvPicPr>
          <p:cNvPr id="275" name="图片 274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 rot="14786271" flipH="1">
            <a:off x="1262380" y="-1987550"/>
            <a:ext cx="4754880" cy="61499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6163733" y="1795145"/>
            <a:ext cx="6028267" cy="4521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3008920" y="-1222395"/>
            <a:ext cx="5573208" cy="921663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885574" y="3942080"/>
            <a:ext cx="1573216" cy="406272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354454" y="3942080"/>
            <a:ext cx="1573216" cy="406272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781110" y="3942080"/>
            <a:ext cx="1573216" cy="406272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791308" y="1082706"/>
            <a:ext cx="6378424" cy="1039110"/>
            <a:chOff x="1791308" y="1082706"/>
            <a:chExt cx="6378424" cy="1039110"/>
          </a:xfrm>
        </p:grpSpPr>
        <p:sp>
          <p:nvSpPr>
            <p:cNvPr id="25" name="Rectangle 61"/>
            <p:cNvSpPr/>
            <p:nvPr/>
          </p:nvSpPr>
          <p:spPr>
            <a:xfrm>
              <a:off x="1802901" y="1471576"/>
              <a:ext cx="6366831" cy="6502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请替换文字内容，修改文字内容，也可以直接复制你的内容到此。请替换文字内容，修改文字内容，也可以直接复制你的内容到此。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791308" y="1082706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  <p:sp>
        <p:nvSpPr>
          <p:cNvPr id="27" name="Rectangle 61"/>
          <p:cNvSpPr/>
          <p:nvPr/>
        </p:nvSpPr>
        <p:spPr>
          <a:xfrm>
            <a:off x="1802901" y="4937272"/>
            <a:ext cx="6366831" cy="65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宋体" panose="02020700000000000000" charset="-122"/>
              <a:ea typeface="思源宋体" panose="02020700000000000000" charset="-122"/>
              <a:sym typeface="Arial" panose="020B0604020202020204" pitchFamily="34" charset="0"/>
            </a:endParaRPr>
          </a:p>
        </p:txBody>
      </p:sp>
      <p:pic>
        <p:nvPicPr>
          <p:cNvPr id="37" name="图片占位符 36"/>
          <p:cNvPicPr>
            <a:picLocks noGrp="1"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1885574" y="2407920"/>
            <a:ext cx="1534160" cy="1534160"/>
          </a:xfrm>
          <a:custGeom>
            <a:avLst/>
            <a:gdLst>
              <a:gd name="connsiteX0" fmla="*/ 767080 w 1534160"/>
              <a:gd name="connsiteY0" fmla="*/ 0 h 1534160"/>
              <a:gd name="connsiteX1" fmla="*/ 1534160 w 1534160"/>
              <a:gd name="connsiteY1" fmla="*/ 767080 h 1534160"/>
              <a:gd name="connsiteX2" fmla="*/ 767080 w 1534160"/>
              <a:gd name="connsiteY2" fmla="*/ 1534160 h 1534160"/>
              <a:gd name="connsiteX3" fmla="*/ 0 w 1534160"/>
              <a:gd name="connsiteY3" fmla="*/ 767080 h 1534160"/>
              <a:gd name="connsiteX4" fmla="*/ 767080 w 1534160"/>
              <a:gd name="connsiteY4" fmla="*/ 0 h 153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4160" h="1534160">
                <a:moveTo>
                  <a:pt x="767080" y="0"/>
                </a:moveTo>
                <a:cubicBezTo>
                  <a:pt x="1190727" y="0"/>
                  <a:pt x="1534160" y="343433"/>
                  <a:pt x="1534160" y="767080"/>
                </a:cubicBezTo>
                <a:cubicBezTo>
                  <a:pt x="1534160" y="1190727"/>
                  <a:pt x="1190727" y="1534160"/>
                  <a:pt x="767080" y="1534160"/>
                </a:cubicBezTo>
                <a:cubicBezTo>
                  <a:pt x="343433" y="1534160"/>
                  <a:pt x="0" y="1190727"/>
                  <a:pt x="0" y="767080"/>
                </a:cubicBezTo>
                <a:cubicBezTo>
                  <a:pt x="0" y="343433"/>
                  <a:pt x="343433" y="0"/>
                  <a:pt x="767080" y="0"/>
                </a:cubicBezTo>
                <a:close/>
              </a:path>
            </a:pathLst>
          </a:custGeom>
        </p:spPr>
      </p:pic>
      <p:pic>
        <p:nvPicPr>
          <p:cNvPr id="39" name="图片占位符 38"/>
          <p:cNvPicPr>
            <a:picLocks noGrp="1" noChangeAspect="1"/>
          </p:cNvPicPr>
          <p:nvPr/>
        </p:nvPicPr>
        <p:blipFill>
          <a:blip r:embed="rId4" cstate="email"/>
          <a:srcRect/>
          <a:stretch>
            <a:fillRect/>
          </a:stretch>
        </p:blipFill>
        <p:spPr>
          <a:xfrm>
            <a:off x="4344294" y="2407920"/>
            <a:ext cx="1534160" cy="1534160"/>
          </a:xfrm>
          <a:custGeom>
            <a:avLst/>
            <a:gdLst>
              <a:gd name="connsiteX0" fmla="*/ 767080 w 1534160"/>
              <a:gd name="connsiteY0" fmla="*/ 0 h 1534160"/>
              <a:gd name="connsiteX1" fmla="*/ 1534160 w 1534160"/>
              <a:gd name="connsiteY1" fmla="*/ 767080 h 1534160"/>
              <a:gd name="connsiteX2" fmla="*/ 767080 w 1534160"/>
              <a:gd name="connsiteY2" fmla="*/ 1534160 h 1534160"/>
              <a:gd name="connsiteX3" fmla="*/ 0 w 1534160"/>
              <a:gd name="connsiteY3" fmla="*/ 767080 h 1534160"/>
              <a:gd name="connsiteX4" fmla="*/ 767080 w 1534160"/>
              <a:gd name="connsiteY4" fmla="*/ 0 h 153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4160" h="1534160">
                <a:moveTo>
                  <a:pt x="767080" y="0"/>
                </a:moveTo>
                <a:cubicBezTo>
                  <a:pt x="1190727" y="0"/>
                  <a:pt x="1534160" y="343433"/>
                  <a:pt x="1534160" y="767080"/>
                </a:cubicBezTo>
                <a:cubicBezTo>
                  <a:pt x="1534160" y="1190727"/>
                  <a:pt x="1190727" y="1534160"/>
                  <a:pt x="767080" y="1534160"/>
                </a:cubicBezTo>
                <a:cubicBezTo>
                  <a:pt x="343433" y="1534160"/>
                  <a:pt x="0" y="1190727"/>
                  <a:pt x="0" y="767080"/>
                </a:cubicBezTo>
                <a:cubicBezTo>
                  <a:pt x="0" y="343433"/>
                  <a:pt x="343433" y="0"/>
                  <a:pt x="767080" y="0"/>
                </a:cubicBezTo>
                <a:close/>
              </a:path>
            </a:pathLst>
          </a:custGeom>
        </p:spPr>
      </p:pic>
      <p:pic>
        <p:nvPicPr>
          <p:cNvPr id="41" name="图片占位符 40"/>
          <p:cNvPicPr>
            <a:picLocks noGrp="1" noChangeAspect="1"/>
          </p:cNvPicPr>
          <p:nvPr/>
        </p:nvPicPr>
        <p:blipFill rotWithShape="1">
          <a:blip r:embed="rId5" cstate="email"/>
          <a:srcRect/>
          <a:stretch>
            <a:fillRect/>
          </a:stretch>
        </p:blipFill>
        <p:spPr>
          <a:xfrm>
            <a:off x="6762374" y="2407920"/>
            <a:ext cx="1534160" cy="1534160"/>
          </a:xfrm>
          <a:custGeom>
            <a:avLst/>
            <a:gdLst>
              <a:gd name="connsiteX0" fmla="*/ 767080 w 1534160"/>
              <a:gd name="connsiteY0" fmla="*/ 0 h 1534160"/>
              <a:gd name="connsiteX1" fmla="*/ 1534160 w 1534160"/>
              <a:gd name="connsiteY1" fmla="*/ 767080 h 1534160"/>
              <a:gd name="connsiteX2" fmla="*/ 767080 w 1534160"/>
              <a:gd name="connsiteY2" fmla="*/ 1534160 h 1534160"/>
              <a:gd name="connsiteX3" fmla="*/ 0 w 1534160"/>
              <a:gd name="connsiteY3" fmla="*/ 767080 h 1534160"/>
              <a:gd name="connsiteX4" fmla="*/ 767080 w 1534160"/>
              <a:gd name="connsiteY4" fmla="*/ 0 h 153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4160" h="1534160">
                <a:moveTo>
                  <a:pt x="767080" y="0"/>
                </a:moveTo>
                <a:cubicBezTo>
                  <a:pt x="1190727" y="0"/>
                  <a:pt x="1534160" y="343433"/>
                  <a:pt x="1534160" y="767080"/>
                </a:cubicBezTo>
                <a:cubicBezTo>
                  <a:pt x="1534160" y="1190727"/>
                  <a:pt x="1190727" y="1534160"/>
                  <a:pt x="767080" y="1534160"/>
                </a:cubicBezTo>
                <a:cubicBezTo>
                  <a:pt x="343433" y="1534160"/>
                  <a:pt x="0" y="1190727"/>
                  <a:pt x="0" y="767080"/>
                </a:cubicBezTo>
                <a:cubicBezTo>
                  <a:pt x="0" y="343433"/>
                  <a:pt x="343433" y="0"/>
                  <a:pt x="767080" y="0"/>
                </a:cubicBez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 cstate="email"/>
          <a:stretch>
            <a:fillRect/>
          </a:stretch>
        </p:blipFill>
        <p:spPr>
          <a:xfrm>
            <a:off x="9371965" y="1180465"/>
            <a:ext cx="2281555" cy="437134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 cstate="email"/>
          <a:stretch>
            <a:fillRect/>
          </a:stretch>
        </p:blipFill>
        <p:spPr>
          <a:xfrm>
            <a:off x="8702026" y="3851866"/>
            <a:ext cx="3621754" cy="2559137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531620" y="60960"/>
            <a:ext cx="10660380" cy="6054252"/>
            <a:chOff x="3102" y="96"/>
            <a:chExt cx="16098" cy="9142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 cstate="email"/>
            <a:stretch>
              <a:fillRect/>
            </a:stretch>
          </p:blipFill>
          <p:spPr>
            <a:xfrm>
              <a:off x="11654" y="96"/>
              <a:ext cx="7546" cy="2844"/>
            </a:xfrm>
            <a:prstGeom prst="rect">
              <a:avLst/>
            </a:prstGeom>
          </p:spPr>
        </p:pic>
        <p:sp>
          <p:nvSpPr>
            <p:cNvPr id="15" name="矩形 14"/>
            <p:cNvSpPr/>
            <p:nvPr/>
          </p:nvSpPr>
          <p:spPr>
            <a:xfrm>
              <a:off x="13048" y="2971"/>
              <a:ext cx="2421" cy="3915"/>
            </a:xfrm>
            <a:prstGeom prst="rect">
              <a:avLst/>
            </a:prstGeom>
            <a:solidFill>
              <a:srgbClr val="E6E6E6"/>
            </a:solidFill>
            <a:ln w="28575">
              <a:solidFill>
                <a:srgbClr val="D3A243"/>
              </a:solidFill>
            </a:ln>
            <a:effectLst>
              <a:outerShdw blurRad="2286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520" y="4302"/>
              <a:ext cx="2421" cy="3915"/>
            </a:xfrm>
            <a:prstGeom prst="rect">
              <a:avLst/>
            </a:prstGeom>
            <a:solidFill>
              <a:srgbClr val="EDE2CF"/>
            </a:solidFill>
            <a:ln w="28575">
              <a:solidFill>
                <a:srgbClr val="D3A243"/>
              </a:solidFill>
            </a:ln>
            <a:effectLst>
              <a:outerShdw blurRad="2286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760" y="1819"/>
              <a:ext cx="4192" cy="6781"/>
            </a:xfrm>
            <a:prstGeom prst="rect">
              <a:avLst/>
            </a:prstGeom>
            <a:solidFill>
              <a:srgbClr val="EDE2CF"/>
            </a:solidFill>
            <a:ln w="28575">
              <a:solidFill>
                <a:srgbClr val="D3A243"/>
              </a:solidFill>
            </a:ln>
            <a:effectLst>
              <a:outerShdw blurRad="2286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6" y="3586"/>
              <a:ext cx="8881" cy="5014"/>
            </a:xfrm>
            <a:prstGeom prst="rect">
              <a:avLst/>
            </a:prstGeom>
          </p:spPr>
        </p:pic>
        <p:grpSp>
          <p:nvGrpSpPr>
            <p:cNvPr id="16" name="组合 15"/>
            <p:cNvGrpSpPr/>
            <p:nvPr/>
          </p:nvGrpSpPr>
          <p:grpSpPr>
            <a:xfrm>
              <a:off x="3102" y="1819"/>
              <a:ext cx="4110" cy="4068"/>
              <a:chOff x="1102871" y="788681"/>
              <a:chExt cx="2609945" cy="2583441"/>
            </a:xfrm>
          </p:grpSpPr>
          <p:sp>
            <p:nvSpPr>
              <p:cNvPr id="17" name="Rectangle 61"/>
              <p:cNvSpPr/>
              <p:nvPr/>
            </p:nvSpPr>
            <p:spPr>
              <a:xfrm>
                <a:off x="1114463" y="1177551"/>
                <a:ext cx="2598353" cy="2194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  <a:sym typeface="Arial" panose="020B0604020202020204" pitchFamily="34" charset="0"/>
                  </a:rPr>
                  <a:t>请替换文字内容，修改文字内容，也可以直接复制你的内容到此。请替换文字内容，修改文字内容，也可以直接复制你的内容到此。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tr-T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" lastClr="FFFFFF">
                        <a:lumMod val="50000"/>
                      </a:sysClr>
                    </a:solidFill>
                    <a:effectLst/>
                    <a:uLnTx/>
                    <a:uFillTx/>
                    <a:latin typeface="思源宋体" panose="02020700000000000000" charset="-122"/>
                    <a:ea typeface="思源宋体" panose="02020700000000000000" charset="-122"/>
                    <a:sym typeface="inpin heiti" panose="00000500000000000000" pitchFamily="2" charset="-122"/>
                  </a:rPr>
                  <a:t> </a:t>
                </a:r>
                <a:endPara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102871" y="788681"/>
                <a:ext cx="1723549" cy="3840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思源宋体" panose="02020700000000000000" charset="-122"/>
                    <a:ea typeface="思源宋体" panose="02020700000000000000" charset="-122"/>
                    <a:sym typeface="inpin heiti" panose="00000500000000000000" pitchFamily="2" charset="-122"/>
                  </a:rPr>
                  <a:t>添加您的标题</a:t>
                </a:r>
                <a:endParaRPr lang="zh-CN" altLang="en-US" sz="2000" dirty="0"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3048" y="7402"/>
              <a:ext cx="5173" cy="1836"/>
              <a:chOff x="1102871" y="788681"/>
              <a:chExt cx="3285141" cy="1166218"/>
            </a:xfrm>
          </p:grpSpPr>
          <p:sp>
            <p:nvSpPr>
              <p:cNvPr id="20" name="Rectangle 61"/>
              <p:cNvSpPr/>
              <p:nvPr/>
            </p:nvSpPr>
            <p:spPr>
              <a:xfrm>
                <a:off x="1114441" y="1177826"/>
                <a:ext cx="3273571" cy="7770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  <a:sym typeface="Arial" panose="020B0604020202020204" pitchFamily="34" charset="0"/>
                  </a:rPr>
                  <a:t>请替换文字内容，修改文字内容，也可以直接复制你的内容到此。请替换文字内容，修改文字内容，也可以直接复制你的内容到此。</a:t>
                </a:r>
                <a:endPara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>
                      <a:lumMod val="50000"/>
                    </a:sysClr>
                  </a:solidFill>
                  <a:effectLst/>
                  <a:uLnTx/>
                  <a:uFillTx/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102871" y="788681"/>
                <a:ext cx="1723549" cy="3824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思源宋体" panose="02020700000000000000" charset="-122"/>
                    <a:ea typeface="思源宋体" panose="02020700000000000000" charset="-122"/>
                    <a:sym typeface="inpin heiti" panose="00000500000000000000" pitchFamily="2" charset="-122"/>
                  </a:rPr>
                  <a:t>添加您的标题</a:t>
                </a:r>
                <a:endParaRPr lang="zh-CN" altLang="en-US" sz="2000" dirty="0"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flipV="1">
            <a:off x="4088765" y="5231765"/>
            <a:ext cx="1877695" cy="1512570"/>
          </a:xfrm>
          <a:prstGeom prst="rect">
            <a:avLst/>
          </a:prstGeom>
          <a:blipFill rotWithShape="1">
            <a:blip r:embed="rId1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rot="16200000" flipH="1">
            <a:off x="1000760" y="1912620"/>
            <a:ext cx="3841115" cy="31972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087495" y="123825"/>
            <a:ext cx="1880235" cy="1224915"/>
          </a:xfrm>
          <a:prstGeom prst="rect">
            <a:avLst/>
          </a:prstGeom>
          <a:blipFill rotWithShape="0">
            <a:blip r:embed="rId3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130" y="123825"/>
            <a:ext cx="1878965" cy="66103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18350" y="2957830"/>
            <a:ext cx="377507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inpin heiti" panose="00000500000000000000" pitchFamily="2" charset="-122"/>
              </a:rPr>
              <a:t>Page  TWO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8350" y="4064635"/>
            <a:ext cx="4757420" cy="929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思源宋体" panose="02020700000000000000" charset="-122"/>
              <a:ea typeface="思源宋体" panose="02020700000000000000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65765" y="2471306"/>
            <a:ext cx="2329180" cy="2646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600" spc="300" dirty="0">
                <a:effectLst>
                  <a:glow rad="38100">
                    <a:schemeClr val="bg1">
                      <a:lumMod val="95000"/>
                    </a:schemeClr>
                  </a:glow>
                </a:effectLst>
                <a:latin typeface="字魂138号-霸燃手书" panose="00000500000000000000" charset="-122"/>
                <a:ea typeface="字魂138号-霸燃手书" panose="00000500000000000000" charset="-122"/>
                <a:sym typeface="inpin heiti" panose="00000500000000000000" pitchFamily="2" charset="-122"/>
              </a:rPr>
              <a:t>贰</a:t>
            </a:r>
            <a:endParaRPr lang="zh-CN" altLang="en-US" sz="16600" spc="300" dirty="0">
              <a:effectLst>
                <a:glow rad="38100">
                  <a:schemeClr val="bg1">
                    <a:lumMod val="95000"/>
                  </a:schemeClr>
                </a:glow>
              </a:effectLst>
              <a:latin typeface="字魂138号-霸燃手书" panose="00000500000000000000" charset="-122"/>
              <a:ea typeface="字魂138号-霸燃手书" panose="00000500000000000000" charset="-122"/>
              <a:sym typeface="inpin heiti" panose="00000500000000000000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15" grpId="0"/>
      <p:bldP spid="4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25500" y="544195"/>
            <a:ext cx="10390505" cy="5787390"/>
            <a:chOff x="1300" y="857"/>
            <a:chExt cx="16363" cy="9114"/>
          </a:xfrm>
        </p:grpSpPr>
        <p:sp>
          <p:nvSpPr>
            <p:cNvPr id="21" name="椭圆 20"/>
            <p:cNvSpPr/>
            <p:nvPr/>
          </p:nvSpPr>
          <p:spPr>
            <a:xfrm>
              <a:off x="5574" y="1374"/>
              <a:ext cx="8052" cy="8052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BB9E73"/>
                  </a:gs>
                  <a:gs pos="100000">
                    <a:srgbClr val="BB9E73"/>
                  </a:gs>
                  <a:gs pos="5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051" y="2719"/>
              <a:ext cx="30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75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rPr>
                <a:t>输入标题</a:t>
              </a:r>
              <a:endParaRPr lang="zh-CN" altLang="en-US" sz="2800" dirty="0">
                <a:solidFill>
                  <a:schemeClr val="bg1">
                    <a:lumMod val="75000"/>
                  </a:schemeClr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6191" y="1991"/>
              <a:ext cx="6817" cy="6817"/>
            </a:xfrm>
            <a:prstGeom prst="ellipse">
              <a:avLst/>
            </a:prstGeom>
            <a:noFill/>
            <a:ln>
              <a:gradFill flip="none" rotWithShape="1">
                <a:gsLst>
                  <a:gs pos="0">
                    <a:srgbClr val="BB9E73"/>
                  </a:gs>
                  <a:gs pos="100000">
                    <a:srgbClr val="BB9E73"/>
                  </a:gs>
                  <a:gs pos="50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1" cstate="email"/>
            <a:stretch>
              <a:fillRect/>
            </a:stretch>
          </p:blipFill>
          <p:spPr>
            <a:xfrm>
              <a:off x="8511" y="3391"/>
              <a:ext cx="2379" cy="1077"/>
            </a:xfrm>
            <a:prstGeom prst="rect">
              <a:avLst/>
            </a:prstGeom>
          </p:spPr>
        </p:pic>
        <p:sp>
          <p:nvSpPr>
            <p:cNvPr id="34" name="矩形 33"/>
            <p:cNvSpPr/>
            <p:nvPr/>
          </p:nvSpPr>
          <p:spPr>
            <a:xfrm>
              <a:off x="7184" y="4733"/>
              <a:ext cx="4833" cy="36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zh-CN" altLang="en-US" sz="1400" dirty="0">
                  <a:solidFill>
                    <a:schemeClr val="accent4">
                      <a:lumMod val="75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cs typeface="+mn-ea"/>
                  <a:sym typeface="+mn-lt"/>
                </a:rPr>
                <a:t>单击此处输入文本内容，单击此处输入文本内容，单击此处输入文本内容，单击此处输入文本内容，单击此处输入文本内容，单击此处输入文本内容，单击此处输入文本内容</a:t>
              </a:r>
              <a:r>
                <a:rPr lang="zh-CN" altLang="en-US" sz="1600" dirty="0">
                  <a:solidFill>
                    <a:schemeClr val="accent4">
                      <a:lumMod val="75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cs typeface="+mn-ea"/>
                  <a:sym typeface="+mn-lt"/>
                </a:rPr>
                <a:t>，</a:t>
              </a:r>
              <a:endParaRPr lang="zh-CN" altLang="en-US" sz="1600" dirty="0">
                <a:solidFill>
                  <a:schemeClr val="accent4">
                    <a:lumMod val="75000"/>
                  </a:schemeClr>
                </a:solidFill>
                <a:latin typeface="思源宋体" panose="02020700000000000000" charset="-122"/>
                <a:ea typeface="思源宋体" panose="02020700000000000000" charset="-122"/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300" y="857"/>
              <a:ext cx="1022" cy="9114"/>
            </a:xfrm>
            <a:prstGeom prst="rect">
              <a:avLst/>
            </a:prstGeom>
            <a:solidFill>
              <a:srgbClr val="A38D5F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A38D5F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595" y="1621"/>
              <a:ext cx="1063" cy="3906"/>
            </a:xfrm>
            <a:prstGeom prst="rect">
              <a:avLst/>
            </a:prstGeom>
            <a:noFill/>
            <a:effectLst/>
          </p:spPr>
          <p:txBody>
            <a:bodyPr vert="eaVert" wrap="square" rtlCol="0">
              <a:spAutoFit/>
            </a:bodyPr>
            <a:lstStyle/>
            <a:p>
              <a:r>
                <a:rPr lang="zh-CN" altLang="en-US" sz="3200" spc="300" dirty="0">
                  <a:solidFill>
                    <a:srgbClr val="A38D5F"/>
                  </a:solidFill>
                  <a:latin typeface="思源宋体" panose="02020700000000000000" charset="-122"/>
                  <a:ea typeface="思源宋体" panose="02020700000000000000" charset="-122"/>
                </a:rPr>
                <a:t>输入标题</a:t>
              </a:r>
              <a:endParaRPr lang="zh-CN" altLang="en-US" sz="3200" spc="300" dirty="0">
                <a:solidFill>
                  <a:srgbClr val="A38D5F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2" cstate="email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 r="24483" b="50260"/>
            <a:stretch>
              <a:fillRect/>
            </a:stretch>
          </p:blipFill>
          <p:spPr>
            <a:xfrm>
              <a:off x="1536" y="4733"/>
              <a:ext cx="1571" cy="795"/>
            </a:xfrm>
            <a:custGeom>
              <a:avLst/>
              <a:gdLst>
                <a:gd name="connsiteX0" fmla="*/ 0 w 823912"/>
                <a:gd name="connsiteY0" fmla="*/ 0 h 416761"/>
                <a:gd name="connsiteX1" fmla="*/ 823912 w 823912"/>
                <a:gd name="connsiteY1" fmla="*/ 0 h 416761"/>
                <a:gd name="connsiteX2" fmla="*/ 823912 w 823912"/>
                <a:gd name="connsiteY2" fmla="*/ 416761 h 416761"/>
                <a:gd name="connsiteX3" fmla="*/ 0 w 823912"/>
                <a:gd name="connsiteY3" fmla="*/ 416761 h 41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3912" h="416761">
                  <a:moveTo>
                    <a:pt x="0" y="0"/>
                  </a:moveTo>
                  <a:lnTo>
                    <a:pt x="823912" y="0"/>
                  </a:lnTo>
                  <a:lnTo>
                    <a:pt x="823912" y="416761"/>
                  </a:lnTo>
                  <a:lnTo>
                    <a:pt x="0" y="416761"/>
                  </a:lnTo>
                  <a:close/>
                </a:path>
              </a:pathLst>
            </a:custGeom>
          </p:spPr>
        </p:pic>
        <p:sp>
          <p:nvSpPr>
            <p:cNvPr id="40" name="矩形 39"/>
            <p:cNvSpPr/>
            <p:nvPr/>
          </p:nvSpPr>
          <p:spPr>
            <a:xfrm>
              <a:off x="16641" y="857"/>
              <a:ext cx="1022" cy="9114"/>
            </a:xfrm>
            <a:prstGeom prst="rect">
              <a:avLst/>
            </a:prstGeom>
            <a:solidFill>
              <a:srgbClr val="A38D5F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A38D5F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9565005" y="1264285"/>
            <a:ext cx="1651000" cy="21329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 flipH="1">
            <a:off x="842645" y="3100705"/>
            <a:ext cx="1263015" cy="16325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64640" y="941070"/>
            <a:ext cx="1880870" cy="1910715"/>
            <a:chOff x="1564773" y="941199"/>
            <a:chExt cx="1881100" cy="1910612"/>
          </a:xfrm>
        </p:grpSpPr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64773" y="941199"/>
              <a:ext cx="1881100" cy="1910612"/>
            </a:xfrm>
            <a:prstGeom prst="rect">
              <a:avLst/>
            </a:prstGeom>
          </p:spPr>
        </p:pic>
        <p:sp>
          <p:nvSpPr>
            <p:cNvPr id="17" name="Rectangle 61"/>
            <p:cNvSpPr/>
            <p:nvPr/>
          </p:nvSpPr>
          <p:spPr>
            <a:xfrm>
              <a:off x="1701257" y="1641314"/>
              <a:ext cx="1711956" cy="9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701257" y="1252444"/>
              <a:ext cx="16081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7400290" y="970915"/>
            <a:ext cx="4791710" cy="18059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989965" y="3307715"/>
            <a:ext cx="11202035" cy="3200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0" y="4703445"/>
            <a:ext cx="4146550" cy="2154555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rot="18900000">
            <a:off x="2289810" y="3217545"/>
            <a:ext cx="475615" cy="475615"/>
          </a:xfrm>
          <a:prstGeom prst="rect">
            <a:avLst/>
          </a:prstGeom>
          <a:solidFill>
            <a:srgbClr val="B84041"/>
          </a:solidFill>
          <a:ln w="57150">
            <a:solidFill>
              <a:sysClr val="window" lastClr="FFFFFF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rPr>
              <a:t>壹</a:t>
            </a:r>
            <a:endParaRPr lang="zh-CN" altLang="en-US" dirty="0">
              <a:latin typeface="思源宋体" panose="02020700000000000000" charset="-122"/>
              <a:ea typeface="思源宋体" panose="02020700000000000000" charset="-122"/>
              <a:sym typeface="inpin heiti" panose="00000500000000000000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 rot="18900000">
            <a:off x="4396105" y="3217545"/>
            <a:ext cx="475615" cy="475615"/>
          </a:xfrm>
          <a:prstGeom prst="rect">
            <a:avLst/>
          </a:prstGeom>
          <a:solidFill>
            <a:srgbClr val="EDE2CF"/>
          </a:solidFill>
          <a:ln w="57150">
            <a:solidFill>
              <a:sysClr val="window" lastClr="FFFFFF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rPr>
              <a:t>贰</a:t>
            </a:r>
            <a:endParaRPr lang="zh-CN" altLang="en-US" dirty="0">
              <a:latin typeface="思源宋体" panose="02020700000000000000" charset="-122"/>
              <a:ea typeface="思源宋体" panose="02020700000000000000" charset="-122"/>
              <a:sym typeface="inpin heiti" panose="00000500000000000000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 rot="18900000">
            <a:off x="6699250" y="3217545"/>
            <a:ext cx="475615" cy="475615"/>
          </a:xfrm>
          <a:prstGeom prst="rect">
            <a:avLst/>
          </a:prstGeom>
          <a:solidFill>
            <a:srgbClr val="B84041"/>
          </a:solidFill>
          <a:ln w="57150">
            <a:solidFill>
              <a:sysClr val="window" lastClr="FFFFFF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rPr>
              <a:t>叁</a:t>
            </a:r>
            <a:endParaRPr lang="zh-CN" altLang="en-US" dirty="0">
              <a:latin typeface="思源宋体" panose="02020700000000000000" charset="-122"/>
              <a:ea typeface="思源宋体" panose="02020700000000000000" charset="-122"/>
              <a:sym typeface="inpin heiti" panose="00000500000000000000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 rot="18900000">
            <a:off x="8806180" y="3217545"/>
            <a:ext cx="475615" cy="475615"/>
          </a:xfrm>
          <a:prstGeom prst="rect">
            <a:avLst/>
          </a:prstGeom>
          <a:solidFill>
            <a:srgbClr val="EDE2CF"/>
          </a:solidFill>
          <a:ln w="57150">
            <a:solidFill>
              <a:sysClr val="window" lastClr="FFFFFF"/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rPr>
              <a:t>肆</a:t>
            </a:r>
            <a:endParaRPr lang="zh-CN" altLang="en-US" dirty="0">
              <a:latin typeface="思源宋体" panose="02020700000000000000" charset="-122"/>
              <a:ea typeface="思源宋体" panose="02020700000000000000" charset="-122"/>
              <a:sym typeface="inpin heiti" panose="00000500000000000000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735705" y="4084320"/>
            <a:ext cx="1880870" cy="1910715"/>
            <a:chOff x="3735959" y="4084253"/>
            <a:chExt cx="1881100" cy="1910612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35959" y="4084253"/>
              <a:ext cx="1881100" cy="1910612"/>
            </a:xfrm>
            <a:prstGeom prst="rect">
              <a:avLst/>
            </a:prstGeom>
          </p:spPr>
        </p:pic>
        <p:sp>
          <p:nvSpPr>
            <p:cNvPr id="38" name="Rectangle 61"/>
            <p:cNvSpPr/>
            <p:nvPr/>
          </p:nvSpPr>
          <p:spPr>
            <a:xfrm>
              <a:off x="3872443" y="4784368"/>
              <a:ext cx="1711956" cy="9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3872443" y="4395498"/>
              <a:ext cx="16081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933440" y="941070"/>
            <a:ext cx="1880870" cy="1910715"/>
            <a:chOff x="5933573" y="941199"/>
            <a:chExt cx="1881100" cy="1910612"/>
          </a:xfrm>
        </p:grpSpPr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33573" y="941199"/>
              <a:ext cx="1881100" cy="1910612"/>
            </a:xfrm>
            <a:prstGeom prst="rect">
              <a:avLst/>
            </a:prstGeom>
          </p:spPr>
        </p:pic>
        <p:sp>
          <p:nvSpPr>
            <p:cNvPr id="41" name="Rectangle 61"/>
            <p:cNvSpPr/>
            <p:nvPr/>
          </p:nvSpPr>
          <p:spPr>
            <a:xfrm>
              <a:off x="6070057" y="1641314"/>
              <a:ext cx="1711956" cy="9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6070057" y="1252444"/>
              <a:ext cx="16081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145145" y="4084320"/>
            <a:ext cx="1880870" cy="1910715"/>
            <a:chOff x="8145399" y="4084253"/>
            <a:chExt cx="1881100" cy="1910612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145399" y="4084253"/>
              <a:ext cx="1881100" cy="1910612"/>
            </a:xfrm>
            <a:prstGeom prst="rect">
              <a:avLst/>
            </a:prstGeom>
          </p:spPr>
        </p:pic>
        <p:sp>
          <p:nvSpPr>
            <p:cNvPr id="44" name="Rectangle 61"/>
            <p:cNvSpPr/>
            <p:nvPr/>
          </p:nvSpPr>
          <p:spPr>
            <a:xfrm>
              <a:off x="8281883" y="4784368"/>
              <a:ext cx="1711956" cy="9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8281883" y="4395498"/>
              <a:ext cx="16081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spc="-1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8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8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8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8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219200" y="731802"/>
            <a:ext cx="9570720" cy="5394396"/>
            <a:chOff x="1219200" y="731802"/>
            <a:chExt cx="9570720" cy="5394396"/>
          </a:xfrm>
        </p:grpSpPr>
        <p:sp>
          <p:nvSpPr>
            <p:cNvPr id="25" name="矩形 24"/>
            <p:cNvSpPr/>
            <p:nvPr/>
          </p:nvSpPr>
          <p:spPr>
            <a:xfrm>
              <a:off x="7055338" y="731802"/>
              <a:ext cx="3734582" cy="5394396"/>
            </a:xfrm>
            <a:prstGeom prst="rect">
              <a:avLst/>
            </a:prstGeom>
            <a:blipFill rotWithShape="1">
              <a:blip r:embed="rId1" cstate="email"/>
              <a:stretch>
                <a:fillRect/>
              </a:stretch>
            </a:blipFill>
            <a:ln>
              <a:noFill/>
            </a:ln>
          </p:spPr>
          <p:style>
            <a:lnRef idx="2">
              <a:srgbClr val="84ACB6">
                <a:shade val="50000"/>
              </a:srgbClr>
            </a:lnRef>
            <a:fillRef idx="1">
              <a:srgbClr val="84ACB6"/>
            </a:fillRef>
            <a:effectRef idx="0">
              <a:srgbClr val="84ACB6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文悦古典明朝体 (非商业使用) W5" pitchFamily="50" charset="-122"/>
                <a:ea typeface="文悦古典明朝体 (非商业使用) W5" pitchFamily="50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219200" y="1422400"/>
              <a:ext cx="5836138" cy="4013200"/>
            </a:xfrm>
            <a:prstGeom prst="rect">
              <a:avLst/>
            </a:prstGeom>
            <a:solidFill>
              <a:srgbClr val="EDE5D3">
                <a:lumMod val="20000"/>
                <a:lumOff val="80000"/>
              </a:srgbClr>
            </a:solidFill>
            <a:ln>
              <a:noFill/>
            </a:ln>
          </p:spPr>
          <p:style>
            <a:lnRef idx="2">
              <a:srgbClr val="84ACB6">
                <a:shade val="50000"/>
              </a:srgbClr>
            </a:lnRef>
            <a:fillRef idx="1">
              <a:srgbClr val="84ACB6"/>
            </a:fillRef>
            <a:effectRef idx="0">
              <a:srgbClr val="84ACB6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文悦古典明朝体 (非商业使用) W5" pitchFamily="50" charset="-122"/>
                <a:ea typeface="文悦古典明朝体 (非商业使用) W5" pitchFamily="50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219200" y="1422400"/>
              <a:ext cx="924560" cy="924560"/>
              <a:chOff x="2560320" y="589280"/>
              <a:chExt cx="1838960" cy="1838960"/>
            </a:xfrm>
            <a:effectLst>
              <a:outerShdw blurRad="50800" dist="38100" dir="10800000" algn="r" rotWithShape="0">
                <a:sysClr val="window" lastClr="FFFFFF">
                  <a:lumMod val="75000"/>
                  <a:alpha val="40000"/>
                </a:sysClr>
              </a:outerShdw>
            </a:effectLst>
          </p:grpSpPr>
          <p:sp>
            <p:nvSpPr>
              <p:cNvPr id="32" name="矩形 31"/>
              <p:cNvSpPr/>
              <p:nvPr/>
            </p:nvSpPr>
            <p:spPr>
              <a:xfrm>
                <a:off x="2560320" y="589280"/>
                <a:ext cx="1838960" cy="132080"/>
              </a:xfrm>
              <a:prstGeom prst="rect">
                <a:avLst/>
              </a:prstGeom>
              <a:solidFill>
                <a:srgbClr val="EDE2CF"/>
              </a:solidFill>
              <a:ln>
                <a:noFill/>
              </a:ln>
            </p:spPr>
            <p:style>
              <a:lnRef idx="2">
                <a:srgbClr val="84ACB6">
                  <a:shade val="50000"/>
                </a:srgbClr>
              </a:lnRef>
              <a:fillRef idx="1">
                <a:srgbClr val="84ACB6"/>
              </a:fillRef>
              <a:effectRef idx="0">
                <a:srgbClr val="84ACB6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文悦古典明朝体 (非商业使用) W5" pitchFamily="50" charset="-122"/>
                  <a:ea typeface="文悦古典明朝体 (非商业使用) W5" pitchFamily="50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 rot="5400000">
                <a:off x="1706880" y="1442720"/>
                <a:ext cx="1838960" cy="132080"/>
              </a:xfrm>
              <a:prstGeom prst="rect">
                <a:avLst/>
              </a:prstGeom>
              <a:solidFill>
                <a:srgbClr val="EDE2CF"/>
              </a:solidFill>
              <a:ln>
                <a:noFill/>
              </a:ln>
            </p:spPr>
            <p:style>
              <a:lnRef idx="2">
                <a:srgbClr val="84ACB6">
                  <a:shade val="50000"/>
                </a:srgbClr>
              </a:lnRef>
              <a:fillRef idx="1">
                <a:srgbClr val="84ACB6"/>
              </a:fillRef>
              <a:effectRef idx="0">
                <a:srgbClr val="84ACB6"/>
              </a:effectRef>
              <a:fontRef idx="minor">
                <a:sysClr val="window" lastClr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文悦古典明朝体 (非商业使用) W5" pitchFamily="50" charset="-122"/>
                  <a:ea typeface="文悦古典明朝体 (非商业使用) W5" pitchFamily="50" charset="-122"/>
                </a:endParaRPr>
              </a:p>
            </p:txBody>
          </p:sp>
        </p:grpSp>
        <p:sp>
          <p:nvSpPr>
            <p:cNvPr id="28" name="矩形 27"/>
            <p:cNvSpPr/>
            <p:nvPr/>
          </p:nvSpPr>
          <p:spPr>
            <a:xfrm>
              <a:off x="7258072" y="939800"/>
              <a:ext cx="3329114" cy="4978400"/>
            </a:xfrm>
            <a:prstGeom prst="rect">
              <a:avLst/>
            </a:prstGeom>
            <a:noFill/>
            <a:ln w="3175">
              <a:solidFill>
                <a:sysClr val="window" lastClr="FFFFFF"/>
              </a:solidFill>
            </a:ln>
          </p:spPr>
          <p:style>
            <a:lnRef idx="2">
              <a:srgbClr val="84ACB6">
                <a:shade val="50000"/>
              </a:srgbClr>
            </a:lnRef>
            <a:fillRef idx="1">
              <a:srgbClr val="84ACB6"/>
            </a:fillRef>
            <a:effectRef idx="0">
              <a:srgbClr val="84ACB6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文悦古典明朝体 (非商业使用) W5" pitchFamily="50" charset="-122"/>
                <a:ea typeface="文悦古典明朝体 (非商业使用) W5" pitchFamily="50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1488339" y="2103104"/>
              <a:ext cx="5294233" cy="2655632"/>
              <a:chOff x="1488339" y="2143744"/>
              <a:chExt cx="5294233" cy="2655632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1488339" y="2143744"/>
                <a:ext cx="2509520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spc="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输入标题</a:t>
                </a:r>
                <a:endParaRPr lang="zh-CN" altLang="en-US" sz="3200" spc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491966" y="2825887"/>
                <a:ext cx="5290606" cy="1973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点击这里输入您的文字内容，您可以对字体及其格式做一定调整。点击这里输入您的文字内容，您可以对字体及其格式做一定调整。点击这里输入您的文字内容，您可以对字体及其格式做一定调整。</a:t>
                </a:r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endParaRPr>
              </a:p>
            </p:txBody>
          </p:sp>
        </p:grp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flipV="1">
            <a:off x="4088765" y="5231765"/>
            <a:ext cx="1877695" cy="1512570"/>
          </a:xfrm>
          <a:prstGeom prst="rect">
            <a:avLst/>
          </a:prstGeom>
          <a:blipFill rotWithShape="1">
            <a:blip r:embed="rId1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rot="16200000" flipH="1">
            <a:off x="1000760" y="1912620"/>
            <a:ext cx="3841115" cy="31972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087495" y="123825"/>
            <a:ext cx="1880235" cy="1224915"/>
          </a:xfrm>
          <a:prstGeom prst="rect">
            <a:avLst/>
          </a:prstGeom>
          <a:blipFill rotWithShape="0">
            <a:blip r:embed="rId3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130" y="123825"/>
            <a:ext cx="1878965" cy="66103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18350" y="2957830"/>
            <a:ext cx="377507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inpin heiti" panose="00000500000000000000" pitchFamily="2" charset="-122"/>
              </a:rPr>
              <a:t>Page  Three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8350" y="4064635"/>
            <a:ext cx="4757420" cy="929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思源宋体" panose="02020700000000000000" charset="-122"/>
              <a:ea typeface="思源宋体" panose="02020700000000000000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34245" y="2471306"/>
            <a:ext cx="2999740" cy="2646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600" spc="300" dirty="0">
                <a:effectLst>
                  <a:glow rad="38100">
                    <a:schemeClr val="bg1">
                      <a:lumMod val="95000"/>
                    </a:schemeClr>
                  </a:glow>
                </a:effectLst>
                <a:latin typeface="字魂138号-霸燃手书" panose="00000500000000000000" charset="-122"/>
                <a:ea typeface="字魂138号-霸燃手书" panose="00000500000000000000" charset="-122"/>
                <a:sym typeface="inpin heiti" panose="00000500000000000000" pitchFamily="2" charset="-122"/>
              </a:rPr>
              <a:t> </a:t>
            </a:r>
            <a:r>
              <a:rPr lang="zh-CN" altLang="en-US" sz="16600" spc="300" dirty="0">
                <a:effectLst>
                  <a:glow rad="38100">
                    <a:schemeClr val="bg1">
                      <a:lumMod val="95000"/>
                    </a:schemeClr>
                  </a:glow>
                </a:effectLst>
                <a:latin typeface="字魂138号-霸燃手书" panose="00000500000000000000" charset="-122"/>
                <a:ea typeface="字魂138号-霸燃手书" panose="00000500000000000000" charset="-122"/>
                <a:sym typeface="inpin heiti" panose="00000500000000000000" pitchFamily="2" charset="-122"/>
              </a:rPr>
              <a:t>叁</a:t>
            </a:r>
            <a:endParaRPr lang="zh-CN" altLang="en-US" sz="16600" spc="300" dirty="0">
              <a:effectLst>
                <a:glow rad="38100">
                  <a:schemeClr val="bg1">
                    <a:lumMod val="95000"/>
                  </a:schemeClr>
                </a:glow>
              </a:effectLst>
              <a:latin typeface="字魂138号-霸燃手书" panose="00000500000000000000" charset="-122"/>
              <a:ea typeface="字魂138号-霸燃手书" panose="00000500000000000000" charset="-122"/>
              <a:sym typeface="inpin heiti" panose="00000500000000000000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15" grpId="0"/>
      <p:bldP spid="4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76555" y="1116965"/>
            <a:ext cx="11389995" cy="4617720"/>
            <a:chOff x="593" y="1759"/>
            <a:chExt cx="17937" cy="7272"/>
          </a:xfrm>
        </p:grpSpPr>
        <p:sp>
          <p:nvSpPr>
            <p:cNvPr id="9" name="矩形 8"/>
            <p:cNvSpPr/>
            <p:nvPr/>
          </p:nvSpPr>
          <p:spPr>
            <a:xfrm>
              <a:off x="6274" y="2859"/>
              <a:ext cx="5897" cy="5061"/>
            </a:xfrm>
            <a:prstGeom prst="rect">
              <a:avLst/>
            </a:prstGeom>
            <a:solidFill>
              <a:srgbClr val="EDE2CF"/>
            </a:solidFill>
            <a:ln>
              <a:noFill/>
            </a:ln>
            <a:effectLst>
              <a:softEdge rad="25400"/>
            </a:effectLst>
          </p:spPr>
          <p:style>
            <a:lnRef idx="2">
              <a:srgbClr val="84ACB6">
                <a:shade val="50000"/>
              </a:srgbClr>
            </a:lnRef>
            <a:fillRef idx="1">
              <a:srgbClr val="84ACB6"/>
            </a:fillRef>
            <a:effectRef idx="0">
              <a:srgbClr val="84ACB6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文悦古典明朝体 (非商业使用) W5" pitchFamily="50" charset="-122"/>
                <a:ea typeface="文悦古典明朝体 (非商业使用) W5" pitchFamily="50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7543" y="4054"/>
              <a:ext cx="3246" cy="2730"/>
              <a:chOff x="2730533" y="1163394"/>
              <a:chExt cx="2061395" cy="173372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3131830" y="1177342"/>
                <a:ext cx="1660098" cy="1719776"/>
              </a:xfrm>
              <a:prstGeom prst="rect">
                <a:avLst/>
              </a:prstGeom>
            </p:spPr>
            <p:txBody>
              <a:bodyPr vert="eaVert" wrap="square">
                <a:spAutoFit/>
              </a:bodyPr>
              <a:lstStyle/>
              <a:p>
                <a:pPr algn="dist"/>
                <a:r>
                  <a:rPr lang="zh-CN" altLang="en-US" sz="4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输入标题</a:t>
                </a:r>
                <a:endParaRPr lang="zh-CN" altLang="en-US" sz="4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 rot="5400000">
                <a:off x="2069992" y="1823935"/>
                <a:ext cx="1719775" cy="3986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/>
                <a:r>
                  <a:rPr lang="en-US" sz="2000" dirty="0">
                    <a:solidFill>
                      <a:srgbClr val="848486"/>
                    </a:solidFill>
                    <a:latin typeface="文悦古典明朝体 (非商业使用) W5" pitchFamily="50" charset="-122"/>
                    <a:ea typeface="文悦古典明朝体 (非商业使用) W5" pitchFamily="50" charset="-122"/>
                    <a:cs typeface="TypeLand KhangXi Dict Trial" charset="0"/>
                    <a:sym typeface="Source Han Sans CN" charset="0"/>
                  </a:rPr>
                  <a:t>BRST FRENFS</a:t>
                </a:r>
                <a:endParaRPr lang="en-US" sz="2000" dirty="0">
                  <a:solidFill>
                    <a:srgbClr val="848486"/>
                  </a:solidFill>
                  <a:latin typeface="文悦古典明朝体 (非商业使用) W5" pitchFamily="50" charset="-122"/>
                  <a:ea typeface="文悦古典明朝体 (非商业使用) W5" pitchFamily="50" charset="-122"/>
                  <a:cs typeface="TypeLand KhangXi Dict Trial" charset="0"/>
                  <a:sym typeface="Source Han Sans CN" charset="0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593" y="1759"/>
              <a:ext cx="8060" cy="8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zh-CN" altLang="en-US" sz="12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rPr>
                <a:t>秦淮河的水是碧阴阴的我们初上船的时候，天色还未断黑；看起来厚而不腻，或者是六朝金粉所凝么？</a:t>
              </a:r>
              <a:endParaRPr lang="zh-CN" altLang="en-US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8742" y="8236"/>
              <a:ext cx="3591" cy="628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dist"/>
              <a:r>
                <a:rPr lang="en-US" altLang="zh-CN" sz="2000" dirty="0">
                  <a:solidFill>
                    <a:srgbClr val="23303F"/>
                  </a:solidFill>
                  <a:latin typeface="思源宋体" panose="02020700000000000000" charset="-122"/>
                  <a:ea typeface="思源宋体" panose="02020700000000000000" charset="-122"/>
                </a:rPr>
                <a:t>【</a:t>
              </a:r>
              <a:r>
                <a:rPr lang="zh-CN" altLang="en-US" sz="2000" dirty="0">
                  <a:solidFill>
                    <a:srgbClr val="23303F"/>
                  </a:solidFill>
                  <a:latin typeface="思源宋体" panose="02020700000000000000" charset="-122"/>
                  <a:ea typeface="思源宋体" panose="02020700000000000000" charset="-122"/>
                </a:rPr>
                <a:t>非子非鱼</a:t>
              </a:r>
              <a:r>
                <a:rPr lang="en-US" altLang="zh-CN" sz="2000" dirty="0">
                  <a:solidFill>
                    <a:srgbClr val="23303F"/>
                  </a:solidFill>
                  <a:latin typeface="思源宋体" panose="02020700000000000000" charset="-122"/>
                  <a:ea typeface="思源宋体" panose="02020700000000000000" charset="-122"/>
                </a:rPr>
                <a:t>】</a:t>
              </a:r>
              <a:endParaRPr lang="zh-CN" altLang="en-US" sz="2000" dirty="0">
                <a:solidFill>
                  <a:srgbClr val="23303F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2807" y="2624"/>
              <a:ext cx="5723" cy="6407"/>
            </a:xfrm>
            <a:prstGeom prst="rect">
              <a:avLst/>
            </a:prstGeom>
          </p:spPr>
          <p:txBody>
            <a:bodyPr vert="eaVert" wrap="square">
              <a:spAutoFit/>
            </a:bodyPr>
            <a:lstStyle/>
            <a:p>
              <a:pPr algn="just">
                <a:lnSpc>
                  <a:spcPct val="229000"/>
                </a:lnSpc>
              </a:pPr>
              <a:endParaRPr lang="en-US" altLang="zh-CN" sz="14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  <a:p>
              <a:pPr algn="just">
                <a:lnSpc>
                  <a:spcPct val="229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+mn-ea"/>
                </a:rPr>
                <a:t>点击这里输入您的文字内容，您可以对字体及其格式做一定调整。点击这里输入您的文字内容，您可以对字体及其格式做一定调整。点击这里输入您的文字内容，您可以对字体及其格式做一定调整。</a:t>
              </a:r>
              <a:endPara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  <a:p>
              <a:pPr algn="just">
                <a:lnSpc>
                  <a:spcPct val="229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+mn-ea"/>
                </a:rPr>
                <a:t>点击这里输入您的文字内容，您可以对字体及其格式做一定调整。点击这里输入您的文字内容</a:t>
              </a:r>
              <a:r>
                <a:rPr lang="zh-CN" altLang="en-US" sz="14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rPr>
                <a:t>。</a:t>
              </a:r>
              <a:endParaRPr lang="zh-CN" altLang="en-US" sz="14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email"/>
            <a:stretch>
              <a:fillRect/>
            </a:stretch>
          </p:blipFill>
          <p:spPr>
            <a:xfrm>
              <a:off x="593" y="2928"/>
              <a:ext cx="5710" cy="4934"/>
            </a:xfrm>
            <a:prstGeom prst="rect">
              <a:avLst/>
            </a:prstGeom>
          </p:spPr>
        </p:pic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20650" y="539723"/>
            <a:ext cx="5516650" cy="5721377"/>
            <a:chOff x="1292" y="850"/>
            <a:chExt cx="8688" cy="9010"/>
          </a:xfrm>
        </p:grpSpPr>
        <p:grpSp>
          <p:nvGrpSpPr>
            <p:cNvPr id="3" name="组合 2"/>
            <p:cNvGrpSpPr/>
            <p:nvPr/>
          </p:nvGrpSpPr>
          <p:grpSpPr>
            <a:xfrm>
              <a:off x="1292" y="850"/>
              <a:ext cx="2004" cy="4727"/>
              <a:chOff x="1711233" y="1084915"/>
              <a:chExt cx="1272302" cy="3001749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711233" y="1084942"/>
                <a:ext cx="921195" cy="3001722"/>
              </a:xfrm>
              <a:prstGeom prst="rect">
                <a:avLst/>
              </a:prstGeom>
            </p:spPr>
            <p:txBody>
              <a:bodyPr vert="eaVert" wrap="square">
                <a:spAutoFit/>
              </a:bodyPr>
              <a:lstStyle/>
              <a:p>
                <a:pPr algn="dist"/>
                <a:r>
                  <a:rPr lang="zh-CN" altLang="en-US" sz="4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非子非鱼</a:t>
                </a:r>
                <a:endParaRPr lang="zh-CN" altLang="en-US" sz="4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 rot="5400000">
                <a:off x="1573180" y="2144138"/>
                <a:ext cx="2469578" cy="3511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/>
                <a:r>
                  <a:rPr lang="en-US" altLang="zh-CN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  <a:cs typeface="TypeLand KhangXi Dict Trial" charset="0"/>
                    <a:sym typeface="Source Han Sans CN" charset="0"/>
                  </a:rPr>
                  <a:t>BEST FRENDS</a:t>
                </a:r>
                <a:endPara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cs typeface="TypeLand KhangXi Dict Trial" charset="0"/>
                  <a:sym typeface="Source Han Sans CN" charset="0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3311" y="4032"/>
              <a:ext cx="6669" cy="1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请替换文字内容，修改文字内容，也可以直接复制你的内容到此。请替换文字内容，修改文字内容，也可以直接复制你的内容到此。</a:t>
              </a:r>
              <a:endParaRPr lang="zh-CN" altLang="en-US" sz="14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1410" y="6977"/>
              <a:ext cx="8470" cy="1066"/>
              <a:chOff x="895045" y="4430475"/>
              <a:chExt cx="5378534" cy="676821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2039075" y="4430475"/>
                <a:ext cx="4234504" cy="6768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  <a:sym typeface="Arial" panose="020B0604020202020204" pitchFamily="34" charset="0"/>
                  </a:rPr>
                  <a:t>请替换文字内容，修改文字内容，也可以直接复制你的内容到此。请替换文字内容，</a:t>
                </a:r>
                <a:endParaRPr lang="zh-CN" altLang="en-US" sz="14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95045" y="4519249"/>
                <a:ext cx="1029171" cy="523220"/>
              </a:xfrm>
              <a:prstGeom prst="rect">
                <a:avLst/>
              </a:prstGeom>
            </p:spPr>
            <p:txBody>
              <a:bodyPr vert="horz" wrap="square">
                <a:spAutoFit/>
              </a:bodyPr>
              <a:lstStyle/>
              <a:p>
                <a:pPr algn="dist"/>
                <a:r>
                  <a:rPr lang="en-US" altLang="zh-CN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【</a:t>
                </a:r>
                <a:r>
                  <a:rPr lang="zh-CN" altLang="en-US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一</a:t>
                </a:r>
                <a:r>
                  <a:rPr lang="en-US" altLang="zh-CN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】</a:t>
                </a:r>
                <a:endPara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1410" y="8699"/>
              <a:ext cx="8470" cy="1161"/>
              <a:chOff x="895045" y="4430475"/>
              <a:chExt cx="5378534" cy="73695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2039075" y="4430475"/>
                <a:ext cx="4234504" cy="7369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  <a:sym typeface="Arial" panose="020B0604020202020204" pitchFamily="34" charset="0"/>
                  </a:rPr>
                  <a:t>请替换文字内容，修改文字内容，也可以直接复制你的内容到此。请替换文字内容，</a:t>
                </a:r>
                <a:endParaRPr lang="zh-CN" altLang="en-US" sz="1400" spc="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895045" y="4519249"/>
                <a:ext cx="1029171" cy="523220"/>
              </a:xfrm>
              <a:prstGeom prst="rect">
                <a:avLst/>
              </a:prstGeom>
            </p:spPr>
            <p:txBody>
              <a:bodyPr vert="horz" wrap="square">
                <a:spAutoFit/>
              </a:bodyPr>
              <a:lstStyle/>
              <a:p>
                <a:pPr algn="dist"/>
                <a:r>
                  <a:rPr lang="en-US" altLang="zh-CN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【</a:t>
                </a:r>
                <a:r>
                  <a:rPr lang="zh-CN" altLang="en-US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二</a:t>
                </a:r>
                <a:r>
                  <a:rPr lang="en-US" altLang="zh-CN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" panose="02020700000000000000" charset="-122"/>
                    <a:ea typeface="思源宋体" panose="02020700000000000000" charset="-122"/>
                  </a:rPr>
                  <a:t>】</a:t>
                </a:r>
                <a:endParaRPr lang="en-US" altLang="zh-CN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</a:endParaRPr>
              </a:p>
            </p:txBody>
          </p:sp>
        </p:grp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7317740" y="1007745"/>
            <a:ext cx="3557905" cy="52533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0000" r="95000">
                        <a14:foregroundMark x1="17045" y1="45000" x2="24091" y2="47045"/>
                        <a14:foregroundMark x1="22500" y1="42727" x2="21364" y2="47045"/>
                        <a14:foregroundMark x1="40227" y1="30227" x2="43182" y2="32727"/>
                        <a14:foregroundMark x1="65227" y1="46818" x2="59091" y2="52955"/>
                        <a14:foregroundMark x1="65227" y1="35909" x2="64773" y2="36364"/>
                        <a14:foregroundMark x1="55909" y1="50000" x2="57500" y2="50000"/>
                        <a14:foregroundMark x1="61818" y1="48409" x2="60682" y2="47727"/>
                        <a14:foregroundMark x1="65227" y1="36591" x2="62955" y2="41136"/>
                        <a14:foregroundMark x1="63182" y1="41591" x2="57500" y2="49773"/>
                        <a14:foregroundMark x1="59545" y1="49773" x2="56591" y2="56818"/>
                        <a14:foregroundMark x1="42955" y1="55000" x2="42500" y2="65682"/>
                        <a14:foregroundMark x1="42500" y1="66818" x2="37273" y2="80455"/>
                        <a14:foregroundMark x1="37045" y1="80682" x2="27273" y2="96818"/>
                        <a14:foregroundMark x1="33636" y1="92045" x2="28864" y2="94091"/>
                        <a14:foregroundMark x1="33182" y1="87727" x2="33864" y2="91136"/>
                        <a14:foregroundMark x1="22500" y1="89318" x2="25909" y2="93182"/>
                        <a14:foregroundMark x1="25227" y1="89318" x2="23182" y2="88864"/>
                        <a14:foregroundMark x1="20682" y1="93636" x2="24545" y2="92955"/>
                        <a14:foregroundMark x1="20909" y1="93409" x2="19773" y2="92500"/>
                        <a14:foregroundMark x1="35227" y1="90909" x2="32500" y2="90455"/>
                        <a14:foregroundMark x1="34773" y1="89318" x2="34318" y2="89318"/>
                        <a14:foregroundMark x1="73636" y1="26364" x2="70682" y2="24091"/>
                        <a14:foregroundMark x1="71818" y1="8182" x2="65000" y2="12045"/>
                        <a14:foregroundMark x1="80000" y1="3409" x2="77500" y2="13636"/>
                        <a14:foregroundMark x1="55909" y1="23409" x2="58636" y2="26591"/>
                        <a14:foregroundMark x1="38864" y1="28636" x2="40000" y2="30682"/>
                        <a14:foregroundMark x1="57273" y1="26818" x2="45909" y2="26818"/>
                        <a14:foregroundMark x1="52273" y1="27045" x2="49091" y2="29773"/>
                        <a14:foregroundMark x1="54091" y1="33864" x2="40682" y2="58182"/>
                        <a14:foregroundMark x1="40682" y1="57955" x2="27273" y2="76364"/>
                        <a14:foregroundMark x1="26364" y1="72500" x2="24773" y2="75000"/>
                        <a14:foregroundMark x1="27727" y1="76136" x2="25227" y2="78409"/>
                        <a14:foregroundMark x1="40455" y1="41364" x2="39091" y2="43409"/>
                        <a14:foregroundMark x1="40000" y1="40227" x2="40227" y2="41364"/>
                        <a14:foregroundMark x1="70455" y1="30682" x2="51818" y2="42273"/>
                        <a14:foregroundMark x1="51364" y1="42500" x2="13636" y2="52045"/>
                        <a14:backgroundMark x1="42045" y1="57273" x2="39318" y2="64318"/>
                        <a14:backgroundMark x1="62955" y1="44545" x2="57273" y2="50455"/>
                        <a14:backgroundMark x1="46364" y1="44545" x2="43409" y2="46591"/>
                        <a14:backgroundMark x1="47727" y1="44318" x2="46136" y2="45455"/>
                        <a14:backgroundMark x1="50227" y1="27500" x2="49318" y2="275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01124" y="966"/>
            <a:ext cx="4191000" cy="4191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97180" y="4822190"/>
            <a:ext cx="11894820" cy="937260"/>
          </a:xfrm>
          <a:prstGeom prst="rect">
            <a:avLst/>
          </a:prstGeom>
          <a:solidFill>
            <a:srgbClr val="EDE2CF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思源宋体" panose="02020700000000000000" charset="-122"/>
              <a:ea typeface="思源宋体" panose="02020700000000000000" charset="-122"/>
              <a:sym typeface="inpin heiti" panose="00000500000000000000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764915" y="2335530"/>
            <a:ext cx="7749540" cy="2220595"/>
            <a:chOff x="5674" y="2301"/>
            <a:chExt cx="12204" cy="3497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16200000">
              <a:off x="7062" y="1084"/>
              <a:ext cx="3128" cy="5561"/>
            </a:xfrm>
            <a:prstGeom prst="rect">
              <a:avLst/>
            </a:prstGeom>
          </p:spPr>
        </p:pic>
        <p:sp>
          <p:nvSpPr>
            <p:cNvPr id="26" name="Rectangle 61"/>
            <p:cNvSpPr/>
            <p:nvPr/>
          </p:nvSpPr>
          <p:spPr>
            <a:xfrm>
              <a:off x="6062" y="3223"/>
              <a:ext cx="5185" cy="25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请替换文字内容，修改文字内容，也可以直接复制你的内容到此。请替换文字内容，请替换文字内容，修改文字内容，也可以直接复制你的内容到此。请替换文字内容，</a:t>
              </a:r>
              <a:endParaRPr lang="zh-CN" altLang="en-US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  <a:p>
              <a:pPr lvl="0">
                <a:lnSpc>
                  <a:spcPct val="150000"/>
                </a:lnSpc>
              </a:pP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6043" y="2611"/>
              <a:ext cx="3522" cy="6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这里添加您的标题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674" y="2770"/>
              <a:ext cx="177" cy="1969"/>
            </a:xfrm>
            <a:prstGeom prst="rect">
              <a:avLst/>
            </a:prstGeom>
            <a:solidFill>
              <a:srgbClr val="EDE2C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16200000">
              <a:off x="13533" y="1084"/>
              <a:ext cx="3128" cy="5561"/>
            </a:xfrm>
            <a:prstGeom prst="rect">
              <a:avLst/>
            </a:prstGeom>
          </p:spPr>
        </p:pic>
        <p:sp>
          <p:nvSpPr>
            <p:cNvPr id="30" name="Rectangle 61"/>
            <p:cNvSpPr/>
            <p:nvPr/>
          </p:nvSpPr>
          <p:spPr>
            <a:xfrm>
              <a:off x="12532" y="3223"/>
              <a:ext cx="5185" cy="2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请替换文字内容，修改文字内容，也可以直接复制你的内容到此。请替换文字内容，请替换文字内容，修改文字内容，也可以直接复制你的内容到此。请替换文字内容，</a:t>
              </a:r>
              <a:endParaRPr lang="zh-CN" altLang="en-US" sz="12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  <a:p>
              <a:pPr lvl="0">
                <a:lnSpc>
                  <a:spcPct val="150000"/>
                </a:lnSpc>
              </a:pP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2514" y="2611"/>
              <a:ext cx="3522" cy="6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这里添加您的标题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2145" y="2770"/>
              <a:ext cx="177" cy="1969"/>
            </a:xfrm>
            <a:prstGeom prst="rect">
              <a:avLst/>
            </a:prstGeom>
            <a:solidFill>
              <a:srgbClr val="EDE2C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297815" y="171450"/>
            <a:ext cx="2928620" cy="561086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551170" y="5229860"/>
            <a:ext cx="2280285" cy="398780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dist"/>
            <a:r>
              <a:rPr lang="en-US" altLang="zh-CN" sz="2000" dirty="0">
                <a:solidFill>
                  <a:srgbClr val="23303F"/>
                </a:solidFill>
                <a:latin typeface="思源宋体" panose="02020700000000000000" charset="-122"/>
                <a:ea typeface="思源宋体" panose="02020700000000000000" charset="-122"/>
              </a:rPr>
              <a:t>【</a:t>
            </a:r>
            <a:r>
              <a:rPr lang="zh-CN" altLang="en-US" sz="2000" dirty="0">
                <a:solidFill>
                  <a:srgbClr val="23303F"/>
                </a:solidFill>
                <a:latin typeface="思源宋体" panose="02020700000000000000" charset="-122"/>
                <a:ea typeface="思源宋体" panose="02020700000000000000" charset="-122"/>
              </a:rPr>
              <a:t>非子非鱼</a:t>
            </a:r>
            <a:r>
              <a:rPr lang="en-US" altLang="zh-CN" sz="2000" dirty="0">
                <a:solidFill>
                  <a:srgbClr val="23303F"/>
                </a:solidFill>
                <a:latin typeface="思源宋体" panose="02020700000000000000" charset="-122"/>
                <a:ea typeface="思源宋体" panose="02020700000000000000" charset="-122"/>
              </a:rPr>
              <a:t>】</a:t>
            </a:r>
            <a:endParaRPr lang="zh-CN" altLang="en-US" sz="2000" dirty="0">
              <a:solidFill>
                <a:srgbClr val="23303F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flipV="1">
            <a:off x="4088765" y="5231765"/>
            <a:ext cx="1877695" cy="1512570"/>
          </a:xfrm>
          <a:prstGeom prst="rect">
            <a:avLst/>
          </a:prstGeom>
          <a:blipFill rotWithShape="1">
            <a:blip r:embed="rId1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rot="16200000" flipH="1">
            <a:off x="1000760" y="1912620"/>
            <a:ext cx="3841115" cy="31972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087495" y="123825"/>
            <a:ext cx="1880235" cy="1224915"/>
          </a:xfrm>
          <a:prstGeom prst="rect">
            <a:avLst/>
          </a:prstGeom>
          <a:blipFill rotWithShape="0">
            <a:blip r:embed="rId3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130" y="123825"/>
            <a:ext cx="1878965" cy="661035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118350" y="2957830"/>
            <a:ext cx="377507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inpin heiti" panose="00000500000000000000" pitchFamily="2" charset="-122"/>
              </a:rPr>
              <a:t>Page  four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sym typeface="inpin heiti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8350" y="4064635"/>
            <a:ext cx="4757420" cy="929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思源宋体" panose="02020700000000000000" charset="-122"/>
              <a:ea typeface="思源宋体" panose="02020700000000000000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34245" y="2471306"/>
            <a:ext cx="2999740" cy="2646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600" spc="300" dirty="0">
                <a:effectLst>
                  <a:glow rad="38100">
                    <a:schemeClr val="bg1">
                      <a:lumMod val="95000"/>
                    </a:schemeClr>
                  </a:glow>
                </a:effectLst>
                <a:latin typeface="字魂138号-霸燃手书" panose="00000500000000000000" charset="-122"/>
                <a:ea typeface="字魂138号-霸燃手书" panose="00000500000000000000" charset="-122"/>
                <a:sym typeface="inpin heiti" panose="00000500000000000000" pitchFamily="2" charset="-122"/>
              </a:rPr>
              <a:t> </a:t>
            </a:r>
            <a:r>
              <a:rPr lang="zh-CN" altLang="en-US" sz="16600" spc="300" dirty="0">
                <a:effectLst>
                  <a:glow rad="38100">
                    <a:schemeClr val="bg1">
                      <a:lumMod val="95000"/>
                    </a:schemeClr>
                  </a:glow>
                </a:effectLst>
                <a:latin typeface="字魂138号-霸燃手书" panose="00000500000000000000" charset="-122"/>
                <a:ea typeface="字魂138号-霸燃手书" panose="00000500000000000000" charset="-122"/>
                <a:sym typeface="inpin heiti" panose="00000500000000000000" pitchFamily="2" charset="-122"/>
              </a:rPr>
              <a:t>肆</a:t>
            </a:r>
            <a:endParaRPr lang="zh-CN" altLang="en-US" sz="16600" spc="300" dirty="0">
              <a:effectLst>
                <a:glow rad="38100">
                  <a:schemeClr val="bg1">
                    <a:lumMod val="95000"/>
                  </a:schemeClr>
                </a:glow>
              </a:effectLst>
              <a:latin typeface="字魂138号-霸燃手书" panose="00000500000000000000" charset="-122"/>
              <a:ea typeface="字魂138号-霸燃手书" panose="00000500000000000000" charset="-122"/>
              <a:sym typeface="inpin heiti" panose="00000500000000000000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15" grpId="0"/>
      <p:bldP spid="4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占位符 38"/>
          <p:cNvPicPr>
            <a:picLocks noGrp="1"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2829026" y="1468882"/>
            <a:ext cx="1685824" cy="1710238"/>
          </a:xfrm>
          <a:custGeom>
            <a:avLst/>
            <a:gdLst>
              <a:gd name="connsiteX0" fmla="*/ 1041400 w 2082800"/>
              <a:gd name="connsiteY0" fmla="*/ 0 h 2112963"/>
              <a:gd name="connsiteX1" fmla="*/ 1263338 w 2082800"/>
              <a:gd name="connsiteY1" fmla="*/ 179644 h 2112963"/>
              <a:gd name="connsiteX2" fmla="*/ 1545028 w 2082800"/>
              <a:gd name="connsiteY2" fmla="*/ 521825 h 2112963"/>
              <a:gd name="connsiteX3" fmla="*/ 1766966 w 2082800"/>
              <a:gd name="connsiteY3" fmla="*/ 650143 h 2112963"/>
              <a:gd name="connsiteX4" fmla="*/ 2082800 w 2082800"/>
              <a:gd name="connsiteY4" fmla="*/ 1060759 h 2112963"/>
              <a:gd name="connsiteX5" fmla="*/ 1766966 w 2082800"/>
              <a:gd name="connsiteY5" fmla="*/ 1462821 h 2112963"/>
              <a:gd name="connsiteX6" fmla="*/ 1545028 w 2082800"/>
              <a:gd name="connsiteY6" fmla="*/ 1591138 h 2112963"/>
              <a:gd name="connsiteX7" fmla="*/ 1263338 w 2082800"/>
              <a:gd name="connsiteY7" fmla="*/ 1933319 h 2112963"/>
              <a:gd name="connsiteX8" fmla="*/ 1041400 w 2082800"/>
              <a:gd name="connsiteY8" fmla="*/ 2112963 h 2112963"/>
              <a:gd name="connsiteX9" fmla="*/ 819463 w 2082800"/>
              <a:gd name="connsiteY9" fmla="*/ 1933319 h 2112963"/>
              <a:gd name="connsiteX10" fmla="*/ 537772 w 2082800"/>
              <a:gd name="connsiteY10" fmla="*/ 1591138 h 2112963"/>
              <a:gd name="connsiteX11" fmla="*/ 315834 w 2082800"/>
              <a:gd name="connsiteY11" fmla="*/ 1462821 h 2112963"/>
              <a:gd name="connsiteX12" fmla="*/ 0 w 2082800"/>
              <a:gd name="connsiteY12" fmla="*/ 1060759 h 2112963"/>
              <a:gd name="connsiteX13" fmla="*/ 315834 w 2082800"/>
              <a:gd name="connsiteY13" fmla="*/ 650143 h 2112963"/>
              <a:gd name="connsiteX14" fmla="*/ 537772 w 2082800"/>
              <a:gd name="connsiteY14" fmla="*/ 521825 h 2112963"/>
              <a:gd name="connsiteX15" fmla="*/ 819463 w 2082800"/>
              <a:gd name="connsiteY15" fmla="*/ 179644 h 2112963"/>
              <a:gd name="connsiteX16" fmla="*/ 1041400 w 2082800"/>
              <a:gd name="connsiteY16" fmla="*/ 0 h 211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82800" h="2112963">
                <a:moveTo>
                  <a:pt x="1041400" y="0"/>
                </a:moveTo>
                <a:cubicBezTo>
                  <a:pt x="1058472" y="85545"/>
                  <a:pt x="1032864" y="34218"/>
                  <a:pt x="1263338" y="179644"/>
                </a:cubicBezTo>
                <a:cubicBezTo>
                  <a:pt x="1485276" y="325071"/>
                  <a:pt x="1545028" y="521825"/>
                  <a:pt x="1545028" y="521825"/>
                </a:cubicBezTo>
                <a:cubicBezTo>
                  <a:pt x="1545028" y="521825"/>
                  <a:pt x="1673069" y="521825"/>
                  <a:pt x="1766966" y="650143"/>
                </a:cubicBezTo>
                <a:cubicBezTo>
                  <a:pt x="1852326" y="778460"/>
                  <a:pt x="1920615" y="975214"/>
                  <a:pt x="2082800" y="1060759"/>
                </a:cubicBezTo>
                <a:cubicBezTo>
                  <a:pt x="1920615" y="1137749"/>
                  <a:pt x="1852326" y="1334503"/>
                  <a:pt x="1766966" y="1462821"/>
                </a:cubicBezTo>
                <a:cubicBezTo>
                  <a:pt x="1673069" y="1591138"/>
                  <a:pt x="1545028" y="1591138"/>
                  <a:pt x="1545028" y="1591138"/>
                </a:cubicBezTo>
                <a:cubicBezTo>
                  <a:pt x="1545028" y="1591138"/>
                  <a:pt x="1485276" y="1787892"/>
                  <a:pt x="1263338" y="1933319"/>
                </a:cubicBezTo>
                <a:cubicBezTo>
                  <a:pt x="1032864" y="2078745"/>
                  <a:pt x="1058472" y="2027418"/>
                  <a:pt x="1041400" y="2112963"/>
                </a:cubicBezTo>
                <a:cubicBezTo>
                  <a:pt x="1015792" y="2027418"/>
                  <a:pt x="1041400" y="2078745"/>
                  <a:pt x="819463" y="1933319"/>
                </a:cubicBezTo>
                <a:cubicBezTo>
                  <a:pt x="597525" y="1787892"/>
                  <a:pt x="537772" y="1591138"/>
                  <a:pt x="537772" y="1591138"/>
                </a:cubicBezTo>
                <a:cubicBezTo>
                  <a:pt x="537772" y="1591138"/>
                  <a:pt x="401195" y="1591138"/>
                  <a:pt x="315834" y="1462821"/>
                </a:cubicBezTo>
                <a:cubicBezTo>
                  <a:pt x="230474" y="1334503"/>
                  <a:pt x="162185" y="1137749"/>
                  <a:pt x="0" y="1060759"/>
                </a:cubicBezTo>
                <a:cubicBezTo>
                  <a:pt x="162185" y="975214"/>
                  <a:pt x="230474" y="778460"/>
                  <a:pt x="315834" y="650143"/>
                </a:cubicBezTo>
                <a:cubicBezTo>
                  <a:pt x="401195" y="521825"/>
                  <a:pt x="537772" y="521825"/>
                  <a:pt x="537772" y="521825"/>
                </a:cubicBezTo>
                <a:cubicBezTo>
                  <a:pt x="537772" y="521825"/>
                  <a:pt x="597525" y="325071"/>
                  <a:pt x="819463" y="179644"/>
                </a:cubicBezTo>
                <a:cubicBezTo>
                  <a:pt x="1041400" y="34218"/>
                  <a:pt x="1015792" y="85545"/>
                  <a:pt x="1041400" y="0"/>
                </a:cubicBezTo>
                <a:close/>
              </a:path>
            </a:pathLst>
          </a:custGeom>
        </p:spPr>
      </p:pic>
      <p:pic>
        <p:nvPicPr>
          <p:cNvPr id="43" name="图片占位符 42"/>
          <p:cNvPicPr>
            <a:picLocks noGrp="1"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>
          <a:xfrm>
            <a:off x="2829026" y="3562935"/>
            <a:ext cx="1685824" cy="1710238"/>
          </a:xfrm>
          <a:custGeom>
            <a:avLst/>
            <a:gdLst>
              <a:gd name="connsiteX0" fmla="*/ 1041400 w 2082800"/>
              <a:gd name="connsiteY0" fmla="*/ 0 h 2112963"/>
              <a:gd name="connsiteX1" fmla="*/ 1263338 w 2082800"/>
              <a:gd name="connsiteY1" fmla="*/ 179644 h 2112963"/>
              <a:gd name="connsiteX2" fmla="*/ 1545028 w 2082800"/>
              <a:gd name="connsiteY2" fmla="*/ 521825 h 2112963"/>
              <a:gd name="connsiteX3" fmla="*/ 1766966 w 2082800"/>
              <a:gd name="connsiteY3" fmla="*/ 650143 h 2112963"/>
              <a:gd name="connsiteX4" fmla="*/ 2082800 w 2082800"/>
              <a:gd name="connsiteY4" fmla="*/ 1060759 h 2112963"/>
              <a:gd name="connsiteX5" fmla="*/ 1766966 w 2082800"/>
              <a:gd name="connsiteY5" fmla="*/ 1462821 h 2112963"/>
              <a:gd name="connsiteX6" fmla="*/ 1545028 w 2082800"/>
              <a:gd name="connsiteY6" fmla="*/ 1591138 h 2112963"/>
              <a:gd name="connsiteX7" fmla="*/ 1263338 w 2082800"/>
              <a:gd name="connsiteY7" fmla="*/ 1933319 h 2112963"/>
              <a:gd name="connsiteX8" fmla="*/ 1041400 w 2082800"/>
              <a:gd name="connsiteY8" fmla="*/ 2112963 h 2112963"/>
              <a:gd name="connsiteX9" fmla="*/ 819463 w 2082800"/>
              <a:gd name="connsiteY9" fmla="*/ 1933319 h 2112963"/>
              <a:gd name="connsiteX10" fmla="*/ 537772 w 2082800"/>
              <a:gd name="connsiteY10" fmla="*/ 1591138 h 2112963"/>
              <a:gd name="connsiteX11" fmla="*/ 315834 w 2082800"/>
              <a:gd name="connsiteY11" fmla="*/ 1462821 h 2112963"/>
              <a:gd name="connsiteX12" fmla="*/ 0 w 2082800"/>
              <a:gd name="connsiteY12" fmla="*/ 1060759 h 2112963"/>
              <a:gd name="connsiteX13" fmla="*/ 315834 w 2082800"/>
              <a:gd name="connsiteY13" fmla="*/ 650143 h 2112963"/>
              <a:gd name="connsiteX14" fmla="*/ 537772 w 2082800"/>
              <a:gd name="connsiteY14" fmla="*/ 521825 h 2112963"/>
              <a:gd name="connsiteX15" fmla="*/ 819463 w 2082800"/>
              <a:gd name="connsiteY15" fmla="*/ 179644 h 2112963"/>
              <a:gd name="connsiteX16" fmla="*/ 1041400 w 2082800"/>
              <a:gd name="connsiteY16" fmla="*/ 0 h 211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82800" h="2112963">
                <a:moveTo>
                  <a:pt x="1041400" y="0"/>
                </a:moveTo>
                <a:cubicBezTo>
                  <a:pt x="1058472" y="85545"/>
                  <a:pt x="1032864" y="34218"/>
                  <a:pt x="1263338" y="179644"/>
                </a:cubicBezTo>
                <a:cubicBezTo>
                  <a:pt x="1485276" y="325071"/>
                  <a:pt x="1545028" y="521825"/>
                  <a:pt x="1545028" y="521825"/>
                </a:cubicBezTo>
                <a:cubicBezTo>
                  <a:pt x="1545028" y="521825"/>
                  <a:pt x="1673069" y="521825"/>
                  <a:pt x="1766966" y="650143"/>
                </a:cubicBezTo>
                <a:cubicBezTo>
                  <a:pt x="1852326" y="778460"/>
                  <a:pt x="1920615" y="975214"/>
                  <a:pt x="2082800" y="1060759"/>
                </a:cubicBezTo>
                <a:cubicBezTo>
                  <a:pt x="1920615" y="1137749"/>
                  <a:pt x="1852326" y="1334503"/>
                  <a:pt x="1766966" y="1462821"/>
                </a:cubicBezTo>
                <a:cubicBezTo>
                  <a:pt x="1673069" y="1591138"/>
                  <a:pt x="1545028" y="1591138"/>
                  <a:pt x="1545028" y="1591138"/>
                </a:cubicBezTo>
                <a:cubicBezTo>
                  <a:pt x="1545028" y="1591138"/>
                  <a:pt x="1485276" y="1787892"/>
                  <a:pt x="1263338" y="1933319"/>
                </a:cubicBezTo>
                <a:cubicBezTo>
                  <a:pt x="1032864" y="2078745"/>
                  <a:pt x="1058472" y="2027418"/>
                  <a:pt x="1041400" y="2112963"/>
                </a:cubicBezTo>
                <a:cubicBezTo>
                  <a:pt x="1015792" y="2027418"/>
                  <a:pt x="1041400" y="2078745"/>
                  <a:pt x="819463" y="1933319"/>
                </a:cubicBezTo>
                <a:cubicBezTo>
                  <a:pt x="597525" y="1787892"/>
                  <a:pt x="537772" y="1591138"/>
                  <a:pt x="537772" y="1591138"/>
                </a:cubicBezTo>
                <a:cubicBezTo>
                  <a:pt x="537772" y="1591138"/>
                  <a:pt x="401195" y="1591138"/>
                  <a:pt x="315834" y="1462821"/>
                </a:cubicBezTo>
                <a:cubicBezTo>
                  <a:pt x="230474" y="1334503"/>
                  <a:pt x="162185" y="1137749"/>
                  <a:pt x="0" y="1060759"/>
                </a:cubicBezTo>
                <a:cubicBezTo>
                  <a:pt x="162185" y="975214"/>
                  <a:pt x="230474" y="778460"/>
                  <a:pt x="315834" y="650143"/>
                </a:cubicBezTo>
                <a:cubicBezTo>
                  <a:pt x="401195" y="521825"/>
                  <a:pt x="537772" y="521825"/>
                  <a:pt x="537772" y="521825"/>
                </a:cubicBezTo>
                <a:cubicBezTo>
                  <a:pt x="537772" y="521825"/>
                  <a:pt x="597525" y="325071"/>
                  <a:pt x="819463" y="179644"/>
                </a:cubicBezTo>
                <a:cubicBezTo>
                  <a:pt x="1041400" y="34218"/>
                  <a:pt x="1015792" y="85545"/>
                  <a:pt x="1041400" y="0"/>
                </a:cubicBezTo>
                <a:close/>
              </a:path>
            </a:pathLst>
          </a:custGeom>
        </p:spPr>
      </p:pic>
      <p:pic>
        <p:nvPicPr>
          <p:cNvPr id="37" name="图片占位符 36"/>
          <p:cNvPicPr>
            <a:picLocks noGrp="1"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1833965" y="2521696"/>
            <a:ext cx="1685824" cy="1710238"/>
          </a:xfrm>
          <a:custGeom>
            <a:avLst/>
            <a:gdLst>
              <a:gd name="connsiteX0" fmla="*/ 1041400 w 2082800"/>
              <a:gd name="connsiteY0" fmla="*/ 0 h 2112963"/>
              <a:gd name="connsiteX1" fmla="*/ 1263338 w 2082800"/>
              <a:gd name="connsiteY1" fmla="*/ 179644 h 2112963"/>
              <a:gd name="connsiteX2" fmla="*/ 1545028 w 2082800"/>
              <a:gd name="connsiteY2" fmla="*/ 521825 h 2112963"/>
              <a:gd name="connsiteX3" fmla="*/ 1766966 w 2082800"/>
              <a:gd name="connsiteY3" fmla="*/ 650143 h 2112963"/>
              <a:gd name="connsiteX4" fmla="*/ 2082800 w 2082800"/>
              <a:gd name="connsiteY4" fmla="*/ 1060759 h 2112963"/>
              <a:gd name="connsiteX5" fmla="*/ 1766966 w 2082800"/>
              <a:gd name="connsiteY5" fmla="*/ 1462821 h 2112963"/>
              <a:gd name="connsiteX6" fmla="*/ 1545028 w 2082800"/>
              <a:gd name="connsiteY6" fmla="*/ 1591138 h 2112963"/>
              <a:gd name="connsiteX7" fmla="*/ 1263338 w 2082800"/>
              <a:gd name="connsiteY7" fmla="*/ 1933319 h 2112963"/>
              <a:gd name="connsiteX8" fmla="*/ 1041400 w 2082800"/>
              <a:gd name="connsiteY8" fmla="*/ 2112963 h 2112963"/>
              <a:gd name="connsiteX9" fmla="*/ 819463 w 2082800"/>
              <a:gd name="connsiteY9" fmla="*/ 1933319 h 2112963"/>
              <a:gd name="connsiteX10" fmla="*/ 537772 w 2082800"/>
              <a:gd name="connsiteY10" fmla="*/ 1591138 h 2112963"/>
              <a:gd name="connsiteX11" fmla="*/ 315834 w 2082800"/>
              <a:gd name="connsiteY11" fmla="*/ 1462821 h 2112963"/>
              <a:gd name="connsiteX12" fmla="*/ 0 w 2082800"/>
              <a:gd name="connsiteY12" fmla="*/ 1060759 h 2112963"/>
              <a:gd name="connsiteX13" fmla="*/ 315834 w 2082800"/>
              <a:gd name="connsiteY13" fmla="*/ 650143 h 2112963"/>
              <a:gd name="connsiteX14" fmla="*/ 537772 w 2082800"/>
              <a:gd name="connsiteY14" fmla="*/ 521825 h 2112963"/>
              <a:gd name="connsiteX15" fmla="*/ 819463 w 2082800"/>
              <a:gd name="connsiteY15" fmla="*/ 179644 h 2112963"/>
              <a:gd name="connsiteX16" fmla="*/ 1041400 w 2082800"/>
              <a:gd name="connsiteY16" fmla="*/ 0 h 211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82800" h="2112963">
                <a:moveTo>
                  <a:pt x="1041400" y="0"/>
                </a:moveTo>
                <a:cubicBezTo>
                  <a:pt x="1058472" y="85545"/>
                  <a:pt x="1032864" y="34218"/>
                  <a:pt x="1263338" y="179644"/>
                </a:cubicBezTo>
                <a:cubicBezTo>
                  <a:pt x="1485276" y="325071"/>
                  <a:pt x="1545028" y="521825"/>
                  <a:pt x="1545028" y="521825"/>
                </a:cubicBezTo>
                <a:cubicBezTo>
                  <a:pt x="1545028" y="521825"/>
                  <a:pt x="1673069" y="521825"/>
                  <a:pt x="1766966" y="650143"/>
                </a:cubicBezTo>
                <a:cubicBezTo>
                  <a:pt x="1852326" y="778460"/>
                  <a:pt x="1920615" y="975214"/>
                  <a:pt x="2082800" y="1060759"/>
                </a:cubicBezTo>
                <a:cubicBezTo>
                  <a:pt x="1920615" y="1137749"/>
                  <a:pt x="1852326" y="1334503"/>
                  <a:pt x="1766966" y="1462821"/>
                </a:cubicBezTo>
                <a:cubicBezTo>
                  <a:pt x="1673069" y="1591138"/>
                  <a:pt x="1545028" y="1591138"/>
                  <a:pt x="1545028" y="1591138"/>
                </a:cubicBezTo>
                <a:cubicBezTo>
                  <a:pt x="1545028" y="1591138"/>
                  <a:pt x="1485276" y="1787892"/>
                  <a:pt x="1263338" y="1933319"/>
                </a:cubicBezTo>
                <a:cubicBezTo>
                  <a:pt x="1032864" y="2078745"/>
                  <a:pt x="1058472" y="2027418"/>
                  <a:pt x="1041400" y="2112963"/>
                </a:cubicBezTo>
                <a:cubicBezTo>
                  <a:pt x="1015792" y="2027418"/>
                  <a:pt x="1041400" y="2078745"/>
                  <a:pt x="819463" y="1933319"/>
                </a:cubicBezTo>
                <a:cubicBezTo>
                  <a:pt x="597525" y="1787892"/>
                  <a:pt x="537772" y="1591138"/>
                  <a:pt x="537772" y="1591138"/>
                </a:cubicBezTo>
                <a:cubicBezTo>
                  <a:pt x="537772" y="1591138"/>
                  <a:pt x="401195" y="1591138"/>
                  <a:pt x="315834" y="1462821"/>
                </a:cubicBezTo>
                <a:cubicBezTo>
                  <a:pt x="230474" y="1334503"/>
                  <a:pt x="162185" y="1137749"/>
                  <a:pt x="0" y="1060759"/>
                </a:cubicBezTo>
                <a:cubicBezTo>
                  <a:pt x="162185" y="975214"/>
                  <a:pt x="230474" y="778460"/>
                  <a:pt x="315834" y="650143"/>
                </a:cubicBezTo>
                <a:cubicBezTo>
                  <a:pt x="401195" y="521825"/>
                  <a:pt x="537772" y="521825"/>
                  <a:pt x="537772" y="521825"/>
                </a:cubicBezTo>
                <a:cubicBezTo>
                  <a:pt x="537772" y="521825"/>
                  <a:pt x="597525" y="325071"/>
                  <a:pt x="819463" y="179644"/>
                </a:cubicBezTo>
                <a:cubicBezTo>
                  <a:pt x="1041400" y="34218"/>
                  <a:pt x="1015792" y="85545"/>
                  <a:pt x="1041400" y="0"/>
                </a:cubicBezTo>
                <a:close/>
              </a:path>
            </a:pathLst>
          </a:custGeom>
        </p:spPr>
      </p:pic>
      <p:pic>
        <p:nvPicPr>
          <p:cNvPr id="41" name="图片占位符 40"/>
          <p:cNvPicPr>
            <a:picLocks noGrp="1"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3824087" y="2521696"/>
            <a:ext cx="1685824" cy="1710238"/>
          </a:xfrm>
          <a:custGeom>
            <a:avLst/>
            <a:gdLst>
              <a:gd name="connsiteX0" fmla="*/ 1041400 w 2082800"/>
              <a:gd name="connsiteY0" fmla="*/ 0 h 2112963"/>
              <a:gd name="connsiteX1" fmla="*/ 1263338 w 2082800"/>
              <a:gd name="connsiteY1" fmla="*/ 179644 h 2112963"/>
              <a:gd name="connsiteX2" fmla="*/ 1545028 w 2082800"/>
              <a:gd name="connsiteY2" fmla="*/ 521825 h 2112963"/>
              <a:gd name="connsiteX3" fmla="*/ 1766966 w 2082800"/>
              <a:gd name="connsiteY3" fmla="*/ 650143 h 2112963"/>
              <a:gd name="connsiteX4" fmla="*/ 2082800 w 2082800"/>
              <a:gd name="connsiteY4" fmla="*/ 1060759 h 2112963"/>
              <a:gd name="connsiteX5" fmla="*/ 1766966 w 2082800"/>
              <a:gd name="connsiteY5" fmla="*/ 1462821 h 2112963"/>
              <a:gd name="connsiteX6" fmla="*/ 1545028 w 2082800"/>
              <a:gd name="connsiteY6" fmla="*/ 1591138 h 2112963"/>
              <a:gd name="connsiteX7" fmla="*/ 1263338 w 2082800"/>
              <a:gd name="connsiteY7" fmla="*/ 1933319 h 2112963"/>
              <a:gd name="connsiteX8" fmla="*/ 1041400 w 2082800"/>
              <a:gd name="connsiteY8" fmla="*/ 2112963 h 2112963"/>
              <a:gd name="connsiteX9" fmla="*/ 819463 w 2082800"/>
              <a:gd name="connsiteY9" fmla="*/ 1933319 h 2112963"/>
              <a:gd name="connsiteX10" fmla="*/ 537772 w 2082800"/>
              <a:gd name="connsiteY10" fmla="*/ 1591138 h 2112963"/>
              <a:gd name="connsiteX11" fmla="*/ 315834 w 2082800"/>
              <a:gd name="connsiteY11" fmla="*/ 1462821 h 2112963"/>
              <a:gd name="connsiteX12" fmla="*/ 0 w 2082800"/>
              <a:gd name="connsiteY12" fmla="*/ 1060759 h 2112963"/>
              <a:gd name="connsiteX13" fmla="*/ 315834 w 2082800"/>
              <a:gd name="connsiteY13" fmla="*/ 650143 h 2112963"/>
              <a:gd name="connsiteX14" fmla="*/ 537772 w 2082800"/>
              <a:gd name="connsiteY14" fmla="*/ 521825 h 2112963"/>
              <a:gd name="connsiteX15" fmla="*/ 819463 w 2082800"/>
              <a:gd name="connsiteY15" fmla="*/ 179644 h 2112963"/>
              <a:gd name="connsiteX16" fmla="*/ 1041400 w 2082800"/>
              <a:gd name="connsiteY16" fmla="*/ 0 h 211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082800" h="2112963">
                <a:moveTo>
                  <a:pt x="1041400" y="0"/>
                </a:moveTo>
                <a:cubicBezTo>
                  <a:pt x="1058472" y="85545"/>
                  <a:pt x="1032864" y="34218"/>
                  <a:pt x="1263338" y="179644"/>
                </a:cubicBezTo>
                <a:cubicBezTo>
                  <a:pt x="1485276" y="325071"/>
                  <a:pt x="1545028" y="521825"/>
                  <a:pt x="1545028" y="521825"/>
                </a:cubicBezTo>
                <a:cubicBezTo>
                  <a:pt x="1545028" y="521825"/>
                  <a:pt x="1673069" y="521825"/>
                  <a:pt x="1766966" y="650143"/>
                </a:cubicBezTo>
                <a:cubicBezTo>
                  <a:pt x="1852326" y="778460"/>
                  <a:pt x="1920615" y="975214"/>
                  <a:pt x="2082800" y="1060759"/>
                </a:cubicBezTo>
                <a:cubicBezTo>
                  <a:pt x="1920615" y="1137749"/>
                  <a:pt x="1852326" y="1334503"/>
                  <a:pt x="1766966" y="1462821"/>
                </a:cubicBezTo>
                <a:cubicBezTo>
                  <a:pt x="1673069" y="1591138"/>
                  <a:pt x="1545028" y="1591138"/>
                  <a:pt x="1545028" y="1591138"/>
                </a:cubicBezTo>
                <a:cubicBezTo>
                  <a:pt x="1545028" y="1591138"/>
                  <a:pt x="1485276" y="1787892"/>
                  <a:pt x="1263338" y="1933319"/>
                </a:cubicBezTo>
                <a:cubicBezTo>
                  <a:pt x="1032864" y="2078745"/>
                  <a:pt x="1058472" y="2027418"/>
                  <a:pt x="1041400" y="2112963"/>
                </a:cubicBezTo>
                <a:cubicBezTo>
                  <a:pt x="1015792" y="2027418"/>
                  <a:pt x="1041400" y="2078745"/>
                  <a:pt x="819463" y="1933319"/>
                </a:cubicBezTo>
                <a:cubicBezTo>
                  <a:pt x="597525" y="1787892"/>
                  <a:pt x="537772" y="1591138"/>
                  <a:pt x="537772" y="1591138"/>
                </a:cubicBezTo>
                <a:cubicBezTo>
                  <a:pt x="537772" y="1591138"/>
                  <a:pt x="401195" y="1591138"/>
                  <a:pt x="315834" y="1462821"/>
                </a:cubicBezTo>
                <a:cubicBezTo>
                  <a:pt x="230474" y="1334503"/>
                  <a:pt x="162185" y="1137749"/>
                  <a:pt x="0" y="1060759"/>
                </a:cubicBezTo>
                <a:cubicBezTo>
                  <a:pt x="162185" y="975214"/>
                  <a:pt x="230474" y="778460"/>
                  <a:pt x="315834" y="650143"/>
                </a:cubicBezTo>
                <a:cubicBezTo>
                  <a:pt x="401195" y="521825"/>
                  <a:pt x="537772" y="521825"/>
                  <a:pt x="537772" y="521825"/>
                </a:cubicBezTo>
                <a:cubicBezTo>
                  <a:pt x="537772" y="521825"/>
                  <a:pt x="597525" y="325071"/>
                  <a:pt x="819463" y="179644"/>
                </a:cubicBezTo>
                <a:cubicBezTo>
                  <a:pt x="1041400" y="34218"/>
                  <a:pt x="1015792" y="85545"/>
                  <a:pt x="1041400" y="0"/>
                </a:cubicBez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8527" y="2725240"/>
            <a:ext cx="1335590" cy="13553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9204" y="2718528"/>
            <a:ext cx="1335590" cy="135537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6" cstate="email"/>
          <a:stretch>
            <a:fillRect/>
          </a:stretch>
        </p:blipFill>
        <p:spPr>
          <a:xfrm rot="21021945">
            <a:off x="7010498" y="3165137"/>
            <a:ext cx="4998495" cy="3089979"/>
          </a:xfrm>
          <a:prstGeom prst="rect">
            <a:avLst/>
          </a:prstGeom>
        </p:spPr>
      </p:pic>
      <p:sp>
        <p:nvSpPr>
          <p:cNvPr id="48" name="Freeform 5"/>
          <p:cNvSpPr>
            <a:spLocks noEditPoints="1"/>
          </p:cNvSpPr>
          <p:nvPr/>
        </p:nvSpPr>
        <p:spPr bwMode="auto">
          <a:xfrm>
            <a:off x="3002266" y="1625533"/>
            <a:ext cx="1339344" cy="1362066"/>
          </a:xfrm>
          <a:custGeom>
            <a:avLst/>
            <a:gdLst>
              <a:gd name="T0" fmla="*/ 244 w 244"/>
              <a:gd name="T1" fmla="*/ 124 h 247"/>
              <a:gd name="T2" fmla="*/ 207 w 244"/>
              <a:gd name="T3" fmla="*/ 171 h 247"/>
              <a:gd name="T4" fmla="*/ 181 w 244"/>
              <a:gd name="T5" fmla="*/ 186 h 247"/>
              <a:gd name="T6" fmla="*/ 148 w 244"/>
              <a:gd name="T7" fmla="*/ 226 h 247"/>
              <a:gd name="T8" fmla="*/ 122 w 244"/>
              <a:gd name="T9" fmla="*/ 247 h 247"/>
              <a:gd name="T10" fmla="*/ 122 w 244"/>
              <a:gd name="T11" fmla="*/ 229 h 247"/>
              <a:gd name="T12" fmla="*/ 153 w 244"/>
              <a:gd name="T13" fmla="*/ 209 h 247"/>
              <a:gd name="T14" fmla="*/ 172 w 244"/>
              <a:gd name="T15" fmla="*/ 177 h 247"/>
              <a:gd name="T16" fmla="*/ 202 w 244"/>
              <a:gd name="T17" fmla="*/ 159 h 247"/>
              <a:gd name="T18" fmla="*/ 226 w 244"/>
              <a:gd name="T19" fmla="*/ 124 h 247"/>
              <a:gd name="T20" fmla="*/ 202 w 244"/>
              <a:gd name="T21" fmla="*/ 88 h 247"/>
              <a:gd name="T22" fmla="*/ 172 w 244"/>
              <a:gd name="T23" fmla="*/ 70 h 247"/>
              <a:gd name="T24" fmla="*/ 153 w 244"/>
              <a:gd name="T25" fmla="*/ 39 h 247"/>
              <a:gd name="T26" fmla="*/ 122 w 244"/>
              <a:gd name="T27" fmla="*/ 18 h 247"/>
              <a:gd name="T28" fmla="*/ 122 w 244"/>
              <a:gd name="T29" fmla="*/ 0 h 247"/>
              <a:gd name="T30" fmla="*/ 148 w 244"/>
              <a:gd name="T31" fmla="*/ 21 h 247"/>
              <a:gd name="T32" fmla="*/ 181 w 244"/>
              <a:gd name="T33" fmla="*/ 61 h 247"/>
              <a:gd name="T34" fmla="*/ 207 w 244"/>
              <a:gd name="T35" fmla="*/ 76 h 247"/>
              <a:gd name="T36" fmla="*/ 244 w 244"/>
              <a:gd name="T37" fmla="*/ 124 h 247"/>
              <a:gd name="T38" fmla="*/ 122 w 244"/>
              <a:gd name="T39" fmla="*/ 247 h 247"/>
              <a:gd name="T40" fmla="*/ 96 w 244"/>
              <a:gd name="T41" fmla="*/ 226 h 247"/>
              <a:gd name="T42" fmla="*/ 63 w 244"/>
              <a:gd name="T43" fmla="*/ 186 h 247"/>
              <a:gd name="T44" fmla="*/ 37 w 244"/>
              <a:gd name="T45" fmla="*/ 171 h 247"/>
              <a:gd name="T46" fmla="*/ 0 w 244"/>
              <a:gd name="T47" fmla="*/ 124 h 247"/>
              <a:gd name="T48" fmla="*/ 37 w 244"/>
              <a:gd name="T49" fmla="*/ 76 h 247"/>
              <a:gd name="T50" fmla="*/ 63 w 244"/>
              <a:gd name="T51" fmla="*/ 61 h 247"/>
              <a:gd name="T52" fmla="*/ 96 w 244"/>
              <a:gd name="T53" fmla="*/ 21 h 247"/>
              <a:gd name="T54" fmla="*/ 122 w 244"/>
              <a:gd name="T55" fmla="*/ 0 h 247"/>
              <a:gd name="T56" fmla="*/ 122 w 244"/>
              <a:gd name="T57" fmla="*/ 18 h 247"/>
              <a:gd name="T58" fmla="*/ 91 w 244"/>
              <a:gd name="T59" fmla="*/ 39 h 247"/>
              <a:gd name="T60" fmla="*/ 72 w 244"/>
              <a:gd name="T61" fmla="*/ 70 h 247"/>
              <a:gd name="T62" fmla="*/ 42 w 244"/>
              <a:gd name="T63" fmla="*/ 88 h 247"/>
              <a:gd name="T64" fmla="*/ 18 w 244"/>
              <a:gd name="T65" fmla="*/ 124 h 247"/>
              <a:gd name="T66" fmla="*/ 42 w 244"/>
              <a:gd name="T67" fmla="*/ 159 h 247"/>
              <a:gd name="T68" fmla="*/ 72 w 244"/>
              <a:gd name="T69" fmla="*/ 177 h 247"/>
              <a:gd name="T70" fmla="*/ 91 w 244"/>
              <a:gd name="T71" fmla="*/ 209 h 247"/>
              <a:gd name="T72" fmla="*/ 122 w 244"/>
              <a:gd name="T73" fmla="*/ 229 h 247"/>
              <a:gd name="T74" fmla="*/ 122 w 244"/>
              <a:gd name="T75" fmla="*/ 247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44" h="247">
                <a:moveTo>
                  <a:pt x="244" y="124"/>
                </a:moveTo>
                <a:cubicBezTo>
                  <a:pt x="225" y="133"/>
                  <a:pt x="217" y="156"/>
                  <a:pt x="207" y="171"/>
                </a:cubicBezTo>
                <a:cubicBezTo>
                  <a:pt x="197" y="186"/>
                  <a:pt x="181" y="186"/>
                  <a:pt x="181" y="186"/>
                </a:cubicBezTo>
                <a:cubicBezTo>
                  <a:pt x="181" y="186"/>
                  <a:pt x="174" y="209"/>
                  <a:pt x="148" y="226"/>
                </a:cubicBezTo>
                <a:cubicBezTo>
                  <a:pt x="122" y="243"/>
                  <a:pt x="125" y="237"/>
                  <a:pt x="122" y="247"/>
                </a:cubicBezTo>
                <a:cubicBezTo>
                  <a:pt x="122" y="229"/>
                  <a:pt x="122" y="229"/>
                  <a:pt x="122" y="229"/>
                </a:cubicBezTo>
                <a:cubicBezTo>
                  <a:pt x="126" y="222"/>
                  <a:pt x="137" y="220"/>
                  <a:pt x="153" y="209"/>
                </a:cubicBezTo>
                <a:cubicBezTo>
                  <a:pt x="169" y="198"/>
                  <a:pt x="172" y="177"/>
                  <a:pt x="172" y="177"/>
                </a:cubicBezTo>
                <a:cubicBezTo>
                  <a:pt x="172" y="177"/>
                  <a:pt x="191" y="175"/>
                  <a:pt x="202" y="159"/>
                </a:cubicBezTo>
                <a:cubicBezTo>
                  <a:pt x="213" y="143"/>
                  <a:pt x="213" y="135"/>
                  <a:pt x="226" y="124"/>
                </a:cubicBezTo>
                <a:cubicBezTo>
                  <a:pt x="213" y="113"/>
                  <a:pt x="213" y="103"/>
                  <a:pt x="202" y="88"/>
                </a:cubicBezTo>
                <a:cubicBezTo>
                  <a:pt x="191" y="73"/>
                  <a:pt x="172" y="70"/>
                  <a:pt x="172" y="70"/>
                </a:cubicBezTo>
                <a:cubicBezTo>
                  <a:pt x="172" y="70"/>
                  <a:pt x="169" y="50"/>
                  <a:pt x="153" y="39"/>
                </a:cubicBezTo>
                <a:cubicBezTo>
                  <a:pt x="137" y="28"/>
                  <a:pt x="126" y="26"/>
                  <a:pt x="122" y="18"/>
                </a:cubicBezTo>
                <a:cubicBezTo>
                  <a:pt x="122" y="0"/>
                  <a:pt x="122" y="0"/>
                  <a:pt x="122" y="0"/>
                </a:cubicBezTo>
                <a:cubicBezTo>
                  <a:pt x="125" y="10"/>
                  <a:pt x="122" y="4"/>
                  <a:pt x="148" y="21"/>
                </a:cubicBezTo>
                <a:cubicBezTo>
                  <a:pt x="174" y="38"/>
                  <a:pt x="181" y="61"/>
                  <a:pt x="181" y="61"/>
                </a:cubicBezTo>
                <a:cubicBezTo>
                  <a:pt x="181" y="61"/>
                  <a:pt x="197" y="61"/>
                  <a:pt x="207" y="76"/>
                </a:cubicBezTo>
                <a:cubicBezTo>
                  <a:pt x="217" y="91"/>
                  <a:pt x="225" y="114"/>
                  <a:pt x="244" y="124"/>
                </a:cubicBezTo>
                <a:close/>
                <a:moveTo>
                  <a:pt x="122" y="247"/>
                </a:moveTo>
                <a:cubicBezTo>
                  <a:pt x="120" y="237"/>
                  <a:pt x="123" y="243"/>
                  <a:pt x="96" y="226"/>
                </a:cubicBezTo>
                <a:cubicBezTo>
                  <a:pt x="70" y="209"/>
                  <a:pt x="63" y="186"/>
                  <a:pt x="63" y="186"/>
                </a:cubicBezTo>
                <a:cubicBezTo>
                  <a:pt x="63" y="186"/>
                  <a:pt x="48" y="186"/>
                  <a:pt x="37" y="171"/>
                </a:cubicBezTo>
                <a:cubicBezTo>
                  <a:pt x="27" y="156"/>
                  <a:pt x="19" y="133"/>
                  <a:pt x="0" y="124"/>
                </a:cubicBezTo>
                <a:cubicBezTo>
                  <a:pt x="19" y="114"/>
                  <a:pt x="27" y="91"/>
                  <a:pt x="37" y="76"/>
                </a:cubicBezTo>
                <a:cubicBezTo>
                  <a:pt x="48" y="61"/>
                  <a:pt x="63" y="61"/>
                  <a:pt x="63" y="61"/>
                </a:cubicBezTo>
                <a:cubicBezTo>
                  <a:pt x="63" y="61"/>
                  <a:pt x="70" y="38"/>
                  <a:pt x="96" y="21"/>
                </a:cubicBezTo>
                <a:cubicBezTo>
                  <a:pt x="123" y="4"/>
                  <a:pt x="120" y="10"/>
                  <a:pt x="122" y="0"/>
                </a:cubicBezTo>
                <a:cubicBezTo>
                  <a:pt x="122" y="18"/>
                  <a:pt x="122" y="18"/>
                  <a:pt x="122" y="18"/>
                </a:cubicBezTo>
                <a:cubicBezTo>
                  <a:pt x="118" y="26"/>
                  <a:pt x="108" y="28"/>
                  <a:pt x="91" y="39"/>
                </a:cubicBezTo>
                <a:cubicBezTo>
                  <a:pt x="75" y="50"/>
                  <a:pt x="72" y="70"/>
                  <a:pt x="72" y="70"/>
                </a:cubicBezTo>
                <a:cubicBezTo>
                  <a:pt x="72" y="70"/>
                  <a:pt x="53" y="73"/>
                  <a:pt x="42" y="88"/>
                </a:cubicBezTo>
                <a:cubicBezTo>
                  <a:pt x="31" y="103"/>
                  <a:pt x="31" y="113"/>
                  <a:pt x="18" y="124"/>
                </a:cubicBezTo>
                <a:cubicBezTo>
                  <a:pt x="31" y="135"/>
                  <a:pt x="31" y="143"/>
                  <a:pt x="42" y="159"/>
                </a:cubicBezTo>
                <a:cubicBezTo>
                  <a:pt x="53" y="175"/>
                  <a:pt x="72" y="177"/>
                  <a:pt x="72" y="177"/>
                </a:cubicBezTo>
                <a:cubicBezTo>
                  <a:pt x="72" y="177"/>
                  <a:pt x="75" y="198"/>
                  <a:pt x="91" y="209"/>
                </a:cubicBezTo>
                <a:cubicBezTo>
                  <a:pt x="108" y="220"/>
                  <a:pt x="118" y="222"/>
                  <a:pt x="122" y="229"/>
                </a:cubicBezTo>
                <a:lnTo>
                  <a:pt x="122" y="247"/>
                </a:lnTo>
                <a:close/>
              </a:path>
            </a:pathLst>
          </a:custGeom>
          <a:solidFill>
            <a:srgbClr val="B840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思源宋体" panose="02020700000000000000" charset="-122"/>
              <a:ea typeface="思源宋体" panose="02020700000000000000" charset="-122"/>
              <a:sym typeface="inpin heiti" panose="00000500000000000000" pitchFamily="2" charset="-122"/>
            </a:endParaRPr>
          </a:p>
        </p:txBody>
      </p:sp>
      <p:sp>
        <p:nvSpPr>
          <p:cNvPr id="49" name="Freeform 5"/>
          <p:cNvSpPr>
            <a:spLocks noEditPoints="1"/>
          </p:cNvSpPr>
          <p:nvPr/>
        </p:nvSpPr>
        <p:spPr bwMode="auto">
          <a:xfrm>
            <a:off x="2988626" y="3748859"/>
            <a:ext cx="1339344" cy="1362066"/>
          </a:xfrm>
          <a:custGeom>
            <a:avLst/>
            <a:gdLst>
              <a:gd name="T0" fmla="*/ 244 w 244"/>
              <a:gd name="T1" fmla="*/ 124 h 247"/>
              <a:gd name="T2" fmla="*/ 207 w 244"/>
              <a:gd name="T3" fmla="*/ 171 h 247"/>
              <a:gd name="T4" fmla="*/ 181 w 244"/>
              <a:gd name="T5" fmla="*/ 186 h 247"/>
              <a:gd name="T6" fmla="*/ 148 w 244"/>
              <a:gd name="T7" fmla="*/ 226 h 247"/>
              <a:gd name="T8" fmla="*/ 122 w 244"/>
              <a:gd name="T9" fmla="*/ 247 h 247"/>
              <a:gd name="T10" fmla="*/ 122 w 244"/>
              <a:gd name="T11" fmla="*/ 229 h 247"/>
              <a:gd name="T12" fmla="*/ 153 w 244"/>
              <a:gd name="T13" fmla="*/ 209 h 247"/>
              <a:gd name="T14" fmla="*/ 172 w 244"/>
              <a:gd name="T15" fmla="*/ 177 h 247"/>
              <a:gd name="T16" fmla="*/ 202 w 244"/>
              <a:gd name="T17" fmla="*/ 159 h 247"/>
              <a:gd name="T18" fmla="*/ 226 w 244"/>
              <a:gd name="T19" fmla="*/ 124 h 247"/>
              <a:gd name="T20" fmla="*/ 202 w 244"/>
              <a:gd name="T21" fmla="*/ 88 h 247"/>
              <a:gd name="T22" fmla="*/ 172 w 244"/>
              <a:gd name="T23" fmla="*/ 70 h 247"/>
              <a:gd name="T24" fmla="*/ 153 w 244"/>
              <a:gd name="T25" fmla="*/ 39 h 247"/>
              <a:gd name="T26" fmla="*/ 122 w 244"/>
              <a:gd name="T27" fmla="*/ 18 h 247"/>
              <a:gd name="T28" fmla="*/ 122 w 244"/>
              <a:gd name="T29" fmla="*/ 0 h 247"/>
              <a:gd name="T30" fmla="*/ 148 w 244"/>
              <a:gd name="T31" fmla="*/ 21 h 247"/>
              <a:gd name="T32" fmla="*/ 181 w 244"/>
              <a:gd name="T33" fmla="*/ 61 h 247"/>
              <a:gd name="T34" fmla="*/ 207 w 244"/>
              <a:gd name="T35" fmla="*/ 76 h 247"/>
              <a:gd name="T36" fmla="*/ 244 w 244"/>
              <a:gd name="T37" fmla="*/ 124 h 247"/>
              <a:gd name="T38" fmla="*/ 122 w 244"/>
              <a:gd name="T39" fmla="*/ 247 h 247"/>
              <a:gd name="T40" fmla="*/ 96 w 244"/>
              <a:gd name="T41" fmla="*/ 226 h 247"/>
              <a:gd name="T42" fmla="*/ 63 w 244"/>
              <a:gd name="T43" fmla="*/ 186 h 247"/>
              <a:gd name="T44" fmla="*/ 37 w 244"/>
              <a:gd name="T45" fmla="*/ 171 h 247"/>
              <a:gd name="T46" fmla="*/ 0 w 244"/>
              <a:gd name="T47" fmla="*/ 124 h 247"/>
              <a:gd name="T48" fmla="*/ 37 w 244"/>
              <a:gd name="T49" fmla="*/ 76 h 247"/>
              <a:gd name="T50" fmla="*/ 63 w 244"/>
              <a:gd name="T51" fmla="*/ 61 h 247"/>
              <a:gd name="T52" fmla="*/ 96 w 244"/>
              <a:gd name="T53" fmla="*/ 21 h 247"/>
              <a:gd name="T54" fmla="*/ 122 w 244"/>
              <a:gd name="T55" fmla="*/ 0 h 247"/>
              <a:gd name="T56" fmla="*/ 122 w 244"/>
              <a:gd name="T57" fmla="*/ 18 h 247"/>
              <a:gd name="T58" fmla="*/ 91 w 244"/>
              <a:gd name="T59" fmla="*/ 39 h 247"/>
              <a:gd name="T60" fmla="*/ 72 w 244"/>
              <a:gd name="T61" fmla="*/ 70 h 247"/>
              <a:gd name="T62" fmla="*/ 42 w 244"/>
              <a:gd name="T63" fmla="*/ 88 h 247"/>
              <a:gd name="T64" fmla="*/ 18 w 244"/>
              <a:gd name="T65" fmla="*/ 124 h 247"/>
              <a:gd name="T66" fmla="*/ 42 w 244"/>
              <a:gd name="T67" fmla="*/ 159 h 247"/>
              <a:gd name="T68" fmla="*/ 72 w 244"/>
              <a:gd name="T69" fmla="*/ 177 h 247"/>
              <a:gd name="T70" fmla="*/ 91 w 244"/>
              <a:gd name="T71" fmla="*/ 209 h 247"/>
              <a:gd name="T72" fmla="*/ 122 w 244"/>
              <a:gd name="T73" fmla="*/ 229 h 247"/>
              <a:gd name="T74" fmla="*/ 122 w 244"/>
              <a:gd name="T75" fmla="*/ 247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44" h="247">
                <a:moveTo>
                  <a:pt x="244" y="124"/>
                </a:moveTo>
                <a:cubicBezTo>
                  <a:pt x="225" y="133"/>
                  <a:pt x="217" y="156"/>
                  <a:pt x="207" y="171"/>
                </a:cubicBezTo>
                <a:cubicBezTo>
                  <a:pt x="197" y="186"/>
                  <a:pt x="181" y="186"/>
                  <a:pt x="181" y="186"/>
                </a:cubicBezTo>
                <a:cubicBezTo>
                  <a:pt x="181" y="186"/>
                  <a:pt x="174" y="209"/>
                  <a:pt x="148" y="226"/>
                </a:cubicBezTo>
                <a:cubicBezTo>
                  <a:pt x="122" y="243"/>
                  <a:pt x="125" y="237"/>
                  <a:pt x="122" y="247"/>
                </a:cubicBezTo>
                <a:cubicBezTo>
                  <a:pt x="122" y="229"/>
                  <a:pt x="122" y="229"/>
                  <a:pt x="122" y="229"/>
                </a:cubicBezTo>
                <a:cubicBezTo>
                  <a:pt x="126" y="222"/>
                  <a:pt x="137" y="220"/>
                  <a:pt x="153" y="209"/>
                </a:cubicBezTo>
                <a:cubicBezTo>
                  <a:pt x="169" y="198"/>
                  <a:pt x="172" y="177"/>
                  <a:pt x="172" y="177"/>
                </a:cubicBezTo>
                <a:cubicBezTo>
                  <a:pt x="172" y="177"/>
                  <a:pt x="191" y="175"/>
                  <a:pt x="202" y="159"/>
                </a:cubicBezTo>
                <a:cubicBezTo>
                  <a:pt x="213" y="143"/>
                  <a:pt x="213" y="135"/>
                  <a:pt x="226" y="124"/>
                </a:cubicBezTo>
                <a:cubicBezTo>
                  <a:pt x="213" y="113"/>
                  <a:pt x="213" y="103"/>
                  <a:pt x="202" y="88"/>
                </a:cubicBezTo>
                <a:cubicBezTo>
                  <a:pt x="191" y="73"/>
                  <a:pt x="172" y="70"/>
                  <a:pt x="172" y="70"/>
                </a:cubicBezTo>
                <a:cubicBezTo>
                  <a:pt x="172" y="70"/>
                  <a:pt x="169" y="50"/>
                  <a:pt x="153" y="39"/>
                </a:cubicBezTo>
                <a:cubicBezTo>
                  <a:pt x="137" y="28"/>
                  <a:pt x="126" y="26"/>
                  <a:pt x="122" y="18"/>
                </a:cubicBezTo>
                <a:cubicBezTo>
                  <a:pt x="122" y="0"/>
                  <a:pt x="122" y="0"/>
                  <a:pt x="122" y="0"/>
                </a:cubicBezTo>
                <a:cubicBezTo>
                  <a:pt x="125" y="10"/>
                  <a:pt x="122" y="4"/>
                  <a:pt x="148" y="21"/>
                </a:cubicBezTo>
                <a:cubicBezTo>
                  <a:pt x="174" y="38"/>
                  <a:pt x="181" y="61"/>
                  <a:pt x="181" y="61"/>
                </a:cubicBezTo>
                <a:cubicBezTo>
                  <a:pt x="181" y="61"/>
                  <a:pt x="197" y="61"/>
                  <a:pt x="207" y="76"/>
                </a:cubicBezTo>
                <a:cubicBezTo>
                  <a:pt x="217" y="91"/>
                  <a:pt x="225" y="114"/>
                  <a:pt x="244" y="124"/>
                </a:cubicBezTo>
                <a:close/>
                <a:moveTo>
                  <a:pt x="122" y="247"/>
                </a:moveTo>
                <a:cubicBezTo>
                  <a:pt x="120" y="237"/>
                  <a:pt x="123" y="243"/>
                  <a:pt x="96" y="226"/>
                </a:cubicBezTo>
                <a:cubicBezTo>
                  <a:pt x="70" y="209"/>
                  <a:pt x="63" y="186"/>
                  <a:pt x="63" y="186"/>
                </a:cubicBezTo>
                <a:cubicBezTo>
                  <a:pt x="63" y="186"/>
                  <a:pt x="48" y="186"/>
                  <a:pt x="37" y="171"/>
                </a:cubicBezTo>
                <a:cubicBezTo>
                  <a:pt x="27" y="156"/>
                  <a:pt x="19" y="133"/>
                  <a:pt x="0" y="124"/>
                </a:cubicBezTo>
                <a:cubicBezTo>
                  <a:pt x="19" y="114"/>
                  <a:pt x="27" y="91"/>
                  <a:pt x="37" y="76"/>
                </a:cubicBezTo>
                <a:cubicBezTo>
                  <a:pt x="48" y="61"/>
                  <a:pt x="63" y="61"/>
                  <a:pt x="63" y="61"/>
                </a:cubicBezTo>
                <a:cubicBezTo>
                  <a:pt x="63" y="61"/>
                  <a:pt x="70" y="38"/>
                  <a:pt x="96" y="21"/>
                </a:cubicBezTo>
                <a:cubicBezTo>
                  <a:pt x="123" y="4"/>
                  <a:pt x="120" y="10"/>
                  <a:pt x="122" y="0"/>
                </a:cubicBezTo>
                <a:cubicBezTo>
                  <a:pt x="122" y="18"/>
                  <a:pt x="122" y="18"/>
                  <a:pt x="122" y="18"/>
                </a:cubicBezTo>
                <a:cubicBezTo>
                  <a:pt x="118" y="26"/>
                  <a:pt x="108" y="28"/>
                  <a:pt x="91" y="39"/>
                </a:cubicBezTo>
                <a:cubicBezTo>
                  <a:pt x="75" y="50"/>
                  <a:pt x="72" y="70"/>
                  <a:pt x="72" y="70"/>
                </a:cubicBezTo>
                <a:cubicBezTo>
                  <a:pt x="72" y="70"/>
                  <a:pt x="53" y="73"/>
                  <a:pt x="42" y="88"/>
                </a:cubicBezTo>
                <a:cubicBezTo>
                  <a:pt x="31" y="103"/>
                  <a:pt x="31" y="113"/>
                  <a:pt x="18" y="124"/>
                </a:cubicBezTo>
                <a:cubicBezTo>
                  <a:pt x="31" y="135"/>
                  <a:pt x="31" y="143"/>
                  <a:pt x="42" y="159"/>
                </a:cubicBezTo>
                <a:cubicBezTo>
                  <a:pt x="53" y="175"/>
                  <a:pt x="72" y="177"/>
                  <a:pt x="72" y="177"/>
                </a:cubicBezTo>
                <a:cubicBezTo>
                  <a:pt x="72" y="177"/>
                  <a:pt x="75" y="198"/>
                  <a:pt x="91" y="209"/>
                </a:cubicBezTo>
                <a:cubicBezTo>
                  <a:pt x="108" y="220"/>
                  <a:pt x="118" y="222"/>
                  <a:pt x="122" y="229"/>
                </a:cubicBezTo>
                <a:lnTo>
                  <a:pt x="122" y="247"/>
                </a:lnTo>
                <a:close/>
              </a:path>
            </a:pathLst>
          </a:custGeom>
          <a:solidFill>
            <a:srgbClr val="B8404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思源宋体" panose="02020700000000000000" charset="-122"/>
              <a:ea typeface="思源宋体" panose="02020700000000000000" charset="-122"/>
              <a:sym typeface="inpin heiti" panose="00000500000000000000" pitchFamily="2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4674944" y="1083348"/>
            <a:ext cx="2122812" cy="1310890"/>
            <a:chOff x="5049838" y="730807"/>
            <a:chExt cx="2122812" cy="1310890"/>
          </a:xfrm>
        </p:grpSpPr>
        <p:sp>
          <p:nvSpPr>
            <p:cNvPr id="52" name="Rectangle 61"/>
            <p:cNvSpPr/>
            <p:nvPr/>
          </p:nvSpPr>
          <p:spPr>
            <a:xfrm>
              <a:off x="5061431" y="1119677"/>
              <a:ext cx="2111219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049838" y="730807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599003" y="4324134"/>
            <a:ext cx="2122812" cy="1310890"/>
            <a:chOff x="5049838" y="4943992"/>
            <a:chExt cx="2122812" cy="1310890"/>
          </a:xfrm>
        </p:grpSpPr>
        <p:sp>
          <p:nvSpPr>
            <p:cNvPr id="54" name="Rectangle 61"/>
            <p:cNvSpPr/>
            <p:nvPr/>
          </p:nvSpPr>
          <p:spPr>
            <a:xfrm>
              <a:off x="5061431" y="5332862"/>
              <a:ext cx="2111219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</a:t>
              </a:r>
              <a:r>
                <a:rPr kumimoji="0" lang="tr-TR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uLnTx/>
                  <a:uFillTx/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 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5049838" y="4943992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1102871" y="4333213"/>
            <a:ext cx="2138041" cy="1310890"/>
            <a:chOff x="1102871" y="4943992"/>
            <a:chExt cx="2138041" cy="1310890"/>
          </a:xfrm>
        </p:grpSpPr>
        <p:sp>
          <p:nvSpPr>
            <p:cNvPr id="56" name="Rectangle 61"/>
            <p:cNvSpPr/>
            <p:nvPr/>
          </p:nvSpPr>
          <p:spPr>
            <a:xfrm>
              <a:off x="1114464" y="5332862"/>
              <a:ext cx="2126448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1102871" y="4943992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198125" y="1111036"/>
            <a:ext cx="2138041" cy="1310890"/>
            <a:chOff x="1102871" y="788681"/>
            <a:chExt cx="2138041" cy="1310890"/>
          </a:xfrm>
        </p:grpSpPr>
        <p:sp>
          <p:nvSpPr>
            <p:cNvPr id="58" name="Rectangle 61"/>
            <p:cNvSpPr/>
            <p:nvPr/>
          </p:nvSpPr>
          <p:spPr>
            <a:xfrm>
              <a:off x="1114464" y="1177551"/>
              <a:ext cx="2126448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1102871" y="788681"/>
              <a:ext cx="172354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  <p:pic>
        <p:nvPicPr>
          <p:cNvPr id="9" name="图片 8" descr="图层 1"/>
          <p:cNvPicPr>
            <a:picLocks noChangeAspect="1"/>
          </p:cNvPicPr>
          <p:nvPr/>
        </p:nvPicPr>
        <p:blipFill>
          <a:blip r:embed="rId7" cstate="email"/>
          <a:srcRect l="-2066"/>
          <a:stretch>
            <a:fillRect/>
          </a:stretch>
        </p:blipFill>
        <p:spPr>
          <a:xfrm>
            <a:off x="6787180" y="5122268"/>
            <a:ext cx="2660650" cy="14446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 cstate="email"/>
          <a:stretch>
            <a:fillRect/>
          </a:stretch>
        </p:blipFill>
        <p:spPr>
          <a:xfrm>
            <a:off x="6870738" y="291107"/>
            <a:ext cx="5052709" cy="3789532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450340" y="990600"/>
            <a:ext cx="9295130" cy="4972685"/>
            <a:chOff x="2284" y="1560"/>
            <a:chExt cx="14638" cy="783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 cstate="email"/>
            <a:stretch>
              <a:fillRect/>
            </a:stretch>
          </p:blipFill>
          <p:spPr>
            <a:xfrm>
              <a:off x="6975" y="1560"/>
              <a:ext cx="5256" cy="783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4" y="2429"/>
              <a:ext cx="3128" cy="5561"/>
            </a:xfrm>
            <a:prstGeom prst="rect">
              <a:avLst/>
            </a:prstGeom>
          </p:spPr>
        </p:pic>
        <p:sp>
          <p:nvSpPr>
            <p:cNvPr id="11" name="Rectangle 61"/>
            <p:cNvSpPr/>
            <p:nvPr/>
          </p:nvSpPr>
          <p:spPr>
            <a:xfrm>
              <a:off x="2392" y="3527"/>
              <a:ext cx="2786" cy="31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请替换文字内容，修改文字内容，也可以直接复制你的内容到此请替换文字内容，修改文字内容，也可以直接复制你的内容到此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50000"/>
                  </a:sys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374" y="2914"/>
              <a:ext cx="2714" cy="6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dirty="0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 rot="5400000">
              <a:off x="3720" y="1227"/>
              <a:ext cx="221" cy="2182"/>
            </a:xfrm>
            <a:prstGeom prst="rect">
              <a:avLst/>
            </a:prstGeom>
            <a:solidFill>
              <a:srgbClr val="EDE2C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94" y="2429"/>
              <a:ext cx="3128" cy="5561"/>
            </a:xfrm>
            <a:prstGeom prst="rect">
              <a:avLst/>
            </a:prstGeom>
          </p:spPr>
        </p:pic>
        <p:sp>
          <p:nvSpPr>
            <p:cNvPr id="15" name="Rectangle 61"/>
            <p:cNvSpPr/>
            <p:nvPr/>
          </p:nvSpPr>
          <p:spPr>
            <a:xfrm>
              <a:off x="13902" y="3527"/>
              <a:ext cx="2786" cy="31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宋体" panose="02020700000000000000" charset="-122"/>
                  <a:ea typeface="思源宋体" panose="02020700000000000000" charset="-122"/>
                  <a:sym typeface="Arial" panose="020B0604020202020204" pitchFamily="34" charset="0"/>
                </a:rPr>
                <a:t>请替换文字内容，修改文字内容，也可以直接复制你的内容到此请替换文字内容，修改文字内容，也可以直接复制你的内容到此</a:t>
              </a: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  <a:p>
              <a:pPr marL="0" marR="0" lvl="0" indent="0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tr-TR" sz="12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>
                    <a:lumMod val="50000"/>
                  </a:sysClr>
                </a:solidFill>
                <a:effectLst/>
                <a:uLnTx/>
                <a:uFillTx/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3884" y="2914"/>
              <a:ext cx="2714" cy="6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思源宋体" panose="02020700000000000000" charset="-122"/>
                  <a:ea typeface="思源宋体" panose="02020700000000000000" charset="-122"/>
                  <a:sym typeface="inpin heiti" panose="00000500000000000000" pitchFamily="2" charset="-122"/>
                </a:rPr>
                <a:t>添加您的标题</a:t>
              </a:r>
              <a:endParaRPr lang="zh-CN" altLang="en-US" sz="2000" dirty="0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 rot="5400000">
              <a:off x="15265" y="6987"/>
              <a:ext cx="221" cy="2182"/>
            </a:xfrm>
            <a:prstGeom prst="rect">
              <a:avLst/>
            </a:prstGeom>
            <a:solidFill>
              <a:srgbClr val="EDE2C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" panose="02020700000000000000" charset="-122"/>
                <a:ea typeface="思源宋体" panose="02020700000000000000" charset="-122"/>
                <a:sym typeface="inpin heiti" panose="00000500000000000000" pitchFamily="2" charset="-122"/>
              </a:endParaRPr>
            </a:p>
          </p:txBody>
        </p: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jinjing/AppData/Local/Temp/kaimatting_20191104233019/output_20191104233026..pngoutput_20191104233026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445" y="-10795"/>
            <a:ext cx="12190095" cy="5010785"/>
          </a:xfrm>
          <a:prstGeom prst="rect">
            <a:avLst/>
          </a:prstGeom>
        </p:spPr>
      </p:pic>
      <p:pic>
        <p:nvPicPr>
          <p:cNvPr id="6" name="图片 5" descr="6b928866bbcd262b2486f010fbc35da673681946172cf-f6b1uC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-4445" y="5462905"/>
            <a:ext cx="12190095" cy="1412240"/>
          </a:xfrm>
          <a:prstGeom prst="rect">
            <a:avLst/>
          </a:prstGeom>
        </p:spPr>
      </p:pic>
      <p:pic>
        <p:nvPicPr>
          <p:cNvPr id="7" name="图片 6" descr="图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4999990"/>
            <a:ext cx="581025" cy="990600"/>
          </a:xfrm>
          <a:prstGeom prst="rect">
            <a:avLst/>
          </a:prstGeom>
        </p:spPr>
      </p:pic>
      <p:pic>
        <p:nvPicPr>
          <p:cNvPr id="8" name="图片 7" descr="图层 1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657860" y="5809615"/>
            <a:ext cx="4485640" cy="1065530"/>
          </a:xfrm>
          <a:prstGeom prst="rect">
            <a:avLst/>
          </a:prstGeom>
        </p:spPr>
      </p:pic>
      <p:pic>
        <p:nvPicPr>
          <p:cNvPr id="9" name="图片 8" descr="图层 1"/>
          <p:cNvPicPr>
            <a:picLocks noChangeAspect="1"/>
          </p:cNvPicPr>
          <p:nvPr/>
        </p:nvPicPr>
        <p:blipFill>
          <a:blip r:embed="rId5" cstate="email"/>
          <a:srcRect l="-2066"/>
          <a:stretch>
            <a:fillRect/>
          </a:stretch>
        </p:blipFill>
        <p:spPr>
          <a:xfrm>
            <a:off x="10309860" y="5700395"/>
            <a:ext cx="1726565" cy="93726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6421120" y="2781300"/>
            <a:ext cx="3688080" cy="2594610"/>
            <a:chOff x="10948" y="4216"/>
            <a:chExt cx="5808" cy="4086"/>
          </a:xfrm>
        </p:grpSpPr>
        <p:sp>
          <p:nvSpPr>
            <p:cNvPr id="10" name="文本框 9"/>
            <p:cNvSpPr txBox="1"/>
            <p:nvPr/>
          </p:nvSpPr>
          <p:spPr>
            <a:xfrm>
              <a:off x="10948" y="4216"/>
              <a:ext cx="5808" cy="34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800">
                  <a:solidFill>
                    <a:schemeClr val="tx1">
                      <a:lumMod val="75000"/>
                      <a:lumOff val="25000"/>
                    </a:schemeClr>
                  </a:solidFill>
                  <a:latin typeface="仓耳天群行楷 W01" panose="02020400000000000000" charset="-122"/>
                  <a:ea typeface="仓耳天群行楷 W01" panose="02020400000000000000" charset="-122"/>
                </a:rPr>
                <a:t>感谢</a:t>
              </a:r>
              <a:endParaRPr lang="zh-CN" altLang="en-US" sz="13800">
                <a:solidFill>
                  <a:schemeClr val="tx1">
                    <a:lumMod val="75000"/>
                    <a:lumOff val="25000"/>
                  </a:schemeClr>
                </a:solidFill>
                <a:latin typeface="仓耳天群行楷 W01" panose="02020400000000000000" charset="-122"/>
                <a:ea typeface="仓耳天群行楷 W01" panose="020204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188" y="7480"/>
              <a:ext cx="5328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>
                  <a:latin typeface="楷体" panose="02010609060101010101" charset="-122"/>
                  <a:ea typeface="楷体" panose="02010609060101010101" charset="-122"/>
                </a:rPr>
                <a:t>水墨极简中国风模板</a:t>
              </a:r>
              <a:endParaRPr lang="zh-CN" altLang="en-US" sz="2800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cxnSp>
        <p:nvCxnSpPr>
          <p:cNvPr id="14" name="直接连接符 13"/>
          <p:cNvCxnSpPr>
            <a:stCxn id="12" idx="1"/>
          </p:cNvCxnSpPr>
          <p:nvPr/>
        </p:nvCxnSpPr>
        <p:spPr>
          <a:xfrm flipH="1">
            <a:off x="5495925" y="5114925"/>
            <a:ext cx="107759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9956800" y="5114925"/>
            <a:ext cx="107759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6" cstate="email"/>
          <a:srcRect/>
          <a:stretch>
            <a:fillRect/>
          </a:stretch>
        </p:blipFill>
        <p:spPr>
          <a:xfrm flipH="1">
            <a:off x="7745095" y="5375910"/>
            <a:ext cx="1190625" cy="11131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3.xml><?xml version="1.0" encoding="utf-8"?>
<p:tagLst xmlns:p="http://schemas.openxmlformats.org/presentationml/2006/main">
  <p:tag name="PA" val="v3.2.0"/>
</p:tagLst>
</file>

<file path=ppt/tags/tag4.xml><?xml version="1.0" encoding="utf-8"?>
<p:tagLst xmlns:p="http://schemas.openxmlformats.org/presentationml/2006/main">
  <p:tag name="PA" val="v3.2.0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21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1872</Words>
  <PresentationFormat>宽屏</PresentationFormat>
  <Paragraphs>166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中華民國字體</vt:lpstr>
      <vt:lpstr>印品篆遇简</vt:lpstr>
      <vt:lpstr>细圆繁体</vt:lpstr>
      <vt:lpstr>思源宋体</vt:lpstr>
      <vt:lpstr>李旭科钢笔行书v1.0</vt:lpstr>
      <vt:lpstr>TypeLand KhangXi Dict Trial</vt:lpstr>
      <vt:lpstr>字魂138号-霸燃手书</vt:lpstr>
      <vt:lpstr>inpin heiti</vt:lpstr>
      <vt:lpstr>文悦古典明朝体 (非商业使用) W5</vt:lpstr>
      <vt:lpstr>Source Han Sans CN</vt:lpstr>
      <vt:lpstr>Arial Unicode MS</vt:lpstr>
      <vt:lpstr>Birdrockers</vt:lpstr>
      <vt:lpstr>仓耳天群行楷 W01</vt:lpstr>
      <vt:lpstr>方正尚酷简体</vt:lpstr>
      <vt:lpstr>方正正大黑简体</vt:lpstr>
      <vt:lpstr>方正大标宋简体</vt:lpstr>
      <vt:lpstr>汉仪全唐诗简</vt:lpstr>
      <vt:lpstr>黑体</vt:lpstr>
      <vt:lpstr>黑体-繁</vt:lpstr>
      <vt:lpstr>inpin heiti</vt:lpstr>
      <vt:lpstr>思源宋体</vt:lpstr>
      <vt:lpstr>李旭科钢笔行书v1.0</vt:lpstr>
      <vt:lpstr>细圆繁体</vt:lpstr>
      <vt:lpstr>李旭科书法 v1.4</vt:lpstr>
      <vt:lpstr>楷体</vt:lpstr>
      <vt:lpstr>等线</vt:lpstr>
      <vt:lpstr>茶碗古刻繁体</vt:lpstr>
      <vt:lpstr>方正北魏楷书繁体</vt:lpstr>
      <vt:lpstr>仿宋</vt:lpstr>
      <vt:lpstr>锐字逼格青春体简2.0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terms:created xsi:type="dcterms:W3CDTF">2019-06-19T02:08:00Z</dcterms:created>
  <dcterms:modified xsi:type="dcterms:W3CDTF">2022-04-14T11:58:17Z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35E4BED4FCF8419CB3C575989A43D311</vt:lpwstr>
  </property>
</Properties>
</file>