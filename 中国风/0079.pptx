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71" r:id="rId6"/>
    <p:sldId id="258" r:id="rId7"/>
    <p:sldId id="259" r:id="rId8"/>
    <p:sldId id="260" r:id="rId9"/>
    <p:sldId id="272" r:id="rId10"/>
    <p:sldId id="261" r:id="rId11"/>
    <p:sldId id="262" r:id="rId12"/>
    <p:sldId id="263" r:id="rId13"/>
    <p:sldId id="273" r:id="rId14"/>
    <p:sldId id="264" r:id="rId15"/>
    <p:sldId id="265" r:id="rId16"/>
    <p:sldId id="266" r:id="rId17"/>
    <p:sldId id="274" r:id="rId18"/>
    <p:sldId id="267" r:id="rId19"/>
    <p:sldId id="268" r:id="rId20"/>
    <p:sldId id="269" r:id="rId21"/>
    <p:sldId id="270"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45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75" d="100"/>
          <a:sy n="75" d="100"/>
        </p:scale>
        <p:origin x="1158" y="8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D50599-316D-4311-8CA3-FEC9B1B356B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936CF-9BC3-485C-A218-402251814EA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6936CF-9BC3-485C-A218-402251814EA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6936CF-9BC3-485C-A218-402251814EA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6936CF-9BC3-485C-A218-402251814EA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6936CF-9BC3-485C-A218-402251814EA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F9E5C12-5732-43D5-BBA0-11E3CBE14C7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05D8BF9-E248-48AA-A496-B7D504889F1E}"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2F2DFB1-49E3-41E6-825A-23EAA5F63CC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086A743-0086-4049-9714-FD6D8418A45B}"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6D4DCDF-CD6F-4C8D-B1A1-D044228513E4}"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42F7EAD-EA49-4E82-8BD0-084908DB8F6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F8F1E5B-3E69-4B81-9941-5BBE84253B4C}"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0FC3B88-7764-47F3-AF66-244052A4EC6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7482E33-0C2C-4859-A96C-1E0C9DC485C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A07BC83-4582-45E0-8334-73128DDF1E6C}"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E2041C-24C3-458A-974C-C36B89938EF1}"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6FDC6A-08F1-46EC-A624-A6D13DA56F26}"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95B92-0395-4A39-A5D7-83ACEE8F4D9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包含 游戏机&#10;&#10;描述已自动生成"/>
          <p:cNvPicPr>
            <a:picLocks noChangeAspect="1"/>
          </p:cNvPicPr>
          <p:nvPr/>
        </p:nvPicPr>
        <p:blipFill rotWithShape="1">
          <a:blip r:embed="rId1">
            <a:extLst>
              <a:ext uri="{28A0092B-C50C-407E-A947-70E740481C1C}">
                <a14:useLocalDpi xmlns:a14="http://schemas.microsoft.com/office/drawing/2010/main" val="0"/>
              </a:ext>
            </a:extLst>
          </a:blip>
          <a:srcRect t="34211" b="38424"/>
          <a:stretch>
            <a:fillRect/>
          </a:stretch>
        </p:blipFill>
        <p:spPr>
          <a:xfrm>
            <a:off x="0" y="0"/>
            <a:ext cx="12192000" cy="6858000"/>
          </a:xfrm>
          <a:prstGeom prst="rect">
            <a:avLst/>
          </a:prstGeom>
        </p:spPr>
      </p:pic>
      <p:grpSp>
        <p:nvGrpSpPr>
          <p:cNvPr id="8" name="组合 7"/>
          <p:cNvGrpSpPr/>
          <p:nvPr/>
        </p:nvGrpSpPr>
        <p:grpSpPr>
          <a:xfrm>
            <a:off x="7966434" y="989813"/>
            <a:ext cx="2481761" cy="3258717"/>
            <a:chOff x="7767686" y="989813"/>
            <a:chExt cx="2481761" cy="3258717"/>
          </a:xfrm>
        </p:grpSpPr>
        <p:sp>
          <p:nvSpPr>
            <p:cNvPr id="4" name="文本框 3"/>
            <p:cNvSpPr txBox="1"/>
            <p:nvPr/>
          </p:nvSpPr>
          <p:spPr>
            <a:xfrm>
              <a:off x="7767686" y="989813"/>
              <a:ext cx="1734532" cy="1861185"/>
            </a:xfrm>
            <a:prstGeom prst="rect">
              <a:avLst/>
            </a:prstGeom>
            <a:noFill/>
          </p:spPr>
          <p:txBody>
            <a:bodyPr wrap="square" rtlCol="0">
              <a:spAutoFit/>
            </a:bodyPr>
            <a:lstStyle/>
            <a:p>
              <a:pPr algn="ctr"/>
              <a:r>
                <a:rPr lang="zh-CN" altLang="en-US" sz="11500" dirty="0">
                  <a:solidFill>
                    <a:schemeClr val="accent4">
                      <a:lumMod val="40000"/>
                      <a:lumOff val="60000"/>
                    </a:schemeClr>
                  </a:solidFill>
                  <a:latin typeface="楷体" panose="02010609060101010101" pitchFamily="49" charset="-122"/>
                  <a:ea typeface="楷体" panose="02010609060101010101" pitchFamily="49" charset="-122"/>
                </a:rPr>
                <a:t>中</a:t>
              </a:r>
              <a:endParaRPr lang="zh-CN" altLang="en-US" sz="11500" dirty="0">
                <a:solidFill>
                  <a:schemeClr val="accent4">
                    <a:lumMod val="40000"/>
                    <a:lumOff val="60000"/>
                  </a:schemeClr>
                </a:solidFill>
                <a:latin typeface="楷体" panose="02010609060101010101" pitchFamily="49" charset="-122"/>
                <a:ea typeface="楷体" panose="02010609060101010101" pitchFamily="49" charset="-122"/>
              </a:endParaRPr>
            </a:p>
          </p:txBody>
        </p:sp>
        <p:sp>
          <p:nvSpPr>
            <p:cNvPr id="5" name="文本框 4"/>
            <p:cNvSpPr txBox="1"/>
            <p:nvPr/>
          </p:nvSpPr>
          <p:spPr>
            <a:xfrm>
              <a:off x="8514915" y="1821943"/>
              <a:ext cx="1734532" cy="1862048"/>
            </a:xfrm>
            <a:prstGeom prst="rect">
              <a:avLst/>
            </a:prstGeom>
            <a:noFill/>
          </p:spPr>
          <p:txBody>
            <a:bodyPr wrap="square" rtlCol="0">
              <a:spAutoFit/>
            </a:bodyPr>
            <a:lstStyle/>
            <a:p>
              <a:pPr algn="ctr"/>
              <a:r>
                <a:rPr lang="zh-CN" altLang="en-US" sz="11500" dirty="0">
                  <a:solidFill>
                    <a:schemeClr val="accent4">
                      <a:lumMod val="40000"/>
                      <a:lumOff val="60000"/>
                    </a:schemeClr>
                  </a:solidFill>
                  <a:latin typeface="楷体" panose="02010609060101010101" pitchFamily="49" charset="-122"/>
                  <a:ea typeface="楷体" panose="02010609060101010101" pitchFamily="49" charset="-122"/>
                </a:rPr>
                <a:t>国</a:t>
              </a:r>
              <a:endParaRPr lang="zh-CN" altLang="en-US" sz="11500" dirty="0">
                <a:solidFill>
                  <a:schemeClr val="accent4">
                    <a:lumMod val="40000"/>
                    <a:lumOff val="60000"/>
                  </a:schemeClr>
                </a:solidFill>
                <a:latin typeface="楷体" panose="02010609060101010101" pitchFamily="49" charset="-122"/>
                <a:ea typeface="楷体" panose="02010609060101010101" pitchFamily="49" charset="-122"/>
              </a:endParaRPr>
            </a:p>
          </p:txBody>
        </p:sp>
        <p:sp>
          <p:nvSpPr>
            <p:cNvPr id="6" name="文本框 5"/>
            <p:cNvSpPr txBox="1"/>
            <p:nvPr/>
          </p:nvSpPr>
          <p:spPr>
            <a:xfrm>
              <a:off x="7781574" y="2678870"/>
              <a:ext cx="1734532" cy="1569660"/>
            </a:xfrm>
            <a:prstGeom prst="rect">
              <a:avLst/>
            </a:prstGeom>
            <a:noFill/>
          </p:spPr>
          <p:txBody>
            <a:bodyPr wrap="square" rtlCol="0">
              <a:spAutoFit/>
            </a:bodyPr>
            <a:lstStyle/>
            <a:p>
              <a:pPr algn="ctr"/>
              <a:r>
                <a:rPr lang="zh-CN" altLang="en-US" sz="9600" dirty="0">
                  <a:solidFill>
                    <a:schemeClr val="accent4">
                      <a:lumMod val="40000"/>
                      <a:lumOff val="60000"/>
                    </a:schemeClr>
                  </a:solidFill>
                  <a:latin typeface="楷体" panose="02010609060101010101" pitchFamily="49" charset="-122"/>
                  <a:ea typeface="楷体" panose="02010609060101010101" pitchFamily="49" charset="-122"/>
                </a:rPr>
                <a:t>风</a:t>
              </a:r>
              <a:endParaRPr lang="zh-CN" altLang="en-US" sz="9600" dirty="0">
                <a:solidFill>
                  <a:schemeClr val="accent4">
                    <a:lumMod val="40000"/>
                    <a:lumOff val="60000"/>
                  </a:schemeClr>
                </a:solidFill>
                <a:latin typeface="楷体" panose="02010609060101010101" pitchFamily="49" charset="-122"/>
                <a:ea typeface="楷体" panose="02010609060101010101" pitchFamily="49" charset="-122"/>
              </a:endParaRPr>
            </a:p>
          </p:txBody>
        </p:sp>
      </p:grpSp>
      <p:sp>
        <p:nvSpPr>
          <p:cNvPr id="7" name="文本框 6"/>
          <p:cNvSpPr txBox="1"/>
          <p:nvPr/>
        </p:nvSpPr>
        <p:spPr>
          <a:xfrm>
            <a:off x="7005686" y="4660388"/>
            <a:ext cx="4260915" cy="461665"/>
          </a:xfrm>
          <a:prstGeom prst="rect">
            <a:avLst/>
          </a:prstGeom>
          <a:noFill/>
        </p:spPr>
        <p:txBody>
          <a:bodyPr wrap="square" rtlCol="0">
            <a:spAutoFit/>
          </a:bodyPr>
          <a:lstStyle/>
          <a:p>
            <a:pPr algn="ctr"/>
            <a:r>
              <a:rPr lang="zh-CN" altLang="en-US" sz="2400" dirty="0">
                <a:solidFill>
                  <a:schemeClr val="accent4">
                    <a:lumMod val="60000"/>
                    <a:lumOff val="40000"/>
                  </a:schemeClr>
                </a:solidFill>
                <a:latin typeface="楷体" panose="02010609060101010101" pitchFamily="49" charset="-122"/>
                <a:ea typeface="楷体" panose="02010609060101010101" pitchFamily="49" charset="-122"/>
              </a:rPr>
              <a:t>古典中国风工作汇报演示模板</a:t>
            </a:r>
            <a:endParaRPr lang="zh-CN" altLang="en-US" sz="2400" dirty="0">
              <a:solidFill>
                <a:schemeClr val="accent4">
                  <a:lumMod val="60000"/>
                  <a:lumOff val="40000"/>
                </a:schemeClr>
              </a:solidFill>
              <a:latin typeface="楷体" panose="02010609060101010101" pitchFamily="49" charset="-122"/>
              <a:ea typeface="楷体" panose="02010609060101010101" pitchFamily="49" charset="-122"/>
            </a:endParaRPr>
          </a:p>
        </p:txBody>
      </p:sp>
      <p:sp>
        <p:nvSpPr>
          <p:cNvPr id="9" name="文本框 8"/>
          <p:cNvSpPr txBox="1"/>
          <p:nvPr/>
        </p:nvSpPr>
        <p:spPr>
          <a:xfrm>
            <a:off x="6815579" y="5191646"/>
            <a:ext cx="4713402" cy="307777"/>
          </a:xfrm>
          <a:prstGeom prst="rect">
            <a:avLst/>
          </a:prstGeom>
          <a:noFill/>
        </p:spPr>
        <p:txBody>
          <a:bodyPr wrap="square" rtlCol="0">
            <a:spAutoFit/>
          </a:bodyPr>
          <a:lstStyle/>
          <a:p>
            <a:pPr algn="ctr"/>
            <a:r>
              <a:rPr lang="en-US" altLang="zh-CN" sz="1400">
                <a:solidFill>
                  <a:schemeClr val="accent4">
                    <a:lumMod val="20000"/>
                    <a:lumOff val="80000"/>
                  </a:schemeClr>
                </a:solidFill>
              </a:rPr>
              <a:t>Classical Chinese style work report presentation template</a:t>
            </a:r>
            <a:endParaRPr lang="zh-CN" altLang="en-US" sz="1400" dirty="0">
              <a:solidFill>
                <a:schemeClr val="accent4">
                  <a:lumMod val="20000"/>
                  <a:lumOff val="80000"/>
                </a:schemeClr>
              </a:solidFill>
            </a:endParaRPr>
          </a:p>
        </p:txBody>
      </p:sp>
      <p:grpSp>
        <p:nvGrpSpPr>
          <p:cNvPr id="10" name="组合 9"/>
          <p:cNvGrpSpPr/>
          <p:nvPr/>
        </p:nvGrpSpPr>
        <p:grpSpPr>
          <a:xfrm>
            <a:off x="9814597" y="3545012"/>
            <a:ext cx="1276469" cy="1276469"/>
            <a:chOff x="9348110" y="1578372"/>
            <a:chExt cx="1276469" cy="1276469"/>
          </a:xfrm>
        </p:grpSpPr>
        <p:pic>
          <p:nvPicPr>
            <p:cNvPr id="11" name="图片 10" descr="图片包含 游戏机&#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8110" y="1578372"/>
              <a:ext cx="1276469" cy="1276469"/>
            </a:xfrm>
            <a:prstGeom prst="rect">
              <a:avLst/>
            </a:prstGeom>
          </p:spPr>
        </p:pic>
        <p:sp>
          <p:nvSpPr>
            <p:cNvPr id="12" name="文本框 23"/>
            <p:cNvSpPr txBox="1"/>
            <p:nvPr/>
          </p:nvSpPr>
          <p:spPr>
            <a:xfrm>
              <a:off x="9698633" y="1791275"/>
              <a:ext cx="430887" cy="850662"/>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bg1"/>
                  </a:solidFill>
                  <a:latin typeface="字酷堂清楷体" panose="02010601030101010101" pitchFamily="2" charset="-122"/>
                  <a:ea typeface="字酷堂清楷体" panose="02010601030101010101" pitchFamily="2" charset="-122"/>
                </a:rPr>
                <a:t>简约</a:t>
              </a:r>
              <a:endParaRPr lang="zh-CN" altLang="en-US" sz="1600" dirty="0">
                <a:solidFill>
                  <a:schemeClr val="bg1"/>
                </a:solidFill>
                <a:latin typeface="字酷堂清楷体" panose="02010601030101010101" pitchFamily="2" charset="-122"/>
                <a:ea typeface="字酷堂清楷体" panose="02010601030101010101" pitchFamily="2" charset="-122"/>
              </a:endParaRPr>
            </a:p>
          </p:txBody>
        </p:sp>
      </p:grpSp>
      <p:sp>
        <p:nvSpPr>
          <p:cNvPr id="2" name="灯片编号占位符 1"/>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descr="白色的鸟&#10;&#10;描述已自动生成"/>
          <p:cNvPicPr>
            <a:picLocks noChangeAspect="1"/>
          </p:cNvPicPr>
          <p:nvPr/>
        </p:nvPicPr>
        <p:blipFill>
          <a:blip r:embed="rId1">
            <a:alphaModFix amt="18000"/>
            <a:extLst>
              <a:ext uri="{28A0092B-C50C-407E-A947-70E740481C1C}">
                <a14:useLocalDpi xmlns:a14="http://schemas.microsoft.com/office/drawing/2010/main" val="0"/>
              </a:ext>
            </a:extLst>
          </a:blip>
          <a:stretch>
            <a:fillRect/>
          </a:stretch>
        </p:blipFill>
        <p:spPr>
          <a:xfrm>
            <a:off x="7948794" y="4135587"/>
            <a:ext cx="4243206" cy="2121603"/>
          </a:xfrm>
          <a:prstGeom prst="rect">
            <a:avLst/>
          </a:prstGeom>
        </p:spPr>
      </p:pic>
      <p:grpSp>
        <p:nvGrpSpPr>
          <p:cNvPr id="7" name="组合 6"/>
          <p:cNvGrpSpPr/>
          <p:nvPr/>
        </p:nvGrpSpPr>
        <p:grpSpPr>
          <a:xfrm>
            <a:off x="612742" y="197963"/>
            <a:ext cx="10784264" cy="103695"/>
            <a:chOff x="612742" y="197963"/>
            <a:chExt cx="10784264" cy="103695"/>
          </a:xfrm>
        </p:grpSpPr>
        <p:cxnSp>
          <p:nvCxnSpPr>
            <p:cNvPr id="3" name="直接连接符 2"/>
            <p:cNvCxnSpPr/>
            <p:nvPr/>
          </p:nvCxnSpPr>
          <p:spPr>
            <a:xfrm>
              <a:off x="612742" y="301658"/>
              <a:ext cx="107842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606672" y="197963"/>
              <a:ext cx="1583703" cy="103627"/>
            </a:xfrm>
            <a:prstGeom prst="rect">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703868" y="6364737"/>
            <a:ext cx="10784264" cy="103627"/>
            <a:chOff x="612742" y="198031"/>
            <a:chExt cx="10784264" cy="103627"/>
          </a:xfrm>
        </p:grpSpPr>
        <p:cxnSp>
          <p:nvCxnSpPr>
            <p:cNvPr id="9" name="直接连接符 8"/>
            <p:cNvCxnSpPr/>
            <p:nvPr/>
          </p:nvCxnSpPr>
          <p:spPr>
            <a:xfrm>
              <a:off x="612742" y="301658"/>
              <a:ext cx="107842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602556" y="198031"/>
              <a:ext cx="1583703" cy="103627"/>
            </a:xfrm>
            <a:prstGeom prst="rect">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p:nvSpPr>
        <p:spPr>
          <a:xfrm>
            <a:off x="0" y="1153392"/>
            <a:ext cx="3065318" cy="4551215"/>
          </a:xfrm>
          <a:prstGeom prst="rect">
            <a:avLst/>
          </a:prstGeom>
          <a:blipFill>
            <a:blip r:embed="rId2"/>
            <a:srcRect/>
            <a:stretch>
              <a:fillRect l="-6426" t="-25909" r="-16964" b="-4491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843023" y="2286164"/>
            <a:ext cx="1107996" cy="2753591"/>
          </a:xfrm>
          <a:prstGeom prst="rect">
            <a:avLst/>
          </a:prstGeom>
          <a:noFill/>
        </p:spPr>
        <p:txBody>
          <a:bodyPr vert="eaVert" wrap="square" rtlCol="0">
            <a:spAutoFit/>
          </a:bodyPr>
          <a:lstStyle/>
          <a:p>
            <a:r>
              <a:rPr lang="zh-CN" altLang="en-US" sz="6000" spc="600" dirty="0">
                <a:solidFill>
                  <a:schemeClr val="accent4">
                    <a:lumMod val="60000"/>
                    <a:lumOff val="40000"/>
                  </a:schemeClr>
                </a:solidFill>
                <a:latin typeface="楷体" panose="02010609060101010101" pitchFamily="49" charset="-122"/>
                <a:ea typeface="楷体" panose="02010609060101010101" pitchFamily="49" charset="-122"/>
              </a:rPr>
              <a:t>目 录</a:t>
            </a:r>
            <a:endParaRPr lang="zh-CN" altLang="en-US" sz="6000" spc="600" dirty="0">
              <a:solidFill>
                <a:schemeClr val="accent4">
                  <a:lumMod val="60000"/>
                  <a:lumOff val="40000"/>
                </a:schemeClr>
              </a:solidFill>
              <a:latin typeface="楷体" panose="02010609060101010101" pitchFamily="49" charset="-122"/>
              <a:ea typeface="楷体" panose="02010609060101010101" pitchFamily="49" charset="-122"/>
            </a:endParaRPr>
          </a:p>
        </p:txBody>
      </p:sp>
      <p:sp>
        <p:nvSpPr>
          <p:cNvPr id="13" name="文本框 12"/>
          <p:cNvSpPr txBox="1"/>
          <p:nvPr/>
        </p:nvSpPr>
        <p:spPr>
          <a:xfrm>
            <a:off x="1612190" y="2532957"/>
            <a:ext cx="461665" cy="1704109"/>
          </a:xfrm>
          <a:prstGeom prst="rect">
            <a:avLst/>
          </a:prstGeom>
          <a:noFill/>
        </p:spPr>
        <p:txBody>
          <a:bodyPr vert="eaVert" wrap="square" rtlCol="0">
            <a:spAutoFit/>
          </a:bodyPr>
          <a:lstStyle/>
          <a:p>
            <a:pPr algn="dist"/>
            <a:r>
              <a:rPr lang="en-US" altLang="zh-CN" dirty="0">
                <a:solidFill>
                  <a:schemeClr val="accent4">
                    <a:lumMod val="40000"/>
                    <a:lumOff val="60000"/>
                  </a:schemeClr>
                </a:solidFill>
                <a:latin typeface="楷体" panose="02010609060101010101" pitchFamily="49" charset="-122"/>
                <a:ea typeface="楷体" panose="02010609060101010101" pitchFamily="49" charset="-122"/>
              </a:rPr>
              <a:t>contents</a:t>
            </a:r>
            <a:endParaRPr lang="zh-CN" altLang="en-US" dirty="0">
              <a:solidFill>
                <a:schemeClr val="accent4">
                  <a:lumMod val="40000"/>
                  <a:lumOff val="60000"/>
                </a:schemeClr>
              </a:solidFill>
              <a:latin typeface="楷体" panose="02010609060101010101" pitchFamily="49" charset="-122"/>
              <a:ea typeface="楷体" panose="02010609060101010101" pitchFamily="49" charset="-122"/>
            </a:endParaRPr>
          </a:p>
        </p:txBody>
      </p:sp>
      <p:grpSp>
        <p:nvGrpSpPr>
          <p:cNvPr id="30" name="组合 29"/>
          <p:cNvGrpSpPr/>
          <p:nvPr/>
        </p:nvGrpSpPr>
        <p:grpSpPr>
          <a:xfrm>
            <a:off x="3916878" y="1964043"/>
            <a:ext cx="1420908" cy="3294079"/>
            <a:chOff x="4263793" y="1228958"/>
            <a:chExt cx="1420908" cy="3294079"/>
          </a:xfrm>
        </p:grpSpPr>
        <p:grpSp>
          <p:nvGrpSpPr>
            <p:cNvPr id="16" name="组合 15"/>
            <p:cNvGrpSpPr/>
            <p:nvPr/>
          </p:nvGrpSpPr>
          <p:grpSpPr>
            <a:xfrm>
              <a:off x="4263793" y="1228958"/>
              <a:ext cx="1420908" cy="3294079"/>
              <a:chOff x="4225702" y="1686158"/>
              <a:chExt cx="1420908" cy="3294079"/>
            </a:xfrm>
          </p:grpSpPr>
          <p:sp>
            <p:nvSpPr>
              <p:cNvPr id="14" name="文本框 13"/>
              <p:cNvSpPr txBox="1"/>
              <p:nvPr/>
            </p:nvSpPr>
            <p:spPr>
              <a:xfrm>
                <a:off x="4225702" y="1686158"/>
                <a:ext cx="677108" cy="584775"/>
              </a:xfrm>
              <a:prstGeom prst="rect">
                <a:avLst/>
              </a:prstGeom>
              <a:noFill/>
            </p:spPr>
            <p:txBody>
              <a:bodyPr vert="horz" wrap="square" rtlCol="0">
                <a:spAutoFit/>
              </a:bodyPr>
              <a:lstStyle/>
              <a:p>
                <a:r>
                  <a:rPr lang="en-US" altLang="zh-CN" sz="3200" b="1" dirty="0">
                    <a:solidFill>
                      <a:srgbClr val="944536"/>
                    </a:solidFill>
                    <a:latin typeface="楷体" panose="02010609060101010101" pitchFamily="49" charset="-122"/>
                    <a:ea typeface="楷体" panose="02010609060101010101" pitchFamily="49" charset="-122"/>
                  </a:rPr>
                  <a:t>01</a:t>
                </a:r>
                <a:endParaRPr lang="en-US" altLang="zh-CN" sz="3200" b="1" dirty="0">
                  <a:solidFill>
                    <a:srgbClr val="944536"/>
                  </a:solidFill>
                  <a:latin typeface="楷体" panose="02010609060101010101" pitchFamily="49" charset="-122"/>
                  <a:ea typeface="楷体" panose="02010609060101010101" pitchFamily="49" charset="-122"/>
                </a:endParaRPr>
              </a:p>
            </p:txBody>
          </p:sp>
          <p:sp>
            <p:nvSpPr>
              <p:cNvPr id="15" name="文本框 14"/>
              <p:cNvSpPr txBox="1"/>
              <p:nvPr/>
            </p:nvSpPr>
            <p:spPr>
              <a:xfrm>
                <a:off x="4969502" y="1686158"/>
                <a:ext cx="677108" cy="3294079"/>
              </a:xfrm>
              <a:prstGeom prst="rect">
                <a:avLst/>
              </a:prstGeom>
              <a:noFill/>
            </p:spPr>
            <p:txBody>
              <a:bodyPr vert="eaVert" wrap="square" rtlCol="0">
                <a:spAutoFit/>
              </a:bodyPr>
              <a:lstStyle/>
              <a:p>
                <a:r>
                  <a:rPr lang="zh-CN" altLang="en-US" sz="3200" dirty="0">
                    <a:solidFill>
                      <a:schemeClr val="tx1">
                        <a:lumMod val="75000"/>
                        <a:lumOff val="25000"/>
                      </a:schemeClr>
                    </a:solidFill>
                    <a:latin typeface="楷体" panose="02010609060101010101" pitchFamily="49" charset="-122"/>
                    <a:ea typeface="楷体" panose="02010609060101010101" pitchFamily="49" charset="-122"/>
                  </a:rPr>
                  <a:t>工作内容展示</a:t>
                </a:r>
                <a:endParaRPr lang="zh-CN" altLang="en-US" sz="3200" dirty="0">
                  <a:solidFill>
                    <a:schemeClr val="tx1">
                      <a:lumMod val="75000"/>
                      <a:lumOff val="25000"/>
                    </a:schemeClr>
                  </a:solidFill>
                  <a:latin typeface="楷体" panose="02010609060101010101" pitchFamily="49" charset="-122"/>
                  <a:ea typeface="楷体" panose="02010609060101010101" pitchFamily="49" charset="-122"/>
                </a:endParaRPr>
              </a:p>
            </p:txBody>
          </p:sp>
        </p:grpSp>
        <p:sp>
          <p:nvSpPr>
            <p:cNvPr id="26" name="文本框 25"/>
            <p:cNvSpPr txBox="1"/>
            <p:nvPr/>
          </p:nvSpPr>
          <p:spPr>
            <a:xfrm>
              <a:off x="4287737" y="1780815"/>
              <a:ext cx="553998" cy="2023181"/>
            </a:xfrm>
            <a:prstGeom prst="rect">
              <a:avLst/>
            </a:prstGeom>
            <a:noFill/>
          </p:spPr>
          <p:txBody>
            <a:bodyPr vert="eaVert" wrap="square" rtlCol="0">
              <a:spAutoFit/>
            </a:bodyPr>
            <a:lstStyle/>
            <a:p>
              <a:r>
                <a:rPr lang="en-US" altLang="zh-CN" sz="2400" dirty="0">
                  <a:solidFill>
                    <a:schemeClr val="accent4">
                      <a:lumMod val="40000"/>
                      <a:lumOff val="60000"/>
                    </a:schemeClr>
                  </a:solidFill>
                  <a:latin typeface="楷体" panose="02010609060101010101" pitchFamily="49" charset="-122"/>
                  <a:ea typeface="楷体" panose="02010609060101010101" pitchFamily="49" charset="-122"/>
                </a:rPr>
                <a:t>Part  one</a:t>
              </a:r>
              <a:endParaRPr lang="zh-CN" altLang="en-US" sz="2400" dirty="0">
                <a:solidFill>
                  <a:schemeClr val="accent4">
                    <a:lumMod val="40000"/>
                    <a:lumOff val="60000"/>
                  </a:schemeClr>
                </a:solidFill>
                <a:latin typeface="楷体" panose="02010609060101010101" pitchFamily="49" charset="-122"/>
                <a:ea typeface="楷体" panose="02010609060101010101" pitchFamily="49" charset="-122"/>
              </a:endParaRPr>
            </a:p>
          </p:txBody>
        </p:sp>
      </p:grpSp>
      <p:grpSp>
        <p:nvGrpSpPr>
          <p:cNvPr id="31" name="组合 30"/>
          <p:cNvGrpSpPr/>
          <p:nvPr/>
        </p:nvGrpSpPr>
        <p:grpSpPr>
          <a:xfrm>
            <a:off x="5628455" y="1964043"/>
            <a:ext cx="1420908" cy="3294079"/>
            <a:chOff x="6016418" y="2792406"/>
            <a:chExt cx="1420908" cy="3294079"/>
          </a:xfrm>
        </p:grpSpPr>
        <p:grpSp>
          <p:nvGrpSpPr>
            <p:cNvPr id="17" name="组合 16"/>
            <p:cNvGrpSpPr/>
            <p:nvPr/>
          </p:nvGrpSpPr>
          <p:grpSpPr>
            <a:xfrm>
              <a:off x="6016418" y="2792406"/>
              <a:ext cx="1420908" cy="3294079"/>
              <a:chOff x="4225702" y="1686158"/>
              <a:chExt cx="1420908" cy="3294079"/>
            </a:xfrm>
          </p:grpSpPr>
          <p:sp>
            <p:nvSpPr>
              <p:cNvPr id="18" name="文本框 17"/>
              <p:cNvSpPr txBox="1"/>
              <p:nvPr/>
            </p:nvSpPr>
            <p:spPr>
              <a:xfrm>
                <a:off x="4225702" y="1686158"/>
                <a:ext cx="677108" cy="584775"/>
              </a:xfrm>
              <a:prstGeom prst="rect">
                <a:avLst/>
              </a:prstGeom>
              <a:noFill/>
            </p:spPr>
            <p:txBody>
              <a:bodyPr vert="horz" wrap="square" rtlCol="0">
                <a:spAutoFit/>
              </a:bodyPr>
              <a:lstStyle/>
              <a:p>
                <a:r>
                  <a:rPr lang="en-US" altLang="zh-CN" sz="3200" b="1" dirty="0">
                    <a:solidFill>
                      <a:srgbClr val="944536"/>
                    </a:solidFill>
                    <a:latin typeface="楷体" panose="02010609060101010101" pitchFamily="49" charset="-122"/>
                    <a:ea typeface="楷体" panose="02010609060101010101" pitchFamily="49" charset="-122"/>
                  </a:rPr>
                  <a:t>02</a:t>
                </a:r>
                <a:endParaRPr lang="zh-CN" altLang="en-US" sz="3200" b="1" dirty="0">
                  <a:solidFill>
                    <a:srgbClr val="944536"/>
                  </a:solidFill>
                  <a:latin typeface="楷体" panose="02010609060101010101" pitchFamily="49" charset="-122"/>
                  <a:ea typeface="楷体" panose="02010609060101010101" pitchFamily="49" charset="-122"/>
                </a:endParaRPr>
              </a:p>
            </p:txBody>
          </p:sp>
          <p:sp>
            <p:nvSpPr>
              <p:cNvPr id="19" name="文本框 18"/>
              <p:cNvSpPr txBox="1"/>
              <p:nvPr/>
            </p:nvSpPr>
            <p:spPr>
              <a:xfrm>
                <a:off x="4969502" y="1686158"/>
                <a:ext cx="677108" cy="3294079"/>
              </a:xfrm>
              <a:prstGeom prst="rect">
                <a:avLst/>
              </a:prstGeom>
              <a:noFill/>
            </p:spPr>
            <p:txBody>
              <a:bodyPr vert="eaVert" wrap="square" rtlCol="0">
                <a:spAutoFit/>
              </a:bodyPr>
              <a:lstStyle/>
              <a:p>
                <a:r>
                  <a:rPr lang="zh-CN" altLang="en-US" sz="3200" dirty="0">
                    <a:solidFill>
                      <a:schemeClr val="tx1">
                        <a:lumMod val="75000"/>
                        <a:lumOff val="25000"/>
                      </a:schemeClr>
                    </a:solidFill>
                    <a:latin typeface="楷体" panose="02010609060101010101" pitchFamily="49" charset="-122"/>
                    <a:ea typeface="楷体" panose="02010609060101010101" pitchFamily="49" charset="-122"/>
                  </a:rPr>
                  <a:t>市场环境分析</a:t>
                </a:r>
                <a:endParaRPr lang="zh-CN" altLang="en-US" sz="3200" dirty="0">
                  <a:solidFill>
                    <a:schemeClr val="tx1">
                      <a:lumMod val="75000"/>
                      <a:lumOff val="25000"/>
                    </a:schemeClr>
                  </a:solidFill>
                  <a:latin typeface="楷体" panose="02010609060101010101" pitchFamily="49" charset="-122"/>
                  <a:ea typeface="楷体" panose="02010609060101010101" pitchFamily="49" charset="-122"/>
                </a:endParaRPr>
              </a:p>
            </p:txBody>
          </p:sp>
        </p:grpSp>
        <p:sp>
          <p:nvSpPr>
            <p:cNvPr id="27" name="文本框 26"/>
            <p:cNvSpPr txBox="1"/>
            <p:nvPr/>
          </p:nvSpPr>
          <p:spPr>
            <a:xfrm>
              <a:off x="6091862" y="3458452"/>
              <a:ext cx="553998" cy="2023181"/>
            </a:xfrm>
            <a:prstGeom prst="rect">
              <a:avLst/>
            </a:prstGeom>
            <a:noFill/>
          </p:spPr>
          <p:txBody>
            <a:bodyPr vert="eaVert" wrap="square" rtlCol="0">
              <a:spAutoFit/>
            </a:bodyPr>
            <a:lstStyle/>
            <a:p>
              <a:r>
                <a:rPr lang="en-US" altLang="zh-CN" sz="2400" dirty="0">
                  <a:solidFill>
                    <a:schemeClr val="accent4">
                      <a:lumMod val="40000"/>
                      <a:lumOff val="60000"/>
                    </a:schemeClr>
                  </a:solidFill>
                  <a:latin typeface="楷体" panose="02010609060101010101" pitchFamily="49" charset="-122"/>
                  <a:ea typeface="楷体" panose="02010609060101010101" pitchFamily="49" charset="-122"/>
                </a:rPr>
                <a:t>Part  two</a:t>
              </a:r>
              <a:endParaRPr lang="zh-CN" altLang="en-US" sz="2400" dirty="0">
                <a:solidFill>
                  <a:schemeClr val="accent4">
                    <a:lumMod val="40000"/>
                    <a:lumOff val="60000"/>
                  </a:schemeClr>
                </a:solidFill>
                <a:latin typeface="楷体" panose="02010609060101010101" pitchFamily="49" charset="-122"/>
                <a:ea typeface="楷体" panose="02010609060101010101" pitchFamily="49" charset="-122"/>
              </a:endParaRPr>
            </a:p>
          </p:txBody>
        </p:sp>
      </p:grpSp>
      <p:grpSp>
        <p:nvGrpSpPr>
          <p:cNvPr id="32" name="组合 31"/>
          <p:cNvGrpSpPr/>
          <p:nvPr/>
        </p:nvGrpSpPr>
        <p:grpSpPr>
          <a:xfrm>
            <a:off x="7340032" y="1964043"/>
            <a:ext cx="1420908" cy="3294079"/>
            <a:chOff x="7760256" y="1226288"/>
            <a:chExt cx="1420908" cy="3294079"/>
          </a:xfrm>
        </p:grpSpPr>
        <p:grpSp>
          <p:nvGrpSpPr>
            <p:cNvPr id="20" name="组合 19"/>
            <p:cNvGrpSpPr/>
            <p:nvPr/>
          </p:nvGrpSpPr>
          <p:grpSpPr>
            <a:xfrm>
              <a:off x="7760256" y="1226288"/>
              <a:ext cx="1420908" cy="3294079"/>
              <a:chOff x="4225702" y="1686158"/>
              <a:chExt cx="1420908" cy="3294079"/>
            </a:xfrm>
          </p:grpSpPr>
          <p:sp>
            <p:nvSpPr>
              <p:cNvPr id="21" name="文本框 20"/>
              <p:cNvSpPr txBox="1"/>
              <p:nvPr/>
            </p:nvSpPr>
            <p:spPr>
              <a:xfrm>
                <a:off x="4225702" y="1686158"/>
                <a:ext cx="677108" cy="584775"/>
              </a:xfrm>
              <a:prstGeom prst="rect">
                <a:avLst/>
              </a:prstGeom>
              <a:noFill/>
            </p:spPr>
            <p:txBody>
              <a:bodyPr vert="horz" wrap="square" rtlCol="0">
                <a:spAutoFit/>
              </a:bodyPr>
              <a:lstStyle/>
              <a:p>
                <a:r>
                  <a:rPr lang="en-US" altLang="zh-CN" sz="3200" b="1" dirty="0">
                    <a:solidFill>
                      <a:srgbClr val="944536"/>
                    </a:solidFill>
                    <a:latin typeface="楷体" panose="02010609060101010101" pitchFamily="49" charset="-122"/>
                    <a:ea typeface="楷体" panose="02010609060101010101" pitchFamily="49" charset="-122"/>
                  </a:rPr>
                  <a:t>03</a:t>
                </a:r>
                <a:endParaRPr lang="zh-CN" altLang="en-US" sz="3200" b="1" dirty="0">
                  <a:solidFill>
                    <a:srgbClr val="944536"/>
                  </a:solidFill>
                  <a:latin typeface="楷体" panose="02010609060101010101" pitchFamily="49" charset="-122"/>
                  <a:ea typeface="楷体" panose="02010609060101010101" pitchFamily="49" charset="-122"/>
                </a:endParaRPr>
              </a:p>
            </p:txBody>
          </p:sp>
          <p:sp>
            <p:nvSpPr>
              <p:cNvPr id="22" name="文本框 21"/>
              <p:cNvSpPr txBox="1"/>
              <p:nvPr/>
            </p:nvSpPr>
            <p:spPr>
              <a:xfrm>
                <a:off x="4969502" y="1686158"/>
                <a:ext cx="677108" cy="3294079"/>
              </a:xfrm>
              <a:prstGeom prst="rect">
                <a:avLst/>
              </a:prstGeom>
              <a:noFill/>
            </p:spPr>
            <p:txBody>
              <a:bodyPr vert="eaVert" wrap="square" rtlCol="0">
                <a:spAutoFit/>
              </a:bodyPr>
              <a:lstStyle/>
              <a:p>
                <a:r>
                  <a:rPr lang="zh-CN" altLang="en-US" sz="3200" dirty="0">
                    <a:solidFill>
                      <a:schemeClr val="tx1">
                        <a:lumMod val="75000"/>
                        <a:lumOff val="25000"/>
                      </a:schemeClr>
                    </a:solidFill>
                    <a:latin typeface="楷体" panose="02010609060101010101" pitchFamily="49" charset="-122"/>
                    <a:ea typeface="楷体" panose="02010609060101010101" pitchFamily="49" charset="-122"/>
                  </a:rPr>
                  <a:t>工作优势与劣势</a:t>
                </a:r>
                <a:endParaRPr lang="zh-CN" altLang="en-US" sz="3200" dirty="0">
                  <a:solidFill>
                    <a:schemeClr val="tx1">
                      <a:lumMod val="75000"/>
                      <a:lumOff val="25000"/>
                    </a:schemeClr>
                  </a:solidFill>
                  <a:latin typeface="楷体" panose="02010609060101010101" pitchFamily="49" charset="-122"/>
                  <a:ea typeface="楷体" panose="02010609060101010101" pitchFamily="49" charset="-122"/>
                </a:endParaRPr>
              </a:p>
            </p:txBody>
          </p:sp>
        </p:grpSp>
        <p:sp>
          <p:nvSpPr>
            <p:cNvPr id="28" name="文本框 27"/>
            <p:cNvSpPr txBox="1"/>
            <p:nvPr/>
          </p:nvSpPr>
          <p:spPr>
            <a:xfrm>
              <a:off x="7808598" y="1793969"/>
              <a:ext cx="553998" cy="2023181"/>
            </a:xfrm>
            <a:prstGeom prst="rect">
              <a:avLst/>
            </a:prstGeom>
            <a:noFill/>
          </p:spPr>
          <p:txBody>
            <a:bodyPr vert="eaVert" wrap="square" rtlCol="0">
              <a:spAutoFit/>
            </a:bodyPr>
            <a:lstStyle/>
            <a:p>
              <a:r>
                <a:rPr lang="en-US" altLang="zh-CN" sz="2400" dirty="0">
                  <a:solidFill>
                    <a:schemeClr val="accent4">
                      <a:lumMod val="40000"/>
                      <a:lumOff val="60000"/>
                    </a:schemeClr>
                  </a:solidFill>
                  <a:latin typeface="楷体" panose="02010609060101010101" pitchFamily="49" charset="-122"/>
                  <a:ea typeface="楷体" panose="02010609060101010101" pitchFamily="49" charset="-122"/>
                </a:rPr>
                <a:t>Part  three</a:t>
              </a:r>
              <a:endParaRPr lang="zh-CN" altLang="en-US" sz="2400" dirty="0">
                <a:solidFill>
                  <a:schemeClr val="accent4">
                    <a:lumMod val="40000"/>
                    <a:lumOff val="60000"/>
                  </a:schemeClr>
                </a:solidFill>
                <a:latin typeface="楷体" panose="02010609060101010101" pitchFamily="49" charset="-122"/>
                <a:ea typeface="楷体" panose="02010609060101010101" pitchFamily="49" charset="-122"/>
              </a:endParaRPr>
            </a:p>
          </p:txBody>
        </p:sp>
      </p:grpSp>
      <p:grpSp>
        <p:nvGrpSpPr>
          <p:cNvPr id="33" name="组合 32"/>
          <p:cNvGrpSpPr/>
          <p:nvPr/>
        </p:nvGrpSpPr>
        <p:grpSpPr>
          <a:xfrm>
            <a:off x="9051608" y="1964043"/>
            <a:ext cx="1420908" cy="3294079"/>
            <a:chOff x="9398523" y="2873677"/>
            <a:chExt cx="1420908" cy="3294079"/>
          </a:xfrm>
        </p:grpSpPr>
        <p:grpSp>
          <p:nvGrpSpPr>
            <p:cNvPr id="23" name="组合 22"/>
            <p:cNvGrpSpPr/>
            <p:nvPr/>
          </p:nvGrpSpPr>
          <p:grpSpPr>
            <a:xfrm>
              <a:off x="9398523" y="2873677"/>
              <a:ext cx="1420908" cy="3294079"/>
              <a:chOff x="4225702" y="1686158"/>
              <a:chExt cx="1420908" cy="3294079"/>
            </a:xfrm>
          </p:grpSpPr>
          <p:sp>
            <p:nvSpPr>
              <p:cNvPr id="24" name="文本框 23"/>
              <p:cNvSpPr txBox="1"/>
              <p:nvPr/>
            </p:nvSpPr>
            <p:spPr>
              <a:xfrm>
                <a:off x="4225702" y="1686158"/>
                <a:ext cx="677108" cy="584775"/>
              </a:xfrm>
              <a:prstGeom prst="rect">
                <a:avLst/>
              </a:prstGeom>
              <a:noFill/>
            </p:spPr>
            <p:txBody>
              <a:bodyPr vert="horz" wrap="square" rtlCol="0">
                <a:spAutoFit/>
              </a:bodyPr>
              <a:lstStyle/>
              <a:p>
                <a:r>
                  <a:rPr lang="en-US" altLang="zh-CN" sz="3200" b="1" dirty="0">
                    <a:solidFill>
                      <a:srgbClr val="944536"/>
                    </a:solidFill>
                    <a:latin typeface="楷体" panose="02010609060101010101" pitchFamily="49" charset="-122"/>
                    <a:ea typeface="楷体" panose="02010609060101010101" pitchFamily="49" charset="-122"/>
                  </a:rPr>
                  <a:t>04</a:t>
                </a:r>
                <a:endParaRPr lang="zh-CN" altLang="en-US" sz="3200" b="1" dirty="0">
                  <a:solidFill>
                    <a:srgbClr val="944536"/>
                  </a:solidFill>
                  <a:latin typeface="楷体" panose="02010609060101010101" pitchFamily="49" charset="-122"/>
                  <a:ea typeface="楷体" panose="02010609060101010101" pitchFamily="49" charset="-122"/>
                </a:endParaRPr>
              </a:p>
            </p:txBody>
          </p:sp>
          <p:sp>
            <p:nvSpPr>
              <p:cNvPr id="25" name="文本框 24"/>
              <p:cNvSpPr txBox="1"/>
              <p:nvPr/>
            </p:nvSpPr>
            <p:spPr>
              <a:xfrm>
                <a:off x="4969502" y="1686158"/>
                <a:ext cx="677108" cy="3294079"/>
              </a:xfrm>
              <a:prstGeom prst="rect">
                <a:avLst/>
              </a:prstGeom>
              <a:noFill/>
            </p:spPr>
            <p:txBody>
              <a:bodyPr vert="eaVert" wrap="square" rtlCol="0">
                <a:spAutoFit/>
              </a:bodyPr>
              <a:lstStyle/>
              <a:p>
                <a:r>
                  <a:rPr lang="zh-CN" altLang="en-US" sz="3200" dirty="0">
                    <a:solidFill>
                      <a:schemeClr val="tx1">
                        <a:lumMod val="75000"/>
                        <a:lumOff val="25000"/>
                      </a:schemeClr>
                    </a:solidFill>
                    <a:latin typeface="楷体" panose="02010609060101010101" pitchFamily="49" charset="-122"/>
                    <a:ea typeface="楷体" panose="02010609060101010101" pitchFamily="49" charset="-122"/>
                  </a:rPr>
                  <a:t>工作计划的制订</a:t>
                </a:r>
                <a:endParaRPr lang="zh-CN" altLang="en-US" sz="3200" dirty="0">
                  <a:solidFill>
                    <a:schemeClr val="tx1">
                      <a:lumMod val="75000"/>
                      <a:lumOff val="25000"/>
                    </a:schemeClr>
                  </a:solidFill>
                  <a:latin typeface="楷体" panose="02010609060101010101" pitchFamily="49" charset="-122"/>
                  <a:ea typeface="楷体" panose="02010609060101010101" pitchFamily="49" charset="-122"/>
                </a:endParaRPr>
              </a:p>
            </p:txBody>
          </p:sp>
        </p:grpSp>
        <p:sp>
          <p:nvSpPr>
            <p:cNvPr id="29" name="文本框 28"/>
            <p:cNvSpPr txBox="1"/>
            <p:nvPr/>
          </p:nvSpPr>
          <p:spPr>
            <a:xfrm>
              <a:off x="9460078" y="3471184"/>
              <a:ext cx="553998" cy="2023181"/>
            </a:xfrm>
            <a:prstGeom prst="rect">
              <a:avLst/>
            </a:prstGeom>
            <a:noFill/>
          </p:spPr>
          <p:txBody>
            <a:bodyPr vert="eaVert" wrap="square" rtlCol="0">
              <a:spAutoFit/>
            </a:bodyPr>
            <a:lstStyle/>
            <a:p>
              <a:r>
                <a:rPr lang="en-US" altLang="zh-CN" sz="2400" dirty="0">
                  <a:solidFill>
                    <a:schemeClr val="accent4">
                      <a:lumMod val="40000"/>
                      <a:lumOff val="60000"/>
                    </a:schemeClr>
                  </a:solidFill>
                  <a:latin typeface="楷体" panose="02010609060101010101" pitchFamily="49" charset="-122"/>
                  <a:ea typeface="楷体" panose="02010609060101010101" pitchFamily="49" charset="-122"/>
                </a:rPr>
                <a:t>Part  four</a:t>
              </a:r>
              <a:endParaRPr lang="zh-CN" altLang="en-US" sz="2400" dirty="0">
                <a:solidFill>
                  <a:schemeClr val="accent4">
                    <a:lumMod val="40000"/>
                    <a:lumOff val="60000"/>
                  </a:schemeClr>
                </a:solidFill>
                <a:latin typeface="楷体" panose="02010609060101010101" pitchFamily="49" charset="-122"/>
                <a:ea typeface="楷体" panose="02010609060101010101" pitchFamily="49" charset="-122"/>
              </a:endParaRPr>
            </a:p>
          </p:txBody>
        </p:sp>
      </p:grpSp>
      <p:sp>
        <p:nvSpPr>
          <p:cNvPr id="2" name="灯片编号占位符 1"/>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trips(downLeft)">
                                      <p:cBhvr>
                                        <p:cTn id="7" dur="500"/>
                                        <p:tgtEl>
                                          <p:spTgt spid="30"/>
                                        </p:tgtEl>
                                      </p:cBhvr>
                                    </p:animEffect>
                                  </p:childTnLst>
                                </p:cTn>
                              </p:par>
                              <p:par>
                                <p:cTn id="8" presetID="18" presetClass="entr" presetSubtype="12"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strips(downLeft)">
                                      <p:cBhvr>
                                        <p:cTn id="10" dur="500"/>
                                        <p:tgtEl>
                                          <p:spTgt spid="31"/>
                                        </p:tgtEl>
                                      </p:cBhvr>
                                    </p:animEffect>
                                  </p:childTnLst>
                                </p:cTn>
                              </p:par>
                              <p:par>
                                <p:cTn id="11" presetID="18" presetClass="entr" presetSubtype="12"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strips(downLeft)">
                                      <p:cBhvr>
                                        <p:cTn id="13" dur="500"/>
                                        <p:tgtEl>
                                          <p:spTgt spid="32"/>
                                        </p:tgtEl>
                                      </p:cBhvr>
                                    </p:animEffect>
                                  </p:childTnLst>
                                </p:cTn>
                              </p:par>
                              <p:par>
                                <p:cTn id="14" presetID="18" presetClass="entr" presetSubtype="12"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strips(downLeft)">
                                      <p:cBhvr>
                                        <p:cTn id="1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6352310" y="904009"/>
            <a:ext cx="4634346" cy="4634346"/>
          </a:xfrm>
          <a:prstGeom prst="ellipse">
            <a:avLst/>
          </a:prstGeom>
          <a:noFill/>
          <a:ln>
            <a:solidFill>
              <a:srgbClr val="94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330537" y="1111827"/>
            <a:ext cx="4634346" cy="4634346"/>
          </a:xfrm>
          <a:prstGeom prst="ellipse">
            <a:avLst/>
          </a:prstGeom>
          <a:blipFill>
            <a:blip r:embed="rId1"/>
            <a:stretch>
              <a:fillRect l="-896" t="-102016" r="-59190" b="-1270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662546" y="2875002"/>
            <a:ext cx="1319645" cy="1107996"/>
          </a:xfrm>
          <a:prstGeom prst="rect">
            <a:avLst/>
          </a:prstGeom>
          <a:noFill/>
        </p:spPr>
        <p:txBody>
          <a:bodyPr wrap="square" rtlCol="0">
            <a:spAutoFit/>
          </a:bodyPr>
          <a:lstStyle/>
          <a:p>
            <a:pPr algn="ctr"/>
            <a:r>
              <a:rPr lang="en-US" altLang="zh-CN" sz="6600" b="1" dirty="0">
                <a:solidFill>
                  <a:schemeClr val="accent2">
                    <a:lumMod val="75000"/>
                  </a:schemeClr>
                </a:solidFill>
                <a:latin typeface="楷体" panose="02010609060101010101" pitchFamily="49" charset="-122"/>
                <a:ea typeface="楷体" panose="02010609060101010101" pitchFamily="49" charset="-122"/>
              </a:rPr>
              <a:t>01</a:t>
            </a:r>
            <a:endParaRPr lang="zh-CN" altLang="en-US" sz="6600" b="1" dirty="0">
              <a:solidFill>
                <a:schemeClr val="accent2">
                  <a:lumMod val="75000"/>
                </a:schemeClr>
              </a:solidFill>
              <a:latin typeface="楷体" panose="02010609060101010101" pitchFamily="49" charset="-122"/>
              <a:ea typeface="楷体" panose="02010609060101010101" pitchFamily="49" charset="-122"/>
            </a:endParaRPr>
          </a:p>
        </p:txBody>
      </p:sp>
      <p:sp>
        <p:nvSpPr>
          <p:cNvPr id="3" name="文本框 2"/>
          <p:cNvSpPr txBox="1"/>
          <p:nvPr/>
        </p:nvSpPr>
        <p:spPr>
          <a:xfrm>
            <a:off x="3169228" y="3075057"/>
            <a:ext cx="4322618" cy="707886"/>
          </a:xfrm>
          <a:prstGeom prst="rect">
            <a:avLst/>
          </a:prstGeom>
          <a:noFill/>
        </p:spPr>
        <p:txBody>
          <a:bodyPr wrap="square" rtlCol="0">
            <a:spAutoFit/>
          </a:bodyPr>
          <a:lstStyle/>
          <a:p>
            <a:r>
              <a:rPr lang="zh-CN" altLang="en-US" sz="4000" dirty="0">
                <a:solidFill>
                  <a:schemeClr val="tx1">
                    <a:lumMod val="75000"/>
                    <a:lumOff val="25000"/>
                  </a:schemeClr>
                </a:solidFill>
                <a:latin typeface="楷体" panose="02010609060101010101" pitchFamily="49" charset="-122"/>
                <a:ea typeface="楷体" panose="02010609060101010101" pitchFamily="49" charset="-122"/>
              </a:rPr>
              <a:t>工作内容</a:t>
            </a:r>
            <a:r>
              <a:rPr lang="zh-CN" altLang="en-US" sz="4000" dirty="0">
                <a:solidFill>
                  <a:schemeClr val="bg1"/>
                </a:solidFill>
                <a:latin typeface="楷体" panose="02010609060101010101" pitchFamily="49" charset="-122"/>
                <a:ea typeface="楷体" panose="02010609060101010101" pitchFamily="49" charset="-122"/>
              </a:rPr>
              <a:t>展示</a:t>
            </a:r>
            <a:endParaRPr lang="zh-CN" altLang="en-US" sz="4000" dirty="0">
              <a:solidFill>
                <a:schemeClr val="bg1"/>
              </a:solidFill>
              <a:latin typeface="楷体" panose="02010609060101010101" pitchFamily="49" charset="-122"/>
              <a:ea typeface="楷体" panose="02010609060101010101" pitchFamily="49" charset="-122"/>
            </a:endParaRPr>
          </a:p>
        </p:txBody>
      </p:sp>
      <p:sp>
        <p:nvSpPr>
          <p:cNvPr id="4" name="文本框 3"/>
          <p:cNvSpPr txBox="1"/>
          <p:nvPr/>
        </p:nvSpPr>
        <p:spPr>
          <a:xfrm>
            <a:off x="1943100" y="3982998"/>
            <a:ext cx="4322618" cy="707886"/>
          </a:xfrm>
          <a:prstGeom prst="rect">
            <a:avLst/>
          </a:prstGeom>
          <a:noFill/>
        </p:spPr>
        <p:txBody>
          <a:bodyPr wrap="square" rtlCol="0">
            <a:spAutoFit/>
          </a:bodyPr>
          <a:lstStyle/>
          <a:p>
            <a:r>
              <a:rPr lang="en-US" altLang="zh-CN" sz="4000" dirty="0">
                <a:solidFill>
                  <a:schemeClr val="accent4">
                    <a:lumMod val="40000"/>
                    <a:lumOff val="60000"/>
                  </a:schemeClr>
                </a:solidFill>
                <a:latin typeface="楷体" panose="02010609060101010101" pitchFamily="49" charset="-122"/>
                <a:ea typeface="楷体" panose="02010609060101010101" pitchFamily="49" charset="-122"/>
              </a:rPr>
              <a:t>Part one</a:t>
            </a:r>
            <a:endParaRPr lang="zh-CN" altLang="en-US" sz="4000" dirty="0">
              <a:solidFill>
                <a:schemeClr val="accent4">
                  <a:lumMod val="40000"/>
                  <a:lumOff val="60000"/>
                </a:schemeClr>
              </a:solidFill>
              <a:latin typeface="楷体" panose="02010609060101010101" pitchFamily="49" charset="-122"/>
              <a:ea typeface="楷体" panose="02010609060101010101" pitchFamily="49" charset="-122"/>
            </a:endParaRPr>
          </a:p>
        </p:txBody>
      </p:sp>
      <p:pic>
        <p:nvPicPr>
          <p:cNvPr id="7" name="图片 6"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16200000">
            <a:off x="1678105" y="4379740"/>
            <a:ext cx="1169526" cy="3786993"/>
          </a:xfrm>
          <a:prstGeom prst="rect">
            <a:avLst/>
          </a:prstGeom>
        </p:spPr>
      </p:pic>
      <p:pic>
        <p:nvPicPr>
          <p:cNvPr id="8" name="图片 7"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5400000">
            <a:off x="3830755" y="-1308733"/>
            <a:ext cx="1169526" cy="3786993"/>
          </a:xfrm>
          <a:prstGeom prst="rect">
            <a:avLst/>
          </a:prstGeom>
        </p:spPr>
      </p:pic>
      <p:pic>
        <p:nvPicPr>
          <p:cNvPr id="9" name="图片 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a:off x="10681" y="1327685"/>
            <a:ext cx="1169526" cy="3786993"/>
          </a:xfrm>
          <a:prstGeom prst="rect">
            <a:avLst/>
          </a:prstGeom>
        </p:spPr>
      </p:pic>
      <p:sp>
        <p:nvSpPr>
          <p:cNvPr id="10" name="灯片编号占位符 9"/>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500" fill="hold"/>
                                        <p:tgtEl>
                                          <p:spTgt spid="4"/>
                                        </p:tgtEl>
                                        <p:attrNameLst>
                                          <p:attrName>ppt_w</p:attrName>
                                        </p:attrNameLst>
                                      </p:cBhvr>
                                      <p:tavLst>
                                        <p:tav tm="0">
                                          <p:val>
                                            <p:fltVal val="0"/>
                                          </p:val>
                                        </p:tav>
                                        <p:tav tm="100000">
                                          <p:val>
                                            <p:strVal val="#ppt_w"/>
                                          </p:val>
                                        </p:tav>
                                      </p:tavLst>
                                    </p:anim>
                                    <p:anim calcmode="lin" valueType="num">
                                      <p:cBhvr>
                                        <p:cTn id="24"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l="1904" r="44831" b="102"/>
          <a:stretch>
            <a:fillRect/>
          </a:stretch>
        </p:blipFill>
        <p:spPr>
          <a:xfrm rot="5400000">
            <a:off x="6402370" y="-2169736"/>
            <a:ext cx="2384981" cy="9194275"/>
          </a:xfrm>
          <a:custGeom>
            <a:avLst/>
            <a:gdLst>
              <a:gd name="connsiteX0" fmla="*/ 2090058 w 2090058"/>
              <a:gd name="connsiteY0" fmla="*/ 0 h 8161069"/>
              <a:gd name="connsiteX1" fmla="*/ 2090058 w 2090058"/>
              <a:gd name="connsiteY1" fmla="*/ 8161069 h 8161069"/>
              <a:gd name="connsiteX2" fmla="*/ 0 w 2090058"/>
              <a:gd name="connsiteY2" fmla="*/ 8161069 h 8161069"/>
              <a:gd name="connsiteX3" fmla="*/ 0 w 2090058"/>
              <a:gd name="connsiteY3" fmla="*/ 0 h 8161069"/>
            </a:gdLst>
            <a:ahLst/>
            <a:cxnLst>
              <a:cxn ang="0">
                <a:pos x="connsiteX0" y="connsiteY0"/>
              </a:cxn>
              <a:cxn ang="0">
                <a:pos x="connsiteX1" y="connsiteY1"/>
              </a:cxn>
              <a:cxn ang="0">
                <a:pos x="connsiteX2" y="connsiteY2"/>
              </a:cxn>
              <a:cxn ang="0">
                <a:pos x="connsiteX3" y="connsiteY3"/>
              </a:cxn>
            </a:cxnLst>
            <a:rect l="l" t="t" r="r" b="b"/>
            <a:pathLst>
              <a:path w="2090058" h="8161069">
                <a:moveTo>
                  <a:pt x="2090058" y="0"/>
                </a:moveTo>
                <a:lnTo>
                  <a:pt x="2090058" y="8161069"/>
                </a:lnTo>
                <a:lnTo>
                  <a:pt x="0" y="8161069"/>
                </a:lnTo>
                <a:lnTo>
                  <a:pt x="0" y="0"/>
                </a:lnTo>
                <a:close/>
              </a:path>
            </a:pathLst>
          </a:custGeom>
        </p:spPr>
      </p:pic>
      <p:grpSp>
        <p:nvGrpSpPr>
          <p:cNvPr id="45" name="组合 44"/>
          <p:cNvGrpSpPr/>
          <p:nvPr/>
        </p:nvGrpSpPr>
        <p:grpSpPr>
          <a:xfrm>
            <a:off x="414779" y="285144"/>
            <a:ext cx="4628561" cy="523220"/>
            <a:chOff x="414779" y="285144"/>
            <a:chExt cx="4628561" cy="523220"/>
          </a:xfrm>
        </p:grpSpPr>
        <p:sp>
          <p:nvSpPr>
            <p:cNvPr id="28" name="椭圆 27"/>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工作内容展示</a:t>
              </a:r>
              <a:endParaRPr lang="zh-CN" altLang="en-US" sz="2800" dirty="0">
                <a:latin typeface="楷体" panose="02010609060101010101" pitchFamily="49" charset="-122"/>
                <a:ea typeface="楷体" panose="02010609060101010101" pitchFamily="49" charset="-122"/>
              </a:endParaRPr>
            </a:p>
          </p:txBody>
        </p:sp>
      </p:grpSp>
      <p:grpSp>
        <p:nvGrpSpPr>
          <p:cNvPr id="36" name="组合 35"/>
          <p:cNvGrpSpPr/>
          <p:nvPr/>
        </p:nvGrpSpPr>
        <p:grpSpPr>
          <a:xfrm>
            <a:off x="2997723" y="3963168"/>
            <a:ext cx="2315584" cy="2384981"/>
            <a:chOff x="9298247" y="4039352"/>
            <a:chExt cx="2315584" cy="2384981"/>
          </a:xfrm>
        </p:grpSpPr>
        <p:sp>
          <p:nvSpPr>
            <p:cNvPr id="37" name="椭圆 36"/>
            <p:cNvSpPr/>
            <p:nvPr/>
          </p:nvSpPr>
          <p:spPr>
            <a:xfrm>
              <a:off x="9298247" y="4039352"/>
              <a:ext cx="539918" cy="513794"/>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楷体" panose="02010609060101010101" pitchFamily="49" charset="-122"/>
                  <a:ea typeface="楷体" panose="02010609060101010101" pitchFamily="49" charset="-122"/>
                </a:rPr>
                <a:t>01</a:t>
              </a:r>
              <a:endParaRPr lang="zh-CN" altLang="en-US" sz="1400" b="1" dirty="0">
                <a:latin typeface="楷体" panose="02010609060101010101" pitchFamily="49" charset="-122"/>
                <a:ea typeface="楷体" panose="02010609060101010101" pitchFamily="49" charset="-122"/>
              </a:endParaRPr>
            </a:p>
          </p:txBody>
        </p:sp>
        <p:sp>
          <p:nvSpPr>
            <p:cNvPr id="38" name="文本框 37"/>
            <p:cNvSpPr txBox="1"/>
            <p:nvPr/>
          </p:nvSpPr>
          <p:spPr>
            <a:xfrm>
              <a:off x="9951838" y="4039352"/>
              <a:ext cx="1661993" cy="2384981"/>
            </a:xfrm>
            <a:prstGeom prst="rect">
              <a:avLst/>
            </a:prstGeom>
            <a:noFill/>
          </p:spPr>
          <p:txBody>
            <a:bodyPr vert="eaVert" wrap="square" rtlCol="0">
              <a:spAutoFit/>
            </a:bodyPr>
            <a:lstStyle/>
            <a:p>
              <a:pPr>
                <a:lnSpc>
                  <a:spcPct val="150000"/>
                </a:lnSpc>
              </a:pPr>
              <a:r>
                <a:rPr lang="zh-CN" altLang="en-US" sz="1600" dirty="0">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latin typeface="楷体" panose="02010609060101010101" pitchFamily="49" charset="-122"/>
                <a:ea typeface="楷体" panose="02010609060101010101" pitchFamily="49" charset="-122"/>
              </a:endParaRPr>
            </a:p>
          </p:txBody>
        </p:sp>
      </p:grpSp>
      <p:grpSp>
        <p:nvGrpSpPr>
          <p:cNvPr id="39" name="组合 38"/>
          <p:cNvGrpSpPr/>
          <p:nvPr/>
        </p:nvGrpSpPr>
        <p:grpSpPr>
          <a:xfrm>
            <a:off x="6302603" y="3963168"/>
            <a:ext cx="2315584" cy="2384981"/>
            <a:chOff x="9298247" y="4039352"/>
            <a:chExt cx="2315584" cy="2384981"/>
          </a:xfrm>
        </p:grpSpPr>
        <p:sp>
          <p:nvSpPr>
            <p:cNvPr id="40" name="椭圆 39"/>
            <p:cNvSpPr/>
            <p:nvPr/>
          </p:nvSpPr>
          <p:spPr>
            <a:xfrm>
              <a:off x="9298247" y="4039352"/>
              <a:ext cx="539918" cy="513794"/>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楷体" panose="02010609060101010101" pitchFamily="49" charset="-122"/>
                  <a:ea typeface="楷体" panose="02010609060101010101" pitchFamily="49" charset="-122"/>
                </a:rPr>
                <a:t>02</a:t>
              </a:r>
              <a:endParaRPr lang="zh-CN" altLang="en-US" sz="1400" b="1" dirty="0">
                <a:latin typeface="楷体" panose="02010609060101010101" pitchFamily="49" charset="-122"/>
                <a:ea typeface="楷体" panose="02010609060101010101" pitchFamily="49" charset="-122"/>
              </a:endParaRPr>
            </a:p>
          </p:txBody>
        </p:sp>
        <p:sp>
          <p:nvSpPr>
            <p:cNvPr id="41" name="文本框 40"/>
            <p:cNvSpPr txBox="1"/>
            <p:nvPr/>
          </p:nvSpPr>
          <p:spPr>
            <a:xfrm>
              <a:off x="9951838" y="4039352"/>
              <a:ext cx="1661993" cy="2384981"/>
            </a:xfrm>
            <a:prstGeom prst="rect">
              <a:avLst/>
            </a:prstGeom>
            <a:noFill/>
          </p:spPr>
          <p:txBody>
            <a:bodyPr vert="eaVert" wrap="square" rtlCol="0">
              <a:spAutoFit/>
            </a:bodyPr>
            <a:lstStyle/>
            <a:p>
              <a:pPr>
                <a:lnSpc>
                  <a:spcPct val="150000"/>
                </a:lnSpc>
              </a:pPr>
              <a:r>
                <a:rPr lang="zh-CN" altLang="en-US" sz="1600" dirty="0">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latin typeface="楷体" panose="02010609060101010101" pitchFamily="49" charset="-122"/>
                <a:ea typeface="楷体" panose="02010609060101010101" pitchFamily="49" charset="-122"/>
              </a:endParaRPr>
            </a:p>
          </p:txBody>
        </p:sp>
      </p:grpSp>
      <p:grpSp>
        <p:nvGrpSpPr>
          <p:cNvPr id="42" name="组合 41"/>
          <p:cNvGrpSpPr/>
          <p:nvPr/>
        </p:nvGrpSpPr>
        <p:grpSpPr>
          <a:xfrm>
            <a:off x="9607484" y="3963168"/>
            <a:ext cx="2315584" cy="2384981"/>
            <a:chOff x="9298247" y="4039352"/>
            <a:chExt cx="2315584" cy="2384981"/>
          </a:xfrm>
        </p:grpSpPr>
        <p:sp>
          <p:nvSpPr>
            <p:cNvPr id="43" name="椭圆 42"/>
            <p:cNvSpPr/>
            <p:nvPr/>
          </p:nvSpPr>
          <p:spPr>
            <a:xfrm>
              <a:off x="9298247" y="4039352"/>
              <a:ext cx="539918" cy="513794"/>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楷体" panose="02010609060101010101" pitchFamily="49" charset="-122"/>
                  <a:ea typeface="楷体" panose="02010609060101010101" pitchFamily="49" charset="-122"/>
                </a:rPr>
                <a:t>03</a:t>
              </a:r>
              <a:endParaRPr lang="zh-CN" altLang="en-US" sz="1400" b="1" dirty="0">
                <a:latin typeface="楷体" panose="02010609060101010101" pitchFamily="49" charset="-122"/>
                <a:ea typeface="楷体" panose="02010609060101010101" pitchFamily="49" charset="-122"/>
              </a:endParaRPr>
            </a:p>
          </p:txBody>
        </p:sp>
        <p:sp>
          <p:nvSpPr>
            <p:cNvPr id="44" name="文本框 43"/>
            <p:cNvSpPr txBox="1"/>
            <p:nvPr/>
          </p:nvSpPr>
          <p:spPr>
            <a:xfrm>
              <a:off x="9951838" y="4039352"/>
              <a:ext cx="1661993" cy="2384981"/>
            </a:xfrm>
            <a:prstGeom prst="rect">
              <a:avLst/>
            </a:prstGeom>
            <a:noFill/>
          </p:spPr>
          <p:txBody>
            <a:bodyPr vert="eaVert" wrap="square" rtlCol="0">
              <a:spAutoFit/>
            </a:bodyPr>
            <a:lstStyle/>
            <a:p>
              <a:pPr>
                <a:lnSpc>
                  <a:spcPct val="150000"/>
                </a:lnSpc>
              </a:pPr>
              <a:r>
                <a:rPr lang="zh-CN" altLang="en-US" sz="1600" dirty="0">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latin typeface="楷体" panose="02010609060101010101" pitchFamily="49" charset="-122"/>
                <a:ea typeface="楷体" panose="02010609060101010101" pitchFamily="49" charset="-122"/>
              </a:endParaRPr>
            </a:p>
          </p:txBody>
        </p:sp>
      </p:grpSp>
      <p:sp>
        <p:nvSpPr>
          <p:cNvPr id="46" name="灯片编号占位符 45"/>
          <p:cNvSpPr>
            <a:spLocks noGrp="1"/>
          </p:cNvSpPr>
          <p:nvPr>
            <p:ph type="sldNum" sz="quarter" idx="12"/>
          </p:nvPr>
        </p:nvSpPr>
        <p:spPr/>
        <p:txBody>
          <a:bodyPr/>
          <a:lstStyle/>
          <a:p>
            <a:fld id="{44995B92-0395-4A39-A5D7-83ACEE8F4D90}" type="slidenum">
              <a:rPr lang="zh-CN" altLang="en-US" smtClean="0"/>
            </a:fld>
            <a:endParaRPr lang="zh-CN" altLang="en-US"/>
          </a:p>
        </p:txBody>
      </p:sp>
      <p:pic>
        <p:nvPicPr>
          <p:cNvPr id="47" name="图片 46"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a:off x="0" y="1535503"/>
            <a:ext cx="1169526" cy="37869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1000"/>
                                        <p:tgtEl>
                                          <p:spTgt spid="39"/>
                                        </p:tgtEl>
                                      </p:cBhvr>
                                    </p:animEffect>
                                    <p:anim calcmode="lin" valueType="num">
                                      <p:cBhvr>
                                        <p:cTn id="13" dur="1000" fill="hold"/>
                                        <p:tgtEl>
                                          <p:spTgt spid="39"/>
                                        </p:tgtEl>
                                        <p:attrNameLst>
                                          <p:attrName>ppt_x</p:attrName>
                                        </p:attrNameLst>
                                      </p:cBhvr>
                                      <p:tavLst>
                                        <p:tav tm="0">
                                          <p:val>
                                            <p:strVal val="#ppt_x"/>
                                          </p:val>
                                        </p:tav>
                                        <p:tav tm="100000">
                                          <p:val>
                                            <p:strVal val="#ppt_x"/>
                                          </p:val>
                                        </p:tav>
                                      </p:tavLst>
                                    </p:anim>
                                    <p:anim calcmode="lin" valueType="num">
                                      <p:cBhvr>
                                        <p:cTn id="14" dur="1000" fill="hold"/>
                                        <p:tgtEl>
                                          <p:spTgt spid="3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1000"/>
                                        <p:tgtEl>
                                          <p:spTgt spid="42"/>
                                        </p:tgtEl>
                                      </p:cBhvr>
                                    </p:animEffect>
                                    <p:anim calcmode="lin" valueType="num">
                                      <p:cBhvr>
                                        <p:cTn id="18" dur="1000" fill="hold"/>
                                        <p:tgtEl>
                                          <p:spTgt spid="42"/>
                                        </p:tgtEl>
                                        <p:attrNameLst>
                                          <p:attrName>ppt_x</p:attrName>
                                        </p:attrNameLst>
                                      </p:cBhvr>
                                      <p:tavLst>
                                        <p:tav tm="0">
                                          <p:val>
                                            <p:strVal val="#ppt_x"/>
                                          </p:val>
                                        </p:tav>
                                        <p:tav tm="100000">
                                          <p:val>
                                            <p:strVal val="#ppt_x"/>
                                          </p:val>
                                        </p:tav>
                                      </p:tavLst>
                                    </p:anim>
                                    <p:anim calcmode="lin" valueType="num">
                                      <p:cBhvr>
                                        <p:cTn id="19" dur="1000" fill="hold"/>
                                        <p:tgtEl>
                                          <p:spTgt spid="4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1000"/>
                                        <p:tgtEl>
                                          <p:spTgt spid="46"/>
                                        </p:tgtEl>
                                      </p:cBhvr>
                                    </p:animEffect>
                                    <p:anim calcmode="lin" valueType="num">
                                      <p:cBhvr>
                                        <p:cTn id="23" dur="1000" fill="hold"/>
                                        <p:tgtEl>
                                          <p:spTgt spid="46"/>
                                        </p:tgtEl>
                                        <p:attrNameLst>
                                          <p:attrName>ppt_x</p:attrName>
                                        </p:attrNameLst>
                                      </p:cBhvr>
                                      <p:tavLst>
                                        <p:tav tm="0">
                                          <p:val>
                                            <p:strVal val="#ppt_x"/>
                                          </p:val>
                                        </p:tav>
                                        <p:tav tm="100000">
                                          <p:val>
                                            <p:strVal val="#ppt_x"/>
                                          </p:val>
                                        </p:tav>
                                      </p:tavLst>
                                    </p:anim>
                                    <p:anim calcmode="lin" valueType="num">
                                      <p:cBhvr>
                                        <p:cTn id="24"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椭圆 27"/>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工作内容展示</a:t>
            </a:r>
            <a:endParaRPr lang="zh-CN" altLang="en-US" sz="2800" dirty="0">
              <a:latin typeface="楷体" panose="02010609060101010101" pitchFamily="49" charset="-122"/>
              <a:ea typeface="楷体" panose="02010609060101010101" pitchFamily="49" charset="-122"/>
            </a:endParaRPr>
          </a:p>
        </p:txBody>
      </p:sp>
      <p:pic>
        <p:nvPicPr>
          <p:cNvPr id="4" name="图片 3" descr="图片包含 游戏机&#10;&#10;描述已自动生成"/>
          <p:cNvPicPr>
            <a:picLocks noChangeAspect="1"/>
          </p:cNvPicPr>
          <p:nvPr/>
        </p:nvPicPr>
        <p:blipFill rotWithShape="1">
          <a:blip r:embed="rId1">
            <a:extLst>
              <a:ext uri="{28A0092B-C50C-407E-A947-70E740481C1C}">
                <a14:useLocalDpi xmlns:a14="http://schemas.microsoft.com/office/drawing/2010/main" val="0"/>
              </a:ext>
            </a:extLst>
          </a:blip>
          <a:srcRect r="43750"/>
          <a:stretch>
            <a:fillRect/>
          </a:stretch>
        </p:blipFill>
        <p:spPr>
          <a:xfrm rot="5400000">
            <a:off x="4427838" y="-1471770"/>
            <a:ext cx="3336324" cy="12192000"/>
          </a:xfrm>
          <a:prstGeom prst="rect">
            <a:avLst/>
          </a:prstGeom>
        </p:spPr>
      </p:pic>
      <p:sp>
        <p:nvSpPr>
          <p:cNvPr id="16" name="矩形 15"/>
          <p:cNvSpPr/>
          <p:nvPr/>
        </p:nvSpPr>
        <p:spPr>
          <a:xfrm>
            <a:off x="5670374" y="868503"/>
            <a:ext cx="6093976" cy="1619733"/>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600" dirty="0">
                <a:solidFill>
                  <a:schemeClr val="tx1">
                    <a:lumMod val="85000"/>
                    <a:lumOff val="1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tx1">
                  <a:lumMod val="85000"/>
                  <a:lumOff val="15000"/>
                </a:schemeClr>
              </a:solidFill>
              <a:latin typeface="楷体" panose="02010609060101010101" pitchFamily="49" charset="-122"/>
              <a:ea typeface="楷体" panose="02010609060101010101" pitchFamily="49" charset="-122"/>
            </a:endParaRPr>
          </a:p>
          <a:p>
            <a:pPr>
              <a:lnSpc>
                <a:spcPct val="200000"/>
              </a:lnSpc>
            </a:pPr>
            <a:r>
              <a:rPr lang="zh-CN" altLang="en-US" sz="1600" dirty="0">
                <a:solidFill>
                  <a:schemeClr val="tx1">
                    <a:lumMod val="85000"/>
                    <a:lumOff val="1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tx1">
                  <a:lumMod val="85000"/>
                  <a:lumOff val="15000"/>
                </a:schemeClr>
              </a:solidFill>
              <a:latin typeface="楷体" panose="02010609060101010101" pitchFamily="49" charset="-122"/>
              <a:ea typeface="楷体" panose="02010609060101010101" pitchFamily="49" charset="-122"/>
            </a:endParaRPr>
          </a:p>
        </p:txBody>
      </p:sp>
      <p:sp>
        <p:nvSpPr>
          <p:cNvPr id="5" name="文本框 4"/>
          <p:cNvSpPr txBox="1"/>
          <p:nvPr/>
        </p:nvSpPr>
        <p:spPr>
          <a:xfrm>
            <a:off x="4941580" y="874784"/>
            <a:ext cx="553998" cy="1885362"/>
          </a:xfrm>
          <a:prstGeom prst="rect">
            <a:avLst/>
          </a:prstGeom>
          <a:noFill/>
        </p:spPr>
        <p:txBody>
          <a:bodyPr vert="eaVert" wrap="square" rtlCol="0">
            <a:spAutoFit/>
          </a:bodyPr>
          <a:lstStyle/>
          <a:p>
            <a:r>
              <a:rPr lang="zh-CN" altLang="en-US" sz="2400" dirty="0">
                <a:latin typeface="楷体" panose="02010609060101010101" pitchFamily="49" charset="-122"/>
                <a:ea typeface="楷体" panose="02010609060101010101" pitchFamily="49" charset="-122"/>
              </a:rPr>
              <a:t>您的小标题</a:t>
            </a:r>
            <a:endParaRPr lang="zh-CN" altLang="en-US" sz="2400" dirty="0">
              <a:latin typeface="楷体" panose="02010609060101010101" pitchFamily="49" charset="-122"/>
              <a:ea typeface="楷体" panose="02010609060101010101" pitchFamily="49" charset="-122"/>
            </a:endParaRPr>
          </a:p>
        </p:txBody>
      </p:sp>
      <p:sp>
        <p:nvSpPr>
          <p:cNvPr id="6" name="灯片编号占位符 5"/>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工作内容展示</a:t>
            </a:r>
            <a:endParaRPr lang="zh-CN" altLang="en-US" sz="2800" dirty="0">
              <a:latin typeface="楷体" panose="02010609060101010101" pitchFamily="49" charset="-122"/>
              <a:ea typeface="楷体" panose="02010609060101010101" pitchFamily="49" charset="-122"/>
            </a:endParaRPr>
          </a:p>
        </p:txBody>
      </p:sp>
      <p:sp>
        <p:nvSpPr>
          <p:cNvPr id="6" name="椭圆 5"/>
          <p:cNvSpPr/>
          <p:nvPr/>
        </p:nvSpPr>
        <p:spPr>
          <a:xfrm>
            <a:off x="4655343" y="1989137"/>
            <a:ext cx="2881313" cy="2879725"/>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lt1"/>
              </a:solidFill>
              <a:effectLst/>
              <a:uLnTx/>
              <a:uFillTx/>
              <a:latin typeface="楷体" panose="02010609060101010101" pitchFamily="49" charset="-122"/>
              <a:ea typeface="楷体" panose="02010609060101010101" pitchFamily="49" charset="-122"/>
              <a:sym typeface="Arial" panose="020B0604020202020204" pitchFamily="34" charset="0"/>
            </a:endParaRPr>
          </a:p>
        </p:txBody>
      </p:sp>
      <p:grpSp>
        <p:nvGrpSpPr>
          <p:cNvPr id="16" name="组合 15"/>
          <p:cNvGrpSpPr/>
          <p:nvPr/>
        </p:nvGrpSpPr>
        <p:grpSpPr>
          <a:xfrm>
            <a:off x="895546" y="1524213"/>
            <a:ext cx="3239050" cy="2229999"/>
            <a:chOff x="895546" y="1527472"/>
            <a:chExt cx="3239050" cy="2229999"/>
          </a:xfrm>
        </p:grpSpPr>
        <p:sp>
          <p:nvSpPr>
            <p:cNvPr id="7" name="文本框 6"/>
            <p:cNvSpPr txBox="1"/>
            <p:nvPr/>
          </p:nvSpPr>
          <p:spPr>
            <a:xfrm>
              <a:off x="895546" y="2018982"/>
              <a:ext cx="3239050" cy="1738489"/>
            </a:xfrm>
            <a:prstGeom prst="rect">
              <a:avLst/>
            </a:prstGeom>
            <a:noFill/>
          </p:spPr>
          <p:txBody>
            <a:bodyPr wrap="square" rtlCol="0">
              <a:spAutoFit/>
            </a:bodyPr>
            <a:lstStyle/>
            <a:p>
              <a:pPr algn="r">
                <a:lnSpc>
                  <a:spcPct val="200000"/>
                </a:lnSpc>
              </a:pPr>
              <a:r>
                <a:rPr lang="zh-CN" altLang="en-US" sz="1400" dirty="0">
                  <a:solidFill>
                    <a:srgbClr val="3B3838"/>
                  </a:solidFill>
                  <a:latin typeface="楷体" panose="02010609060101010101" pitchFamily="49" charset="-122"/>
                  <a:ea typeface="楷体" panose="02010609060101010101" pitchFamily="49" charset="-122"/>
                  <a:sym typeface="Arial" panose="020B0604020202020204" pitchFamily="34" charset="0"/>
                </a:rPr>
                <a:t>加标题点击此处添加标题点击此处添加标处添加标题点击此处标题点击此处此处添加标题点击</a:t>
              </a:r>
              <a:endParaRPr lang="zh-CN" altLang="en-US" sz="1400" dirty="0">
                <a:solidFill>
                  <a:srgbClr val="3B3838"/>
                </a:solidFill>
                <a:latin typeface="楷体" panose="02010609060101010101" pitchFamily="49" charset="-122"/>
                <a:ea typeface="楷体" panose="02010609060101010101" pitchFamily="49" charset="-122"/>
                <a:sym typeface="Arial" panose="020B0604020202020204" pitchFamily="34" charset="0"/>
              </a:endParaRPr>
            </a:p>
            <a:p>
              <a:pPr algn="r">
                <a:lnSpc>
                  <a:spcPct val="200000"/>
                </a:lnSpc>
              </a:pPr>
              <a:endParaRPr lang="zh-CN" altLang="en-US" sz="1400" dirty="0">
                <a:latin typeface="楷体" panose="02010609060101010101" pitchFamily="49" charset="-122"/>
                <a:ea typeface="楷体" panose="02010609060101010101" pitchFamily="49" charset="-122"/>
                <a:sym typeface="Arial" panose="020B0604020202020204" pitchFamily="34" charset="0"/>
              </a:endParaRPr>
            </a:p>
          </p:txBody>
        </p:sp>
        <p:sp>
          <p:nvSpPr>
            <p:cNvPr id="13" name="文本框 11"/>
            <p:cNvSpPr txBox="1"/>
            <p:nvPr/>
          </p:nvSpPr>
          <p:spPr>
            <a:xfrm>
              <a:off x="1489821" y="1527472"/>
              <a:ext cx="2644775" cy="461665"/>
            </a:xfrm>
            <a:prstGeom prst="rect">
              <a:avLst/>
            </a:prstGeom>
            <a:noFill/>
            <a:ln w="9525">
              <a:noFill/>
            </a:ln>
          </p:spPr>
          <p:txBody>
            <a:bodyPr>
              <a:spAutoFit/>
            </a:bodyPr>
            <a:lstStyle/>
            <a:p>
              <a:pPr algn="r" eaLnBrk="1" hangingPunct="1"/>
              <a:r>
                <a:rPr lang="zh-CN" altLang="en-US" sz="2400" b="1" dirty="0">
                  <a:latin typeface="楷体" panose="02010609060101010101" pitchFamily="49" charset="-122"/>
                  <a:ea typeface="楷体" panose="02010609060101010101" pitchFamily="49" charset="-122"/>
                  <a:sym typeface="Arial" panose="020B0604020202020204" pitchFamily="34" charset="0"/>
                </a:rPr>
                <a:t>小标题</a:t>
              </a:r>
              <a:endParaRPr lang="zh-CN" altLang="en-US" sz="2400" b="1" dirty="0">
                <a:latin typeface="楷体" panose="02010609060101010101" pitchFamily="49" charset="-122"/>
                <a:ea typeface="楷体" panose="02010609060101010101" pitchFamily="49" charset="-122"/>
                <a:sym typeface="Arial" panose="020B0604020202020204" pitchFamily="34" charset="0"/>
              </a:endParaRPr>
            </a:p>
          </p:txBody>
        </p:sp>
      </p:grpSp>
      <p:grpSp>
        <p:nvGrpSpPr>
          <p:cNvPr id="17" name="组合 16"/>
          <p:cNvGrpSpPr/>
          <p:nvPr/>
        </p:nvGrpSpPr>
        <p:grpSpPr>
          <a:xfrm>
            <a:off x="895546" y="3853089"/>
            <a:ext cx="3239050" cy="2229999"/>
            <a:chOff x="895546" y="1527472"/>
            <a:chExt cx="3239050" cy="2229999"/>
          </a:xfrm>
        </p:grpSpPr>
        <p:sp>
          <p:nvSpPr>
            <p:cNvPr id="18" name="文本框 17"/>
            <p:cNvSpPr txBox="1"/>
            <p:nvPr/>
          </p:nvSpPr>
          <p:spPr>
            <a:xfrm>
              <a:off x="895546" y="2018982"/>
              <a:ext cx="3239050" cy="1738489"/>
            </a:xfrm>
            <a:prstGeom prst="rect">
              <a:avLst/>
            </a:prstGeom>
            <a:noFill/>
          </p:spPr>
          <p:txBody>
            <a:bodyPr wrap="square" rtlCol="0">
              <a:spAutoFit/>
            </a:bodyPr>
            <a:lstStyle/>
            <a:p>
              <a:pPr algn="r">
                <a:lnSpc>
                  <a:spcPct val="200000"/>
                </a:lnSpc>
              </a:pPr>
              <a:r>
                <a:rPr lang="zh-CN" altLang="en-US" sz="1400" dirty="0">
                  <a:solidFill>
                    <a:srgbClr val="3B3838"/>
                  </a:solidFill>
                  <a:latin typeface="楷体" panose="02010609060101010101" pitchFamily="49" charset="-122"/>
                  <a:ea typeface="楷体" panose="02010609060101010101" pitchFamily="49" charset="-122"/>
                  <a:sym typeface="Arial" panose="020B0604020202020204" pitchFamily="34" charset="0"/>
                </a:rPr>
                <a:t>加标题点击此处添加标题点击此处添加标处添加标题点击此处标题点击此处此处添加标题点击</a:t>
              </a:r>
              <a:endParaRPr lang="zh-CN" altLang="en-US" sz="1400" dirty="0">
                <a:solidFill>
                  <a:srgbClr val="3B3838"/>
                </a:solidFill>
                <a:latin typeface="楷体" panose="02010609060101010101" pitchFamily="49" charset="-122"/>
                <a:ea typeface="楷体" panose="02010609060101010101" pitchFamily="49" charset="-122"/>
                <a:sym typeface="Arial" panose="020B0604020202020204" pitchFamily="34" charset="0"/>
              </a:endParaRPr>
            </a:p>
            <a:p>
              <a:pPr algn="r">
                <a:lnSpc>
                  <a:spcPct val="200000"/>
                </a:lnSpc>
              </a:pPr>
              <a:endParaRPr lang="zh-CN" altLang="en-US" sz="1400" dirty="0">
                <a:latin typeface="楷体" panose="02010609060101010101" pitchFamily="49" charset="-122"/>
                <a:ea typeface="楷体" panose="02010609060101010101" pitchFamily="49" charset="-122"/>
                <a:sym typeface="Arial" panose="020B0604020202020204" pitchFamily="34" charset="0"/>
              </a:endParaRPr>
            </a:p>
          </p:txBody>
        </p:sp>
        <p:sp>
          <p:nvSpPr>
            <p:cNvPr id="19" name="文本框 11"/>
            <p:cNvSpPr txBox="1"/>
            <p:nvPr/>
          </p:nvSpPr>
          <p:spPr>
            <a:xfrm>
              <a:off x="1489821" y="1527472"/>
              <a:ext cx="2644775" cy="461665"/>
            </a:xfrm>
            <a:prstGeom prst="rect">
              <a:avLst/>
            </a:prstGeom>
            <a:noFill/>
            <a:ln w="9525">
              <a:noFill/>
            </a:ln>
          </p:spPr>
          <p:txBody>
            <a:bodyPr>
              <a:spAutoFit/>
            </a:bodyPr>
            <a:lstStyle/>
            <a:p>
              <a:pPr algn="r" eaLnBrk="1" hangingPunct="1"/>
              <a:r>
                <a:rPr lang="zh-CN" altLang="en-US" sz="2400" b="1" dirty="0">
                  <a:latin typeface="楷体" panose="02010609060101010101" pitchFamily="49" charset="-122"/>
                  <a:ea typeface="楷体" panose="02010609060101010101" pitchFamily="49" charset="-122"/>
                  <a:sym typeface="Arial" panose="020B0604020202020204" pitchFamily="34" charset="0"/>
                </a:rPr>
                <a:t>小标题</a:t>
              </a:r>
              <a:endParaRPr lang="zh-CN" altLang="en-US" sz="2400" b="1" dirty="0">
                <a:latin typeface="楷体" panose="02010609060101010101" pitchFamily="49" charset="-122"/>
                <a:ea typeface="楷体" panose="02010609060101010101" pitchFamily="49" charset="-122"/>
                <a:sym typeface="Arial" panose="020B0604020202020204" pitchFamily="34" charset="0"/>
              </a:endParaRPr>
            </a:p>
          </p:txBody>
        </p:sp>
      </p:grpSp>
      <p:grpSp>
        <p:nvGrpSpPr>
          <p:cNvPr id="20" name="组合 19"/>
          <p:cNvGrpSpPr/>
          <p:nvPr/>
        </p:nvGrpSpPr>
        <p:grpSpPr>
          <a:xfrm>
            <a:off x="7948366" y="1532275"/>
            <a:ext cx="3239050" cy="2221937"/>
            <a:chOff x="895546" y="1535534"/>
            <a:chExt cx="3239050" cy="2221937"/>
          </a:xfrm>
        </p:grpSpPr>
        <p:sp>
          <p:nvSpPr>
            <p:cNvPr id="21" name="文本框 20"/>
            <p:cNvSpPr txBox="1"/>
            <p:nvPr/>
          </p:nvSpPr>
          <p:spPr>
            <a:xfrm>
              <a:off x="895546" y="2018982"/>
              <a:ext cx="3239050" cy="1738489"/>
            </a:xfrm>
            <a:prstGeom prst="rect">
              <a:avLst/>
            </a:prstGeom>
            <a:noFill/>
          </p:spPr>
          <p:txBody>
            <a:bodyPr wrap="square" rtlCol="0">
              <a:spAutoFit/>
            </a:bodyPr>
            <a:lstStyle/>
            <a:p>
              <a:pPr>
                <a:lnSpc>
                  <a:spcPct val="200000"/>
                </a:lnSpc>
              </a:pPr>
              <a:r>
                <a:rPr lang="zh-CN" altLang="en-US" sz="1400" dirty="0">
                  <a:solidFill>
                    <a:srgbClr val="3B3838"/>
                  </a:solidFill>
                  <a:latin typeface="楷体" panose="02010609060101010101" pitchFamily="49" charset="-122"/>
                  <a:ea typeface="楷体" panose="02010609060101010101" pitchFamily="49" charset="-122"/>
                  <a:sym typeface="Arial" panose="020B0604020202020204" pitchFamily="34" charset="0"/>
                </a:rPr>
                <a:t>加标题点击此处添加标题点击此处添加标处添加标题点击此处标题点击此处此处添加标题点击</a:t>
              </a:r>
              <a:endParaRPr lang="zh-CN" altLang="en-US" sz="1400" dirty="0">
                <a:solidFill>
                  <a:srgbClr val="3B3838"/>
                </a:solidFill>
                <a:latin typeface="楷体" panose="02010609060101010101" pitchFamily="49" charset="-122"/>
                <a:ea typeface="楷体" panose="02010609060101010101" pitchFamily="49" charset="-122"/>
                <a:sym typeface="Arial" panose="020B0604020202020204" pitchFamily="34" charset="0"/>
              </a:endParaRPr>
            </a:p>
            <a:p>
              <a:pPr>
                <a:lnSpc>
                  <a:spcPct val="200000"/>
                </a:lnSpc>
              </a:pPr>
              <a:endParaRPr lang="zh-CN" altLang="en-US" sz="1400" dirty="0">
                <a:latin typeface="楷体" panose="02010609060101010101" pitchFamily="49" charset="-122"/>
                <a:ea typeface="楷体" panose="02010609060101010101" pitchFamily="49" charset="-122"/>
                <a:sym typeface="Arial" panose="020B0604020202020204" pitchFamily="34" charset="0"/>
              </a:endParaRPr>
            </a:p>
          </p:txBody>
        </p:sp>
        <p:sp>
          <p:nvSpPr>
            <p:cNvPr id="22" name="文本框 11"/>
            <p:cNvSpPr txBox="1"/>
            <p:nvPr/>
          </p:nvSpPr>
          <p:spPr>
            <a:xfrm>
              <a:off x="1004584" y="1535534"/>
              <a:ext cx="2644775" cy="461665"/>
            </a:xfrm>
            <a:prstGeom prst="rect">
              <a:avLst/>
            </a:prstGeom>
            <a:noFill/>
            <a:ln w="9525">
              <a:noFill/>
            </a:ln>
          </p:spPr>
          <p:txBody>
            <a:bodyPr>
              <a:spAutoFit/>
            </a:bodyPr>
            <a:lstStyle/>
            <a:p>
              <a:pPr eaLnBrk="1" hangingPunct="1"/>
              <a:r>
                <a:rPr lang="zh-CN" altLang="en-US" sz="2400" b="1" dirty="0">
                  <a:latin typeface="楷体" panose="02010609060101010101" pitchFamily="49" charset="-122"/>
                  <a:ea typeface="楷体" panose="02010609060101010101" pitchFamily="49" charset="-122"/>
                  <a:sym typeface="Arial" panose="020B0604020202020204" pitchFamily="34" charset="0"/>
                </a:rPr>
                <a:t>小标题</a:t>
              </a:r>
              <a:endParaRPr lang="zh-CN" altLang="en-US" sz="2400" b="1" dirty="0">
                <a:latin typeface="楷体" panose="02010609060101010101" pitchFamily="49" charset="-122"/>
                <a:ea typeface="楷体" panose="02010609060101010101" pitchFamily="49" charset="-122"/>
                <a:sym typeface="Arial" panose="020B0604020202020204" pitchFamily="34" charset="0"/>
              </a:endParaRPr>
            </a:p>
          </p:txBody>
        </p:sp>
      </p:grpSp>
      <p:grpSp>
        <p:nvGrpSpPr>
          <p:cNvPr id="23" name="组合 22"/>
          <p:cNvGrpSpPr/>
          <p:nvPr/>
        </p:nvGrpSpPr>
        <p:grpSpPr>
          <a:xfrm>
            <a:off x="7948366" y="3757893"/>
            <a:ext cx="3239050" cy="2221937"/>
            <a:chOff x="895546" y="1535534"/>
            <a:chExt cx="3239050" cy="2221937"/>
          </a:xfrm>
        </p:grpSpPr>
        <p:sp>
          <p:nvSpPr>
            <p:cNvPr id="24" name="文本框 23"/>
            <p:cNvSpPr txBox="1"/>
            <p:nvPr/>
          </p:nvSpPr>
          <p:spPr>
            <a:xfrm>
              <a:off x="895546" y="2018982"/>
              <a:ext cx="3239050" cy="1738489"/>
            </a:xfrm>
            <a:prstGeom prst="rect">
              <a:avLst/>
            </a:prstGeom>
            <a:noFill/>
          </p:spPr>
          <p:txBody>
            <a:bodyPr wrap="square" rtlCol="0">
              <a:spAutoFit/>
            </a:bodyPr>
            <a:lstStyle/>
            <a:p>
              <a:pPr>
                <a:lnSpc>
                  <a:spcPct val="200000"/>
                </a:lnSpc>
              </a:pPr>
              <a:r>
                <a:rPr lang="zh-CN" altLang="en-US" sz="1400" dirty="0">
                  <a:solidFill>
                    <a:srgbClr val="3B3838"/>
                  </a:solidFill>
                  <a:latin typeface="楷体" panose="02010609060101010101" pitchFamily="49" charset="-122"/>
                  <a:ea typeface="楷体" panose="02010609060101010101" pitchFamily="49" charset="-122"/>
                  <a:sym typeface="Arial" panose="020B0604020202020204" pitchFamily="34" charset="0"/>
                </a:rPr>
                <a:t>加标题点击此处添加标题点击此处添加标处添加标题点击此处标题点击此处此处添加标题点击</a:t>
              </a:r>
              <a:endParaRPr lang="zh-CN" altLang="en-US" sz="1400" dirty="0">
                <a:solidFill>
                  <a:srgbClr val="3B3838"/>
                </a:solidFill>
                <a:latin typeface="楷体" panose="02010609060101010101" pitchFamily="49" charset="-122"/>
                <a:ea typeface="楷体" panose="02010609060101010101" pitchFamily="49" charset="-122"/>
                <a:sym typeface="Arial" panose="020B0604020202020204" pitchFamily="34" charset="0"/>
              </a:endParaRPr>
            </a:p>
            <a:p>
              <a:pPr>
                <a:lnSpc>
                  <a:spcPct val="200000"/>
                </a:lnSpc>
              </a:pPr>
              <a:endParaRPr lang="zh-CN" altLang="en-US" sz="1400" dirty="0">
                <a:latin typeface="楷体" panose="02010609060101010101" pitchFamily="49" charset="-122"/>
                <a:ea typeface="楷体" panose="02010609060101010101" pitchFamily="49" charset="-122"/>
                <a:sym typeface="Arial" panose="020B0604020202020204" pitchFamily="34" charset="0"/>
              </a:endParaRPr>
            </a:p>
          </p:txBody>
        </p:sp>
        <p:sp>
          <p:nvSpPr>
            <p:cNvPr id="25" name="文本框 11"/>
            <p:cNvSpPr txBox="1"/>
            <p:nvPr/>
          </p:nvSpPr>
          <p:spPr>
            <a:xfrm>
              <a:off x="1004584" y="1535534"/>
              <a:ext cx="2644775" cy="461665"/>
            </a:xfrm>
            <a:prstGeom prst="rect">
              <a:avLst/>
            </a:prstGeom>
            <a:noFill/>
            <a:ln w="9525">
              <a:noFill/>
            </a:ln>
          </p:spPr>
          <p:txBody>
            <a:bodyPr>
              <a:spAutoFit/>
            </a:bodyPr>
            <a:lstStyle/>
            <a:p>
              <a:pPr eaLnBrk="1" hangingPunct="1"/>
              <a:r>
                <a:rPr lang="zh-CN" altLang="en-US" sz="2400" b="1" dirty="0">
                  <a:latin typeface="楷体" panose="02010609060101010101" pitchFamily="49" charset="-122"/>
                  <a:ea typeface="楷体" panose="02010609060101010101" pitchFamily="49" charset="-122"/>
                  <a:sym typeface="Arial" panose="020B0604020202020204" pitchFamily="34" charset="0"/>
                </a:rPr>
                <a:t>小标题</a:t>
              </a:r>
              <a:endParaRPr lang="zh-CN" altLang="en-US" sz="2400" b="1" dirty="0">
                <a:latin typeface="楷体" panose="02010609060101010101" pitchFamily="49" charset="-122"/>
                <a:ea typeface="楷体" panose="02010609060101010101" pitchFamily="49" charset="-122"/>
                <a:sym typeface="Arial" panose="020B0604020202020204" pitchFamily="34" charset="0"/>
              </a:endParaRPr>
            </a:p>
          </p:txBody>
        </p:sp>
      </p:grpSp>
      <p:pic>
        <p:nvPicPr>
          <p:cNvPr id="27" name="图片 26" descr="白色的鸟&#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64862" y="1985086"/>
            <a:ext cx="5371314" cy="2685657"/>
          </a:xfrm>
          <a:prstGeom prst="rect">
            <a:avLst/>
          </a:prstGeom>
        </p:spPr>
      </p:pic>
      <p:sp>
        <p:nvSpPr>
          <p:cNvPr id="28" name="灯片编号占位符 27"/>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decel="50000" fill="hold">
                                          <p:stCondLst>
                                            <p:cond delay="0"/>
                                          </p:stCondLst>
                                        </p:cTn>
                                        <p:tgtEl>
                                          <p:spTgt spid="27"/>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7"/>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7"/>
                                        </p:tgtEl>
                                        <p:attrNameLst>
                                          <p:attrName>ppt_w</p:attrName>
                                        </p:attrNameLst>
                                      </p:cBhvr>
                                      <p:tavLst>
                                        <p:tav tm="0">
                                          <p:val>
                                            <p:strVal val="#ppt_w*.05"/>
                                          </p:val>
                                        </p:tav>
                                        <p:tav tm="100000">
                                          <p:val>
                                            <p:strVal val="#ppt_w"/>
                                          </p:val>
                                        </p:tav>
                                      </p:tavLst>
                                    </p:anim>
                                    <p:anim calcmode="lin" valueType="num">
                                      <p:cBhvr>
                                        <p:cTn id="10" dur="1000" fill="hold"/>
                                        <p:tgtEl>
                                          <p:spTgt spid="27"/>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7"/>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7"/>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7"/>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0-#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1+#ppt_w/2"/>
                                          </p:val>
                                        </p:tav>
                                        <p:tav tm="100000">
                                          <p:val>
                                            <p:strVal val="#ppt_x"/>
                                          </p:val>
                                        </p:tav>
                                      </p:tavLst>
                                    </p:anim>
                                    <p:anim calcmode="lin" valueType="num">
                                      <p:cBhvr additive="base">
                                        <p:cTn id="30" dur="500" fill="hold"/>
                                        <p:tgtEl>
                                          <p:spTgt spid="20"/>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1+#ppt_w/2"/>
                                          </p:val>
                                        </p:tav>
                                        <p:tav tm="100000">
                                          <p:val>
                                            <p:strVal val="#ppt_x"/>
                                          </p:val>
                                        </p:tav>
                                      </p:tavLst>
                                    </p:anim>
                                    <p:anim calcmode="lin" valueType="num">
                                      <p:cBhvr additive="base">
                                        <p:cTn id="3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6352310" y="904009"/>
            <a:ext cx="4634346" cy="4634346"/>
          </a:xfrm>
          <a:prstGeom prst="ellipse">
            <a:avLst/>
          </a:prstGeom>
          <a:noFill/>
          <a:ln>
            <a:solidFill>
              <a:srgbClr val="94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330537" y="1111827"/>
            <a:ext cx="4634346" cy="4634346"/>
          </a:xfrm>
          <a:prstGeom prst="ellipse">
            <a:avLst/>
          </a:prstGeom>
          <a:blipFill>
            <a:blip r:embed="rId1"/>
            <a:stretch>
              <a:fillRect l="-896" t="-102016" r="-59190" b="-1270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662546" y="2875002"/>
            <a:ext cx="1319645" cy="1107996"/>
          </a:xfrm>
          <a:prstGeom prst="rect">
            <a:avLst/>
          </a:prstGeom>
          <a:noFill/>
        </p:spPr>
        <p:txBody>
          <a:bodyPr wrap="square" rtlCol="0">
            <a:spAutoFit/>
          </a:bodyPr>
          <a:lstStyle/>
          <a:p>
            <a:pPr algn="ctr"/>
            <a:r>
              <a:rPr lang="en-US" altLang="zh-CN" sz="6600" b="1" dirty="0">
                <a:solidFill>
                  <a:schemeClr val="accent2">
                    <a:lumMod val="75000"/>
                  </a:schemeClr>
                </a:solidFill>
                <a:latin typeface="楷体" panose="02010609060101010101" pitchFamily="49" charset="-122"/>
                <a:ea typeface="楷体" panose="02010609060101010101" pitchFamily="49" charset="-122"/>
              </a:rPr>
              <a:t>02</a:t>
            </a:r>
            <a:endParaRPr lang="zh-CN" altLang="en-US" sz="6600" b="1" dirty="0">
              <a:solidFill>
                <a:schemeClr val="accent2">
                  <a:lumMod val="75000"/>
                </a:schemeClr>
              </a:solidFill>
              <a:latin typeface="楷体" panose="02010609060101010101" pitchFamily="49" charset="-122"/>
              <a:ea typeface="楷体" panose="02010609060101010101" pitchFamily="49" charset="-122"/>
            </a:endParaRPr>
          </a:p>
        </p:txBody>
      </p:sp>
      <p:sp>
        <p:nvSpPr>
          <p:cNvPr id="3" name="文本框 2"/>
          <p:cNvSpPr txBox="1"/>
          <p:nvPr/>
        </p:nvSpPr>
        <p:spPr>
          <a:xfrm>
            <a:off x="3169228" y="3075057"/>
            <a:ext cx="4322618" cy="707886"/>
          </a:xfrm>
          <a:prstGeom prst="rect">
            <a:avLst/>
          </a:prstGeom>
          <a:noFill/>
        </p:spPr>
        <p:txBody>
          <a:bodyPr wrap="square" rtlCol="0">
            <a:spAutoFit/>
          </a:bodyPr>
          <a:lstStyle/>
          <a:p>
            <a:r>
              <a:rPr lang="zh-CN" altLang="en-US" sz="4000" dirty="0">
                <a:solidFill>
                  <a:schemeClr val="tx1">
                    <a:lumMod val="75000"/>
                    <a:lumOff val="25000"/>
                  </a:schemeClr>
                </a:solidFill>
                <a:latin typeface="楷体" panose="02010609060101010101" pitchFamily="49" charset="-122"/>
                <a:ea typeface="楷体" panose="02010609060101010101" pitchFamily="49" charset="-122"/>
              </a:rPr>
              <a:t>市场环境</a:t>
            </a:r>
            <a:r>
              <a:rPr lang="zh-CN" altLang="en-US" sz="4000" dirty="0">
                <a:solidFill>
                  <a:schemeClr val="bg1"/>
                </a:solidFill>
                <a:latin typeface="楷体" panose="02010609060101010101" pitchFamily="49" charset="-122"/>
                <a:ea typeface="楷体" panose="02010609060101010101" pitchFamily="49" charset="-122"/>
              </a:rPr>
              <a:t>分析</a:t>
            </a:r>
            <a:endParaRPr lang="zh-CN" altLang="en-US" sz="4000" dirty="0">
              <a:solidFill>
                <a:schemeClr val="bg1"/>
              </a:solidFill>
              <a:latin typeface="楷体" panose="02010609060101010101" pitchFamily="49" charset="-122"/>
              <a:ea typeface="楷体" panose="02010609060101010101" pitchFamily="49" charset="-122"/>
            </a:endParaRPr>
          </a:p>
        </p:txBody>
      </p:sp>
      <p:sp>
        <p:nvSpPr>
          <p:cNvPr id="4" name="文本框 3"/>
          <p:cNvSpPr txBox="1"/>
          <p:nvPr/>
        </p:nvSpPr>
        <p:spPr>
          <a:xfrm>
            <a:off x="1943100" y="3982998"/>
            <a:ext cx="4322618" cy="707886"/>
          </a:xfrm>
          <a:prstGeom prst="rect">
            <a:avLst/>
          </a:prstGeom>
          <a:noFill/>
        </p:spPr>
        <p:txBody>
          <a:bodyPr wrap="square" rtlCol="0">
            <a:spAutoFit/>
          </a:bodyPr>
          <a:lstStyle/>
          <a:p>
            <a:r>
              <a:rPr lang="en-US" altLang="zh-CN" sz="4000" dirty="0">
                <a:solidFill>
                  <a:schemeClr val="accent4">
                    <a:lumMod val="40000"/>
                    <a:lumOff val="60000"/>
                  </a:schemeClr>
                </a:solidFill>
                <a:latin typeface="楷体" panose="02010609060101010101" pitchFamily="49" charset="-122"/>
                <a:ea typeface="楷体" panose="02010609060101010101" pitchFamily="49" charset="-122"/>
              </a:rPr>
              <a:t>Part two</a:t>
            </a:r>
            <a:endParaRPr lang="zh-CN" altLang="en-US" sz="4000" dirty="0">
              <a:solidFill>
                <a:schemeClr val="accent4">
                  <a:lumMod val="40000"/>
                  <a:lumOff val="60000"/>
                </a:schemeClr>
              </a:solidFill>
              <a:latin typeface="楷体" panose="02010609060101010101" pitchFamily="49" charset="-122"/>
              <a:ea typeface="楷体" panose="02010609060101010101" pitchFamily="49" charset="-122"/>
            </a:endParaRPr>
          </a:p>
        </p:txBody>
      </p:sp>
      <p:pic>
        <p:nvPicPr>
          <p:cNvPr id="7" name="图片 6"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16200000">
            <a:off x="1678105" y="4379740"/>
            <a:ext cx="1169526" cy="3786993"/>
          </a:xfrm>
          <a:prstGeom prst="rect">
            <a:avLst/>
          </a:prstGeom>
        </p:spPr>
      </p:pic>
      <p:pic>
        <p:nvPicPr>
          <p:cNvPr id="8" name="图片 7"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5400000">
            <a:off x="3830755" y="-1308733"/>
            <a:ext cx="1169526" cy="3786993"/>
          </a:xfrm>
          <a:prstGeom prst="rect">
            <a:avLst/>
          </a:prstGeom>
        </p:spPr>
      </p:pic>
      <p:pic>
        <p:nvPicPr>
          <p:cNvPr id="9" name="图片 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a:off x="10681" y="1327685"/>
            <a:ext cx="1169526" cy="3786993"/>
          </a:xfrm>
          <a:prstGeom prst="rect">
            <a:avLst/>
          </a:prstGeom>
        </p:spPr>
      </p:pic>
      <p:sp>
        <p:nvSpPr>
          <p:cNvPr id="10" name="灯片编号占位符 9"/>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市场环境分析</a:t>
              </a:r>
              <a:endParaRPr lang="zh-CN" altLang="en-US" sz="2800" dirty="0">
                <a:latin typeface="楷体" panose="02010609060101010101" pitchFamily="49" charset="-122"/>
                <a:ea typeface="楷体" panose="02010609060101010101" pitchFamily="49" charset="-122"/>
              </a:endParaRPr>
            </a:p>
          </p:txBody>
        </p:sp>
      </p:grpSp>
      <p:cxnSp>
        <p:nvCxnSpPr>
          <p:cNvPr id="5" name="直接连接符 4"/>
          <p:cNvCxnSpPr/>
          <p:nvPr/>
        </p:nvCxnSpPr>
        <p:spPr bwMode="auto">
          <a:xfrm>
            <a:off x="6430438" y="2782094"/>
            <a:ext cx="0" cy="622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文本框 37"/>
          <p:cNvSpPr txBox="1">
            <a:spLocks noChangeArrowheads="1"/>
          </p:cNvSpPr>
          <p:nvPr/>
        </p:nvSpPr>
        <p:spPr bwMode="auto">
          <a:xfrm>
            <a:off x="5631926" y="2281579"/>
            <a:ext cx="1597025" cy="523220"/>
          </a:xfrm>
          <a:prstGeom prst="rect">
            <a:avLst/>
          </a:prstGeom>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华文细黑" panose="02010600040101010101" pitchFamily="2" charset="-122"/>
                <a:ea typeface="方正兰亭黑简体" panose="02000000000000000000"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华文细黑" panose="02010600040101010101" pitchFamily="2" charset="-122"/>
                <a:ea typeface="方正兰亭黑简体" panose="02000000000000000000"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华文细黑" panose="02010600040101010101" pitchFamily="2" charset="-122"/>
                <a:ea typeface="方正兰亭黑简体" panose="02000000000000000000"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9pPr>
          </a:lstStyle>
          <a:p>
            <a:pPr algn="ctr">
              <a:lnSpc>
                <a:spcPct val="100000"/>
              </a:lnSpc>
              <a:spcBef>
                <a:spcPts val="0"/>
              </a:spcBef>
              <a:buNone/>
            </a:pPr>
            <a:r>
              <a:rPr lang="en-US" altLang="zh-CN" spc="300" dirty="0">
                <a:ln w="18415" cmpd="sng">
                  <a:noFill/>
                  <a:prstDash val="solid"/>
                </a:ln>
                <a:gradFill>
                  <a:gsLst>
                    <a:gs pos="0">
                      <a:schemeClr val="bg2">
                        <a:lumMod val="25000"/>
                      </a:schemeClr>
                    </a:gs>
                    <a:gs pos="32000">
                      <a:schemeClr val="tx1">
                        <a:lumMod val="75000"/>
                        <a:lumOff val="25000"/>
                      </a:schemeClr>
                    </a:gs>
                  </a:gsLst>
                  <a:lin ang="5400000" scaled="1"/>
                </a:gradFill>
                <a:latin typeface="楷体" panose="02010609060101010101" pitchFamily="49" charset="-122"/>
                <a:ea typeface="楷体" panose="02010609060101010101" pitchFamily="49" charset="-122"/>
              </a:rPr>
              <a:t>2019</a:t>
            </a:r>
            <a:endParaRPr lang="zh-CN" altLang="en-US" spc="300" dirty="0">
              <a:ln w="18415" cmpd="sng">
                <a:noFill/>
                <a:prstDash val="solid"/>
              </a:ln>
              <a:gradFill>
                <a:gsLst>
                  <a:gs pos="0">
                    <a:schemeClr val="bg2">
                      <a:lumMod val="25000"/>
                    </a:schemeClr>
                  </a:gs>
                  <a:gs pos="32000">
                    <a:schemeClr val="tx1">
                      <a:lumMod val="75000"/>
                      <a:lumOff val="25000"/>
                    </a:schemeClr>
                  </a:gs>
                </a:gsLst>
                <a:lin ang="5400000" scaled="1"/>
              </a:gradFill>
              <a:latin typeface="楷体" panose="02010609060101010101" pitchFamily="49" charset="-122"/>
              <a:ea typeface="楷体" panose="02010609060101010101" pitchFamily="49" charset="-122"/>
            </a:endParaRPr>
          </a:p>
        </p:txBody>
      </p:sp>
      <p:cxnSp>
        <p:nvCxnSpPr>
          <p:cNvPr id="7" name="直接连接符 6"/>
          <p:cNvCxnSpPr/>
          <p:nvPr/>
        </p:nvCxnSpPr>
        <p:spPr bwMode="auto">
          <a:xfrm>
            <a:off x="5689076" y="2783681"/>
            <a:ext cx="15589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auto">
          <a:xfrm flipV="1">
            <a:off x="4112688" y="3440906"/>
            <a:ext cx="0" cy="622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auto">
          <a:xfrm flipV="1">
            <a:off x="3371326" y="4061619"/>
            <a:ext cx="156051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文本框 25"/>
          <p:cNvSpPr txBox="1">
            <a:spLocks noChangeArrowheads="1"/>
          </p:cNvSpPr>
          <p:nvPr/>
        </p:nvSpPr>
        <p:spPr bwMode="auto">
          <a:xfrm>
            <a:off x="3328463" y="4075906"/>
            <a:ext cx="15986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华文细黑" panose="02010600040101010101" pitchFamily="2" charset="-122"/>
                <a:ea typeface="方正兰亭黑简体" panose="02000000000000000000"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华文细黑" panose="02010600040101010101" pitchFamily="2" charset="-122"/>
                <a:ea typeface="方正兰亭黑简体" panose="02000000000000000000"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华文细黑" panose="02010600040101010101" pitchFamily="2" charset="-122"/>
                <a:ea typeface="方正兰亭黑简体" panose="02000000000000000000"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9pPr>
          </a:lstStyle>
          <a:p>
            <a:pPr algn="ctr">
              <a:lnSpc>
                <a:spcPct val="100000"/>
              </a:lnSpc>
              <a:spcBef>
                <a:spcPts val="0"/>
              </a:spcBef>
              <a:buNone/>
            </a:pPr>
            <a:r>
              <a:rPr lang="en-US" altLang="zh-CN" spc="300" dirty="0">
                <a:ln w="18415" cmpd="sng">
                  <a:noFill/>
                  <a:prstDash val="solid"/>
                </a:ln>
                <a:gradFill>
                  <a:gsLst>
                    <a:gs pos="0">
                      <a:schemeClr val="bg2">
                        <a:lumMod val="25000"/>
                      </a:schemeClr>
                    </a:gs>
                    <a:gs pos="32000">
                      <a:schemeClr val="tx1">
                        <a:lumMod val="75000"/>
                        <a:lumOff val="25000"/>
                      </a:schemeClr>
                    </a:gs>
                  </a:gsLst>
                  <a:lin ang="5400000" scaled="1"/>
                </a:gradFill>
                <a:latin typeface="楷体" panose="02010609060101010101" pitchFamily="49" charset="-122"/>
                <a:ea typeface="楷体" panose="02010609060101010101" pitchFamily="49" charset="-122"/>
              </a:rPr>
              <a:t>2018</a:t>
            </a:r>
            <a:endParaRPr lang="zh-CN" altLang="en-US" spc="300" dirty="0">
              <a:ln w="18415" cmpd="sng">
                <a:noFill/>
                <a:prstDash val="solid"/>
              </a:ln>
              <a:gradFill>
                <a:gsLst>
                  <a:gs pos="0">
                    <a:schemeClr val="bg2">
                      <a:lumMod val="25000"/>
                    </a:schemeClr>
                  </a:gs>
                  <a:gs pos="32000">
                    <a:schemeClr val="tx1">
                      <a:lumMod val="75000"/>
                      <a:lumOff val="25000"/>
                    </a:schemeClr>
                  </a:gs>
                </a:gsLst>
                <a:lin ang="5400000" scaled="1"/>
              </a:gradFill>
              <a:latin typeface="楷体" panose="02010609060101010101" pitchFamily="49" charset="-122"/>
              <a:ea typeface="楷体" panose="02010609060101010101" pitchFamily="49" charset="-122"/>
            </a:endParaRPr>
          </a:p>
        </p:txBody>
      </p:sp>
      <p:cxnSp>
        <p:nvCxnSpPr>
          <p:cNvPr id="11" name="直接连接符 10"/>
          <p:cNvCxnSpPr/>
          <p:nvPr/>
        </p:nvCxnSpPr>
        <p:spPr bwMode="auto">
          <a:xfrm flipV="1">
            <a:off x="8727551" y="3440906"/>
            <a:ext cx="0" cy="622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auto">
          <a:xfrm flipV="1">
            <a:off x="7986188" y="4061619"/>
            <a:ext cx="15589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文本框 32"/>
          <p:cNvSpPr txBox="1">
            <a:spLocks noChangeArrowheads="1"/>
          </p:cNvSpPr>
          <p:nvPr/>
        </p:nvSpPr>
        <p:spPr bwMode="auto">
          <a:xfrm>
            <a:off x="7943326" y="4075906"/>
            <a:ext cx="15970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华文细黑" panose="02010600040101010101" pitchFamily="2" charset="-122"/>
                <a:ea typeface="方正兰亭黑简体" panose="02000000000000000000"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华文细黑" panose="02010600040101010101" pitchFamily="2" charset="-122"/>
                <a:ea typeface="方正兰亭黑简体" panose="02000000000000000000"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华文细黑" panose="02010600040101010101" pitchFamily="2" charset="-122"/>
                <a:ea typeface="方正兰亭黑简体" panose="02000000000000000000"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9pPr>
          </a:lstStyle>
          <a:p>
            <a:pPr algn="ctr">
              <a:lnSpc>
                <a:spcPct val="100000"/>
              </a:lnSpc>
              <a:spcBef>
                <a:spcPts val="0"/>
              </a:spcBef>
              <a:buNone/>
            </a:pPr>
            <a:r>
              <a:rPr lang="en-US" altLang="zh-CN" spc="300" dirty="0">
                <a:ln w="18415" cmpd="sng">
                  <a:noFill/>
                  <a:prstDash val="solid"/>
                </a:ln>
                <a:gradFill>
                  <a:gsLst>
                    <a:gs pos="0">
                      <a:schemeClr val="bg2">
                        <a:lumMod val="25000"/>
                      </a:schemeClr>
                    </a:gs>
                    <a:gs pos="32000">
                      <a:schemeClr val="tx1">
                        <a:lumMod val="75000"/>
                        <a:lumOff val="25000"/>
                      </a:schemeClr>
                    </a:gs>
                  </a:gsLst>
                  <a:lin ang="5400000" scaled="1"/>
                </a:gradFill>
                <a:latin typeface="楷体" panose="02010609060101010101" pitchFamily="49" charset="-122"/>
                <a:ea typeface="楷体" panose="02010609060101010101" pitchFamily="49" charset="-122"/>
              </a:rPr>
              <a:t>2020</a:t>
            </a:r>
            <a:endParaRPr lang="zh-CN" altLang="en-US" spc="300" dirty="0">
              <a:ln w="18415" cmpd="sng">
                <a:noFill/>
                <a:prstDash val="solid"/>
              </a:ln>
              <a:gradFill>
                <a:gsLst>
                  <a:gs pos="0">
                    <a:schemeClr val="bg2">
                      <a:lumMod val="25000"/>
                    </a:schemeClr>
                  </a:gs>
                  <a:gs pos="32000">
                    <a:schemeClr val="tx1">
                      <a:lumMod val="75000"/>
                      <a:lumOff val="25000"/>
                    </a:schemeClr>
                  </a:gs>
                </a:gsLst>
                <a:lin ang="5400000" scaled="1"/>
              </a:gradFill>
              <a:latin typeface="楷体" panose="02010609060101010101" pitchFamily="49" charset="-122"/>
              <a:ea typeface="楷体" panose="02010609060101010101" pitchFamily="49" charset="-122"/>
            </a:endParaRPr>
          </a:p>
        </p:txBody>
      </p:sp>
      <p:sp>
        <p:nvSpPr>
          <p:cNvPr id="14" name="文本框 13"/>
          <p:cNvSpPr txBox="1">
            <a:spLocks noChangeArrowheads="1"/>
          </p:cNvSpPr>
          <p:nvPr/>
        </p:nvSpPr>
        <p:spPr bwMode="auto">
          <a:xfrm>
            <a:off x="1007538" y="2276817"/>
            <a:ext cx="15986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华文细黑" panose="02010600040101010101" pitchFamily="2" charset="-122"/>
                <a:ea typeface="方正兰亭黑简体" panose="02000000000000000000"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华文细黑" panose="02010600040101010101" pitchFamily="2" charset="-122"/>
                <a:ea typeface="方正兰亭黑简体" panose="02000000000000000000"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华文细黑" panose="02010600040101010101" pitchFamily="2" charset="-122"/>
                <a:ea typeface="方正兰亭黑简体" panose="02000000000000000000"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9pPr>
          </a:lstStyle>
          <a:p>
            <a:pPr algn="ctr">
              <a:lnSpc>
                <a:spcPct val="100000"/>
              </a:lnSpc>
              <a:spcBef>
                <a:spcPts val="0"/>
              </a:spcBef>
              <a:buNone/>
            </a:pPr>
            <a:r>
              <a:rPr lang="en-US" altLang="zh-CN" spc="300" dirty="0">
                <a:ln w="18415" cmpd="sng">
                  <a:noFill/>
                  <a:prstDash val="solid"/>
                </a:ln>
                <a:gradFill>
                  <a:gsLst>
                    <a:gs pos="0">
                      <a:schemeClr val="bg2">
                        <a:lumMod val="25000"/>
                      </a:schemeClr>
                    </a:gs>
                    <a:gs pos="32000">
                      <a:schemeClr val="tx1">
                        <a:lumMod val="75000"/>
                        <a:lumOff val="25000"/>
                      </a:schemeClr>
                    </a:gs>
                  </a:gsLst>
                  <a:lin ang="5400000" scaled="1"/>
                </a:gradFill>
                <a:latin typeface="楷体" panose="02010609060101010101" pitchFamily="49" charset="-122"/>
                <a:ea typeface="楷体" panose="02010609060101010101" pitchFamily="49" charset="-122"/>
              </a:rPr>
              <a:t>2017</a:t>
            </a:r>
            <a:endParaRPr lang="zh-CN" altLang="en-US" spc="300" dirty="0">
              <a:ln w="18415" cmpd="sng">
                <a:noFill/>
                <a:prstDash val="solid"/>
              </a:ln>
              <a:gradFill>
                <a:gsLst>
                  <a:gs pos="0">
                    <a:schemeClr val="bg2">
                      <a:lumMod val="25000"/>
                    </a:schemeClr>
                  </a:gs>
                  <a:gs pos="32000">
                    <a:schemeClr val="tx1">
                      <a:lumMod val="75000"/>
                      <a:lumOff val="25000"/>
                    </a:schemeClr>
                  </a:gs>
                </a:gsLst>
                <a:lin ang="5400000" scaled="1"/>
              </a:gradFill>
              <a:latin typeface="楷体" panose="02010609060101010101" pitchFamily="49" charset="-122"/>
              <a:ea typeface="楷体" panose="02010609060101010101" pitchFamily="49" charset="-122"/>
            </a:endParaRPr>
          </a:p>
        </p:txBody>
      </p:sp>
      <p:cxnSp>
        <p:nvCxnSpPr>
          <p:cNvPr id="15" name="直接连接符 14"/>
          <p:cNvCxnSpPr/>
          <p:nvPr/>
        </p:nvCxnSpPr>
        <p:spPr bwMode="auto">
          <a:xfrm>
            <a:off x="1806051" y="2777331"/>
            <a:ext cx="0" cy="6223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auto">
          <a:xfrm>
            <a:off x="1064688" y="2778919"/>
            <a:ext cx="156051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0" y="3429000"/>
            <a:ext cx="10564969" cy="1190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1693338" y="3309144"/>
            <a:ext cx="234950" cy="236537"/>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2">
                  <a:lumMod val="50000"/>
                </a:schemeClr>
              </a:solidFill>
              <a:latin typeface="楷体" panose="02010609060101010101" pitchFamily="49" charset="-122"/>
              <a:ea typeface="楷体" panose="02010609060101010101" pitchFamily="49" charset="-122"/>
            </a:endParaRPr>
          </a:p>
        </p:txBody>
      </p:sp>
      <p:sp>
        <p:nvSpPr>
          <p:cNvPr id="19" name="椭圆 18"/>
          <p:cNvSpPr/>
          <p:nvPr/>
        </p:nvSpPr>
        <p:spPr>
          <a:xfrm>
            <a:off x="4004738" y="3309144"/>
            <a:ext cx="234950" cy="236537"/>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2">
                  <a:lumMod val="50000"/>
                </a:schemeClr>
              </a:solidFill>
              <a:latin typeface="楷体" panose="02010609060101010101" pitchFamily="49" charset="-122"/>
              <a:ea typeface="楷体" panose="02010609060101010101" pitchFamily="49" charset="-122"/>
            </a:endParaRPr>
          </a:p>
        </p:txBody>
      </p:sp>
      <p:sp>
        <p:nvSpPr>
          <p:cNvPr id="20" name="椭圆 19"/>
          <p:cNvSpPr/>
          <p:nvPr/>
        </p:nvSpPr>
        <p:spPr>
          <a:xfrm>
            <a:off x="6314551" y="3309144"/>
            <a:ext cx="236537" cy="236537"/>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2">
                  <a:lumMod val="50000"/>
                </a:schemeClr>
              </a:solidFill>
              <a:latin typeface="楷体" panose="02010609060101010101" pitchFamily="49" charset="-122"/>
              <a:ea typeface="楷体" panose="02010609060101010101" pitchFamily="49" charset="-122"/>
            </a:endParaRPr>
          </a:p>
        </p:txBody>
      </p:sp>
      <p:sp>
        <p:nvSpPr>
          <p:cNvPr id="21" name="椭圆 20"/>
          <p:cNvSpPr/>
          <p:nvPr/>
        </p:nvSpPr>
        <p:spPr>
          <a:xfrm>
            <a:off x="8625951" y="3309144"/>
            <a:ext cx="236537" cy="236537"/>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2">
                  <a:lumMod val="50000"/>
                </a:schemeClr>
              </a:solidFill>
              <a:latin typeface="楷体" panose="02010609060101010101" pitchFamily="49" charset="-122"/>
              <a:ea typeface="楷体" panose="02010609060101010101" pitchFamily="49" charset="-122"/>
            </a:endParaRPr>
          </a:p>
        </p:txBody>
      </p:sp>
      <p:sp>
        <p:nvSpPr>
          <p:cNvPr id="22" name="文本框 23"/>
          <p:cNvSpPr txBox="1"/>
          <p:nvPr/>
        </p:nvSpPr>
        <p:spPr>
          <a:xfrm>
            <a:off x="569388" y="3796506"/>
            <a:ext cx="2476500" cy="1212640"/>
          </a:xfrm>
          <a:prstGeom prst="rect">
            <a:avLst/>
          </a:prstGeom>
          <a:noFill/>
        </p:spPr>
        <p:txBody>
          <a:bodyPr>
            <a:spAutoFit/>
          </a:bodyPr>
          <a:lstStyle>
            <a:defPPr>
              <a:defRPr lang="zh-CN"/>
            </a:defPPr>
            <a:lvl1pPr>
              <a:lnSpc>
                <a:spcPct val="130000"/>
              </a:lnSpc>
              <a:defRPr sz="1600">
                <a:latin typeface="+mn-ea"/>
              </a:defRPr>
            </a:lvl1pPr>
          </a:lstStyle>
          <a:p>
            <a:pPr algn="ctr">
              <a:defRPr/>
            </a:pPr>
            <a:r>
              <a:rPr lang="zh-CN" altLang="en-US" sz="1400" dirty="0">
                <a:solidFill>
                  <a:schemeClr val="tx1">
                    <a:lumMod val="85000"/>
                    <a:lumOff val="15000"/>
                  </a:schemeClr>
                </a:solidFill>
                <a:latin typeface="楷体" panose="02010609060101010101" pitchFamily="49" charset="-122"/>
                <a:ea typeface="楷体" panose="02010609060101010101" pitchFamily="49" charset="-122"/>
              </a:rPr>
              <a:t>请在此处输入您的文本，或者将文本粘贴到此处请在此处输入您的文本，或者将文本粘贴到此处请在此处</a:t>
            </a:r>
            <a:endParaRPr lang="zh-CN" altLang="en-US" sz="1400" dirty="0">
              <a:solidFill>
                <a:schemeClr val="tx1">
                  <a:lumMod val="85000"/>
                  <a:lumOff val="15000"/>
                </a:schemeClr>
              </a:solidFill>
              <a:latin typeface="楷体" panose="02010609060101010101" pitchFamily="49" charset="-122"/>
              <a:ea typeface="楷体" panose="02010609060101010101" pitchFamily="49" charset="-122"/>
            </a:endParaRPr>
          </a:p>
        </p:txBody>
      </p:sp>
      <p:sp>
        <p:nvSpPr>
          <p:cNvPr id="23" name="文本框 24"/>
          <p:cNvSpPr txBox="1"/>
          <p:nvPr/>
        </p:nvSpPr>
        <p:spPr>
          <a:xfrm>
            <a:off x="2883963" y="1780381"/>
            <a:ext cx="2476500" cy="1212640"/>
          </a:xfrm>
          <a:prstGeom prst="rect">
            <a:avLst/>
          </a:prstGeom>
          <a:noFill/>
        </p:spPr>
        <p:txBody>
          <a:bodyPr>
            <a:spAutoFit/>
          </a:bodyPr>
          <a:lstStyle>
            <a:defPPr>
              <a:defRPr lang="zh-CN"/>
            </a:defPPr>
            <a:lvl1pPr>
              <a:lnSpc>
                <a:spcPct val="130000"/>
              </a:lnSpc>
              <a:defRPr sz="1600">
                <a:latin typeface="+mn-ea"/>
              </a:defRPr>
            </a:lvl1pPr>
          </a:lstStyle>
          <a:p>
            <a:pPr algn="ctr">
              <a:defRPr/>
            </a:pPr>
            <a:r>
              <a:rPr lang="zh-CN" altLang="en-US" sz="1400" dirty="0">
                <a:solidFill>
                  <a:schemeClr val="tx1">
                    <a:lumMod val="85000"/>
                    <a:lumOff val="15000"/>
                  </a:schemeClr>
                </a:solidFill>
                <a:latin typeface="楷体" panose="02010609060101010101" pitchFamily="49" charset="-122"/>
                <a:ea typeface="楷体" panose="02010609060101010101" pitchFamily="49" charset="-122"/>
              </a:rPr>
              <a:t>请在此处输入您的文本，或者将文本粘贴到此处请在此处输入您的文本，或者将文本粘贴到此处请在此处</a:t>
            </a:r>
            <a:endParaRPr lang="zh-CN" altLang="en-US" sz="1400" dirty="0">
              <a:solidFill>
                <a:schemeClr val="tx1">
                  <a:lumMod val="85000"/>
                  <a:lumOff val="15000"/>
                </a:schemeClr>
              </a:solidFill>
              <a:latin typeface="楷体" panose="02010609060101010101" pitchFamily="49" charset="-122"/>
              <a:ea typeface="楷体" panose="02010609060101010101" pitchFamily="49" charset="-122"/>
            </a:endParaRPr>
          </a:p>
        </p:txBody>
      </p:sp>
      <p:sp>
        <p:nvSpPr>
          <p:cNvPr id="24" name="文本框 25"/>
          <p:cNvSpPr txBox="1"/>
          <p:nvPr/>
        </p:nvSpPr>
        <p:spPr>
          <a:xfrm>
            <a:off x="5190601" y="3796506"/>
            <a:ext cx="2476500" cy="1212640"/>
          </a:xfrm>
          <a:prstGeom prst="rect">
            <a:avLst/>
          </a:prstGeom>
          <a:noFill/>
        </p:spPr>
        <p:txBody>
          <a:bodyPr>
            <a:spAutoFit/>
          </a:bodyPr>
          <a:lstStyle>
            <a:defPPr>
              <a:defRPr lang="zh-CN"/>
            </a:defPPr>
            <a:lvl1pPr algn="ctr" fontAlgn="auto">
              <a:lnSpc>
                <a:spcPct val="130000"/>
              </a:lnSpc>
              <a:spcBef>
                <a:spcPts val="0"/>
              </a:spcBef>
              <a:spcAft>
                <a:spcPts val="0"/>
              </a:spcAft>
              <a:defRPr sz="1600">
                <a:solidFill>
                  <a:schemeClr val="bg1">
                    <a:lumMod val="50000"/>
                  </a:schemeClr>
                </a:solidFill>
                <a:latin typeface="+mn-ea"/>
              </a:defRPr>
            </a:lvl1pPr>
          </a:lstStyle>
          <a:p>
            <a:pPr>
              <a:defRPr/>
            </a:pPr>
            <a:r>
              <a:rPr lang="zh-CN" altLang="en-US" sz="1400" dirty="0">
                <a:solidFill>
                  <a:schemeClr val="tx1">
                    <a:lumMod val="85000"/>
                    <a:lumOff val="15000"/>
                  </a:schemeClr>
                </a:solidFill>
                <a:latin typeface="楷体" panose="02010609060101010101" pitchFamily="49" charset="-122"/>
                <a:ea typeface="楷体" panose="02010609060101010101" pitchFamily="49" charset="-122"/>
              </a:rPr>
              <a:t>请在此处输入您的文本，或者将文本粘贴到此处请在此处输入您的文本，或者将文本粘贴到此处请在此处</a:t>
            </a:r>
            <a:endParaRPr lang="zh-CN" altLang="en-US" sz="1400" dirty="0">
              <a:solidFill>
                <a:schemeClr val="tx1">
                  <a:lumMod val="85000"/>
                  <a:lumOff val="15000"/>
                </a:schemeClr>
              </a:solidFill>
              <a:latin typeface="楷体" panose="02010609060101010101" pitchFamily="49" charset="-122"/>
              <a:ea typeface="楷体" panose="02010609060101010101" pitchFamily="49" charset="-122"/>
            </a:endParaRPr>
          </a:p>
        </p:txBody>
      </p:sp>
      <p:sp>
        <p:nvSpPr>
          <p:cNvPr id="25" name="文本框 26"/>
          <p:cNvSpPr txBox="1"/>
          <p:nvPr/>
        </p:nvSpPr>
        <p:spPr>
          <a:xfrm>
            <a:off x="7490888" y="1780381"/>
            <a:ext cx="2474913" cy="1212640"/>
          </a:xfrm>
          <a:prstGeom prst="rect">
            <a:avLst/>
          </a:prstGeom>
          <a:noFill/>
        </p:spPr>
        <p:txBody>
          <a:bodyPr>
            <a:spAutoFit/>
          </a:bodyPr>
          <a:lstStyle>
            <a:defPPr>
              <a:defRPr lang="zh-CN"/>
            </a:defPPr>
            <a:lvl1pPr algn="ctr" fontAlgn="auto">
              <a:lnSpc>
                <a:spcPct val="130000"/>
              </a:lnSpc>
              <a:spcBef>
                <a:spcPts val="0"/>
              </a:spcBef>
              <a:spcAft>
                <a:spcPts val="0"/>
              </a:spcAft>
              <a:defRPr sz="1600">
                <a:solidFill>
                  <a:schemeClr val="bg1">
                    <a:lumMod val="50000"/>
                  </a:schemeClr>
                </a:solidFill>
                <a:latin typeface="+mn-ea"/>
              </a:defRPr>
            </a:lvl1pPr>
          </a:lstStyle>
          <a:p>
            <a:pPr>
              <a:defRPr/>
            </a:pPr>
            <a:r>
              <a:rPr lang="zh-CN" altLang="en-US" sz="1400" dirty="0">
                <a:solidFill>
                  <a:schemeClr val="tx1">
                    <a:lumMod val="85000"/>
                    <a:lumOff val="15000"/>
                  </a:schemeClr>
                </a:solidFill>
                <a:latin typeface="楷体" panose="02010609060101010101" pitchFamily="49" charset="-122"/>
                <a:ea typeface="楷体" panose="02010609060101010101" pitchFamily="49" charset="-122"/>
              </a:rPr>
              <a:t>请在此处输入您的文本，或者将文本粘贴到此处请在此处输入您的文本，或者将文本粘贴到此处请在此处</a:t>
            </a:r>
            <a:endParaRPr lang="zh-CN" altLang="en-US" sz="1400" dirty="0">
              <a:solidFill>
                <a:schemeClr val="tx1">
                  <a:lumMod val="85000"/>
                  <a:lumOff val="15000"/>
                </a:schemeClr>
              </a:solidFill>
              <a:latin typeface="楷体" panose="02010609060101010101" pitchFamily="49" charset="-122"/>
              <a:ea typeface="楷体" panose="02010609060101010101" pitchFamily="49" charset="-122"/>
            </a:endParaRPr>
          </a:p>
        </p:txBody>
      </p:sp>
      <p:sp>
        <p:nvSpPr>
          <p:cNvPr id="27" name="椭圆 26"/>
          <p:cNvSpPr/>
          <p:nvPr/>
        </p:nvSpPr>
        <p:spPr>
          <a:xfrm>
            <a:off x="9965801" y="4497094"/>
            <a:ext cx="3543841" cy="3708694"/>
          </a:xfrm>
          <a:prstGeom prst="ellipse">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灯片编号占位符 27"/>
          <p:cNvSpPr>
            <a:spLocks noGrp="1"/>
          </p:cNvSpPr>
          <p:nvPr>
            <p:ph type="sldNum" sz="quarter" idx="12"/>
          </p:nvPr>
        </p:nvSpPr>
        <p:spPr/>
        <p:txBody>
          <a:bodyPr/>
          <a:lstStyle/>
          <a:p>
            <a:fld id="{44995B92-0395-4A39-A5D7-83ACEE8F4D90}" type="slidenum">
              <a:rPr lang="zh-CN" altLang="en-US" smtClean="0"/>
            </a:fld>
            <a:endParaRPr lang="zh-CN" altLang="en-US"/>
          </a:p>
        </p:txBody>
      </p:sp>
      <p:pic>
        <p:nvPicPr>
          <p:cNvPr id="29" name="图片 2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16200000">
            <a:off x="3537450" y="4364683"/>
            <a:ext cx="1169526" cy="37869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0-#ppt_w/2"/>
                                          </p:val>
                                        </p:tav>
                                        <p:tav tm="100000">
                                          <p:val>
                                            <p:strVal val="#ppt_x"/>
                                          </p:val>
                                        </p:tav>
                                      </p:tavLst>
                                    </p:anim>
                                    <p:anim calcmode="lin" valueType="num">
                                      <p:cBhvr additive="base">
                                        <p:cTn id="36" dur="500" fill="hold"/>
                                        <p:tgtEl>
                                          <p:spTgt spid="12"/>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0-#ppt_w/2"/>
                                          </p:val>
                                        </p:tav>
                                        <p:tav tm="100000">
                                          <p:val>
                                            <p:strVal val="#ppt_x"/>
                                          </p:val>
                                        </p:tav>
                                      </p:tavLst>
                                    </p:anim>
                                    <p:anim calcmode="lin" valueType="num">
                                      <p:cBhvr additive="base">
                                        <p:cTn id="40" dur="50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0-#ppt_w/2"/>
                                          </p:val>
                                        </p:tav>
                                        <p:tav tm="100000">
                                          <p:val>
                                            <p:strVal val="#ppt_x"/>
                                          </p:val>
                                        </p:tav>
                                      </p:tavLst>
                                    </p:anim>
                                    <p:anim calcmode="lin" valueType="num">
                                      <p:cBhvr additive="base">
                                        <p:cTn id="44" dur="50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ppt_y"/>
                                          </p:val>
                                        </p:tav>
                                        <p:tav tm="100000">
                                          <p:val>
                                            <p:strVal val="#ppt_y"/>
                                          </p:val>
                                        </p:tav>
                                      </p:tavLst>
                                    </p:anim>
                                  </p:childTnLst>
                                </p:cTn>
                              </p:par>
                              <p:par>
                                <p:cTn id="49" presetID="2" presetClass="entr" presetSubtype="8"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0-#ppt_w/2"/>
                                          </p:val>
                                        </p:tav>
                                        <p:tav tm="100000">
                                          <p:val>
                                            <p:strVal val="#ppt_x"/>
                                          </p:val>
                                        </p:tav>
                                      </p:tavLst>
                                    </p:anim>
                                    <p:anim calcmode="lin" valueType="num">
                                      <p:cBhvr additive="base">
                                        <p:cTn id="52" dur="500" fill="hold"/>
                                        <p:tgtEl>
                                          <p:spTgt spid="16"/>
                                        </p:tgtEl>
                                        <p:attrNameLst>
                                          <p:attrName>ppt_y</p:attrName>
                                        </p:attrNameLst>
                                      </p:cBhvr>
                                      <p:tavLst>
                                        <p:tav tm="0">
                                          <p:val>
                                            <p:strVal val="#ppt_y"/>
                                          </p:val>
                                        </p:tav>
                                        <p:tav tm="100000">
                                          <p:val>
                                            <p:strVal val="#ppt_y"/>
                                          </p:val>
                                        </p:tav>
                                      </p:tavLst>
                                    </p:anim>
                                  </p:childTnLst>
                                </p:cTn>
                              </p:par>
                              <p:par>
                                <p:cTn id="53" presetID="2" presetClass="entr" presetSubtype="8"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0-#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0-#ppt_w/2"/>
                                          </p:val>
                                        </p:tav>
                                        <p:tav tm="100000">
                                          <p:val>
                                            <p:strVal val="#ppt_x"/>
                                          </p:val>
                                        </p:tav>
                                      </p:tavLst>
                                    </p:anim>
                                    <p:anim calcmode="lin" valueType="num">
                                      <p:cBhvr additive="base">
                                        <p:cTn id="60" dur="500" fill="hold"/>
                                        <p:tgtEl>
                                          <p:spTgt spid="18"/>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0-#ppt_w/2"/>
                                          </p:val>
                                        </p:tav>
                                        <p:tav tm="100000">
                                          <p:val>
                                            <p:strVal val="#ppt_x"/>
                                          </p:val>
                                        </p:tav>
                                      </p:tavLst>
                                    </p:anim>
                                    <p:anim calcmode="lin" valueType="num">
                                      <p:cBhvr additive="base">
                                        <p:cTn id="64" dur="500" fill="hold"/>
                                        <p:tgtEl>
                                          <p:spTgt spid="19"/>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0-#ppt_w/2"/>
                                          </p:val>
                                        </p:tav>
                                        <p:tav tm="100000">
                                          <p:val>
                                            <p:strVal val="#ppt_x"/>
                                          </p:val>
                                        </p:tav>
                                      </p:tavLst>
                                    </p:anim>
                                    <p:anim calcmode="lin" valueType="num">
                                      <p:cBhvr additive="base">
                                        <p:cTn id="68" dur="500" fill="hold"/>
                                        <p:tgtEl>
                                          <p:spTgt spid="20"/>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00" fill="hold"/>
                                        <p:tgtEl>
                                          <p:spTgt spid="21"/>
                                        </p:tgtEl>
                                        <p:attrNameLst>
                                          <p:attrName>ppt_x</p:attrName>
                                        </p:attrNameLst>
                                      </p:cBhvr>
                                      <p:tavLst>
                                        <p:tav tm="0">
                                          <p:val>
                                            <p:strVal val="0-#ppt_w/2"/>
                                          </p:val>
                                        </p:tav>
                                        <p:tav tm="100000">
                                          <p:val>
                                            <p:strVal val="#ppt_x"/>
                                          </p:val>
                                        </p:tav>
                                      </p:tavLst>
                                    </p:anim>
                                    <p:anim calcmode="lin" valueType="num">
                                      <p:cBhvr additive="base">
                                        <p:cTn id="72" dur="500" fill="hold"/>
                                        <p:tgtEl>
                                          <p:spTgt spid="21"/>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00" fill="hold"/>
                                        <p:tgtEl>
                                          <p:spTgt spid="22"/>
                                        </p:tgtEl>
                                        <p:attrNameLst>
                                          <p:attrName>ppt_x</p:attrName>
                                        </p:attrNameLst>
                                      </p:cBhvr>
                                      <p:tavLst>
                                        <p:tav tm="0">
                                          <p:val>
                                            <p:strVal val="0-#ppt_w/2"/>
                                          </p:val>
                                        </p:tav>
                                        <p:tav tm="100000">
                                          <p:val>
                                            <p:strVal val="#ppt_x"/>
                                          </p:val>
                                        </p:tav>
                                      </p:tavLst>
                                    </p:anim>
                                    <p:anim calcmode="lin" valueType="num">
                                      <p:cBhvr additive="base">
                                        <p:cTn id="76" dur="500" fill="hold"/>
                                        <p:tgtEl>
                                          <p:spTgt spid="22"/>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0-#ppt_w/2"/>
                                          </p:val>
                                        </p:tav>
                                        <p:tav tm="100000">
                                          <p:val>
                                            <p:strVal val="#ppt_x"/>
                                          </p:val>
                                        </p:tav>
                                      </p:tavLst>
                                    </p:anim>
                                    <p:anim calcmode="lin" valueType="num">
                                      <p:cBhvr additive="base">
                                        <p:cTn id="80" dur="500" fill="hold"/>
                                        <p:tgtEl>
                                          <p:spTgt spid="23"/>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00" fill="hold"/>
                                        <p:tgtEl>
                                          <p:spTgt spid="24"/>
                                        </p:tgtEl>
                                        <p:attrNameLst>
                                          <p:attrName>ppt_x</p:attrName>
                                        </p:attrNameLst>
                                      </p:cBhvr>
                                      <p:tavLst>
                                        <p:tav tm="0">
                                          <p:val>
                                            <p:strVal val="0-#ppt_w/2"/>
                                          </p:val>
                                        </p:tav>
                                        <p:tav tm="100000">
                                          <p:val>
                                            <p:strVal val="#ppt_x"/>
                                          </p:val>
                                        </p:tav>
                                      </p:tavLst>
                                    </p:anim>
                                    <p:anim calcmode="lin" valueType="num">
                                      <p:cBhvr additive="base">
                                        <p:cTn id="84" dur="500" fill="hold"/>
                                        <p:tgtEl>
                                          <p:spTgt spid="24"/>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0-#ppt_w/2"/>
                                          </p:val>
                                        </p:tav>
                                        <p:tav tm="100000">
                                          <p:val>
                                            <p:strVal val="#ppt_x"/>
                                          </p:val>
                                        </p:tav>
                                      </p:tavLst>
                                    </p:anim>
                                    <p:anim calcmode="lin" valueType="num">
                                      <p:cBhvr additive="base">
                                        <p:cTn id="88"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3" grpId="0"/>
      <p:bldP spid="14" grpId="0"/>
      <p:bldP spid="18" grpId="0" animBg="1"/>
      <p:bldP spid="19" grpId="0" animBg="1"/>
      <p:bldP spid="20" grpId="0" animBg="1"/>
      <p:bldP spid="21" grpId="0" animBg="1"/>
      <p:bldP spid="22" grpId="0"/>
      <p:bldP spid="23" grpId="0"/>
      <p:bldP spid="24"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市场环境分析</a:t>
              </a:r>
              <a:endParaRPr lang="zh-CN" altLang="en-US" sz="2800" dirty="0">
                <a:latin typeface="楷体" panose="02010609060101010101" pitchFamily="49" charset="-122"/>
                <a:ea typeface="楷体" panose="02010609060101010101" pitchFamily="49" charset="-122"/>
              </a:endParaRPr>
            </a:p>
          </p:txBody>
        </p:sp>
      </p:grpSp>
      <p:sp>
        <p:nvSpPr>
          <p:cNvPr id="5" name="椭圆 4"/>
          <p:cNvSpPr/>
          <p:nvPr/>
        </p:nvSpPr>
        <p:spPr>
          <a:xfrm>
            <a:off x="4651990" y="1679721"/>
            <a:ext cx="3346450" cy="3346450"/>
          </a:xfrm>
          <a:prstGeom prst="ellipse">
            <a:avLst/>
          </a:prstGeom>
          <a:blipFill>
            <a:blip r:embed="rId1"/>
            <a:srcRect/>
            <a:stretch>
              <a:fillRect l="-896" t="-102016" r="-59190" b="-1270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楷体" panose="02010609060101010101" pitchFamily="49" charset="-122"/>
              <a:ea typeface="楷体" panose="02010609060101010101" pitchFamily="49" charset="-122"/>
            </a:endParaRPr>
          </a:p>
        </p:txBody>
      </p:sp>
      <p:sp>
        <p:nvSpPr>
          <p:cNvPr id="6" name="椭圆 5"/>
          <p:cNvSpPr/>
          <p:nvPr/>
        </p:nvSpPr>
        <p:spPr>
          <a:xfrm>
            <a:off x="4275753" y="1303484"/>
            <a:ext cx="4098925" cy="4098925"/>
          </a:xfrm>
          <a:prstGeom prst="ellipse">
            <a:avLst/>
          </a:prstGeom>
          <a:noFill/>
          <a:ln>
            <a:solidFill>
              <a:srgbClr val="94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楷体" panose="02010609060101010101" pitchFamily="49" charset="-122"/>
              <a:ea typeface="楷体" panose="02010609060101010101" pitchFamily="49" charset="-122"/>
            </a:endParaRPr>
          </a:p>
        </p:txBody>
      </p:sp>
      <p:sp>
        <p:nvSpPr>
          <p:cNvPr id="7" name="椭圆 6"/>
          <p:cNvSpPr/>
          <p:nvPr/>
        </p:nvSpPr>
        <p:spPr>
          <a:xfrm>
            <a:off x="3804904" y="1774177"/>
            <a:ext cx="628011" cy="628011"/>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dirty="0">
                <a:latin typeface="楷体" panose="02010609060101010101" pitchFamily="49" charset="-122"/>
                <a:ea typeface="楷体" panose="02010609060101010101" pitchFamily="49" charset="-122"/>
              </a:rPr>
              <a:t>壹</a:t>
            </a:r>
            <a:endParaRPr lang="zh-CN" altLang="en-US" sz="2800" dirty="0">
              <a:latin typeface="楷体" panose="02010609060101010101" pitchFamily="49" charset="-122"/>
              <a:ea typeface="楷体" panose="02010609060101010101" pitchFamily="49" charset="-122"/>
            </a:endParaRPr>
          </a:p>
        </p:txBody>
      </p:sp>
      <p:sp>
        <p:nvSpPr>
          <p:cNvPr id="8" name="椭圆 7"/>
          <p:cNvSpPr/>
          <p:nvPr/>
        </p:nvSpPr>
        <p:spPr>
          <a:xfrm>
            <a:off x="3788554" y="4398160"/>
            <a:ext cx="628011" cy="628011"/>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dirty="0">
                <a:latin typeface="楷体" panose="02010609060101010101" pitchFamily="49" charset="-122"/>
                <a:ea typeface="楷体" panose="02010609060101010101" pitchFamily="49" charset="-122"/>
              </a:rPr>
              <a:t>叁</a:t>
            </a:r>
            <a:endParaRPr lang="zh-CN" altLang="en-US" sz="2800" dirty="0">
              <a:latin typeface="楷体" panose="02010609060101010101" pitchFamily="49" charset="-122"/>
              <a:ea typeface="楷体" panose="02010609060101010101" pitchFamily="49" charset="-122"/>
            </a:endParaRPr>
          </a:p>
        </p:txBody>
      </p:sp>
      <p:sp>
        <p:nvSpPr>
          <p:cNvPr id="9" name="椭圆 8"/>
          <p:cNvSpPr/>
          <p:nvPr/>
        </p:nvSpPr>
        <p:spPr>
          <a:xfrm>
            <a:off x="8233866" y="1774177"/>
            <a:ext cx="628011" cy="628011"/>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dirty="0">
                <a:latin typeface="楷体" panose="02010609060101010101" pitchFamily="49" charset="-122"/>
                <a:ea typeface="楷体" panose="02010609060101010101" pitchFamily="49" charset="-122"/>
              </a:rPr>
              <a:t>贰</a:t>
            </a:r>
            <a:endParaRPr lang="zh-CN" altLang="en-US" sz="2800" dirty="0">
              <a:latin typeface="楷体" panose="02010609060101010101" pitchFamily="49" charset="-122"/>
              <a:ea typeface="楷体" panose="02010609060101010101" pitchFamily="49" charset="-122"/>
            </a:endParaRPr>
          </a:p>
        </p:txBody>
      </p:sp>
      <p:sp>
        <p:nvSpPr>
          <p:cNvPr id="10" name="椭圆 9"/>
          <p:cNvSpPr/>
          <p:nvPr/>
        </p:nvSpPr>
        <p:spPr>
          <a:xfrm>
            <a:off x="8217516" y="4398160"/>
            <a:ext cx="628011" cy="628011"/>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800" dirty="0">
                <a:latin typeface="楷体" panose="02010609060101010101" pitchFamily="49" charset="-122"/>
                <a:ea typeface="楷体" panose="02010609060101010101" pitchFamily="49" charset="-122"/>
              </a:rPr>
              <a:t>肆</a:t>
            </a:r>
            <a:endParaRPr lang="zh-CN" altLang="en-US" sz="2800" dirty="0">
              <a:latin typeface="楷体" panose="02010609060101010101" pitchFamily="49" charset="-122"/>
              <a:ea typeface="楷体" panose="02010609060101010101" pitchFamily="49" charset="-122"/>
            </a:endParaRPr>
          </a:p>
        </p:txBody>
      </p:sp>
      <p:sp>
        <p:nvSpPr>
          <p:cNvPr id="11" name="文本框 7"/>
          <p:cNvSpPr txBox="1"/>
          <p:nvPr/>
        </p:nvSpPr>
        <p:spPr>
          <a:xfrm>
            <a:off x="895546" y="3867295"/>
            <a:ext cx="2738632" cy="25891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08965" rtl="0" eaLnBrk="1" fontAlgn="auto" latinLnBrk="0" hangingPunct="1">
              <a:lnSpc>
                <a:spcPct val="200000"/>
              </a:lnSpc>
              <a:spcBef>
                <a:spcPts val="0"/>
              </a:spcBef>
              <a:spcAft>
                <a:spcPts val="0"/>
              </a:spcAft>
              <a:buClrTx/>
              <a:buSzTx/>
              <a:buFontTx/>
              <a:buNone/>
              <a:defRPr/>
            </a:pPr>
            <a:r>
              <a:rPr lang="zh-CN" altLang="en-US" sz="2000" dirty="0">
                <a:solidFill>
                  <a:schemeClr val="tx1">
                    <a:lumMod val="85000"/>
                    <a:lumOff val="15000"/>
                  </a:schemeClr>
                </a:solidFill>
                <a:latin typeface="楷体" panose="02010609060101010101" pitchFamily="49" charset="-122"/>
                <a:ea typeface="楷体" panose="02010609060101010101" pitchFamily="49" charset="-122"/>
                <a:sym typeface="方正仿宋简体" panose="02010601030101010101" pitchFamily="2" charset="-122"/>
              </a:rPr>
              <a:t>小标题</a:t>
            </a:r>
            <a:endParaRPr kumimoji="0" lang="en-US" altLang="zh-CN" sz="20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endParaRPr>
          </a:p>
          <a:p>
            <a:pPr lvl="0" algn="r" defTabSz="608965">
              <a:lnSpc>
                <a:spcPct val="200000"/>
              </a:lnSpc>
              <a:defRPr/>
            </a:pPr>
            <a:r>
              <a:rPr lang="zh-CN" altLang="en-US" sz="1600" dirty="0">
                <a:solidFill>
                  <a:schemeClr val="tx1">
                    <a:lumMod val="85000"/>
                    <a:lumOff val="15000"/>
                  </a:schemeClr>
                </a:solidFill>
                <a:latin typeface="楷体" panose="02010609060101010101" pitchFamily="49" charset="-122"/>
                <a:ea typeface="楷体" panose="02010609060101010101" pitchFamily="49" charset="-122"/>
                <a:sym typeface="FZHei-B01S" panose="02010601030101010101" pitchFamily="2" charset="-122"/>
              </a:rPr>
              <a:t> 请在此处添加具体内容，文字尽量言简意赅，简单说明即可，不必过于繁琐，注意版面美观度。</a:t>
            </a:r>
            <a:endParaRPr kumimoji="0" lang="zh-CN" altLang="en-US" sz="28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endParaRPr>
          </a:p>
        </p:txBody>
      </p:sp>
      <p:sp>
        <p:nvSpPr>
          <p:cNvPr id="12" name="文本框 8"/>
          <p:cNvSpPr txBox="1"/>
          <p:nvPr/>
        </p:nvSpPr>
        <p:spPr>
          <a:xfrm>
            <a:off x="957491" y="1188511"/>
            <a:ext cx="2676108" cy="25891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08965" rtl="0" eaLnBrk="1" fontAlgn="auto" latinLnBrk="0" hangingPunct="1">
              <a:lnSpc>
                <a:spcPct val="200000"/>
              </a:lnSpc>
              <a:spcBef>
                <a:spcPts val="0"/>
              </a:spcBef>
              <a:spcAft>
                <a:spcPts val="0"/>
              </a:spcAft>
              <a:buClrTx/>
              <a:buSzTx/>
              <a:buFontTx/>
              <a:buNone/>
              <a:defRPr/>
            </a:pPr>
            <a:r>
              <a:rPr lang="zh-CN" altLang="en-US" sz="2000" dirty="0">
                <a:solidFill>
                  <a:schemeClr val="tx1">
                    <a:lumMod val="85000"/>
                    <a:lumOff val="15000"/>
                  </a:schemeClr>
                </a:solidFill>
                <a:latin typeface="楷体" panose="02010609060101010101" pitchFamily="49" charset="-122"/>
                <a:ea typeface="楷体" panose="02010609060101010101" pitchFamily="49" charset="-122"/>
                <a:sym typeface="方正仿宋简体" panose="02010601030101010101" pitchFamily="2" charset="-122"/>
              </a:rPr>
              <a:t>小标题</a:t>
            </a:r>
            <a:endParaRPr kumimoji="0" lang="zh-CN" altLang="en-US" sz="20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endParaRPr>
          </a:p>
          <a:p>
            <a:pPr lvl="0" algn="r" defTabSz="608965">
              <a:lnSpc>
                <a:spcPct val="200000"/>
              </a:lnSpc>
              <a:defRPr/>
            </a:pPr>
            <a:r>
              <a:rPr lang="zh-CN" altLang="en-US" sz="1600" dirty="0">
                <a:solidFill>
                  <a:schemeClr val="tx1">
                    <a:lumMod val="85000"/>
                    <a:lumOff val="15000"/>
                  </a:schemeClr>
                </a:solidFill>
                <a:latin typeface="楷体" panose="02010609060101010101" pitchFamily="49" charset="-122"/>
                <a:ea typeface="楷体" panose="02010609060101010101" pitchFamily="49" charset="-122"/>
                <a:sym typeface="FZHei-B01S" panose="02010601030101010101" pitchFamily="2" charset="-122"/>
              </a:rPr>
              <a:t> 请在此处添加具体内容，文字尽量言简意赅，简单说明即可，不必过于繁琐，注意版面美观度。</a:t>
            </a:r>
            <a:endParaRPr kumimoji="0" lang="zh-CN" altLang="en-US" sz="28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endParaRPr>
          </a:p>
        </p:txBody>
      </p:sp>
      <p:sp>
        <p:nvSpPr>
          <p:cNvPr id="13" name="文本框 9"/>
          <p:cNvSpPr txBox="1"/>
          <p:nvPr/>
        </p:nvSpPr>
        <p:spPr>
          <a:xfrm>
            <a:off x="8991403" y="1182675"/>
            <a:ext cx="2676108" cy="25891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8965" rtl="0" eaLnBrk="1" fontAlgn="auto" latinLnBrk="0" hangingPunct="1">
              <a:lnSpc>
                <a:spcPct val="2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rPr>
              <a:t>小标题</a:t>
            </a:r>
            <a:endParaRPr kumimoji="0" lang="zh-CN" altLang="en-US" sz="20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endParaRPr>
          </a:p>
          <a:p>
            <a:pPr lvl="0" defTabSz="608965">
              <a:lnSpc>
                <a:spcPct val="200000"/>
              </a:lnSpc>
              <a:defRPr/>
            </a:pPr>
            <a:r>
              <a:rPr lang="zh-CN" altLang="en-US" sz="1200" dirty="0">
                <a:solidFill>
                  <a:schemeClr val="tx1">
                    <a:lumMod val="85000"/>
                    <a:lumOff val="15000"/>
                  </a:schemeClr>
                </a:solidFill>
                <a:latin typeface="楷体" panose="02010609060101010101" pitchFamily="49" charset="-122"/>
                <a:ea typeface="楷体" panose="02010609060101010101" pitchFamily="49" charset="-122"/>
                <a:sym typeface="FZHei-B01S" panose="02010601030101010101" pitchFamily="2" charset="-122"/>
              </a:rPr>
              <a:t> </a:t>
            </a:r>
            <a:r>
              <a:rPr lang="zh-CN" altLang="en-US" sz="1600" dirty="0">
                <a:solidFill>
                  <a:schemeClr val="tx1">
                    <a:lumMod val="85000"/>
                    <a:lumOff val="15000"/>
                  </a:schemeClr>
                </a:solidFill>
                <a:latin typeface="楷体" panose="02010609060101010101" pitchFamily="49" charset="-122"/>
                <a:ea typeface="楷体" panose="02010609060101010101" pitchFamily="49" charset="-122"/>
                <a:sym typeface="FZHei-B01S" panose="02010601030101010101" pitchFamily="2" charset="-122"/>
              </a:rPr>
              <a:t>请在此处添加具体内容，文字尽量言简意赅，简单说明即可，不必过于繁琐，注意版面美观度。</a:t>
            </a:r>
            <a:endParaRPr kumimoji="0" lang="zh-CN" altLang="en-US" sz="20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endParaRPr>
          </a:p>
        </p:txBody>
      </p:sp>
      <p:sp>
        <p:nvSpPr>
          <p:cNvPr id="14" name="文本框 10"/>
          <p:cNvSpPr txBox="1"/>
          <p:nvPr/>
        </p:nvSpPr>
        <p:spPr>
          <a:xfrm>
            <a:off x="8986999" y="3857613"/>
            <a:ext cx="2676108" cy="25891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8965" rtl="0" eaLnBrk="1" fontAlgn="auto" latinLnBrk="0" hangingPunct="1">
              <a:lnSpc>
                <a:spcPct val="2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rPr>
              <a:t>小标题</a:t>
            </a:r>
            <a:endParaRPr kumimoji="0" lang="zh-CN" altLang="en-US" sz="20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endParaRPr>
          </a:p>
          <a:p>
            <a:pPr lvl="0" defTabSz="608965">
              <a:lnSpc>
                <a:spcPct val="200000"/>
              </a:lnSpc>
              <a:defRPr/>
            </a:pPr>
            <a:r>
              <a:rPr lang="zh-CN" altLang="en-US" sz="1200" dirty="0">
                <a:solidFill>
                  <a:schemeClr val="tx1">
                    <a:lumMod val="85000"/>
                    <a:lumOff val="15000"/>
                  </a:schemeClr>
                </a:solidFill>
                <a:latin typeface="楷体" panose="02010609060101010101" pitchFamily="49" charset="-122"/>
                <a:ea typeface="楷体" panose="02010609060101010101" pitchFamily="49" charset="-122"/>
                <a:sym typeface="FZHei-B01S" panose="02010601030101010101" pitchFamily="2" charset="-122"/>
              </a:rPr>
              <a:t> </a:t>
            </a:r>
            <a:r>
              <a:rPr lang="zh-CN" altLang="en-US" sz="1600" dirty="0">
                <a:solidFill>
                  <a:schemeClr val="tx1">
                    <a:lumMod val="85000"/>
                    <a:lumOff val="15000"/>
                  </a:schemeClr>
                </a:solidFill>
                <a:latin typeface="楷体" panose="02010609060101010101" pitchFamily="49" charset="-122"/>
                <a:ea typeface="楷体" panose="02010609060101010101" pitchFamily="49" charset="-122"/>
                <a:sym typeface="FZHei-B01S" panose="02010601030101010101" pitchFamily="2" charset="-122"/>
              </a:rPr>
              <a:t>请在此处添加具体内容，文字尽量言简意赅，简单说明即可，不必过于繁琐，注意版面美观度。</a:t>
            </a:r>
            <a:endParaRPr kumimoji="0" lang="zh-CN" altLang="en-US" sz="2000" b="0" i="0" u="none" strike="noStrike" kern="1200" cap="none" spc="0" normalizeH="0" baseline="0" noProof="0" dirty="0">
              <a:ln>
                <a:noFill/>
              </a:ln>
              <a:solidFill>
                <a:schemeClr val="tx1">
                  <a:lumMod val="85000"/>
                  <a:lumOff val="15000"/>
                </a:schemeClr>
              </a:solidFill>
              <a:effectLst/>
              <a:uLnTx/>
              <a:uFillTx/>
              <a:latin typeface="楷体" panose="02010609060101010101" pitchFamily="49" charset="-122"/>
              <a:ea typeface="楷体" panose="02010609060101010101" pitchFamily="49" charset="-122"/>
              <a:sym typeface="方正仿宋简体" panose="02010601030101010101" pitchFamily="2" charset="-122"/>
            </a:endParaRPr>
          </a:p>
        </p:txBody>
      </p:sp>
      <p:sp>
        <p:nvSpPr>
          <p:cNvPr id="19" name="灯片编号占位符 18"/>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animEffect transition="in" filter="fade">
                                      <p:cBhvr>
                                        <p:cTn id="5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bldP spid="12" grpId="0"/>
      <p:bldP spid="13" grpId="0"/>
      <p:bldP spid="14"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市场环境分析</a:t>
              </a:r>
              <a:endParaRPr lang="zh-CN" altLang="en-US" sz="2800" dirty="0">
                <a:latin typeface="楷体" panose="02010609060101010101" pitchFamily="49" charset="-122"/>
                <a:ea typeface="楷体" panose="02010609060101010101" pitchFamily="49" charset="-122"/>
              </a:endParaRPr>
            </a:p>
          </p:txBody>
        </p:sp>
      </p:grpSp>
      <p:pic>
        <p:nvPicPr>
          <p:cNvPr id="5" name="图片 4" descr="图片包含 游戏机&#10;&#10;描述已自动生成"/>
          <p:cNvPicPr>
            <a:picLocks noChangeAspect="1"/>
          </p:cNvPicPr>
          <p:nvPr/>
        </p:nvPicPr>
        <p:blipFill rotWithShape="1">
          <a:blip r:embed="rId1">
            <a:extLst>
              <a:ext uri="{28A0092B-C50C-407E-A947-70E740481C1C}">
                <a14:useLocalDpi xmlns:a14="http://schemas.microsoft.com/office/drawing/2010/main" val="0"/>
              </a:ext>
            </a:extLst>
          </a:blip>
          <a:srcRect l="13490" t="597" r="56027" b="-597"/>
          <a:stretch>
            <a:fillRect/>
          </a:stretch>
        </p:blipFill>
        <p:spPr>
          <a:xfrm rot="5400000">
            <a:off x="5155623" y="-178377"/>
            <a:ext cx="1808018" cy="12264736"/>
          </a:xfrm>
          <a:prstGeom prst="rect">
            <a:avLst/>
          </a:prstGeom>
        </p:spPr>
      </p:pic>
      <p:sp>
        <p:nvSpPr>
          <p:cNvPr id="7" name="矩形 6"/>
          <p:cNvSpPr/>
          <p:nvPr/>
        </p:nvSpPr>
        <p:spPr>
          <a:xfrm rot="5400000">
            <a:off x="4375620" y="2700913"/>
            <a:ext cx="3455988" cy="9525"/>
          </a:xfrm>
          <a:prstGeom prst="rect">
            <a:avLst/>
          </a:prstGeom>
          <a:solidFill>
            <a:schemeClr val="bg1">
              <a:lumMod val="7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FZQingKeBenYueSongS-R-GB" panose="02000000000000000000" pitchFamily="2" charset="-122"/>
              <a:sym typeface="Arial" panose="020B0604020202020204" pitchFamily="34" charset="0"/>
            </a:endParaRPr>
          </a:p>
        </p:txBody>
      </p:sp>
      <p:grpSp>
        <p:nvGrpSpPr>
          <p:cNvPr id="19" name="组合 18"/>
          <p:cNvGrpSpPr/>
          <p:nvPr/>
        </p:nvGrpSpPr>
        <p:grpSpPr>
          <a:xfrm>
            <a:off x="1321111" y="1107411"/>
            <a:ext cx="3543278" cy="3497763"/>
            <a:chOff x="1321111" y="1107411"/>
            <a:chExt cx="3543278" cy="3497763"/>
          </a:xfrm>
        </p:grpSpPr>
        <p:sp>
          <p:nvSpPr>
            <p:cNvPr id="16" name="文本框 30"/>
            <p:cNvSpPr txBox="1"/>
            <p:nvPr/>
          </p:nvSpPr>
          <p:spPr>
            <a:xfrm>
              <a:off x="1321111" y="1979725"/>
              <a:ext cx="3543278" cy="2625449"/>
            </a:xfrm>
            <a:prstGeom prst="rect">
              <a:avLst/>
            </a:prstGeom>
            <a:noFill/>
          </p:spPr>
          <p:txBody>
            <a:bodyPr vert="eaVert" wrap="square" rtlCol="0">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200000"/>
                </a:lnSpc>
                <a:spcBef>
                  <a:spcPct val="0"/>
                </a:spcBef>
                <a:buNone/>
              </a:pPr>
              <a:r>
                <a:rPr lang="zh-CN" altLang="en-US" sz="1600" dirty="0">
                  <a:solidFill>
                    <a:srgbClr val="3B3838"/>
                  </a:solidFill>
                  <a:latin typeface="楷体" panose="02010609060101010101" pitchFamily="49" charset="-122"/>
                  <a:ea typeface="楷体" panose="02010609060101010101" pitchFamily="49" charset="-122"/>
                  <a:sym typeface="Arial" panose="020B0604020202020204" pitchFamily="34" charset="0"/>
                </a:rPr>
                <a:t>请在此处添加具体内容，文字尽量言简意赅，简单说明即可，不必过于繁琐，注意版面美观度。 请在此处添加具体内容，文字尽量言简意赅，简单说明即可，不必过于繁琐，注意版面美观度。</a:t>
              </a:r>
              <a:endParaRPr lang="zh-CN" altLang="en-US" sz="1600" dirty="0">
                <a:solidFill>
                  <a:srgbClr val="3B3838"/>
                </a:solidFill>
                <a:latin typeface="楷体" panose="02010609060101010101" pitchFamily="49" charset="-122"/>
                <a:ea typeface="楷体" panose="02010609060101010101" pitchFamily="49" charset="-122"/>
                <a:sym typeface="Arial" panose="020B0604020202020204" pitchFamily="34" charset="0"/>
              </a:endParaRPr>
            </a:p>
          </p:txBody>
        </p:sp>
        <p:grpSp>
          <p:nvGrpSpPr>
            <p:cNvPr id="18" name="组合 17"/>
            <p:cNvGrpSpPr/>
            <p:nvPr/>
          </p:nvGrpSpPr>
          <p:grpSpPr>
            <a:xfrm>
              <a:off x="2358069" y="1107411"/>
              <a:ext cx="1469361" cy="573266"/>
              <a:chOff x="2616657" y="1011698"/>
              <a:chExt cx="1469361" cy="573266"/>
            </a:xfrm>
          </p:grpSpPr>
          <p:sp>
            <p:nvSpPr>
              <p:cNvPr id="15" name="椭圆 8"/>
              <p:cNvSpPr/>
              <p:nvPr/>
            </p:nvSpPr>
            <p:spPr>
              <a:xfrm>
                <a:off x="2758915" y="1061744"/>
                <a:ext cx="1184844" cy="523220"/>
              </a:xfrm>
              <a:prstGeom prst="roundRect">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Arial" panose="020B0604020202020204" pitchFamily="34" charset="0"/>
                  <a:ea typeface="FZQingKeBenYueSongS-R-GB" panose="02000000000000000000" pitchFamily="2" charset="-122"/>
                  <a:sym typeface="Arial" panose="020B0604020202020204" pitchFamily="34" charset="0"/>
                </a:endParaRPr>
              </a:p>
            </p:txBody>
          </p:sp>
          <p:sp>
            <p:nvSpPr>
              <p:cNvPr id="17" name="文本框 9"/>
              <p:cNvSpPr txBox="1"/>
              <p:nvPr/>
            </p:nvSpPr>
            <p:spPr>
              <a:xfrm>
                <a:off x="2616657" y="1011698"/>
                <a:ext cx="1469361" cy="523220"/>
              </a:xfrm>
              <a:prstGeom prst="rect">
                <a:avLst/>
              </a:prstGeom>
              <a:noFill/>
              <a:ln w="9525">
                <a:noFill/>
              </a:ln>
            </p:spPr>
            <p:txBody>
              <a:bodyPr wrap="square">
                <a:spAutoFit/>
              </a:bodyPr>
              <a:lstStyle/>
              <a:p>
                <a:pPr algn="ctr" eaLnBrk="1" hangingPunct="1"/>
                <a:r>
                  <a:rPr lang="zh-CN" altLang="en-US" sz="2800" b="1" dirty="0">
                    <a:solidFill>
                      <a:schemeClr val="bg1"/>
                    </a:solidFill>
                    <a:latin typeface="楷体" panose="02010609060101010101" pitchFamily="49" charset="-122"/>
                    <a:ea typeface="楷体" panose="02010609060101010101" pitchFamily="49" charset="-122"/>
                    <a:sym typeface="Arial" panose="020B0604020202020204" pitchFamily="34" charset="0"/>
                  </a:rPr>
                  <a:t>小标题</a:t>
                </a:r>
                <a:endParaRPr lang="zh-CN" altLang="en-US" sz="2800" b="1" dirty="0">
                  <a:solidFill>
                    <a:schemeClr val="bg1"/>
                  </a:solidFill>
                  <a:latin typeface="楷体" panose="02010609060101010101" pitchFamily="49" charset="-122"/>
                  <a:ea typeface="楷体" panose="02010609060101010101" pitchFamily="49" charset="-122"/>
                  <a:sym typeface="Arial" panose="020B0604020202020204" pitchFamily="34" charset="0"/>
                </a:endParaRPr>
              </a:p>
            </p:txBody>
          </p:sp>
        </p:grpSp>
      </p:grpSp>
      <p:grpSp>
        <p:nvGrpSpPr>
          <p:cNvPr id="20" name="组合 19"/>
          <p:cNvGrpSpPr/>
          <p:nvPr/>
        </p:nvGrpSpPr>
        <p:grpSpPr>
          <a:xfrm>
            <a:off x="7342839" y="1107411"/>
            <a:ext cx="3543278" cy="3497763"/>
            <a:chOff x="1321111" y="1107411"/>
            <a:chExt cx="3543278" cy="3497763"/>
          </a:xfrm>
        </p:grpSpPr>
        <p:sp>
          <p:nvSpPr>
            <p:cNvPr id="21" name="文本框 30"/>
            <p:cNvSpPr txBox="1"/>
            <p:nvPr/>
          </p:nvSpPr>
          <p:spPr>
            <a:xfrm>
              <a:off x="1321111" y="1979725"/>
              <a:ext cx="3543278" cy="2625449"/>
            </a:xfrm>
            <a:prstGeom prst="rect">
              <a:avLst/>
            </a:prstGeom>
            <a:noFill/>
          </p:spPr>
          <p:txBody>
            <a:bodyPr vert="eaVert" wrap="square" rtlCol="0">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200000"/>
                </a:lnSpc>
                <a:spcBef>
                  <a:spcPct val="0"/>
                </a:spcBef>
                <a:buNone/>
              </a:pPr>
              <a:r>
                <a:rPr lang="zh-CN" altLang="en-US" sz="1600" dirty="0">
                  <a:solidFill>
                    <a:srgbClr val="3B3838"/>
                  </a:solidFill>
                  <a:latin typeface="楷体" panose="02010609060101010101" pitchFamily="49" charset="-122"/>
                  <a:ea typeface="楷体" panose="02010609060101010101" pitchFamily="49" charset="-122"/>
                  <a:sym typeface="Arial" panose="020B0604020202020204" pitchFamily="34" charset="0"/>
                </a:rPr>
                <a:t>请在此处添加具体内容，文字尽量言简意赅，简单说明即可，不必过于繁琐，注意版面美观度。 请在此处添加具体内容，文字尽量言简意赅，简单说明即可，不必过于繁琐，注意版面美观度。</a:t>
              </a:r>
              <a:endParaRPr lang="zh-CN" altLang="en-US" sz="1600" dirty="0">
                <a:solidFill>
                  <a:srgbClr val="3B3838"/>
                </a:solidFill>
                <a:latin typeface="楷体" panose="02010609060101010101" pitchFamily="49" charset="-122"/>
                <a:ea typeface="楷体" panose="02010609060101010101" pitchFamily="49" charset="-122"/>
                <a:sym typeface="Arial" panose="020B0604020202020204" pitchFamily="34" charset="0"/>
              </a:endParaRPr>
            </a:p>
          </p:txBody>
        </p:sp>
        <p:grpSp>
          <p:nvGrpSpPr>
            <p:cNvPr id="22" name="组合 21"/>
            <p:cNvGrpSpPr/>
            <p:nvPr/>
          </p:nvGrpSpPr>
          <p:grpSpPr>
            <a:xfrm>
              <a:off x="2358069" y="1107411"/>
              <a:ext cx="1469361" cy="573266"/>
              <a:chOff x="2616657" y="1011698"/>
              <a:chExt cx="1469361" cy="573266"/>
            </a:xfrm>
          </p:grpSpPr>
          <p:sp>
            <p:nvSpPr>
              <p:cNvPr id="23" name="椭圆 8"/>
              <p:cNvSpPr/>
              <p:nvPr/>
            </p:nvSpPr>
            <p:spPr>
              <a:xfrm>
                <a:off x="2758915" y="1061744"/>
                <a:ext cx="1184844" cy="523220"/>
              </a:xfrm>
              <a:prstGeom prst="roundRect">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lt1"/>
                  </a:solidFill>
                  <a:effectLst/>
                  <a:uLnTx/>
                  <a:uFillTx/>
                  <a:latin typeface="Arial" panose="020B0604020202020204" pitchFamily="34" charset="0"/>
                  <a:ea typeface="FZQingKeBenYueSongS-R-GB" panose="02000000000000000000" pitchFamily="2" charset="-122"/>
                  <a:sym typeface="Arial" panose="020B0604020202020204" pitchFamily="34" charset="0"/>
                </a:endParaRPr>
              </a:p>
            </p:txBody>
          </p:sp>
          <p:sp>
            <p:nvSpPr>
              <p:cNvPr id="24" name="文本框 9"/>
              <p:cNvSpPr txBox="1"/>
              <p:nvPr/>
            </p:nvSpPr>
            <p:spPr>
              <a:xfrm>
                <a:off x="2616657" y="1011698"/>
                <a:ext cx="1469361" cy="523220"/>
              </a:xfrm>
              <a:prstGeom prst="rect">
                <a:avLst/>
              </a:prstGeom>
              <a:noFill/>
              <a:ln w="9525">
                <a:noFill/>
              </a:ln>
            </p:spPr>
            <p:txBody>
              <a:bodyPr wrap="square">
                <a:spAutoFit/>
              </a:bodyPr>
              <a:lstStyle/>
              <a:p>
                <a:pPr algn="ctr" eaLnBrk="1" hangingPunct="1"/>
                <a:r>
                  <a:rPr lang="zh-CN" altLang="en-US" sz="2800" b="1" dirty="0">
                    <a:solidFill>
                      <a:schemeClr val="bg1"/>
                    </a:solidFill>
                    <a:latin typeface="楷体" panose="02010609060101010101" pitchFamily="49" charset="-122"/>
                    <a:ea typeface="楷体" panose="02010609060101010101" pitchFamily="49" charset="-122"/>
                    <a:sym typeface="Arial" panose="020B0604020202020204" pitchFamily="34" charset="0"/>
                  </a:rPr>
                  <a:t>小标题</a:t>
                </a:r>
                <a:endParaRPr lang="zh-CN" altLang="en-US" sz="2800" b="1" dirty="0">
                  <a:solidFill>
                    <a:schemeClr val="bg1"/>
                  </a:solidFill>
                  <a:latin typeface="楷体" panose="02010609060101010101" pitchFamily="49" charset="-122"/>
                  <a:ea typeface="楷体" panose="02010609060101010101" pitchFamily="49" charset="-122"/>
                  <a:sym typeface="Arial" panose="020B0604020202020204" pitchFamily="34" charset="0"/>
                </a:endParaRPr>
              </a:p>
            </p:txBody>
          </p:sp>
        </p:grpSp>
      </p:grpSp>
      <p:sp>
        <p:nvSpPr>
          <p:cNvPr id="25" name="灯片编号占位符 24"/>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6352310" y="904009"/>
            <a:ext cx="4634346" cy="4634346"/>
          </a:xfrm>
          <a:prstGeom prst="ellipse">
            <a:avLst/>
          </a:prstGeom>
          <a:noFill/>
          <a:ln>
            <a:solidFill>
              <a:srgbClr val="94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330537" y="1111827"/>
            <a:ext cx="4634346" cy="4634346"/>
          </a:xfrm>
          <a:prstGeom prst="ellipse">
            <a:avLst/>
          </a:prstGeom>
          <a:blipFill>
            <a:blip r:embed="rId1"/>
            <a:stretch>
              <a:fillRect l="-896" t="-102016" r="-59190" b="-1270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662546" y="2875002"/>
            <a:ext cx="1319645" cy="1107996"/>
          </a:xfrm>
          <a:prstGeom prst="rect">
            <a:avLst/>
          </a:prstGeom>
          <a:noFill/>
        </p:spPr>
        <p:txBody>
          <a:bodyPr wrap="square" rtlCol="0">
            <a:spAutoFit/>
          </a:bodyPr>
          <a:lstStyle/>
          <a:p>
            <a:pPr algn="ctr"/>
            <a:r>
              <a:rPr lang="en-US" altLang="zh-CN" sz="6600" b="1" dirty="0">
                <a:solidFill>
                  <a:schemeClr val="accent2">
                    <a:lumMod val="75000"/>
                  </a:schemeClr>
                </a:solidFill>
                <a:latin typeface="楷体" panose="02010609060101010101" pitchFamily="49" charset="-122"/>
                <a:ea typeface="楷体" panose="02010609060101010101" pitchFamily="49" charset="-122"/>
              </a:rPr>
              <a:t>03</a:t>
            </a:r>
            <a:endParaRPr lang="zh-CN" altLang="en-US" sz="6600" b="1" dirty="0">
              <a:solidFill>
                <a:schemeClr val="accent2">
                  <a:lumMod val="75000"/>
                </a:schemeClr>
              </a:solidFill>
              <a:latin typeface="楷体" panose="02010609060101010101" pitchFamily="49" charset="-122"/>
              <a:ea typeface="楷体" panose="02010609060101010101" pitchFamily="49" charset="-122"/>
            </a:endParaRPr>
          </a:p>
        </p:txBody>
      </p:sp>
      <p:sp>
        <p:nvSpPr>
          <p:cNvPr id="3" name="文本框 2"/>
          <p:cNvSpPr txBox="1"/>
          <p:nvPr/>
        </p:nvSpPr>
        <p:spPr>
          <a:xfrm>
            <a:off x="3169228" y="3075057"/>
            <a:ext cx="4322618" cy="707886"/>
          </a:xfrm>
          <a:prstGeom prst="rect">
            <a:avLst/>
          </a:prstGeom>
          <a:noFill/>
        </p:spPr>
        <p:txBody>
          <a:bodyPr wrap="square" rtlCol="0">
            <a:spAutoFit/>
          </a:bodyPr>
          <a:lstStyle/>
          <a:p>
            <a:r>
              <a:rPr lang="zh-CN" altLang="en-US" sz="4000" dirty="0">
                <a:solidFill>
                  <a:schemeClr val="tx1">
                    <a:lumMod val="75000"/>
                    <a:lumOff val="25000"/>
                  </a:schemeClr>
                </a:solidFill>
                <a:latin typeface="楷体" panose="02010609060101010101" pitchFamily="49" charset="-122"/>
                <a:ea typeface="楷体" panose="02010609060101010101" pitchFamily="49" charset="-122"/>
              </a:rPr>
              <a:t>工作优势</a:t>
            </a:r>
            <a:r>
              <a:rPr lang="zh-CN" altLang="en-US" sz="4000" dirty="0">
                <a:solidFill>
                  <a:schemeClr val="bg1"/>
                </a:solidFill>
                <a:latin typeface="楷体" panose="02010609060101010101" pitchFamily="49" charset="-122"/>
                <a:ea typeface="楷体" panose="02010609060101010101" pitchFamily="49" charset="-122"/>
              </a:rPr>
              <a:t>与劣势</a:t>
            </a:r>
            <a:endParaRPr lang="zh-CN" altLang="en-US" sz="4000" dirty="0">
              <a:solidFill>
                <a:schemeClr val="bg1"/>
              </a:solidFill>
              <a:latin typeface="楷体" panose="02010609060101010101" pitchFamily="49" charset="-122"/>
              <a:ea typeface="楷体" panose="02010609060101010101" pitchFamily="49" charset="-122"/>
            </a:endParaRPr>
          </a:p>
        </p:txBody>
      </p:sp>
      <p:sp>
        <p:nvSpPr>
          <p:cNvPr id="4" name="文本框 3"/>
          <p:cNvSpPr txBox="1"/>
          <p:nvPr/>
        </p:nvSpPr>
        <p:spPr>
          <a:xfrm>
            <a:off x="1943100" y="3982998"/>
            <a:ext cx="4322618" cy="707886"/>
          </a:xfrm>
          <a:prstGeom prst="rect">
            <a:avLst/>
          </a:prstGeom>
          <a:noFill/>
        </p:spPr>
        <p:txBody>
          <a:bodyPr wrap="square" rtlCol="0">
            <a:spAutoFit/>
          </a:bodyPr>
          <a:lstStyle/>
          <a:p>
            <a:r>
              <a:rPr lang="en-US" altLang="zh-CN" sz="4000" dirty="0">
                <a:solidFill>
                  <a:schemeClr val="accent4">
                    <a:lumMod val="40000"/>
                    <a:lumOff val="60000"/>
                  </a:schemeClr>
                </a:solidFill>
                <a:latin typeface="楷体" panose="02010609060101010101" pitchFamily="49" charset="-122"/>
                <a:ea typeface="楷体" panose="02010609060101010101" pitchFamily="49" charset="-122"/>
              </a:rPr>
              <a:t>Part three</a:t>
            </a:r>
            <a:endParaRPr lang="zh-CN" altLang="en-US" sz="4000" dirty="0">
              <a:solidFill>
                <a:schemeClr val="accent4">
                  <a:lumMod val="40000"/>
                  <a:lumOff val="60000"/>
                </a:schemeClr>
              </a:solidFill>
              <a:latin typeface="楷体" panose="02010609060101010101" pitchFamily="49" charset="-122"/>
              <a:ea typeface="楷体" panose="02010609060101010101" pitchFamily="49" charset="-122"/>
            </a:endParaRPr>
          </a:p>
        </p:txBody>
      </p:sp>
      <p:pic>
        <p:nvPicPr>
          <p:cNvPr id="7" name="图片 6"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16200000">
            <a:off x="1678105" y="4379740"/>
            <a:ext cx="1169526" cy="3786993"/>
          </a:xfrm>
          <a:prstGeom prst="rect">
            <a:avLst/>
          </a:prstGeom>
        </p:spPr>
      </p:pic>
      <p:pic>
        <p:nvPicPr>
          <p:cNvPr id="8" name="图片 7"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5400000">
            <a:off x="3830755" y="-1308733"/>
            <a:ext cx="1169526" cy="3786993"/>
          </a:xfrm>
          <a:prstGeom prst="rect">
            <a:avLst/>
          </a:prstGeom>
        </p:spPr>
      </p:pic>
      <p:pic>
        <p:nvPicPr>
          <p:cNvPr id="9" name="图片 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a:off x="10681" y="1327685"/>
            <a:ext cx="1169526" cy="3786993"/>
          </a:xfrm>
          <a:prstGeom prst="rect">
            <a:avLst/>
          </a:prstGeom>
        </p:spPr>
      </p:pic>
      <p:sp>
        <p:nvSpPr>
          <p:cNvPr id="10" name="灯片编号占位符 9"/>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工作优势与劣势</a:t>
              </a:r>
              <a:endParaRPr lang="zh-CN" altLang="en-US" sz="2800" dirty="0">
                <a:latin typeface="楷体" panose="02010609060101010101" pitchFamily="49" charset="-122"/>
                <a:ea typeface="楷体" panose="02010609060101010101" pitchFamily="49" charset="-122"/>
              </a:endParaRPr>
            </a:p>
          </p:txBody>
        </p:sp>
      </p:grpSp>
      <p:cxnSp>
        <p:nvCxnSpPr>
          <p:cNvPr id="5" name="直接连接符 4"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CxnSpPr/>
          <p:nvPr/>
        </p:nvCxnSpPr>
        <p:spPr>
          <a:xfrm flipH="1">
            <a:off x="3075469" y="3492303"/>
            <a:ext cx="6881139" cy="0"/>
          </a:xfrm>
          <a:prstGeom prst="line">
            <a:avLst/>
          </a:prstGeom>
          <a:ln w="3175">
            <a:solidFill>
              <a:srgbClr val="792817"/>
            </a:solidFill>
            <a:prstDash val="dash"/>
          </a:ln>
        </p:spPr>
        <p:style>
          <a:lnRef idx="1">
            <a:schemeClr val="accent1"/>
          </a:lnRef>
          <a:fillRef idx="0">
            <a:schemeClr val="accent1"/>
          </a:fillRef>
          <a:effectRef idx="0">
            <a:schemeClr val="accent1"/>
          </a:effectRef>
          <a:fontRef idx="minor">
            <a:schemeClr val="tx1"/>
          </a:fontRef>
        </p:style>
      </p:cxnSp>
      <p:sp>
        <p:nvSpPr>
          <p:cNvPr id="7" name="矩形 6"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1638668" y="4284725"/>
            <a:ext cx="2638333" cy="1511952"/>
          </a:xfrm>
          <a:prstGeom prst="rect">
            <a:avLst/>
          </a:prstGeom>
        </p:spPr>
        <p:txBody>
          <a:bodyPr wrap="square">
            <a:spAutoFit/>
          </a:bodyPr>
          <a:lstStyle/>
          <a:p>
            <a:pPr algn="ctr">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8" name="矩形 7"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4277001" y="4284725"/>
            <a:ext cx="2638333" cy="1511952"/>
          </a:xfrm>
          <a:prstGeom prst="rect">
            <a:avLst/>
          </a:prstGeom>
        </p:spPr>
        <p:txBody>
          <a:bodyPr wrap="square">
            <a:spAutoFit/>
          </a:bodyPr>
          <a:lstStyle/>
          <a:p>
            <a:pPr algn="ctr">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9" name="矩形 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6915334" y="4284725"/>
            <a:ext cx="2638333" cy="1511952"/>
          </a:xfrm>
          <a:prstGeom prst="rect">
            <a:avLst/>
          </a:prstGeom>
        </p:spPr>
        <p:txBody>
          <a:bodyPr wrap="square">
            <a:spAutoFit/>
          </a:bodyPr>
          <a:lstStyle/>
          <a:p>
            <a:pPr algn="ctr">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1" name="椭圆 10"/>
          <p:cNvSpPr/>
          <p:nvPr/>
        </p:nvSpPr>
        <p:spPr>
          <a:xfrm>
            <a:off x="5208255" y="3106883"/>
            <a:ext cx="775825" cy="775824"/>
          </a:xfrm>
          <a:prstGeom prst="ellipse">
            <a:avLst/>
          </a:prstGeom>
          <a:solidFill>
            <a:srgbClr val="7928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楷体" panose="02010609060101010101" pitchFamily="49" charset="-122"/>
                <a:ea typeface="楷体" panose="02010609060101010101" pitchFamily="49" charset="-122"/>
              </a:rPr>
              <a:t>贰</a:t>
            </a:r>
            <a:endParaRPr lang="zh-CN" altLang="en-US" sz="3200" dirty="0">
              <a:latin typeface="楷体" panose="02010609060101010101" pitchFamily="49" charset="-122"/>
              <a:ea typeface="楷体" panose="02010609060101010101" pitchFamily="49" charset="-122"/>
            </a:endParaRPr>
          </a:p>
        </p:txBody>
      </p:sp>
      <p:sp>
        <p:nvSpPr>
          <p:cNvPr id="14" name="椭圆 13"/>
          <p:cNvSpPr/>
          <p:nvPr/>
        </p:nvSpPr>
        <p:spPr>
          <a:xfrm>
            <a:off x="7846589" y="3106884"/>
            <a:ext cx="775823" cy="775822"/>
          </a:xfrm>
          <a:prstGeom prst="ellipse">
            <a:avLst/>
          </a:prstGeom>
          <a:solidFill>
            <a:srgbClr val="7928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楷体" panose="02010609060101010101" pitchFamily="49" charset="-122"/>
                <a:ea typeface="楷体" panose="02010609060101010101" pitchFamily="49" charset="-122"/>
              </a:rPr>
              <a:t>叁</a:t>
            </a:r>
            <a:endParaRPr lang="zh-CN" altLang="en-US" sz="3200" dirty="0">
              <a:latin typeface="楷体" panose="02010609060101010101" pitchFamily="49" charset="-122"/>
              <a:ea typeface="楷体" panose="02010609060101010101" pitchFamily="49" charset="-122"/>
            </a:endParaRPr>
          </a:p>
        </p:txBody>
      </p:sp>
      <p:sp>
        <p:nvSpPr>
          <p:cNvPr id="17" name="椭圆 16"/>
          <p:cNvSpPr/>
          <p:nvPr/>
        </p:nvSpPr>
        <p:spPr>
          <a:xfrm>
            <a:off x="2486795" y="3023756"/>
            <a:ext cx="942080" cy="942078"/>
          </a:xfrm>
          <a:prstGeom prst="ellipse">
            <a:avLst/>
          </a:prstGeom>
          <a:solidFill>
            <a:srgbClr val="7928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latin typeface="楷体" panose="02010609060101010101" pitchFamily="49" charset="-122"/>
                <a:ea typeface="楷体" panose="02010609060101010101" pitchFamily="49" charset="-122"/>
              </a:rPr>
              <a:t>壹</a:t>
            </a:r>
            <a:endParaRPr lang="zh-CN" altLang="en-US" sz="4000" dirty="0">
              <a:latin typeface="楷体" panose="02010609060101010101" pitchFamily="49" charset="-122"/>
              <a:ea typeface="楷体" panose="02010609060101010101" pitchFamily="49" charset="-122"/>
            </a:endParaRPr>
          </a:p>
        </p:txBody>
      </p:sp>
      <p:sp>
        <p:nvSpPr>
          <p:cNvPr id="19" name="椭圆 18"/>
          <p:cNvSpPr/>
          <p:nvPr/>
        </p:nvSpPr>
        <p:spPr>
          <a:xfrm>
            <a:off x="9574013" y="2224612"/>
            <a:ext cx="2535382" cy="2535382"/>
          </a:xfrm>
          <a:prstGeom prst="ellipse">
            <a:avLst/>
          </a:prstGeom>
          <a:blipFill>
            <a:blip r:embed="rId1"/>
            <a:stretch>
              <a:fillRect l="-896" t="-102016" r="-59190" b="-1270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464659" y="2505670"/>
            <a:ext cx="861774" cy="923330"/>
          </a:xfrm>
          <a:prstGeom prst="rect">
            <a:avLst/>
          </a:prstGeom>
          <a:noFill/>
        </p:spPr>
        <p:txBody>
          <a:bodyPr vert="horz" wrap="square" rtlCol="0">
            <a:spAutoFit/>
          </a:bodyPr>
          <a:lstStyle/>
          <a:p>
            <a:pPr algn="dist"/>
            <a:r>
              <a:rPr lang="zh-CN" altLang="en-US" sz="5400" b="1" dirty="0">
                <a:solidFill>
                  <a:schemeClr val="accent4">
                    <a:lumMod val="75000"/>
                  </a:schemeClr>
                </a:solidFill>
                <a:effectLst>
                  <a:reflection blurRad="6350" stA="18000" endPos="85000" dir="5400000" sy="-100000" algn="bl" rotWithShape="0"/>
                </a:effectLst>
                <a:latin typeface="楷体" panose="02010609060101010101" pitchFamily="49" charset="-122"/>
                <a:ea typeface="楷体" panose="02010609060101010101" pitchFamily="49" charset="-122"/>
              </a:rPr>
              <a:t>优</a:t>
            </a:r>
            <a:endParaRPr lang="zh-CN" altLang="en-US" sz="5400" b="1" dirty="0">
              <a:solidFill>
                <a:schemeClr val="accent4">
                  <a:lumMod val="75000"/>
                </a:schemeClr>
              </a:solidFill>
              <a:effectLst>
                <a:reflection blurRad="6350" stA="18000" endPos="85000" dir="5400000" sy="-100000" algn="bl" rotWithShape="0"/>
              </a:effectLst>
              <a:latin typeface="楷体" panose="02010609060101010101" pitchFamily="49" charset="-122"/>
              <a:ea typeface="楷体" panose="02010609060101010101" pitchFamily="49" charset="-122"/>
            </a:endParaRPr>
          </a:p>
        </p:txBody>
      </p:sp>
      <p:sp>
        <p:nvSpPr>
          <p:cNvPr id="22" name="文本框 21"/>
          <p:cNvSpPr txBox="1"/>
          <p:nvPr/>
        </p:nvSpPr>
        <p:spPr>
          <a:xfrm>
            <a:off x="464659" y="3877756"/>
            <a:ext cx="861774" cy="923330"/>
          </a:xfrm>
          <a:prstGeom prst="rect">
            <a:avLst/>
          </a:prstGeom>
          <a:noFill/>
        </p:spPr>
        <p:txBody>
          <a:bodyPr vert="horz" wrap="square" rtlCol="0">
            <a:spAutoFit/>
          </a:bodyPr>
          <a:lstStyle/>
          <a:p>
            <a:pPr algn="dist"/>
            <a:r>
              <a:rPr lang="zh-CN" altLang="en-US" sz="5400" b="1" dirty="0">
                <a:solidFill>
                  <a:schemeClr val="accent4">
                    <a:lumMod val="75000"/>
                  </a:schemeClr>
                </a:solidFill>
                <a:effectLst>
                  <a:reflection blurRad="6350" stA="18000" endPos="85000" dir="5400000" sy="-100000" algn="bl" rotWithShape="0"/>
                </a:effectLst>
                <a:latin typeface="楷体" panose="02010609060101010101" pitchFamily="49" charset="-122"/>
                <a:ea typeface="楷体" panose="02010609060101010101" pitchFamily="49" charset="-122"/>
              </a:rPr>
              <a:t>势</a:t>
            </a:r>
            <a:endParaRPr lang="zh-CN" altLang="en-US" sz="5400" b="1" dirty="0">
              <a:solidFill>
                <a:schemeClr val="accent4">
                  <a:lumMod val="75000"/>
                </a:schemeClr>
              </a:solidFill>
              <a:effectLst>
                <a:reflection blurRad="6350" stA="18000" endPos="85000" dir="5400000" sy="-100000" algn="bl" rotWithShape="0"/>
              </a:effectLst>
              <a:latin typeface="楷体" panose="02010609060101010101" pitchFamily="49" charset="-122"/>
              <a:ea typeface="楷体" panose="02010609060101010101" pitchFamily="49" charset="-122"/>
            </a:endParaRPr>
          </a:p>
        </p:txBody>
      </p:sp>
      <p:sp>
        <p:nvSpPr>
          <p:cNvPr id="23" name="灯片编号占位符 22"/>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1+#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1+#ppt_w/2"/>
                                          </p:val>
                                        </p:tav>
                                        <p:tav tm="100000">
                                          <p:val>
                                            <p:strVal val="#ppt_x"/>
                                          </p:val>
                                        </p:tav>
                                      </p:tavLst>
                                    </p:anim>
                                    <p:anim calcmode="lin" valueType="num">
                                      <p:cBhvr additive="base">
                                        <p:cTn id="28" dur="500" fill="hold"/>
                                        <p:tgtEl>
                                          <p:spTgt spid="14"/>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1+#ppt_w/2"/>
                                          </p:val>
                                        </p:tav>
                                        <p:tav tm="100000">
                                          <p:val>
                                            <p:strVal val="#ppt_x"/>
                                          </p:val>
                                        </p:tav>
                                      </p:tavLst>
                                    </p:anim>
                                    <p:anim calcmode="lin" valueType="num">
                                      <p:cBhvr additive="base">
                                        <p:cTn id="32" dur="500" fill="hold"/>
                                        <p:tgtEl>
                                          <p:spTgt spid="17"/>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1+#ppt_w/2"/>
                                          </p:val>
                                        </p:tav>
                                        <p:tav tm="100000">
                                          <p:val>
                                            <p:strVal val="#ppt_x"/>
                                          </p:val>
                                        </p:tav>
                                      </p:tavLst>
                                    </p:anim>
                                    <p:anim calcmode="lin" valueType="num">
                                      <p:cBhvr additive="base">
                                        <p:cTn id="36"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animBg="1"/>
      <p:bldP spid="14" grpId="0" animBg="1"/>
      <p:bldP spid="17" grpId="0" animBg="1"/>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工作优势与劣势</a:t>
              </a:r>
              <a:endParaRPr lang="zh-CN" altLang="en-US" sz="2800" dirty="0">
                <a:latin typeface="楷体" panose="02010609060101010101" pitchFamily="49" charset="-122"/>
                <a:ea typeface="楷体" panose="02010609060101010101" pitchFamily="49" charset="-122"/>
              </a:endParaRPr>
            </a:p>
          </p:txBody>
        </p:sp>
      </p:grpSp>
      <p:grpSp>
        <p:nvGrpSpPr>
          <p:cNvPr id="20" name="组合 19"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6875487" y="3634531"/>
            <a:ext cx="536724" cy="496033"/>
            <a:chOff x="6684852" y="3317138"/>
            <a:chExt cx="536724" cy="496033"/>
          </a:xfrm>
        </p:grpSpPr>
        <p:sp>
          <p:nvSpPr>
            <p:cNvPr id="21" name="椭圆 20"/>
            <p:cNvSpPr/>
            <p:nvPr/>
          </p:nvSpPr>
          <p:spPr>
            <a:xfrm>
              <a:off x="6705198" y="3317138"/>
              <a:ext cx="496033" cy="496033"/>
            </a:xfrm>
            <a:prstGeom prst="ellipse">
              <a:avLst/>
            </a:prstGeom>
            <a:solidFill>
              <a:srgbClr val="7928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楷体" panose="02010609060101010101" pitchFamily="49" charset="-122"/>
                <a:ea typeface="楷体" panose="02010609060101010101" pitchFamily="49" charset="-122"/>
              </a:endParaRPr>
            </a:p>
          </p:txBody>
        </p:sp>
        <p:sp>
          <p:nvSpPr>
            <p:cNvPr id="22" name="矩形 21"/>
            <p:cNvSpPr/>
            <p:nvPr/>
          </p:nvSpPr>
          <p:spPr>
            <a:xfrm>
              <a:off x="6684852" y="3334322"/>
              <a:ext cx="536724" cy="461665"/>
            </a:xfrm>
            <a:prstGeom prst="rect">
              <a:avLst/>
            </a:prstGeom>
          </p:spPr>
          <p:txBody>
            <a:bodyPr wrap="square">
              <a:spAutoFit/>
            </a:bodyPr>
            <a:lstStyle/>
            <a:p>
              <a:pPr algn="ctr"/>
              <a:r>
                <a:rPr lang="zh-CN" altLang="en-US" sz="2400" dirty="0">
                  <a:solidFill>
                    <a:schemeClr val="bg1"/>
                  </a:solidFill>
                  <a:latin typeface="楷体" panose="02010609060101010101" pitchFamily="49" charset="-122"/>
                  <a:ea typeface="楷体" panose="02010609060101010101" pitchFamily="49" charset="-122"/>
                </a:rPr>
                <a:t>弍</a:t>
              </a:r>
              <a:endParaRPr lang="zh-CN" altLang="en-US" sz="2400" dirty="0">
                <a:solidFill>
                  <a:schemeClr val="bg1"/>
                </a:solidFill>
                <a:latin typeface="楷体" panose="02010609060101010101" pitchFamily="49" charset="-122"/>
                <a:ea typeface="楷体" panose="02010609060101010101" pitchFamily="49" charset="-122"/>
              </a:endParaRPr>
            </a:p>
          </p:txBody>
        </p:sp>
      </p:grpSp>
      <p:grpSp>
        <p:nvGrpSpPr>
          <p:cNvPr id="23" name="组合 22"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6875487" y="5143008"/>
            <a:ext cx="536724" cy="496033"/>
            <a:chOff x="6684852" y="4825614"/>
            <a:chExt cx="536724" cy="496033"/>
          </a:xfrm>
        </p:grpSpPr>
        <p:sp>
          <p:nvSpPr>
            <p:cNvPr id="24" name="椭圆 23"/>
            <p:cNvSpPr/>
            <p:nvPr/>
          </p:nvSpPr>
          <p:spPr>
            <a:xfrm>
              <a:off x="6705198" y="4825614"/>
              <a:ext cx="496033" cy="496033"/>
            </a:xfrm>
            <a:prstGeom prst="ellipse">
              <a:avLst/>
            </a:prstGeom>
            <a:solidFill>
              <a:srgbClr val="7928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楷体" panose="02010609060101010101" pitchFamily="49" charset="-122"/>
                <a:ea typeface="楷体" panose="02010609060101010101" pitchFamily="49" charset="-122"/>
              </a:endParaRPr>
            </a:p>
          </p:txBody>
        </p:sp>
        <p:sp>
          <p:nvSpPr>
            <p:cNvPr id="25" name="矩形 24"/>
            <p:cNvSpPr/>
            <p:nvPr/>
          </p:nvSpPr>
          <p:spPr>
            <a:xfrm>
              <a:off x="6684852" y="4842798"/>
              <a:ext cx="536724" cy="461665"/>
            </a:xfrm>
            <a:prstGeom prst="rect">
              <a:avLst/>
            </a:prstGeom>
          </p:spPr>
          <p:txBody>
            <a:bodyPr wrap="square">
              <a:spAutoFit/>
            </a:bodyPr>
            <a:lstStyle/>
            <a:p>
              <a:pPr algn="ctr"/>
              <a:r>
                <a:rPr lang="zh-CN" altLang="en-US" sz="2400" dirty="0">
                  <a:solidFill>
                    <a:schemeClr val="bg1"/>
                  </a:solidFill>
                  <a:latin typeface="楷体" panose="02010609060101010101" pitchFamily="49" charset="-122"/>
                  <a:ea typeface="楷体" panose="02010609060101010101" pitchFamily="49" charset="-122"/>
                </a:rPr>
                <a:t>叁</a:t>
              </a:r>
              <a:endParaRPr lang="zh-CN" altLang="en-US" sz="2400" dirty="0">
                <a:solidFill>
                  <a:schemeClr val="bg1"/>
                </a:solidFill>
                <a:latin typeface="楷体" panose="02010609060101010101" pitchFamily="49" charset="-122"/>
                <a:ea typeface="楷体" panose="02010609060101010101" pitchFamily="49" charset="-122"/>
              </a:endParaRPr>
            </a:p>
          </p:txBody>
        </p:sp>
      </p:grpSp>
      <p:grpSp>
        <p:nvGrpSpPr>
          <p:cNvPr id="26" name="组合 25"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6875487" y="2126055"/>
            <a:ext cx="536724" cy="496033"/>
            <a:chOff x="6680623" y="1808661"/>
            <a:chExt cx="536724" cy="496033"/>
          </a:xfrm>
        </p:grpSpPr>
        <p:sp>
          <p:nvSpPr>
            <p:cNvPr id="27" name="椭圆 26"/>
            <p:cNvSpPr/>
            <p:nvPr/>
          </p:nvSpPr>
          <p:spPr>
            <a:xfrm>
              <a:off x="6700969" y="1808661"/>
              <a:ext cx="496033" cy="496033"/>
            </a:xfrm>
            <a:prstGeom prst="ellipse">
              <a:avLst/>
            </a:prstGeom>
            <a:solidFill>
              <a:srgbClr val="7928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楷体" panose="02010609060101010101" pitchFamily="49" charset="-122"/>
                <a:ea typeface="楷体" panose="02010609060101010101" pitchFamily="49" charset="-122"/>
              </a:endParaRPr>
            </a:p>
          </p:txBody>
        </p:sp>
        <p:sp>
          <p:nvSpPr>
            <p:cNvPr id="28" name="矩形 27"/>
            <p:cNvSpPr/>
            <p:nvPr/>
          </p:nvSpPr>
          <p:spPr>
            <a:xfrm>
              <a:off x="6680623" y="1825845"/>
              <a:ext cx="536724" cy="461665"/>
            </a:xfrm>
            <a:prstGeom prst="rect">
              <a:avLst/>
            </a:prstGeom>
          </p:spPr>
          <p:txBody>
            <a:bodyPr wrap="square">
              <a:spAutoFit/>
            </a:bodyPr>
            <a:lstStyle/>
            <a:p>
              <a:pPr algn="ctr"/>
              <a:r>
                <a:rPr lang="zh-CN" altLang="en-US" sz="2400" dirty="0">
                  <a:solidFill>
                    <a:schemeClr val="bg1"/>
                  </a:solidFill>
                  <a:latin typeface="楷体" panose="02010609060101010101" pitchFamily="49" charset="-122"/>
                  <a:ea typeface="楷体" panose="02010609060101010101" pitchFamily="49" charset="-122"/>
                </a:rPr>
                <a:t>壹</a:t>
              </a:r>
              <a:endParaRPr lang="zh-CN" altLang="en-US" sz="2400" dirty="0">
                <a:solidFill>
                  <a:schemeClr val="bg1"/>
                </a:solidFill>
                <a:latin typeface="楷体" panose="02010609060101010101" pitchFamily="49" charset="-122"/>
                <a:ea typeface="楷体" panose="02010609060101010101" pitchFamily="49" charset="-122"/>
              </a:endParaRPr>
            </a:p>
          </p:txBody>
        </p:sp>
      </p:grpSp>
      <p:sp>
        <p:nvSpPr>
          <p:cNvPr id="29" name="矩形 2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7633706" y="2143239"/>
            <a:ext cx="3432199" cy="1142620"/>
          </a:xfrm>
          <a:prstGeom prst="rect">
            <a:avLst/>
          </a:prstGeom>
        </p:spPr>
        <p:txBody>
          <a:bodyPr wrap="square">
            <a:spAutoFit/>
          </a:bodyPr>
          <a:lstStyle/>
          <a:p>
            <a:pPr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30" name="矩形 29"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7633705" y="3634531"/>
            <a:ext cx="3432199" cy="1142620"/>
          </a:xfrm>
          <a:prstGeom prst="rect">
            <a:avLst/>
          </a:prstGeom>
        </p:spPr>
        <p:txBody>
          <a:bodyPr wrap="square">
            <a:spAutoFit/>
          </a:bodyPr>
          <a:lstStyle/>
          <a:p>
            <a:pPr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31" name="矩形 30"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7633705" y="5170363"/>
            <a:ext cx="3432199" cy="1142620"/>
          </a:xfrm>
          <a:prstGeom prst="rect">
            <a:avLst/>
          </a:prstGeom>
        </p:spPr>
        <p:txBody>
          <a:bodyPr wrap="square">
            <a:spAutoFit/>
          </a:bodyPr>
          <a:lstStyle/>
          <a:p>
            <a:pPr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32" name="矩形 31"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1466051" y="5332097"/>
            <a:ext cx="2403315" cy="769441"/>
          </a:xfrm>
          <a:prstGeom prst="rect">
            <a:avLst/>
          </a:prstGeom>
        </p:spPr>
        <p:txBody>
          <a:bodyPr wrap="square">
            <a:spAutoFit/>
          </a:bodyPr>
          <a:lstStyle/>
          <a:p>
            <a:pPr algn="dist"/>
            <a:r>
              <a:rPr lang="zh-CN" altLang="en-US" sz="4400" b="1" dirty="0">
                <a:solidFill>
                  <a:schemeClr val="accent4">
                    <a:lumMod val="75000"/>
                  </a:schemeClr>
                </a:solidFill>
                <a:effectLst>
                  <a:reflection blurRad="6350" stA="50000" endA="300" endPos="50000" dist="29997" dir="5400000" sy="-100000" algn="bl" rotWithShape="0"/>
                </a:effectLst>
                <a:latin typeface="楷体" panose="02010609060101010101" pitchFamily="49" charset="-122"/>
                <a:ea typeface="楷体" panose="02010609060101010101" pitchFamily="49" charset="-122"/>
              </a:rPr>
              <a:t>劣势</a:t>
            </a:r>
            <a:endParaRPr lang="zh-CN" altLang="en-US" sz="4400" b="1" dirty="0">
              <a:solidFill>
                <a:schemeClr val="accent4">
                  <a:lumMod val="75000"/>
                </a:schemeClr>
              </a:solidFill>
              <a:effectLst>
                <a:reflection blurRad="6350" stA="50000" endA="300" endPos="50000" dist="29997" dir="5400000" sy="-100000" algn="bl" rotWithShape="0"/>
              </a:effectLst>
              <a:latin typeface="楷体" panose="02010609060101010101" pitchFamily="49" charset="-122"/>
              <a:ea typeface="楷体" panose="02010609060101010101" pitchFamily="49" charset="-122"/>
            </a:endParaRPr>
          </a:p>
        </p:txBody>
      </p:sp>
      <p:sp>
        <p:nvSpPr>
          <p:cNvPr id="33" name="矩形 32"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1466051" y="3223525"/>
            <a:ext cx="3812400" cy="1142620"/>
          </a:xfrm>
          <a:prstGeom prst="rect">
            <a:avLst/>
          </a:prstGeom>
        </p:spPr>
        <p:txBody>
          <a:bodyPr wrap="square">
            <a:spAutoFit/>
          </a:bodyPr>
          <a:lstStyle/>
          <a:p>
            <a:pPr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tx1">
                  <a:lumMod val="75000"/>
                  <a:lumOff val="25000"/>
                </a:schemeClr>
              </a:solidFill>
              <a:latin typeface="楷体" panose="02010609060101010101" pitchFamily="49" charset="-122"/>
              <a:ea typeface="楷体" panose="02010609060101010101" pitchFamily="49" charset="-122"/>
            </a:endParaRPr>
          </a:p>
        </p:txBody>
      </p:sp>
      <p:cxnSp>
        <p:nvCxnSpPr>
          <p:cNvPr id="34" name="直接连接符 33"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CxnSpPr>
            <a:endCxn id="27" idx="4"/>
          </p:cNvCxnSpPr>
          <p:nvPr/>
        </p:nvCxnSpPr>
        <p:spPr>
          <a:xfrm flipV="1">
            <a:off x="7143849" y="2622088"/>
            <a:ext cx="1" cy="4235912"/>
          </a:xfrm>
          <a:prstGeom prst="line">
            <a:avLst/>
          </a:prstGeom>
          <a:ln w="3175">
            <a:solidFill>
              <a:srgbClr val="792817"/>
            </a:solidFill>
            <a:prstDash val="dash"/>
          </a:ln>
        </p:spPr>
        <p:style>
          <a:lnRef idx="1">
            <a:schemeClr val="accent1"/>
          </a:lnRef>
          <a:fillRef idx="0">
            <a:schemeClr val="accent1"/>
          </a:fillRef>
          <a:effectRef idx="0">
            <a:schemeClr val="accent1"/>
          </a:effectRef>
          <a:fontRef idx="minor">
            <a:schemeClr val="tx1"/>
          </a:fontRef>
        </p:style>
      </p:cxnSp>
      <p:sp>
        <p:nvSpPr>
          <p:cNvPr id="35" name="矩形 34"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1553136" y="4585588"/>
            <a:ext cx="526035" cy="584775"/>
          </a:xfrm>
          <a:prstGeom prst="rect">
            <a:avLst/>
          </a:prstGeom>
        </p:spPr>
        <p:txBody>
          <a:bodyPr wrap="square">
            <a:spAutoFit/>
          </a:bodyPr>
          <a:lstStyle/>
          <a:p>
            <a:r>
              <a:rPr lang="en-US" altLang="zh-TW" sz="3200" dirty="0">
                <a:solidFill>
                  <a:schemeClr val="tx1">
                    <a:lumMod val="75000"/>
                    <a:lumOff val="25000"/>
                  </a:schemeClr>
                </a:solidFill>
                <a:latin typeface="楷体" panose="02010609060101010101" pitchFamily="49" charset="-122"/>
                <a:ea typeface="楷体" panose="02010609060101010101" pitchFamily="49" charset="-122"/>
              </a:rPr>
              <a:t>/</a:t>
            </a:r>
            <a:endParaRPr lang="zh-CN" altLang="en-US" sz="3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36" name="灯片编号占位符 35"/>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ppt_x"/>
                                          </p:val>
                                        </p:tav>
                                        <p:tav tm="100000">
                                          <p:val>
                                            <p:strVal val="#ppt_x"/>
                                          </p:val>
                                        </p:tav>
                                      </p:tavLst>
                                    </p:anim>
                                    <p:anim calcmode="lin" valueType="num">
                                      <p:cBhvr additive="base">
                                        <p:cTn id="20" dur="500" fill="hold"/>
                                        <p:tgtEl>
                                          <p:spTgt spid="3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ppt_x"/>
                                          </p:val>
                                        </p:tav>
                                        <p:tav tm="100000">
                                          <p:val>
                                            <p:strVal val="#ppt_x"/>
                                          </p:val>
                                        </p:tav>
                                      </p:tavLst>
                                    </p:anim>
                                    <p:anim calcmode="lin" valueType="num">
                                      <p:cBhvr additive="base">
                                        <p:cTn id="24" dur="500" fill="hold"/>
                                        <p:tgtEl>
                                          <p:spTgt spid="3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ppt_x"/>
                                          </p:val>
                                        </p:tav>
                                        <p:tav tm="100000">
                                          <p:val>
                                            <p:strVal val="#ppt_x"/>
                                          </p:val>
                                        </p:tav>
                                      </p:tavLst>
                                    </p:anim>
                                    <p:anim calcmode="lin" valueType="num">
                                      <p:cBhvr additive="base">
                                        <p:cTn id="28" dur="500" fill="hold"/>
                                        <p:tgtEl>
                                          <p:spTgt spid="3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additive="base">
                                        <p:cTn id="39" dur="500" fill="hold"/>
                                        <p:tgtEl>
                                          <p:spTgt spid="26"/>
                                        </p:tgtEl>
                                        <p:attrNameLst>
                                          <p:attrName>ppt_x</p:attrName>
                                        </p:attrNameLst>
                                      </p:cBhvr>
                                      <p:tavLst>
                                        <p:tav tm="0">
                                          <p:val>
                                            <p:strVal val="#ppt_x"/>
                                          </p:val>
                                        </p:tav>
                                        <p:tav tm="100000">
                                          <p:val>
                                            <p:strVal val="#ppt_x"/>
                                          </p:val>
                                        </p:tav>
                                      </p:tavLst>
                                    </p:anim>
                                    <p:anim calcmode="lin" valueType="num">
                                      <p:cBhvr additive="base">
                                        <p:cTn id="40" dur="500" fill="hold"/>
                                        <p:tgtEl>
                                          <p:spTgt spid="26"/>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additive="base">
                                        <p:cTn id="43" dur="500" fill="hold"/>
                                        <p:tgtEl>
                                          <p:spTgt spid="34"/>
                                        </p:tgtEl>
                                        <p:attrNameLst>
                                          <p:attrName>ppt_x</p:attrName>
                                        </p:attrNameLst>
                                      </p:cBhvr>
                                      <p:tavLst>
                                        <p:tav tm="0">
                                          <p:val>
                                            <p:strVal val="#ppt_x"/>
                                          </p:val>
                                        </p:tav>
                                        <p:tav tm="100000">
                                          <p:val>
                                            <p:strVal val="#ppt_x"/>
                                          </p:val>
                                        </p:tav>
                                      </p:tavLst>
                                    </p:anim>
                                    <p:anim calcmode="lin" valueType="num">
                                      <p:cBhvr additive="base">
                                        <p:cTn id="4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工作优势与劣势</a:t>
              </a:r>
              <a:endParaRPr lang="zh-CN" altLang="en-US" sz="2800" dirty="0">
                <a:latin typeface="楷体" panose="02010609060101010101" pitchFamily="49" charset="-122"/>
                <a:ea typeface="楷体" panose="02010609060101010101" pitchFamily="49" charset="-122"/>
              </a:endParaRPr>
            </a:p>
          </p:txBody>
        </p:sp>
      </p:grpSp>
      <p:pic>
        <p:nvPicPr>
          <p:cNvPr id="6" name="图片 5"/>
          <p:cNvPicPr>
            <a:picLocks noChangeAspect="1"/>
          </p:cNvPicPr>
          <p:nvPr/>
        </p:nvPicPr>
        <p:blipFill rotWithShape="1">
          <a:blip r:embed="rId1">
            <a:extLst>
              <a:ext uri="{28A0092B-C50C-407E-A947-70E740481C1C}">
                <a14:useLocalDpi xmlns:a14="http://schemas.microsoft.com/office/drawing/2010/main" val="0"/>
              </a:ext>
            </a:extLst>
          </a:blip>
          <a:srcRect l="29941" r="9016" b="20"/>
          <a:stretch>
            <a:fillRect/>
          </a:stretch>
        </p:blipFill>
        <p:spPr>
          <a:xfrm rot="16200000">
            <a:off x="4285266" y="-1048734"/>
            <a:ext cx="3621468" cy="12192000"/>
          </a:xfrm>
          <a:prstGeom prst="rect">
            <a:avLst/>
          </a:prstGeom>
        </p:spPr>
      </p:pic>
      <p:sp>
        <p:nvSpPr>
          <p:cNvPr id="7" name="矩形 6"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4894342" y="1064552"/>
            <a:ext cx="2403315" cy="584775"/>
          </a:xfrm>
          <a:prstGeom prst="rect">
            <a:avLst/>
          </a:prstGeom>
        </p:spPr>
        <p:txBody>
          <a:bodyPr wrap="square">
            <a:spAutoFit/>
          </a:bodyPr>
          <a:lstStyle/>
          <a:p>
            <a:pPr algn="dist"/>
            <a:r>
              <a:rPr lang="zh-CN" altLang="en-US" sz="3200" dirty="0">
                <a:solidFill>
                  <a:schemeClr val="accent4">
                    <a:lumMod val="75000"/>
                  </a:schemeClr>
                </a:solidFill>
                <a:latin typeface="楷体" panose="02010609060101010101" pitchFamily="49" charset="-122"/>
                <a:ea typeface="楷体" panose="02010609060101010101" pitchFamily="49" charset="-122"/>
              </a:rPr>
              <a:t>您的总结</a:t>
            </a:r>
            <a:endParaRPr lang="zh-CN" altLang="en-US" sz="3600" dirty="0">
              <a:solidFill>
                <a:schemeClr val="accent4">
                  <a:lumMod val="75000"/>
                </a:schemeClr>
              </a:solidFill>
              <a:latin typeface="楷体" panose="02010609060101010101" pitchFamily="49" charset="-122"/>
              <a:ea typeface="楷体" panose="02010609060101010101" pitchFamily="49" charset="-122"/>
            </a:endParaRPr>
          </a:p>
        </p:txBody>
      </p:sp>
      <p:grpSp>
        <p:nvGrpSpPr>
          <p:cNvPr id="9" name="组合 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1426538" y="3791525"/>
            <a:ext cx="2638333" cy="1973617"/>
            <a:chOff x="1322310" y="4523898"/>
            <a:chExt cx="2638333" cy="1973617"/>
          </a:xfrm>
        </p:grpSpPr>
        <p:sp>
          <p:nvSpPr>
            <p:cNvPr id="10" name="矩形 9"/>
            <p:cNvSpPr/>
            <p:nvPr/>
          </p:nvSpPr>
          <p:spPr>
            <a:xfrm>
              <a:off x="1322310" y="4985563"/>
              <a:ext cx="2638333" cy="1511952"/>
            </a:xfrm>
            <a:prstGeom prst="rect">
              <a:avLst/>
            </a:prstGeom>
          </p:spPr>
          <p:txBody>
            <a:bodyPr wrap="square">
              <a:spAutoFit/>
            </a:bodyPr>
            <a:lstStyle/>
            <a:p>
              <a:pPr algn="just">
                <a:lnSpc>
                  <a:spcPct val="150000"/>
                </a:lnSpc>
              </a:pPr>
              <a:r>
                <a:rPr lang="zh-CN" altLang="en-US" sz="1600" dirty="0">
                  <a:solidFill>
                    <a:schemeClr val="bg1"/>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bg1"/>
                </a:solidFill>
                <a:latin typeface="楷体" panose="02010609060101010101" pitchFamily="49" charset="-122"/>
                <a:ea typeface="楷体" panose="02010609060101010101" pitchFamily="49" charset="-122"/>
              </a:endParaRPr>
            </a:p>
          </p:txBody>
        </p:sp>
        <p:sp>
          <p:nvSpPr>
            <p:cNvPr id="11" name="矩形 10"/>
            <p:cNvSpPr/>
            <p:nvPr/>
          </p:nvSpPr>
          <p:spPr>
            <a:xfrm>
              <a:off x="1322310" y="4523898"/>
              <a:ext cx="834678" cy="461665"/>
            </a:xfrm>
            <a:prstGeom prst="rect">
              <a:avLst/>
            </a:prstGeom>
          </p:spPr>
          <p:txBody>
            <a:bodyPr wrap="square">
              <a:spAutoFit/>
            </a:bodyPr>
            <a:lstStyle/>
            <a:p>
              <a:r>
                <a:rPr lang="en-US" altLang="zh-TW" sz="2400" dirty="0">
                  <a:solidFill>
                    <a:schemeClr val="bg1"/>
                  </a:solidFill>
                  <a:latin typeface="楷体" panose="02010609060101010101" pitchFamily="49" charset="-122"/>
                  <a:ea typeface="楷体" panose="02010609060101010101" pitchFamily="49" charset="-122"/>
                </a:rPr>
                <a:t>01 /</a:t>
              </a:r>
              <a:endParaRPr lang="zh-CN" altLang="en-US" sz="2800" dirty="0">
                <a:solidFill>
                  <a:schemeClr val="bg1"/>
                </a:solidFill>
                <a:latin typeface="楷体" panose="02010609060101010101" pitchFamily="49" charset="-122"/>
                <a:ea typeface="楷体" panose="02010609060101010101" pitchFamily="49" charset="-122"/>
              </a:endParaRPr>
            </a:p>
          </p:txBody>
        </p:sp>
      </p:grpSp>
      <p:grpSp>
        <p:nvGrpSpPr>
          <p:cNvPr id="12" name="组合 11"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4961182" y="3791525"/>
            <a:ext cx="2638333" cy="1973617"/>
            <a:chOff x="1322310" y="4523898"/>
            <a:chExt cx="2638333" cy="1973617"/>
          </a:xfrm>
        </p:grpSpPr>
        <p:sp>
          <p:nvSpPr>
            <p:cNvPr id="13" name="矩形 12"/>
            <p:cNvSpPr/>
            <p:nvPr/>
          </p:nvSpPr>
          <p:spPr>
            <a:xfrm>
              <a:off x="1322310" y="4985563"/>
              <a:ext cx="2638333" cy="1511952"/>
            </a:xfrm>
            <a:prstGeom prst="rect">
              <a:avLst/>
            </a:prstGeom>
          </p:spPr>
          <p:txBody>
            <a:bodyPr wrap="square">
              <a:spAutoFit/>
            </a:bodyPr>
            <a:lstStyle/>
            <a:p>
              <a:pPr algn="just">
                <a:lnSpc>
                  <a:spcPct val="150000"/>
                </a:lnSpc>
              </a:pPr>
              <a:r>
                <a:rPr lang="zh-CN" altLang="en-US" sz="1600" dirty="0">
                  <a:solidFill>
                    <a:schemeClr val="bg1"/>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bg1"/>
                </a:solidFill>
                <a:latin typeface="楷体" panose="02010609060101010101" pitchFamily="49" charset="-122"/>
                <a:ea typeface="楷体" panose="02010609060101010101" pitchFamily="49" charset="-122"/>
              </a:endParaRPr>
            </a:p>
          </p:txBody>
        </p:sp>
        <p:sp>
          <p:nvSpPr>
            <p:cNvPr id="14" name="矩形 13"/>
            <p:cNvSpPr/>
            <p:nvPr/>
          </p:nvSpPr>
          <p:spPr>
            <a:xfrm>
              <a:off x="1322310" y="4523898"/>
              <a:ext cx="834678" cy="461665"/>
            </a:xfrm>
            <a:prstGeom prst="rect">
              <a:avLst/>
            </a:prstGeom>
          </p:spPr>
          <p:txBody>
            <a:bodyPr wrap="square">
              <a:spAutoFit/>
            </a:bodyPr>
            <a:lstStyle/>
            <a:p>
              <a:r>
                <a:rPr lang="en-US" altLang="zh-TW" sz="2400" dirty="0">
                  <a:solidFill>
                    <a:schemeClr val="bg1"/>
                  </a:solidFill>
                  <a:latin typeface="楷体" panose="02010609060101010101" pitchFamily="49" charset="-122"/>
                  <a:ea typeface="楷体" panose="02010609060101010101" pitchFamily="49" charset="-122"/>
                </a:rPr>
                <a:t>02 /</a:t>
              </a:r>
              <a:endParaRPr lang="zh-CN" altLang="en-US" sz="2800" dirty="0">
                <a:solidFill>
                  <a:schemeClr val="bg1"/>
                </a:solidFill>
                <a:latin typeface="楷体" panose="02010609060101010101" pitchFamily="49" charset="-122"/>
                <a:ea typeface="楷体" panose="02010609060101010101" pitchFamily="49" charset="-122"/>
              </a:endParaRPr>
            </a:p>
          </p:txBody>
        </p:sp>
      </p:grpSp>
      <p:grpSp>
        <p:nvGrpSpPr>
          <p:cNvPr id="15" name="组合 14"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8495826" y="3791525"/>
            <a:ext cx="2638333" cy="1973617"/>
            <a:chOff x="1322310" y="4523898"/>
            <a:chExt cx="2638333" cy="1973617"/>
          </a:xfrm>
        </p:grpSpPr>
        <p:sp>
          <p:nvSpPr>
            <p:cNvPr id="16" name="矩形 15"/>
            <p:cNvSpPr/>
            <p:nvPr/>
          </p:nvSpPr>
          <p:spPr>
            <a:xfrm>
              <a:off x="1322310" y="4985563"/>
              <a:ext cx="2638333" cy="1511952"/>
            </a:xfrm>
            <a:prstGeom prst="rect">
              <a:avLst/>
            </a:prstGeom>
          </p:spPr>
          <p:txBody>
            <a:bodyPr wrap="square">
              <a:spAutoFit/>
            </a:bodyPr>
            <a:lstStyle/>
            <a:p>
              <a:pPr algn="just">
                <a:lnSpc>
                  <a:spcPct val="150000"/>
                </a:lnSpc>
              </a:pPr>
              <a:r>
                <a:rPr lang="zh-CN" altLang="en-US" sz="1600" dirty="0">
                  <a:solidFill>
                    <a:schemeClr val="bg1"/>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bg1"/>
                </a:solidFill>
                <a:latin typeface="楷体" panose="02010609060101010101" pitchFamily="49" charset="-122"/>
                <a:ea typeface="楷体" panose="02010609060101010101" pitchFamily="49" charset="-122"/>
              </a:endParaRPr>
            </a:p>
          </p:txBody>
        </p:sp>
        <p:sp>
          <p:nvSpPr>
            <p:cNvPr id="17" name="矩形 16"/>
            <p:cNvSpPr/>
            <p:nvPr/>
          </p:nvSpPr>
          <p:spPr>
            <a:xfrm>
              <a:off x="1322310" y="4523898"/>
              <a:ext cx="834678" cy="461665"/>
            </a:xfrm>
            <a:prstGeom prst="rect">
              <a:avLst/>
            </a:prstGeom>
          </p:spPr>
          <p:txBody>
            <a:bodyPr wrap="square">
              <a:spAutoFit/>
            </a:bodyPr>
            <a:lstStyle/>
            <a:p>
              <a:r>
                <a:rPr lang="en-US" altLang="zh-TW" sz="2400" dirty="0">
                  <a:solidFill>
                    <a:schemeClr val="bg1"/>
                  </a:solidFill>
                  <a:latin typeface="楷体" panose="02010609060101010101" pitchFamily="49" charset="-122"/>
                  <a:ea typeface="楷体" panose="02010609060101010101" pitchFamily="49" charset="-122"/>
                </a:rPr>
                <a:t>03 /</a:t>
              </a:r>
              <a:endParaRPr lang="zh-CN" altLang="en-US" sz="2800" dirty="0">
                <a:solidFill>
                  <a:schemeClr val="bg1"/>
                </a:solidFill>
                <a:latin typeface="楷体" panose="02010609060101010101" pitchFamily="49" charset="-122"/>
                <a:ea typeface="楷体" panose="02010609060101010101" pitchFamily="49" charset="-122"/>
              </a:endParaRPr>
            </a:p>
          </p:txBody>
        </p:sp>
      </p:grpSp>
      <p:sp>
        <p:nvSpPr>
          <p:cNvPr id="18" name="文本框 17"/>
          <p:cNvSpPr txBox="1"/>
          <p:nvPr/>
        </p:nvSpPr>
        <p:spPr>
          <a:xfrm>
            <a:off x="4568536" y="1730060"/>
            <a:ext cx="3054928" cy="369332"/>
          </a:xfrm>
          <a:prstGeom prst="rect">
            <a:avLst/>
          </a:prstGeom>
          <a:noFill/>
        </p:spPr>
        <p:txBody>
          <a:bodyPr wrap="square" rtlCol="0">
            <a:spAutoFit/>
          </a:bodyPr>
          <a:lstStyle/>
          <a:p>
            <a:pPr algn="dist"/>
            <a:r>
              <a:rPr lang="en-US" altLang="zh-CN" dirty="0">
                <a:solidFill>
                  <a:schemeClr val="accent4">
                    <a:lumMod val="75000"/>
                  </a:schemeClr>
                </a:solidFill>
              </a:rPr>
              <a:t>zongjie</a:t>
            </a:r>
            <a:endParaRPr lang="zh-CN" altLang="en-US" dirty="0">
              <a:solidFill>
                <a:schemeClr val="accent4">
                  <a:lumMod val="75000"/>
                </a:schemeClr>
              </a:solidFill>
            </a:endParaRPr>
          </a:p>
        </p:txBody>
      </p:sp>
      <p:sp>
        <p:nvSpPr>
          <p:cNvPr id="19" name="灯片编号占位符 18"/>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53" presetClass="entr" presetSubtype="16"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6352310" y="904009"/>
            <a:ext cx="4634346" cy="4634346"/>
          </a:xfrm>
          <a:prstGeom prst="ellipse">
            <a:avLst/>
          </a:prstGeom>
          <a:noFill/>
          <a:ln>
            <a:solidFill>
              <a:srgbClr val="944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330537" y="1111827"/>
            <a:ext cx="4634346" cy="4634346"/>
          </a:xfrm>
          <a:prstGeom prst="ellipse">
            <a:avLst/>
          </a:prstGeom>
          <a:blipFill>
            <a:blip r:embed="rId1"/>
            <a:stretch>
              <a:fillRect l="-896" t="-102016" r="-59190" b="-1270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662546" y="2875002"/>
            <a:ext cx="1319645" cy="1107996"/>
          </a:xfrm>
          <a:prstGeom prst="rect">
            <a:avLst/>
          </a:prstGeom>
          <a:noFill/>
        </p:spPr>
        <p:txBody>
          <a:bodyPr wrap="square" rtlCol="0">
            <a:spAutoFit/>
          </a:bodyPr>
          <a:lstStyle/>
          <a:p>
            <a:pPr algn="ctr"/>
            <a:r>
              <a:rPr lang="en-US" altLang="zh-CN" sz="6600" b="1" dirty="0">
                <a:solidFill>
                  <a:schemeClr val="accent2">
                    <a:lumMod val="75000"/>
                  </a:schemeClr>
                </a:solidFill>
                <a:latin typeface="楷体" panose="02010609060101010101" pitchFamily="49" charset="-122"/>
                <a:ea typeface="楷体" panose="02010609060101010101" pitchFamily="49" charset="-122"/>
              </a:rPr>
              <a:t>04</a:t>
            </a:r>
            <a:endParaRPr lang="zh-CN" altLang="en-US" sz="6600" b="1" dirty="0">
              <a:solidFill>
                <a:schemeClr val="accent2">
                  <a:lumMod val="75000"/>
                </a:schemeClr>
              </a:solidFill>
              <a:latin typeface="楷体" panose="02010609060101010101" pitchFamily="49" charset="-122"/>
              <a:ea typeface="楷体" panose="02010609060101010101" pitchFamily="49" charset="-122"/>
            </a:endParaRPr>
          </a:p>
        </p:txBody>
      </p:sp>
      <p:sp>
        <p:nvSpPr>
          <p:cNvPr id="3" name="文本框 2"/>
          <p:cNvSpPr txBox="1"/>
          <p:nvPr/>
        </p:nvSpPr>
        <p:spPr>
          <a:xfrm>
            <a:off x="3169228" y="3075057"/>
            <a:ext cx="4322618" cy="707886"/>
          </a:xfrm>
          <a:prstGeom prst="rect">
            <a:avLst/>
          </a:prstGeom>
          <a:noFill/>
        </p:spPr>
        <p:txBody>
          <a:bodyPr wrap="square" rtlCol="0">
            <a:spAutoFit/>
          </a:bodyPr>
          <a:lstStyle/>
          <a:p>
            <a:r>
              <a:rPr lang="zh-CN" altLang="en-US" sz="4000" dirty="0">
                <a:solidFill>
                  <a:schemeClr val="tx1">
                    <a:lumMod val="75000"/>
                    <a:lumOff val="25000"/>
                  </a:schemeClr>
                </a:solidFill>
                <a:latin typeface="楷体" panose="02010609060101010101" pitchFamily="49" charset="-122"/>
                <a:ea typeface="楷体" panose="02010609060101010101" pitchFamily="49" charset="-122"/>
              </a:rPr>
              <a:t>工作计划</a:t>
            </a:r>
            <a:r>
              <a:rPr lang="zh-CN" altLang="en-US" sz="4000" dirty="0">
                <a:solidFill>
                  <a:schemeClr val="bg1"/>
                </a:solidFill>
                <a:latin typeface="楷体" panose="02010609060101010101" pitchFamily="49" charset="-122"/>
                <a:ea typeface="楷体" panose="02010609060101010101" pitchFamily="49" charset="-122"/>
              </a:rPr>
              <a:t>的制订</a:t>
            </a:r>
            <a:endParaRPr lang="zh-CN" altLang="en-US" sz="4000" dirty="0">
              <a:solidFill>
                <a:schemeClr val="bg1"/>
              </a:solidFill>
              <a:latin typeface="楷体" panose="02010609060101010101" pitchFamily="49" charset="-122"/>
              <a:ea typeface="楷体" panose="02010609060101010101" pitchFamily="49" charset="-122"/>
            </a:endParaRPr>
          </a:p>
        </p:txBody>
      </p:sp>
      <p:sp>
        <p:nvSpPr>
          <p:cNvPr id="4" name="文本框 3"/>
          <p:cNvSpPr txBox="1"/>
          <p:nvPr/>
        </p:nvSpPr>
        <p:spPr>
          <a:xfrm>
            <a:off x="1943100" y="3982998"/>
            <a:ext cx="4322618" cy="707886"/>
          </a:xfrm>
          <a:prstGeom prst="rect">
            <a:avLst/>
          </a:prstGeom>
          <a:noFill/>
        </p:spPr>
        <p:txBody>
          <a:bodyPr wrap="square" rtlCol="0">
            <a:spAutoFit/>
          </a:bodyPr>
          <a:lstStyle/>
          <a:p>
            <a:r>
              <a:rPr lang="en-US" altLang="zh-CN" sz="4000" dirty="0">
                <a:solidFill>
                  <a:schemeClr val="accent4">
                    <a:lumMod val="40000"/>
                    <a:lumOff val="60000"/>
                  </a:schemeClr>
                </a:solidFill>
                <a:latin typeface="楷体" panose="02010609060101010101" pitchFamily="49" charset="-122"/>
                <a:ea typeface="楷体" panose="02010609060101010101" pitchFamily="49" charset="-122"/>
              </a:rPr>
              <a:t>Part three</a:t>
            </a:r>
            <a:endParaRPr lang="zh-CN" altLang="en-US" sz="4000" dirty="0">
              <a:solidFill>
                <a:schemeClr val="accent4">
                  <a:lumMod val="40000"/>
                  <a:lumOff val="60000"/>
                </a:schemeClr>
              </a:solidFill>
              <a:latin typeface="楷体" panose="02010609060101010101" pitchFamily="49" charset="-122"/>
              <a:ea typeface="楷体" panose="02010609060101010101" pitchFamily="49" charset="-122"/>
            </a:endParaRPr>
          </a:p>
        </p:txBody>
      </p:sp>
      <p:pic>
        <p:nvPicPr>
          <p:cNvPr id="7" name="图片 6"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16200000">
            <a:off x="1678105" y="4379740"/>
            <a:ext cx="1169526" cy="3786993"/>
          </a:xfrm>
          <a:prstGeom prst="rect">
            <a:avLst/>
          </a:prstGeom>
        </p:spPr>
      </p:pic>
      <p:pic>
        <p:nvPicPr>
          <p:cNvPr id="8" name="图片 7"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5400000">
            <a:off x="3830755" y="-1308733"/>
            <a:ext cx="1169526" cy="3786993"/>
          </a:xfrm>
          <a:prstGeom prst="rect">
            <a:avLst/>
          </a:prstGeom>
        </p:spPr>
      </p:pic>
      <p:pic>
        <p:nvPicPr>
          <p:cNvPr id="9" name="图片 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a:off x="10681" y="1327685"/>
            <a:ext cx="1169526" cy="3786993"/>
          </a:xfrm>
          <a:prstGeom prst="rect">
            <a:avLst/>
          </a:prstGeom>
        </p:spPr>
      </p:pic>
      <p:sp>
        <p:nvSpPr>
          <p:cNvPr id="10" name="灯片编号占位符 9"/>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工作计划的制订</a:t>
              </a:r>
              <a:endParaRPr lang="zh-CN" altLang="en-US" sz="2800" dirty="0">
                <a:latin typeface="楷体" panose="02010609060101010101" pitchFamily="49" charset="-122"/>
                <a:ea typeface="楷体" panose="02010609060101010101" pitchFamily="49" charset="-122"/>
              </a:endParaRPr>
            </a:p>
          </p:txBody>
        </p:sp>
      </p:grpSp>
      <p:pic>
        <p:nvPicPr>
          <p:cNvPr id="6" name="图片 5"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1"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16200000">
            <a:off x="8418341" y="4379740"/>
            <a:ext cx="1169526" cy="3786993"/>
          </a:xfrm>
          <a:prstGeom prst="rect">
            <a:avLst/>
          </a:prstGeom>
        </p:spPr>
      </p:pic>
      <p:pic>
        <p:nvPicPr>
          <p:cNvPr id="7" name="图片 6"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1"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16200000">
            <a:off x="2720661" y="4379740"/>
            <a:ext cx="1169526" cy="3786993"/>
          </a:xfrm>
          <a:prstGeom prst="rect">
            <a:avLst/>
          </a:prstGeom>
        </p:spPr>
      </p:pic>
      <p:sp>
        <p:nvSpPr>
          <p:cNvPr id="8" name="矩形 7"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4309230" y="1113616"/>
            <a:ext cx="3573540" cy="584775"/>
          </a:xfrm>
          <a:prstGeom prst="rect">
            <a:avLst/>
          </a:prstGeom>
        </p:spPr>
        <p:txBody>
          <a:bodyPr wrap="square">
            <a:spAutoFit/>
          </a:bodyPr>
          <a:lstStyle/>
          <a:p>
            <a:pPr algn="dist"/>
            <a:r>
              <a:rPr lang="zh-CN" altLang="en-US" sz="3200" dirty="0">
                <a:solidFill>
                  <a:schemeClr val="accent2">
                    <a:lumMod val="75000"/>
                  </a:schemeClr>
                </a:solidFill>
                <a:latin typeface="楷体" panose="02010609060101010101" pitchFamily="49" charset="-122"/>
                <a:ea typeface="楷体" panose="02010609060101010101" pitchFamily="49" charset="-122"/>
              </a:rPr>
              <a:t>您的计划步骤</a:t>
            </a:r>
            <a:endParaRPr lang="zh-CN" altLang="en-US" sz="3600" dirty="0">
              <a:solidFill>
                <a:schemeClr val="accent2">
                  <a:lumMod val="75000"/>
                </a:schemeClr>
              </a:solidFill>
              <a:latin typeface="楷体" panose="02010609060101010101" pitchFamily="49" charset="-122"/>
              <a:ea typeface="楷体" panose="02010609060101010101" pitchFamily="49" charset="-122"/>
            </a:endParaRPr>
          </a:p>
        </p:txBody>
      </p:sp>
      <p:grpSp>
        <p:nvGrpSpPr>
          <p:cNvPr id="9" name="组合 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2797627" y="2370393"/>
            <a:ext cx="7413173" cy="773289"/>
            <a:chOff x="3701140" y="2622755"/>
            <a:chExt cx="7413173" cy="773289"/>
          </a:xfrm>
        </p:grpSpPr>
        <p:sp>
          <p:nvSpPr>
            <p:cNvPr id="10" name="矩形 9"/>
            <p:cNvSpPr/>
            <p:nvPr/>
          </p:nvSpPr>
          <p:spPr>
            <a:xfrm>
              <a:off x="4655564" y="2622755"/>
              <a:ext cx="6458749" cy="773289"/>
            </a:xfrm>
            <a:prstGeom prst="rect">
              <a:avLst/>
            </a:prstGeom>
          </p:spPr>
          <p:txBody>
            <a:bodyPr wrap="square">
              <a:spAutoFit/>
            </a:bodyPr>
            <a:lstStyle/>
            <a:p>
              <a:pPr algn="just">
                <a:lnSpc>
                  <a:spcPct val="150000"/>
                </a:lnSpc>
              </a:pPr>
              <a:r>
                <a:rPr lang="zh-CN" altLang="en-US" sz="1600" dirty="0">
                  <a:solidFill>
                    <a:srgbClr val="792817"/>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rgbClr val="792817"/>
                </a:solidFill>
                <a:latin typeface="楷体" panose="02010609060101010101" pitchFamily="49" charset="-122"/>
                <a:ea typeface="楷体" panose="02010609060101010101" pitchFamily="49" charset="-122"/>
              </a:endParaRPr>
            </a:p>
          </p:txBody>
        </p:sp>
        <p:sp>
          <p:nvSpPr>
            <p:cNvPr id="11" name="矩形 10"/>
            <p:cNvSpPr/>
            <p:nvPr/>
          </p:nvSpPr>
          <p:spPr>
            <a:xfrm>
              <a:off x="3701140" y="2807421"/>
              <a:ext cx="834678" cy="461665"/>
            </a:xfrm>
            <a:prstGeom prst="rect">
              <a:avLst/>
            </a:prstGeom>
          </p:spPr>
          <p:txBody>
            <a:bodyPr wrap="square">
              <a:spAutoFit/>
            </a:bodyPr>
            <a:lstStyle/>
            <a:p>
              <a:r>
                <a:rPr lang="en-US" altLang="zh-TW" sz="2400" dirty="0">
                  <a:solidFill>
                    <a:srgbClr val="792817"/>
                  </a:solidFill>
                  <a:latin typeface="楷体" panose="02010609060101010101" pitchFamily="49" charset="-122"/>
                  <a:ea typeface="楷体" panose="02010609060101010101" pitchFamily="49" charset="-122"/>
                </a:rPr>
                <a:t>01 /</a:t>
              </a:r>
              <a:endParaRPr lang="zh-CN" altLang="en-US" sz="2800" dirty="0">
                <a:solidFill>
                  <a:srgbClr val="792817"/>
                </a:solidFill>
                <a:latin typeface="楷体" panose="02010609060101010101" pitchFamily="49" charset="-122"/>
                <a:ea typeface="楷体" panose="02010609060101010101" pitchFamily="49" charset="-122"/>
              </a:endParaRPr>
            </a:p>
          </p:txBody>
        </p:sp>
      </p:grpSp>
      <p:grpSp>
        <p:nvGrpSpPr>
          <p:cNvPr id="12" name="组合 11"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2797627" y="3553642"/>
            <a:ext cx="7413173" cy="773289"/>
            <a:chOff x="3701140" y="2622755"/>
            <a:chExt cx="7413173" cy="773289"/>
          </a:xfrm>
        </p:grpSpPr>
        <p:sp>
          <p:nvSpPr>
            <p:cNvPr id="13" name="矩形 12"/>
            <p:cNvSpPr/>
            <p:nvPr/>
          </p:nvSpPr>
          <p:spPr>
            <a:xfrm>
              <a:off x="4655564" y="2622755"/>
              <a:ext cx="6458749" cy="773289"/>
            </a:xfrm>
            <a:prstGeom prst="rect">
              <a:avLst/>
            </a:prstGeom>
          </p:spPr>
          <p:txBody>
            <a:bodyPr wrap="square">
              <a:spAutoFit/>
            </a:bodyPr>
            <a:lstStyle/>
            <a:p>
              <a:pPr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4" name="矩形 13"/>
            <p:cNvSpPr/>
            <p:nvPr/>
          </p:nvSpPr>
          <p:spPr>
            <a:xfrm>
              <a:off x="3701140" y="2807421"/>
              <a:ext cx="834678" cy="461665"/>
            </a:xfrm>
            <a:prstGeom prst="rect">
              <a:avLst/>
            </a:prstGeom>
          </p:spPr>
          <p:txBody>
            <a:bodyPr wrap="square">
              <a:spAutoFit/>
            </a:bodyPr>
            <a:lstStyle/>
            <a:p>
              <a:r>
                <a:rPr lang="en-US" altLang="zh-TW" sz="2400" dirty="0">
                  <a:solidFill>
                    <a:schemeClr val="tx1">
                      <a:lumMod val="75000"/>
                      <a:lumOff val="25000"/>
                    </a:schemeClr>
                  </a:solidFill>
                  <a:latin typeface="楷体" panose="02010609060101010101" pitchFamily="49" charset="-122"/>
                  <a:ea typeface="楷体" panose="02010609060101010101" pitchFamily="49" charset="-122"/>
                </a:rPr>
                <a:t>02 /</a:t>
              </a:r>
              <a:endParaRPr lang="zh-CN" altLang="en-US" sz="2800" dirty="0">
                <a:solidFill>
                  <a:schemeClr val="tx1">
                    <a:lumMod val="75000"/>
                    <a:lumOff val="25000"/>
                  </a:schemeClr>
                </a:solidFill>
                <a:latin typeface="楷体" panose="02010609060101010101" pitchFamily="49" charset="-122"/>
                <a:ea typeface="楷体" panose="02010609060101010101" pitchFamily="49" charset="-122"/>
              </a:endParaRPr>
            </a:p>
          </p:txBody>
        </p:sp>
      </p:grpSp>
      <p:grpSp>
        <p:nvGrpSpPr>
          <p:cNvPr id="15" name="组合 14"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GrpSpPr/>
          <p:nvPr/>
        </p:nvGrpSpPr>
        <p:grpSpPr>
          <a:xfrm>
            <a:off x="2797627" y="4736890"/>
            <a:ext cx="7413173" cy="773289"/>
            <a:chOff x="3701140" y="2622755"/>
            <a:chExt cx="7413173" cy="773289"/>
          </a:xfrm>
        </p:grpSpPr>
        <p:sp>
          <p:nvSpPr>
            <p:cNvPr id="16" name="矩形 15"/>
            <p:cNvSpPr/>
            <p:nvPr/>
          </p:nvSpPr>
          <p:spPr>
            <a:xfrm>
              <a:off x="4655564" y="2622755"/>
              <a:ext cx="6458749" cy="773289"/>
            </a:xfrm>
            <a:prstGeom prst="rect">
              <a:avLst/>
            </a:prstGeom>
          </p:spPr>
          <p:txBody>
            <a:bodyPr wrap="square">
              <a:spAutoFit/>
            </a:bodyPr>
            <a:lstStyle/>
            <a:p>
              <a:pPr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7" name="矩形 16"/>
            <p:cNvSpPr/>
            <p:nvPr/>
          </p:nvSpPr>
          <p:spPr>
            <a:xfrm>
              <a:off x="3701140" y="2807421"/>
              <a:ext cx="834678" cy="461665"/>
            </a:xfrm>
            <a:prstGeom prst="rect">
              <a:avLst/>
            </a:prstGeom>
          </p:spPr>
          <p:txBody>
            <a:bodyPr wrap="square">
              <a:spAutoFit/>
            </a:bodyPr>
            <a:lstStyle/>
            <a:p>
              <a:r>
                <a:rPr lang="en-US" altLang="zh-TW" sz="2400" dirty="0">
                  <a:solidFill>
                    <a:schemeClr val="tx1">
                      <a:lumMod val="75000"/>
                      <a:lumOff val="25000"/>
                    </a:schemeClr>
                  </a:solidFill>
                  <a:latin typeface="楷体" panose="02010609060101010101" pitchFamily="49" charset="-122"/>
                  <a:ea typeface="楷体" panose="02010609060101010101" pitchFamily="49" charset="-122"/>
                </a:rPr>
                <a:t>03 /</a:t>
              </a:r>
              <a:endParaRPr lang="zh-CN" altLang="en-US" sz="2800" dirty="0">
                <a:solidFill>
                  <a:schemeClr val="tx1">
                    <a:lumMod val="75000"/>
                    <a:lumOff val="25000"/>
                  </a:schemeClr>
                </a:solidFill>
                <a:latin typeface="楷体" panose="02010609060101010101" pitchFamily="49" charset="-122"/>
                <a:ea typeface="楷体" panose="02010609060101010101" pitchFamily="49" charset="-122"/>
              </a:endParaRPr>
            </a:p>
          </p:txBody>
        </p:sp>
      </p:grpSp>
      <p:sp>
        <p:nvSpPr>
          <p:cNvPr id="18" name="矩形 17"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SpPr/>
          <p:nvPr/>
        </p:nvSpPr>
        <p:spPr>
          <a:xfrm>
            <a:off x="4649414" y="1779904"/>
            <a:ext cx="2893172" cy="276999"/>
          </a:xfrm>
          <a:prstGeom prst="rect">
            <a:avLst/>
          </a:prstGeom>
        </p:spPr>
        <p:txBody>
          <a:bodyPr wrap="square">
            <a:spAutoFit/>
          </a:bodyPr>
          <a:lstStyle/>
          <a:p>
            <a:pPr algn="dist"/>
            <a:r>
              <a:rPr lang="en-US" altLang="zh-CN" sz="1200" dirty="0">
                <a:solidFill>
                  <a:schemeClr val="tx1">
                    <a:lumMod val="75000"/>
                    <a:lumOff val="25000"/>
                  </a:schemeClr>
                </a:solidFill>
                <a:latin typeface="楷体" panose="02010609060101010101" pitchFamily="49" charset="-122"/>
                <a:ea typeface="楷体" panose="02010609060101010101" pitchFamily="49" charset="-122"/>
              </a:rPr>
              <a:t>jihuabuzhou</a:t>
            </a:r>
            <a:endParaRPr lang="zh-CN" altLang="en-US" sz="12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9" name="灯片编号占位符 18"/>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down)">
                                      <p:cBhvr>
                                        <p:cTn id="13" dur="500"/>
                                        <p:tgtEl>
                                          <p:spTgt spid="12"/>
                                        </p:tgtEl>
                                      </p:cBhvr>
                                    </p:animEffect>
                                  </p:childTnLst>
                                </p:cTn>
                              </p:par>
                              <p:par>
                                <p:cTn id="14" presetID="22" presetClass="entr" presetSubtype="4"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工作计划的制订</a:t>
              </a:r>
              <a:endParaRPr lang="zh-CN" altLang="en-US" sz="2800" dirty="0">
                <a:latin typeface="楷体" panose="02010609060101010101" pitchFamily="49" charset="-122"/>
                <a:ea typeface="楷体" panose="02010609060101010101" pitchFamily="49" charset="-122"/>
              </a:endParaRPr>
            </a:p>
          </p:txBody>
        </p:sp>
      </p:grpSp>
      <p:cxnSp>
        <p:nvCxnSpPr>
          <p:cNvPr id="6" name="直接连接符 5"/>
          <p:cNvCxnSpPr/>
          <p:nvPr/>
        </p:nvCxnSpPr>
        <p:spPr>
          <a:xfrm>
            <a:off x="5276850" y="1582819"/>
            <a:ext cx="0" cy="267653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862221" y="1427940"/>
            <a:ext cx="677108" cy="2053271"/>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tx1">
                    <a:lumMod val="85000"/>
                    <a:lumOff val="15000"/>
                  </a:schemeClr>
                </a:solidFill>
                <a:latin typeface="楷体" panose="02010609060101010101" pitchFamily="49" charset="-122"/>
                <a:ea typeface="楷体" panose="02010609060101010101" pitchFamily="49" charset="-122"/>
              </a:rPr>
              <a:t>具体实施</a:t>
            </a:r>
            <a:endParaRPr lang="zh-CN" altLang="en-US" sz="3200" dirty="0">
              <a:solidFill>
                <a:schemeClr val="tx1">
                  <a:lumMod val="85000"/>
                  <a:lumOff val="15000"/>
                </a:schemeClr>
              </a:solidFill>
              <a:latin typeface="楷体" panose="02010609060101010101" pitchFamily="49" charset="-122"/>
              <a:ea typeface="楷体" panose="02010609060101010101" pitchFamily="49" charset="-122"/>
            </a:endParaRPr>
          </a:p>
        </p:txBody>
      </p:sp>
      <p:sp>
        <p:nvSpPr>
          <p:cNvPr id="9" name="文本框 14"/>
          <p:cNvSpPr txBox="1"/>
          <p:nvPr/>
        </p:nvSpPr>
        <p:spPr>
          <a:xfrm>
            <a:off x="1221340" y="1444505"/>
            <a:ext cx="3508653" cy="4764985"/>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latin typeface="楷体" panose="02010609060101010101" pitchFamily="49" charset="-122"/>
              <a:ea typeface="楷体" panose="02010609060101010101" pitchFamily="49" charset="-122"/>
            </a:endParaRPr>
          </a:p>
          <a:p>
            <a:pPr>
              <a:lnSpc>
                <a:spcPct val="150000"/>
              </a:lnSpc>
            </a:pPr>
            <a:r>
              <a:rPr lang="zh-CN" altLang="en-US" sz="1600" dirty="0">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latin typeface="楷体" panose="02010609060101010101" pitchFamily="49" charset="-122"/>
              <a:ea typeface="楷体" panose="02010609060101010101" pitchFamily="49" charset="-122"/>
            </a:endParaRPr>
          </a:p>
          <a:p>
            <a:pPr>
              <a:lnSpc>
                <a:spcPct val="150000"/>
              </a:lnSpc>
            </a:pPr>
            <a:r>
              <a:rPr lang="zh-CN" altLang="en-US" sz="1600" dirty="0">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latin typeface="楷体" panose="02010609060101010101" pitchFamily="49" charset="-122"/>
              <a:ea typeface="楷体" panose="02010609060101010101" pitchFamily="49" charset="-122"/>
            </a:endParaRPr>
          </a:p>
          <a:p>
            <a:pPr>
              <a:lnSpc>
                <a:spcPct val="150000"/>
              </a:lnSpc>
            </a:pPr>
            <a:r>
              <a:rPr lang="zh-CN" altLang="en-US" sz="1600" dirty="0">
                <a:latin typeface="楷体" panose="02010609060101010101" pitchFamily="49" charset="-122"/>
                <a:ea typeface="楷体" panose="02010609060101010101" pitchFamily="49" charset="-122"/>
              </a:rPr>
              <a:t>请在此处添加具体内容，文字尽量言简意赅，简单说明即可，不必过于繁琐，注意版面美观度。</a:t>
            </a:r>
            <a:endParaRPr lang="zh-CN" altLang="en-US" sz="1600" dirty="0">
              <a:latin typeface="楷体" panose="02010609060101010101" pitchFamily="49" charset="-122"/>
              <a:ea typeface="楷体" panose="02010609060101010101" pitchFamily="49" charset="-122"/>
            </a:endParaRPr>
          </a:p>
          <a:p>
            <a:pPr>
              <a:lnSpc>
                <a:spcPct val="150000"/>
              </a:lnSpc>
            </a:pPr>
            <a:endParaRPr lang="zh-CN" altLang="en-US" sz="1600" dirty="0">
              <a:latin typeface="楷体" panose="02010609060101010101" pitchFamily="49" charset="-122"/>
              <a:ea typeface="楷体" panose="02010609060101010101" pitchFamily="49" charset="-122"/>
            </a:endParaRPr>
          </a:p>
        </p:txBody>
      </p:sp>
      <p:sp>
        <p:nvSpPr>
          <p:cNvPr id="13" name="灯片编号占位符 12"/>
          <p:cNvSpPr>
            <a:spLocks noGrp="1"/>
          </p:cNvSpPr>
          <p:nvPr>
            <p:ph type="sldNum" sz="quarter" idx="12"/>
          </p:nvPr>
        </p:nvSpPr>
        <p:spPr/>
        <p:txBody>
          <a:bodyPr/>
          <a:lstStyle/>
          <a:p>
            <a:fld id="{44995B92-0395-4A39-A5D7-83ACEE8F4D90}" type="slidenum">
              <a:rPr lang="zh-CN" altLang="en-US" smtClean="0"/>
            </a:fld>
            <a:endParaRPr lang="zh-CN" altLang="en-US"/>
          </a:p>
        </p:txBody>
      </p:sp>
      <p:pic>
        <p:nvPicPr>
          <p:cNvPr id="14" name="图片 13"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1"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5400000">
            <a:off x="8875542" y="-1308732"/>
            <a:ext cx="1169526" cy="3786993"/>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667" y="546754"/>
            <a:ext cx="4147794" cy="55303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4779" y="285144"/>
            <a:ext cx="4628561" cy="523220"/>
            <a:chOff x="414779" y="285144"/>
            <a:chExt cx="4628561" cy="523220"/>
          </a:xfrm>
        </p:grpSpPr>
        <p:sp>
          <p:nvSpPr>
            <p:cNvPr id="3" name="椭圆 2"/>
            <p:cNvSpPr/>
            <p:nvPr/>
          </p:nvSpPr>
          <p:spPr>
            <a:xfrm>
              <a:off x="414779" y="424206"/>
              <a:ext cx="245096" cy="245096"/>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5546" y="285144"/>
              <a:ext cx="4147794" cy="523220"/>
            </a:xfrm>
            <a:prstGeom prst="rect">
              <a:avLst/>
            </a:prstGeom>
            <a:noFill/>
          </p:spPr>
          <p:txBody>
            <a:bodyPr wrap="square" rtlCol="0">
              <a:spAutoFit/>
            </a:bodyPr>
            <a:lstStyle/>
            <a:p>
              <a:r>
                <a:rPr lang="zh-CN" altLang="en-US" sz="2800" dirty="0">
                  <a:latin typeface="楷体" panose="02010609060101010101" pitchFamily="49" charset="-122"/>
                  <a:ea typeface="楷体" panose="02010609060101010101" pitchFamily="49" charset="-122"/>
                </a:rPr>
                <a:t>工作计划的制订</a:t>
              </a:r>
              <a:endParaRPr lang="zh-CN" altLang="en-US" sz="2800" dirty="0">
                <a:latin typeface="楷体" panose="02010609060101010101" pitchFamily="49" charset="-122"/>
                <a:ea typeface="楷体" panose="02010609060101010101" pitchFamily="49" charset="-122"/>
              </a:endParaRPr>
            </a:p>
          </p:txBody>
        </p:sp>
      </p:grpSp>
      <p:cxnSp>
        <p:nvCxnSpPr>
          <p:cNvPr id="5" name="直接连接符 4"/>
          <p:cNvCxnSpPr/>
          <p:nvPr/>
        </p:nvCxnSpPr>
        <p:spPr>
          <a:xfrm flipH="1">
            <a:off x="4511681" y="366144"/>
            <a:ext cx="6874" cy="645795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292607" y="953629"/>
            <a:ext cx="6909196" cy="1511952"/>
            <a:chOff x="1923858" y="797035"/>
            <a:chExt cx="6909196" cy="1511952"/>
          </a:xfrm>
        </p:grpSpPr>
        <p:sp>
          <p:nvSpPr>
            <p:cNvPr id="17" name="椭圆 16"/>
            <p:cNvSpPr/>
            <p:nvPr/>
          </p:nvSpPr>
          <p:spPr>
            <a:xfrm>
              <a:off x="1923858" y="1025993"/>
              <a:ext cx="438148" cy="438148"/>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ea"/>
                <a:cs typeface="+mn-cs"/>
                <a:sym typeface="WenYue GuDianMingChaoTi (Non-Commercial Use)" pitchFamily="50" charset="-122"/>
              </a:endParaRPr>
            </a:p>
          </p:txBody>
        </p:sp>
        <p:sp>
          <p:nvSpPr>
            <p:cNvPr id="18" name="文本框 4"/>
            <p:cNvSpPr txBox="1"/>
            <p:nvPr/>
          </p:nvSpPr>
          <p:spPr>
            <a:xfrm>
              <a:off x="2474847" y="797035"/>
              <a:ext cx="6358207" cy="151195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defRPr/>
              </a:pPr>
              <a:r>
                <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rPr>
                <a:t>请在此处添加具体内容，文字尽量言简意赅，简单说明即可，不必过于繁琐，注意版面美观度。</a:t>
              </a:r>
              <a:endPar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endParaRPr>
            </a:p>
            <a:p>
              <a:pPr lvl="0">
                <a:lnSpc>
                  <a:spcPct val="150000"/>
                </a:lnSpc>
                <a:defRPr/>
              </a:pPr>
              <a:r>
                <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rPr>
                <a:t>请在此处添加具体内容，文字尽量言简意赅，简单说明即可，不必过于繁琐，注意版面美观度</a:t>
              </a:r>
              <a:endPar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endParaRPr>
            </a:p>
          </p:txBody>
        </p:sp>
      </p:grpSp>
      <p:grpSp>
        <p:nvGrpSpPr>
          <p:cNvPr id="7" name="组合 6"/>
          <p:cNvGrpSpPr/>
          <p:nvPr/>
        </p:nvGrpSpPr>
        <p:grpSpPr>
          <a:xfrm>
            <a:off x="4303380" y="5076227"/>
            <a:ext cx="6898423" cy="1511952"/>
            <a:chOff x="1923858" y="5136989"/>
            <a:chExt cx="6898423" cy="1511952"/>
          </a:xfrm>
        </p:grpSpPr>
        <p:sp>
          <p:nvSpPr>
            <p:cNvPr id="15" name="椭圆 14"/>
            <p:cNvSpPr/>
            <p:nvPr/>
          </p:nvSpPr>
          <p:spPr>
            <a:xfrm>
              <a:off x="1923858" y="5300065"/>
              <a:ext cx="438148" cy="438148"/>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mn-ea"/>
                <a:cs typeface="+mn-cs"/>
                <a:sym typeface="WenYue GuDianMingChaoTi (Non-Commercial Use)" pitchFamily="50" charset="-122"/>
              </a:endParaRPr>
            </a:p>
          </p:txBody>
        </p:sp>
        <p:sp>
          <p:nvSpPr>
            <p:cNvPr id="16" name="文本框 7"/>
            <p:cNvSpPr txBox="1"/>
            <p:nvPr/>
          </p:nvSpPr>
          <p:spPr>
            <a:xfrm>
              <a:off x="2581081" y="5136989"/>
              <a:ext cx="6241200" cy="151195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defRPr/>
              </a:pPr>
              <a:r>
                <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rPr>
                <a:t>请在此处添加具体内容，文字尽量言简意赅，简单说明即可，不必过于繁琐，注意版面美观度。</a:t>
              </a:r>
              <a:endPar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endParaRPr>
            </a:p>
            <a:p>
              <a:pPr lvl="0">
                <a:lnSpc>
                  <a:spcPct val="150000"/>
                </a:lnSpc>
                <a:defRPr/>
              </a:pPr>
              <a:r>
                <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rPr>
                <a:t>请在此处添加具体内容，文字尽量言简意赅，简单说明即可，不必过于繁琐，注意版面美观度</a:t>
              </a:r>
              <a:endPar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endParaRPr>
            </a:p>
          </p:txBody>
        </p:sp>
      </p:grpSp>
      <p:grpSp>
        <p:nvGrpSpPr>
          <p:cNvPr id="8" name="组合 7"/>
          <p:cNvGrpSpPr/>
          <p:nvPr/>
        </p:nvGrpSpPr>
        <p:grpSpPr>
          <a:xfrm>
            <a:off x="4292608" y="2938940"/>
            <a:ext cx="6898422" cy="1511952"/>
            <a:chOff x="1923859" y="2702984"/>
            <a:chExt cx="6898422" cy="1511952"/>
          </a:xfrm>
        </p:grpSpPr>
        <p:sp>
          <p:nvSpPr>
            <p:cNvPr id="13" name="椭圆 12"/>
            <p:cNvSpPr/>
            <p:nvPr/>
          </p:nvSpPr>
          <p:spPr>
            <a:xfrm>
              <a:off x="1923859" y="2893451"/>
              <a:ext cx="438148" cy="438148"/>
            </a:xfrm>
            <a:prstGeom prst="ellipse">
              <a:avLst/>
            </a:prstGeom>
            <a:solidFill>
              <a:srgbClr val="9445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mn-ea"/>
                <a:cs typeface="+mn-cs"/>
                <a:sym typeface="WenYue GuDianMingChaoTi (Non-Commercial Use)" pitchFamily="50" charset="-122"/>
              </a:endParaRPr>
            </a:p>
          </p:txBody>
        </p:sp>
        <p:sp>
          <p:nvSpPr>
            <p:cNvPr id="14" name="文本框 10"/>
            <p:cNvSpPr txBox="1"/>
            <p:nvPr/>
          </p:nvSpPr>
          <p:spPr>
            <a:xfrm>
              <a:off x="2581080" y="2702984"/>
              <a:ext cx="6241201" cy="151195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defRPr/>
              </a:pPr>
              <a:r>
                <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rPr>
                <a:t>请在此处添加具体内容，文字尽量言简意赅，简单说明即可，不必过于繁琐，注意版面美观度。</a:t>
              </a:r>
              <a:endPar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endParaRPr>
            </a:p>
            <a:p>
              <a:pPr lvl="0">
                <a:lnSpc>
                  <a:spcPct val="150000"/>
                </a:lnSpc>
                <a:defRPr/>
              </a:pPr>
              <a:r>
                <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rPr>
                <a:t>请在此处添加具体内容，文字尽量言简意赅，简单说明即可，不必过于繁琐，注意版面美观度</a:t>
              </a:r>
              <a:endParaRPr lang="zh-CN" altLang="en-US" sz="1600" dirty="0">
                <a:solidFill>
                  <a:srgbClr val="000000">
                    <a:lumMod val="75000"/>
                    <a:lumOff val="25000"/>
                  </a:srgbClr>
                </a:solidFill>
                <a:latin typeface="楷体" panose="02010609060101010101" pitchFamily="49" charset="-122"/>
                <a:ea typeface="楷体" panose="02010609060101010101" pitchFamily="49" charset="-122"/>
                <a:sym typeface="WenYue GuDianMingChaoTi (Non-Commercial Use)" pitchFamily="50" charset="-122"/>
              </a:endParaRPr>
            </a:p>
          </p:txBody>
        </p:sp>
      </p:grpSp>
      <p:sp>
        <p:nvSpPr>
          <p:cNvPr id="9" name="矩形 8"/>
          <p:cNvSpPr/>
          <p:nvPr/>
        </p:nvSpPr>
        <p:spPr>
          <a:xfrm>
            <a:off x="3169766" y="2211509"/>
            <a:ext cx="677108" cy="2053271"/>
          </a:xfrm>
          <a:prstGeom prst="rect">
            <a:avLst/>
          </a:prstGeom>
        </p:spPr>
        <p:txBody>
          <a:bodyPr vert="eaVert"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tx1">
                    <a:lumMod val="85000"/>
                    <a:lumOff val="15000"/>
                  </a:schemeClr>
                </a:solidFill>
                <a:latin typeface="楷体" panose="02010609060101010101" pitchFamily="49" charset="-122"/>
                <a:ea typeface="楷体" panose="02010609060101010101" pitchFamily="49" charset="-122"/>
              </a:rPr>
              <a:t>具体实施</a:t>
            </a:r>
            <a:endParaRPr lang="zh-CN" altLang="en-US" sz="3200" dirty="0">
              <a:solidFill>
                <a:schemeClr val="tx1">
                  <a:lumMod val="85000"/>
                  <a:lumOff val="15000"/>
                </a:schemeClr>
              </a:solidFill>
              <a:latin typeface="楷体" panose="02010609060101010101" pitchFamily="49" charset="-122"/>
              <a:ea typeface="楷体" panose="02010609060101010101" pitchFamily="49" charset="-122"/>
            </a:endParaRPr>
          </a:p>
        </p:txBody>
      </p:sp>
      <p:pic>
        <p:nvPicPr>
          <p:cNvPr id="19" name="图片 18" descr="e7d195523061f1c0092ce48a5fc95870a0687ac45bc8b2caB227BFDC40F9DB2B7A559DE97B8BDC6E716585DDCE188C7BF488BAA08C98985C74A3E1B5E305210FABE6A8AE2A6A8AB67019A6860E9B7AF5C7F6AA7134BB5542AACA9EAEEC61E5BB63D4A0D44D81C68CC84958A01404C34922D933218B3722E7B312D7089727EFAF66BA91B754562F33D07BFBA1636F7D50"/>
          <p:cNvPicPr>
            <a:picLocks noChangeAspect="1"/>
          </p:cNvPicPr>
          <p:nvPr/>
        </p:nvPicPr>
        <p:blipFill rotWithShape="1">
          <a:blip r:embed="rId1" cstate="print">
            <a:duotone>
              <a:schemeClr val="bg2">
                <a:shade val="45000"/>
                <a:satMod val="135000"/>
              </a:schemeClr>
              <a:prstClr val="white"/>
            </a:duotone>
            <a:extLst>
              <a:ext uri="{28A0092B-C50C-407E-A947-70E740481C1C}">
                <a14:useLocalDpi xmlns:a14="http://schemas.microsoft.com/office/drawing/2010/main" val="0"/>
              </a:ext>
            </a:extLst>
          </a:blip>
          <a:srcRect l="66384"/>
          <a:stretch>
            <a:fillRect/>
          </a:stretch>
        </p:blipFill>
        <p:spPr>
          <a:xfrm rot="16200000">
            <a:off x="1602148" y="4379739"/>
            <a:ext cx="1169526" cy="3786993"/>
          </a:xfrm>
          <a:prstGeom prst="rect">
            <a:avLst/>
          </a:prstGeom>
        </p:spPr>
      </p:pic>
      <p:sp>
        <p:nvSpPr>
          <p:cNvPr id="20" name="灯片编号占位符 19"/>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包含 游戏机&#10;&#10;描述已自动生成"/>
          <p:cNvPicPr>
            <a:picLocks noChangeAspect="1"/>
          </p:cNvPicPr>
          <p:nvPr/>
        </p:nvPicPr>
        <p:blipFill rotWithShape="1">
          <a:blip r:embed="rId1">
            <a:extLst>
              <a:ext uri="{28A0092B-C50C-407E-A947-70E740481C1C}">
                <a14:useLocalDpi xmlns:a14="http://schemas.microsoft.com/office/drawing/2010/main" val="0"/>
              </a:ext>
            </a:extLst>
          </a:blip>
          <a:srcRect t="34211" b="38424"/>
          <a:stretch>
            <a:fillRect/>
          </a:stretch>
        </p:blipFill>
        <p:spPr>
          <a:xfrm>
            <a:off x="0" y="0"/>
            <a:ext cx="12192000" cy="6858000"/>
          </a:xfrm>
          <a:prstGeom prst="rect">
            <a:avLst/>
          </a:prstGeom>
        </p:spPr>
      </p:pic>
      <p:grpSp>
        <p:nvGrpSpPr>
          <p:cNvPr id="8" name="组合 7"/>
          <p:cNvGrpSpPr/>
          <p:nvPr/>
        </p:nvGrpSpPr>
        <p:grpSpPr>
          <a:xfrm>
            <a:off x="7738836" y="1531055"/>
            <a:ext cx="2601798" cy="2846858"/>
            <a:chOff x="7767686" y="989813"/>
            <a:chExt cx="2601798" cy="2846858"/>
          </a:xfrm>
        </p:grpSpPr>
        <p:sp>
          <p:nvSpPr>
            <p:cNvPr id="4" name="文本框 3"/>
            <p:cNvSpPr txBox="1"/>
            <p:nvPr/>
          </p:nvSpPr>
          <p:spPr>
            <a:xfrm>
              <a:off x="7767686" y="989813"/>
              <a:ext cx="1734532" cy="1862048"/>
            </a:xfrm>
            <a:prstGeom prst="rect">
              <a:avLst/>
            </a:prstGeom>
            <a:noFill/>
          </p:spPr>
          <p:txBody>
            <a:bodyPr wrap="square" rtlCol="0">
              <a:spAutoFit/>
            </a:bodyPr>
            <a:lstStyle/>
            <a:p>
              <a:pPr algn="ctr"/>
              <a:r>
                <a:rPr lang="zh-CN" altLang="en-US" sz="11500" dirty="0">
                  <a:solidFill>
                    <a:schemeClr val="accent4">
                      <a:lumMod val="40000"/>
                      <a:lumOff val="60000"/>
                    </a:schemeClr>
                  </a:solidFill>
                  <a:latin typeface="楷体" panose="02010609060101010101" pitchFamily="49" charset="-122"/>
                  <a:ea typeface="楷体" panose="02010609060101010101" pitchFamily="49" charset="-122"/>
                </a:rPr>
                <a:t>感</a:t>
              </a:r>
              <a:endParaRPr lang="zh-CN" altLang="en-US" sz="11500" dirty="0">
                <a:solidFill>
                  <a:schemeClr val="accent4">
                    <a:lumMod val="40000"/>
                    <a:lumOff val="60000"/>
                  </a:schemeClr>
                </a:solidFill>
                <a:latin typeface="楷体" panose="02010609060101010101" pitchFamily="49" charset="-122"/>
                <a:ea typeface="楷体" panose="02010609060101010101" pitchFamily="49" charset="-122"/>
              </a:endParaRPr>
            </a:p>
          </p:txBody>
        </p:sp>
        <p:sp>
          <p:nvSpPr>
            <p:cNvPr id="5" name="文本框 4"/>
            <p:cNvSpPr txBox="1"/>
            <p:nvPr/>
          </p:nvSpPr>
          <p:spPr>
            <a:xfrm>
              <a:off x="8634952" y="1974623"/>
              <a:ext cx="1734532" cy="1862048"/>
            </a:xfrm>
            <a:prstGeom prst="rect">
              <a:avLst/>
            </a:prstGeom>
            <a:noFill/>
          </p:spPr>
          <p:txBody>
            <a:bodyPr wrap="square" rtlCol="0">
              <a:spAutoFit/>
            </a:bodyPr>
            <a:lstStyle/>
            <a:p>
              <a:pPr algn="ctr"/>
              <a:r>
                <a:rPr lang="zh-CN" altLang="en-US" sz="11500" dirty="0">
                  <a:solidFill>
                    <a:schemeClr val="accent4">
                      <a:lumMod val="40000"/>
                      <a:lumOff val="60000"/>
                    </a:schemeClr>
                  </a:solidFill>
                  <a:latin typeface="楷体" panose="02010609060101010101" pitchFamily="49" charset="-122"/>
                  <a:ea typeface="楷体" panose="02010609060101010101" pitchFamily="49" charset="-122"/>
                </a:rPr>
                <a:t>谢</a:t>
              </a:r>
              <a:endParaRPr lang="zh-CN" altLang="en-US" sz="11500" dirty="0">
                <a:solidFill>
                  <a:schemeClr val="accent4">
                    <a:lumMod val="40000"/>
                    <a:lumOff val="60000"/>
                  </a:schemeClr>
                </a:solidFill>
                <a:latin typeface="楷体" panose="02010609060101010101" pitchFamily="49" charset="-122"/>
                <a:ea typeface="楷体" panose="02010609060101010101" pitchFamily="49" charset="-122"/>
              </a:endParaRPr>
            </a:p>
          </p:txBody>
        </p:sp>
      </p:grpSp>
      <p:sp>
        <p:nvSpPr>
          <p:cNvPr id="7" name="文本框 6"/>
          <p:cNvSpPr txBox="1"/>
          <p:nvPr/>
        </p:nvSpPr>
        <p:spPr>
          <a:xfrm>
            <a:off x="7005686" y="4660388"/>
            <a:ext cx="4260915" cy="461665"/>
          </a:xfrm>
          <a:prstGeom prst="rect">
            <a:avLst/>
          </a:prstGeom>
          <a:noFill/>
        </p:spPr>
        <p:txBody>
          <a:bodyPr wrap="square" rtlCol="0">
            <a:spAutoFit/>
          </a:bodyPr>
          <a:lstStyle/>
          <a:p>
            <a:pPr algn="ctr"/>
            <a:r>
              <a:rPr lang="zh-CN" altLang="en-US" sz="2400" dirty="0">
                <a:solidFill>
                  <a:schemeClr val="accent4">
                    <a:lumMod val="60000"/>
                    <a:lumOff val="40000"/>
                  </a:schemeClr>
                </a:solidFill>
                <a:latin typeface="楷体" panose="02010609060101010101" pitchFamily="49" charset="-122"/>
                <a:ea typeface="楷体" panose="02010609060101010101" pitchFamily="49" charset="-122"/>
              </a:rPr>
              <a:t>欢迎您的下载</a:t>
            </a:r>
            <a:endParaRPr lang="zh-CN" altLang="en-US" sz="2400" dirty="0">
              <a:solidFill>
                <a:schemeClr val="accent4">
                  <a:lumMod val="60000"/>
                  <a:lumOff val="40000"/>
                </a:schemeClr>
              </a:solidFill>
              <a:latin typeface="楷体" panose="02010609060101010101" pitchFamily="49" charset="-122"/>
              <a:ea typeface="楷体" panose="02010609060101010101" pitchFamily="49" charset="-122"/>
            </a:endParaRPr>
          </a:p>
        </p:txBody>
      </p:sp>
      <p:sp>
        <p:nvSpPr>
          <p:cNvPr id="9" name="文本框 8"/>
          <p:cNvSpPr txBox="1"/>
          <p:nvPr/>
        </p:nvSpPr>
        <p:spPr>
          <a:xfrm>
            <a:off x="6815579" y="5191646"/>
            <a:ext cx="4713402" cy="307777"/>
          </a:xfrm>
          <a:prstGeom prst="rect">
            <a:avLst/>
          </a:prstGeom>
          <a:noFill/>
        </p:spPr>
        <p:txBody>
          <a:bodyPr wrap="square" rtlCol="0">
            <a:spAutoFit/>
          </a:bodyPr>
          <a:lstStyle/>
          <a:p>
            <a:pPr algn="ctr"/>
            <a:r>
              <a:rPr lang="en-US" altLang="zh-CN" sz="1400">
                <a:solidFill>
                  <a:schemeClr val="accent4">
                    <a:lumMod val="20000"/>
                    <a:lumOff val="80000"/>
                  </a:schemeClr>
                </a:solidFill>
              </a:rPr>
              <a:t>Classical Chinese style work report presentation template</a:t>
            </a:r>
            <a:endParaRPr lang="zh-CN" altLang="en-US" sz="1400" dirty="0">
              <a:solidFill>
                <a:schemeClr val="accent4">
                  <a:lumMod val="20000"/>
                  <a:lumOff val="80000"/>
                </a:schemeClr>
              </a:solidFill>
            </a:endParaRPr>
          </a:p>
        </p:txBody>
      </p:sp>
      <p:grpSp>
        <p:nvGrpSpPr>
          <p:cNvPr id="10" name="组合 9"/>
          <p:cNvGrpSpPr/>
          <p:nvPr/>
        </p:nvGrpSpPr>
        <p:grpSpPr>
          <a:xfrm>
            <a:off x="9814597" y="3545012"/>
            <a:ext cx="1276469" cy="1276469"/>
            <a:chOff x="9348110" y="1578372"/>
            <a:chExt cx="1276469" cy="1276469"/>
          </a:xfrm>
        </p:grpSpPr>
        <p:pic>
          <p:nvPicPr>
            <p:cNvPr id="11" name="图片 10" descr="图片包含 游戏机&#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8110" y="1578372"/>
              <a:ext cx="1276469" cy="1276469"/>
            </a:xfrm>
            <a:prstGeom prst="rect">
              <a:avLst/>
            </a:prstGeom>
          </p:spPr>
        </p:pic>
        <p:sp>
          <p:nvSpPr>
            <p:cNvPr id="12" name="文本框 23"/>
            <p:cNvSpPr txBox="1"/>
            <p:nvPr/>
          </p:nvSpPr>
          <p:spPr>
            <a:xfrm>
              <a:off x="9698633" y="1791275"/>
              <a:ext cx="430887" cy="850662"/>
            </a:xfrm>
            <a:prstGeom prst="rect">
              <a:avLst/>
            </a:prstGeom>
            <a:noFill/>
          </p:spPr>
          <p:txBody>
            <a:bodyPr vert="eaVert"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solidFill>
                    <a:schemeClr val="bg1"/>
                  </a:solidFill>
                  <a:latin typeface="字酷堂清楷体" panose="02010601030101010101" pitchFamily="2" charset="-122"/>
                  <a:ea typeface="字酷堂清楷体" panose="02010601030101010101" pitchFamily="2" charset="-122"/>
                </a:rPr>
                <a:t>简约</a:t>
              </a:r>
              <a:endParaRPr lang="zh-CN" altLang="en-US" sz="1600" dirty="0">
                <a:solidFill>
                  <a:schemeClr val="bg1"/>
                </a:solidFill>
                <a:latin typeface="字酷堂清楷体" panose="02010601030101010101" pitchFamily="2" charset="-122"/>
                <a:ea typeface="字酷堂清楷体" panose="02010601030101010101" pitchFamily="2" charset="-122"/>
              </a:endParaRPr>
            </a:p>
          </p:txBody>
        </p:sp>
      </p:grpSp>
      <p:sp>
        <p:nvSpPr>
          <p:cNvPr id="2" name="灯片编号占位符 1"/>
          <p:cNvSpPr>
            <a:spLocks noGrp="1"/>
          </p:cNvSpPr>
          <p:nvPr>
            <p:ph type="sldNum" sz="quarter" idx="12"/>
          </p:nvPr>
        </p:nvSpPr>
        <p:spPr/>
        <p:txBody>
          <a:bodyPr/>
          <a:lstStyle/>
          <a:p>
            <a:fld id="{44995B92-0395-4A39-A5D7-83ACEE8F4D9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strVal val="#ppt_w*0.70"/>
                                          </p:val>
                                        </p:tav>
                                        <p:tav tm="100000">
                                          <p:val>
                                            <p:strVal val="#ppt_w"/>
                                          </p:val>
                                        </p:tav>
                                      </p:tavLst>
                                    </p:anim>
                                    <p:anim calcmode="lin" valueType="num">
                                      <p:cBhvr>
                                        <p:cTn id="13" dur="1000" fill="hold"/>
                                        <p:tgtEl>
                                          <p:spTgt spid="7"/>
                                        </p:tgtEl>
                                        <p:attrNameLst>
                                          <p:attrName>ppt_h</p:attrName>
                                        </p:attrNameLst>
                                      </p:cBhvr>
                                      <p:tavLst>
                                        <p:tav tm="0">
                                          <p:val>
                                            <p:strVal val="#ppt_h"/>
                                          </p:val>
                                        </p:tav>
                                        <p:tav tm="100000">
                                          <p:val>
                                            <p:strVal val="#ppt_h"/>
                                          </p:val>
                                        </p:tav>
                                      </p:tavLst>
                                    </p:anim>
                                    <p:animEffect transition="in" filter="fade">
                                      <p:cBhvr>
                                        <p:cTn id="14" dur="1000"/>
                                        <p:tgtEl>
                                          <p:spTgt spid="7"/>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1000" fill="hold"/>
                                        <p:tgtEl>
                                          <p:spTgt spid="9"/>
                                        </p:tgtEl>
                                        <p:attrNameLst>
                                          <p:attrName>ppt_w</p:attrName>
                                        </p:attrNameLst>
                                      </p:cBhvr>
                                      <p:tavLst>
                                        <p:tav tm="0">
                                          <p:val>
                                            <p:strVal val="#ppt_w*0.70"/>
                                          </p:val>
                                        </p:tav>
                                        <p:tav tm="100000">
                                          <p:val>
                                            <p:strVal val="#ppt_w"/>
                                          </p:val>
                                        </p:tav>
                                      </p:tavLst>
                                    </p:anim>
                                    <p:anim calcmode="lin" valueType="num">
                                      <p:cBhvr>
                                        <p:cTn id="18" dur="1000" fill="hold"/>
                                        <p:tgtEl>
                                          <p:spTgt spid="9"/>
                                        </p:tgtEl>
                                        <p:attrNameLst>
                                          <p:attrName>ppt_h</p:attrName>
                                        </p:attrNameLst>
                                      </p:cBhvr>
                                      <p:tavLst>
                                        <p:tav tm="0">
                                          <p:val>
                                            <p:strVal val="#ppt_h"/>
                                          </p:val>
                                        </p:tav>
                                        <p:tav tm="100000">
                                          <p:val>
                                            <p:strVal val="#ppt_h"/>
                                          </p:val>
                                        </p:tav>
                                      </p:tavLst>
                                    </p:anim>
                                    <p:animEffect transition="in" filter="fade">
                                      <p:cBhvr>
                                        <p:cTn id="19" dur="1000"/>
                                        <p:tgtEl>
                                          <p:spTgt spid="9"/>
                                        </p:tgtEl>
                                      </p:cBhvr>
                                    </p:animEffect>
                                  </p:childTnLst>
                                </p:cTn>
                              </p:par>
                              <p:par>
                                <p:cTn id="20" presetID="55"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1000" fill="hold"/>
                                        <p:tgtEl>
                                          <p:spTgt spid="10"/>
                                        </p:tgtEl>
                                        <p:attrNameLst>
                                          <p:attrName>ppt_w</p:attrName>
                                        </p:attrNameLst>
                                      </p:cBhvr>
                                      <p:tavLst>
                                        <p:tav tm="0">
                                          <p:val>
                                            <p:strVal val="#ppt_w*0.70"/>
                                          </p:val>
                                        </p:tav>
                                        <p:tav tm="100000">
                                          <p:val>
                                            <p:strVal val="#ppt_w"/>
                                          </p:val>
                                        </p:tav>
                                      </p:tavLst>
                                    </p:anim>
                                    <p:anim calcmode="lin" valueType="num">
                                      <p:cBhvr>
                                        <p:cTn id="23" dur="1000" fill="hold"/>
                                        <p:tgtEl>
                                          <p:spTgt spid="10"/>
                                        </p:tgtEl>
                                        <p:attrNameLst>
                                          <p:attrName>ppt_h</p:attrName>
                                        </p:attrNameLst>
                                      </p:cBhvr>
                                      <p:tavLst>
                                        <p:tav tm="0">
                                          <p:val>
                                            <p:strVal val="#ppt_h"/>
                                          </p:val>
                                        </p:tav>
                                        <p:tav tm="100000">
                                          <p:val>
                                            <p:strVal val="#ppt_h"/>
                                          </p:val>
                                        </p:tav>
                                      </p:tavLst>
                                    </p:anim>
                                    <p:animEffect transition="in" filter="fade">
                                      <p:cBhvr>
                                        <p:cTn id="24"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2387</Words>
  <PresentationFormat>宽屏</PresentationFormat>
  <Paragraphs>302</Paragraphs>
  <Slides>19</Slides>
  <Notes>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19</vt:i4>
      </vt:variant>
    </vt:vector>
  </HeadingPairs>
  <TitlesOfParts>
    <vt:vector size="38" baseType="lpstr">
      <vt:lpstr>Arial</vt:lpstr>
      <vt:lpstr>宋体</vt:lpstr>
      <vt:lpstr>Wingdings</vt:lpstr>
      <vt:lpstr>方正小篆体</vt:lpstr>
      <vt:lpstr>楷体</vt:lpstr>
      <vt:lpstr>字酷堂清楷体</vt:lpstr>
      <vt:lpstr>华文细黑</vt:lpstr>
      <vt:lpstr>微软雅黑</vt:lpstr>
      <vt:lpstr>方正兰亭黑简体</vt:lpstr>
      <vt:lpstr>黑体</vt:lpstr>
      <vt:lpstr>方正仿宋简体</vt:lpstr>
      <vt:lpstr>FZHei-B01S</vt:lpstr>
      <vt:lpstr>FZQingKeBenYueSongS-R-GB</vt:lpstr>
      <vt:lpstr>WenYue GuDianMingChaoTi (Non-Commercial Use)</vt:lpstr>
      <vt:lpstr>等线</vt:lpstr>
      <vt:lpstr>等线 Light</vt:lpstr>
      <vt:lpstr>Calibri</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2020-02-25T04:07:00Z</dcterms:created>
  <dcterms:modified xsi:type="dcterms:W3CDTF">2022-04-14T11:44:35Z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7750AB6A0E2D4471BA636625E3B86CCF</vt:lpwstr>
  </property>
  <property fmtid="{D5CDD505-2E9C-101B-9397-08002B2CF9AE}" pid="3" name="KSOProductBuildVer">
    <vt:lpwstr>2052-11.1.0.11365</vt:lpwstr>
  </property>
</Properties>
</file>