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76" r:id="rId2"/>
    <p:sldId id="256" r:id="rId3"/>
    <p:sldId id="259" r:id="rId4"/>
    <p:sldId id="271" r:id="rId5"/>
    <p:sldId id="272" r:id="rId6"/>
    <p:sldId id="269" r:id="rId7"/>
    <p:sldId id="282" r:id="rId8"/>
    <p:sldId id="266" r:id="rId9"/>
    <p:sldId id="261" r:id="rId10"/>
    <p:sldId id="262" r:id="rId11"/>
    <p:sldId id="283" r:id="rId12"/>
    <p:sldId id="273" r:id="rId13"/>
    <p:sldId id="263" r:id="rId14"/>
    <p:sldId id="275" r:id="rId15"/>
    <p:sldId id="260" r:id="rId16"/>
    <p:sldId id="284" r:id="rId17"/>
    <p:sldId id="267" r:id="rId18"/>
    <p:sldId id="257" r:id="rId19"/>
    <p:sldId id="258" r:id="rId20"/>
    <p:sldId id="274" r:id="rId21"/>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пользователь Microsoft Office" initials="Offic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D6562"/>
    <a:srgbClr val="FED17E"/>
    <a:srgbClr val="FDF2CF"/>
    <a:srgbClr val="BDBDBD"/>
    <a:srgbClr val="563733"/>
    <a:srgbClr val="E88C2B"/>
    <a:srgbClr val="484758"/>
    <a:srgbClr val="ABABAB"/>
    <a:srgbClr val="353535"/>
    <a:srgbClr val="C7C7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84" d="100"/>
          <a:sy n="84" d="100"/>
        </p:scale>
        <p:origin x="115" y="3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2021/6/6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2119058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2021/6/6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2867907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3766327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912214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3094662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4022593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4107811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935256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3456050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5230135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874459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1121223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9085962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3506110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3886988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4047261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20137537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13197689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33004383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34230173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24939825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484079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F6F10E0-7247-4E29-95E2-57493D0E9DAE}" type="datetimeFigureOut">
              <a:rPr lang="zh-CN" altLang="en-US" smtClean="0"/>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94F693-8AA3-455B-91F7-E0E0B7A600D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F6F10E0-7247-4E29-95E2-57493D0E9DAE}" type="datetimeFigureOut">
              <a:rPr lang="zh-CN" altLang="en-US" smtClean="0"/>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94F693-8AA3-455B-91F7-E0E0B7A600D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F6F10E0-7247-4E29-95E2-57493D0E9DAE}" type="datetimeFigureOut">
              <a:rPr lang="zh-CN" altLang="en-US" smtClean="0"/>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94F693-8AA3-455B-91F7-E0E0B7A600D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F6F10E0-7247-4E29-95E2-57493D0E9DAE}" type="datetimeFigureOut">
              <a:rPr lang="zh-CN" altLang="en-US" smtClean="0"/>
              <a:t>2021/6/6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94F693-8AA3-455B-91F7-E0E0B7A600D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F6F10E0-7247-4E29-95E2-57493D0E9DAE}" type="datetimeFigureOut">
              <a:rPr lang="zh-CN" altLang="en-US" smtClean="0"/>
              <a:t>2021/6/6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394F693-8AA3-455B-91F7-E0E0B7A600D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F6F10E0-7247-4E29-95E2-57493D0E9DAE}" type="datetimeFigureOut">
              <a:rPr lang="zh-CN" altLang="en-US" smtClean="0"/>
              <a:t>2021/6/6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394F693-8AA3-455B-91F7-E0E0B7A600D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F6F10E0-7247-4E29-95E2-57493D0E9DAE}" type="datetimeFigureOut">
              <a:rPr lang="zh-CN" altLang="en-US" smtClean="0"/>
              <a:t>2021/6/6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394F693-8AA3-455B-91F7-E0E0B7A600D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F6F10E0-7247-4E29-95E2-57493D0E9DAE}" type="datetimeFigureOut">
              <a:rPr lang="zh-CN" altLang="en-US" smtClean="0"/>
              <a:t>2021/6/6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94F693-8AA3-455B-91F7-E0E0B7A600D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F6F10E0-7247-4E29-95E2-57493D0E9DAE}" type="datetimeFigureOut">
              <a:rPr lang="zh-CN" altLang="en-US" smtClean="0"/>
              <a:t>2021/6/6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94F693-8AA3-455B-91F7-E0E0B7A600D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F6F10E0-7247-4E29-95E2-57493D0E9DAE}" type="datetimeFigureOut">
              <a:rPr lang="zh-CN" altLang="en-US" smtClean="0"/>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94F693-8AA3-455B-91F7-E0E0B7A600D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F6F10E0-7247-4E29-95E2-57493D0E9DAE}" type="datetimeFigureOut">
              <a:rPr lang="zh-CN" altLang="en-US" smtClean="0"/>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94F693-8AA3-455B-91F7-E0E0B7A600D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6F10E0-7247-4E29-95E2-57493D0E9DAE}" type="datetimeFigureOut">
              <a:rPr lang="zh-CN" altLang="en-US" smtClean="0"/>
              <a:t>2021/6/6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94F693-8AA3-455B-91F7-E0E0B7A600D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6.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1710" y="1132846"/>
            <a:ext cx="5448300" cy="4356708"/>
          </a:xfrm>
          <a:prstGeom prst="rect">
            <a:avLst/>
          </a:prstGeom>
        </p:spPr>
      </p:pic>
      <p:cxnSp>
        <p:nvCxnSpPr>
          <p:cNvPr id="10" name="直接连接符 9"/>
          <p:cNvCxnSpPr/>
          <p:nvPr/>
        </p:nvCxnSpPr>
        <p:spPr>
          <a:xfrm>
            <a:off x="263525" y="274320"/>
            <a:ext cx="9330690" cy="14605"/>
          </a:xfrm>
          <a:prstGeom prst="line">
            <a:avLst/>
          </a:prstGeom>
          <a:ln w="31750">
            <a:solidFill>
              <a:srgbClr val="7D6562"/>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9607954" y="2938953"/>
            <a:ext cx="613410" cy="2826385"/>
          </a:xfrm>
          <a:prstGeom prst="rect">
            <a:avLst/>
          </a:prstGeom>
          <a:noFill/>
        </p:spPr>
        <p:txBody>
          <a:bodyPr vert="eaVert" wrap="square" rtlCol="0">
            <a:spAutoFit/>
          </a:bodyPr>
          <a:lstStyle/>
          <a:p>
            <a:pPr algn="l">
              <a:lnSpc>
                <a:spcPct val="100000"/>
              </a:lnSpc>
            </a:pPr>
            <a:r>
              <a:rPr lang="zh-CN" altLang="en-US" sz="1400" dirty="0">
                <a:latin typeface="字魂36号-正文宋楷" panose="00000500000000000000" charset="-122"/>
                <a:ea typeface="字魂36号-正文宋楷" panose="00000500000000000000" charset="-122"/>
              </a:rPr>
              <a:t>您所需要的文本请添加您所需要的文本请添加您所需要。</a:t>
            </a:r>
          </a:p>
        </p:txBody>
      </p:sp>
      <p:grpSp>
        <p:nvGrpSpPr>
          <p:cNvPr id="22" name="组合 21"/>
          <p:cNvGrpSpPr/>
          <p:nvPr/>
        </p:nvGrpSpPr>
        <p:grpSpPr>
          <a:xfrm>
            <a:off x="8940165" y="238125"/>
            <a:ext cx="3041650" cy="1011555"/>
            <a:chOff x="14125" y="375"/>
            <a:chExt cx="4790" cy="1593"/>
          </a:xfrm>
        </p:grpSpPr>
        <p:pic>
          <p:nvPicPr>
            <p:cNvPr id="5" name="图片 4"/>
            <p:cNvPicPr>
              <a:picLocks noChangeAspect="1"/>
            </p:cNvPicPr>
            <p:nvPr/>
          </p:nvPicPr>
          <p:blipFill>
            <a:blip r:embed="rId5"/>
            <a:stretch>
              <a:fillRect/>
            </a:stretch>
          </p:blipFill>
          <p:spPr>
            <a:xfrm>
              <a:off x="15315" y="375"/>
              <a:ext cx="3600" cy="955"/>
            </a:xfrm>
            <a:prstGeom prst="rect">
              <a:avLst/>
            </a:prstGeom>
          </p:spPr>
        </p:pic>
        <p:pic>
          <p:nvPicPr>
            <p:cNvPr id="20" name="图片 19"/>
            <p:cNvPicPr>
              <a:picLocks noChangeAspect="1"/>
            </p:cNvPicPr>
            <p:nvPr/>
          </p:nvPicPr>
          <p:blipFill>
            <a:blip r:embed="rId5"/>
            <a:stretch>
              <a:fillRect/>
            </a:stretch>
          </p:blipFill>
          <p:spPr>
            <a:xfrm flipH="1">
              <a:off x="14125" y="1360"/>
              <a:ext cx="2294" cy="609"/>
            </a:xfrm>
            <a:prstGeom prst="rect">
              <a:avLst/>
            </a:prstGeom>
          </p:spPr>
        </p:pic>
      </p:grpSp>
      <p:grpSp>
        <p:nvGrpSpPr>
          <p:cNvPr id="27" name="组合 26"/>
          <p:cNvGrpSpPr/>
          <p:nvPr/>
        </p:nvGrpSpPr>
        <p:grpSpPr>
          <a:xfrm>
            <a:off x="6688455" y="1528445"/>
            <a:ext cx="2847975" cy="3845560"/>
            <a:chOff x="10118" y="2281"/>
            <a:chExt cx="4485" cy="6056"/>
          </a:xfrm>
        </p:grpSpPr>
        <p:sp>
          <p:nvSpPr>
            <p:cNvPr id="17" name="椭圆 16"/>
            <p:cNvSpPr/>
            <p:nvPr/>
          </p:nvSpPr>
          <p:spPr>
            <a:xfrm>
              <a:off x="10535" y="5283"/>
              <a:ext cx="1756" cy="1756"/>
            </a:xfrm>
            <a:prstGeom prst="ellipse">
              <a:avLst/>
            </a:prstGeom>
            <a:solidFill>
              <a:srgbClr val="7D65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0357" y="2281"/>
              <a:ext cx="4246" cy="6056"/>
              <a:chOff x="10680" y="2218"/>
              <a:chExt cx="4246" cy="6056"/>
            </a:xfrm>
          </p:grpSpPr>
          <p:sp>
            <p:nvSpPr>
              <p:cNvPr id="3" name="文本框 7"/>
              <p:cNvSpPr txBox="1"/>
              <p:nvPr/>
            </p:nvSpPr>
            <p:spPr>
              <a:xfrm>
                <a:off x="10680" y="2218"/>
                <a:ext cx="1744" cy="3488"/>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13800" kern="100" dirty="0">
                    <a:solidFill>
                      <a:srgbClr val="7D6562"/>
                    </a:solidFill>
                    <a:latin typeface="字魂73号-江南手书" panose="00000500000000000000" charset="-122"/>
                    <a:ea typeface="字魂73号-江南手书" panose="00000500000000000000" charset="-122"/>
                    <a:cs typeface="方正苏新诗柳楷简体-yolan" panose="02000000000000000000" pitchFamily="2" charset="-122"/>
                  </a:rPr>
                  <a:t>国</a:t>
                </a:r>
              </a:p>
            </p:txBody>
          </p:sp>
          <p:sp>
            <p:nvSpPr>
              <p:cNvPr id="12" name="文本框 7"/>
              <p:cNvSpPr txBox="1"/>
              <p:nvPr/>
            </p:nvSpPr>
            <p:spPr>
              <a:xfrm>
                <a:off x="13117" y="3391"/>
                <a:ext cx="1376" cy="2082"/>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8000" kern="100" dirty="0">
                    <a:solidFill>
                      <a:srgbClr val="7D6562"/>
                    </a:solidFill>
                    <a:latin typeface="字魂73号-江南手书" panose="00000500000000000000" charset="-122"/>
                    <a:ea typeface="字魂73号-江南手书" panose="00000500000000000000" charset="-122"/>
                    <a:cs typeface="方正苏新诗柳楷简体-yolan" panose="02000000000000000000" pitchFamily="2" charset="-122"/>
                  </a:rPr>
                  <a:t>风</a:t>
                </a:r>
              </a:p>
            </p:txBody>
          </p:sp>
          <p:sp>
            <p:nvSpPr>
              <p:cNvPr id="14" name="文本框 7"/>
              <p:cNvSpPr txBox="1"/>
              <p:nvPr/>
            </p:nvSpPr>
            <p:spPr>
              <a:xfrm>
                <a:off x="10974" y="5151"/>
                <a:ext cx="1376" cy="1743"/>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6600" kern="100" dirty="0">
                    <a:solidFill>
                      <a:schemeClr val="bg1"/>
                    </a:solidFill>
                    <a:latin typeface="字魂73号-江南手书" panose="00000500000000000000" charset="-122"/>
                    <a:ea typeface="字魂73号-江南手书" panose="00000500000000000000" charset="-122"/>
                    <a:cs typeface="方正苏新诗柳楷简体-yolan" panose="02000000000000000000" pitchFamily="2" charset="-122"/>
                  </a:rPr>
                  <a:t>韵</a:t>
                </a:r>
              </a:p>
            </p:txBody>
          </p:sp>
          <p:sp>
            <p:nvSpPr>
              <p:cNvPr id="15" name="文本框 7"/>
              <p:cNvSpPr txBox="1"/>
              <p:nvPr/>
            </p:nvSpPr>
            <p:spPr>
              <a:xfrm>
                <a:off x="12088" y="4786"/>
                <a:ext cx="2838" cy="3488"/>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13800" kern="100" dirty="0">
                    <a:solidFill>
                      <a:srgbClr val="7D6562"/>
                    </a:solidFill>
                    <a:latin typeface="字魂73号-江南手书" panose="00000500000000000000" charset="-122"/>
                    <a:ea typeface="字魂73号-江南手书" panose="00000500000000000000" charset="-122"/>
                    <a:cs typeface="方正苏新诗柳楷简体-yolan" panose="02000000000000000000" pitchFamily="2" charset="-122"/>
                  </a:rPr>
                  <a:t>古</a:t>
                </a:r>
              </a:p>
            </p:txBody>
          </p:sp>
        </p:grpSp>
        <p:sp>
          <p:nvSpPr>
            <p:cNvPr id="19" name="椭圆 18"/>
            <p:cNvSpPr/>
            <p:nvPr/>
          </p:nvSpPr>
          <p:spPr>
            <a:xfrm>
              <a:off x="12794" y="3855"/>
              <a:ext cx="1756" cy="1756"/>
            </a:xfrm>
            <a:prstGeom prst="ellipse">
              <a:avLst/>
            </a:prstGeom>
            <a:noFill/>
            <a:ln w="28575">
              <a:solidFill>
                <a:srgbClr val="7D65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p:cNvPicPr>
              <a:picLocks noChangeAspect="1"/>
            </p:cNvPicPr>
            <p:nvPr/>
          </p:nvPicPr>
          <p:blipFill>
            <a:blip r:embed="rId5"/>
            <a:stretch>
              <a:fillRect/>
            </a:stretch>
          </p:blipFill>
          <p:spPr>
            <a:xfrm>
              <a:off x="10118" y="7374"/>
              <a:ext cx="1983" cy="526"/>
            </a:xfrm>
            <a:prstGeom prst="rect">
              <a:avLst/>
            </a:prstGeom>
          </p:spPr>
        </p:pic>
      </p:grpSp>
      <p:grpSp>
        <p:nvGrpSpPr>
          <p:cNvPr id="23" name="组合 22"/>
          <p:cNvGrpSpPr/>
          <p:nvPr/>
        </p:nvGrpSpPr>
        <p:grpSpPr>
          <a:xfrm flipH="1" flipV="1">
            <a:off x="175260" y="5709920"/>
            <a:ext cx="3041650" cy="1011555"/>
            <a:chOff x="14125" y="375"/>
            <a:chExt cx="4790" cy="1593"/>
          </a:xfrm>
        </p:grpSpPr>
        <p:pic>
          <p:nvPicPr>
            <p:cNvPr id="24" name="图片 23"/>
            <p:cNvPicPr>
              <a:picLocks noChangeAspect="1"/>
            </p:cNvPicPr>
            <p:nvPr/>
          </p:nvPicPr>
          <p:blipFill>
            <a:blip r:embed="rId5"/>
            <a:stretch>
              <a:fillRect/>
            </a:stretch>
          </p:blipFill>
          <p:spPr>
            <a:xfrm>
              <a:off x="15315" y="375"/>
              <a:ext cx="3600" cy="955"/>
            </a:xfrm>
            <a:prstGeom prst="rect">
              <a:avLst/>
            </a:prstGeom>
          </p:spPr>
        </p:pic>
        <p:pic>
          <p:nvPicPr>
            <p:cNvPr id="25" name="图片 24"/>
            <p:cNvPicPr>
              <a:picLocks noChangeAspect="1"/>
            </p:cNvPicPr>
            <p:nvPr/>
          </p:nvPicPr>
          <p:blipFill>
            <a:blip r:embed="rId5"/>
            <a:stretch>
              <a:fillRect/>
            </a:stretch>
          </p:blipFill>
          <p:spPr>
            <a:xfrm flipH="1">
              <a:off x="14125" y="1360"/>
              <a:ext cx="2294" cy="609"/>
            </a:xfrm>
            <a:prstGeom prst="rect">
              <a:avLst/>
            </a:prstGeom>
          </p:spPr>
        </p:pic>
      </p:grpSp>
      <p:cxnSp>
        <p:nvCxnSpPr>
          <p:cNvPr id="26" name="直接连接符 25"/>
          <p:cNvCxnSpPr/>
          <p:nvPr/>
        </p:nvCxnSpPr>
        <p:spPr>
          <a:xfrm>
            <a:off x="2662555" y="6619240"/>
            <a:ext cx="9258300" cy="0"/>
          </a:xfrm>
          <a:prstGeom prst="line">
            <a:avLst/>
          </a:prstGeom>
          <a:ln w="31750">
            <a:solidFill>
              <a:srgbClr val="7D6562"/>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284817" y="4126692"/>
            <a:ext cx="553998" cy="1167765"/>
          </a:xfrm>
          <a:prstGeom prst="rect">
            <a:avLst/>
          </a:prstGeom>
          <a:solidFill>
            <a:srgbClr val="7D6562"/>
          </a:solidFill>
        </p:spPr>
        <p:txBody>
          <a:bodyPr vert="eaVert" wrap="square" rtlCol="0">
            <a:spAutoFit/>
          </a:bodyPr>
          <a:lstStyle/>
          <a:p>
            <a:pPr algn="dist"/>
            <a:endParaRPr lang="zh-CN" altLang="en-US" sz="2400" dirty="0">
              <a:solidFill>
                <a:schemeClr val="bg1"/>
              </a:solidFill>
              <a:latin typeface="字魂73号-江南手书" panose="00000500000000000000" charset="-122"/>
              <a:ea typeface="字魂73号-江南手书" panose="00000500000000000000" charset="-122"/>
            </a:endParaRPr>
          </a:p>
        </p:txBody>
      </p:sp>
      <p:cxnSp>
        <p:nvCxnSpPr>
          <p:cNvPr id="29" name="直接连接符 28"/>
          <p:cNvCxnSpPr/>
          <p:nvPr/>
        </p:nvCxnSpPr>
        <p:spPr>
          <a:xfrm flipV="1">
            <a:off x="278130" y="276225"/>
            <a:ext cx="0" cy="5690870"/>
          </a:xfrm>
          <a:prstGeom prst="line">
            <a:avLst/>
          </a:prstGeom>
          <a:ln w="31750">
            <a:solidFill>
              <a:srgbClr val="7D6562"/>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11920855" y="928370"/>
            <a:ext cx="0" cy="5690870"/>
          </a:xfrm>
          <a:prstGeom prst="line">
            <a:avLst/>
          </a:prstGeom>
          <a:ln w="31750">
            <a:solidFill>
              <a:srgbClr val="7D6562"/>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V="1">
            <a:off x="375920" y="523240"/>
            <a:ext cx="5080" cy="2254885"/>
          </a:xfrm>
          <a:prstGeom prst="line">
            <a:avLst/>
          </a:prstGeom>
          <a:ln w="31750">
            <a:solidFill>
              <a:srgbClr val="7D6562"/>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rot="16200000" flipH="1" flipV="1">
            <a:off x="10354945" y="5363845"/>
            <a:ext cx="5080" cy="2254885"/>
          </a:xfrm>
          <a:prstGeom prst="line">
            <a:avLst/>
          </a:prstGeom>
          <a:ln w="31750">
            <a:solidFill>
              <a:srgbClr val="7D6562"/>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p:cTn id="17" dur="500" fill="hold"/>
                                        <p:tgtEl>
                                          <p:spTgt spid="18"/>
                                        </p:tgtEl>
                                        <p:attrNameLst>
                                          <p:attrName>ppt_w</p:attrName>
                                        </p:attrNameLst>
                                      </p:cBhvr>
                                      <p:tavLst>
                                        <p:tav tm="0">
                                          <p:val>
                                            <p:fltVal val="0"/>
                                          </p:val>
                                        </p:tav>
                                        <p:tav tm="100000">
                                          <p:val>
                                            <p:strVal val="#ppt_w"/>
                                          </p:val>
                                        </p:tav>
                                      </p:tavLst>
                                    </p:anim>
                                    <p:anim calcmode="lin" valueType="num">
                                      <p:cBhvr>
                                        <p:cTn id="18" dur="500" fill="hold"/>
                                        <p:tgtEl>
                                          <p:spTgt spid="18"/>
                                        </p:tgtEl>
                                        <p:attrNameLst>
                                          <p:attrName>ppt_h</p:attrName>
                                        </p:attrNameLst>
                                      </p:cBhvr>
                                      <p:tavLst>
                                        <p:tav tm="0">
                                          <p:val>
                                            <p:fltVal val="0"/>
                                          </p:val>
                                        </p:tav>
                                        <p:tav tm="100000">
                                          <p:val>
                                            <p:strVal val="#ppt_h"/>
                                          </p:val>
                                        </p:tav>
                                      </p:tavLst>
                                    </p:anim>
                                    <p:animEffect transition="in" filter="fade">
                                      <p:cBhvr>
                                        <p:cTn id="19" dur="500"/>
                                        <p:tgtEl>
                                          <p:spTgt spid="18"/>
                                        </p:tgtEl>
                                      </p:cBhvr>
                                    </p:animEffect>
                                  </p:childTnLst>
                                </p:cTn>
                              </p:par>
                              <p:par>
                                <p:cTn id="20" presetID="53" presetClass="entr" presetSubtype="16"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p:cTn id="22" dur="500" fill="hold"/>
                                        <p:tgtEl>
                                          <p:spTgt spid="22"/>
                                        </p:tgtEl>
                                        <p:attrNameLst>
                                          <p:attrName>ppt_w</p:attrName>
                                        </p:attrNameLst>
                                      </p:cBhvr>
                                      <p:tavLst>
                                        <p:tav tm="0">
                                          <p:val>
                                            <p:fltVal val="0"/>
                                          </p:val>
                                        </p:tav>
                                        <p:tav tm="100000">
                                          <p:val>
                                            <p:strVal val="#ppt_w"/>
                                          </p:val>
                                        </p:tav>
                                      </p:tavLst>
                                    </p:anim>
                                    <p:anim calcmode="lin" valueType="num">
                                      <p:cBhvr>
                                        <p:cTn id="23" dur="500" fill="hold"/>
                                        <p:tgtEl>
                                          <p:spTgt spid="22"/>
                                        </p:tgtEl>
                                        <p:attrNameLst>
                                          <p:attrName>ppt_h</p:attrName>
                                        </p:attrNameLst>
                                      </p:cBhvr>
                                      <p:tavLst>
                                        <p:tav tm="0">
                                          <p:val>
                                            <p:fltVal val="0"/>
                                          </p:val>
                                        </p:tav>
                                        <p:tav tm="100000">
                                          <p:val>
                                            <p:strVal val="#ppt_h"/>
                                          </p:val>
                                        </p:tav>
                                      </p:tavLst>
                                    </p:anim>
                                    <p:animEffect transition="in" filter="fade">
                                      <p:cBhvr>
                                        <p:cTn id="24" dur="500"/>
                                        <p:tgtEl>
                                          <p:spTgt spid="22"/>
                                        </p:tgtEl>
                                      </p:cBhvr>
                                    </p:animEffect>
                                  </p:childTnLst>
                                </p:cTn>
                              </p:par>
                              <p:par>
                                <p:cTn id="25" presetID="53" presetClass="entr" presetSubtype="16"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p:cTn id="27" dur="500" fill="hold"/>
                                        <p:tgtEl>
                                          <p:spTgt spid="27"/>
                                        </p:tgtEl>
                                        <p:attrNameLst>
                                          <p:attrName>ppt_w</p:attrName>
                                        </p:attrNameLst>
                                      </p:cBhvr>
                                      <p:tavLst>
                                        <p:tav tm="0">
                                          <p:val>
                                            <p:fltVal val="0"/>
                                          </p:val>
                                        </p:tav>
                                        <p:tav tm="100000">
                                          <p:val>
                                            <p:strVal val="#ppt_w"/>
                                          </p:val>
                                        </p:tav>
                                      </p:tavLst>
                                    </p:anim>
                                    <p:anim calcmode="lin" valueType="num">
                                      <p:cBhvr>
                                        <p:cTn id="28" dur="500" fill="hold"/>
                                        <p:tgtEl>
                                          <p:spTgt spid="27"/>
                                        </p:tgtEl>
                                        <p:attrNameLst>
                                          <p:attrName>ppt_h</p:attrName>
                                        </p:attrNameLst>
                                      </p:cBhvr>
                                      <p:tavLst>
                                        <p:tav tm="0">
                                          <p:val>
                                            <p:fltVal val="0"/>
                                          </p:val>
                                        </p:tav>
                                        <p:tav tm="100000">
                                          <p:val>
                                            <p:strVal val="#ppt_h"/>
                                          </p:val>
                                        </p:tav>
                                      </p:tavLst>
                                    </p:anim>
                                    <p:animEffect transition="in" filter="fade">
                                      <p:cBhvr>
                                        <p:cTn id="29" dur="500"/>
                                        <p:tgtEl>
                                          <p:spTgt spid="27"/>
                                        </p:tgtEl>
                                      </p:cBhvr>
                                    </p:animEffect>
                                  </p:childTnLst>
                                </p:cTn>
                              </p:par>
                              <p:par>
                                <p:cTn id="30" presetID="53" presetClass="entr" presetSubtype="16"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500" fill="hold"/>
                                        <p:tgtEl>
                                          <p:spTgt spid="23"/>
                                        </p:tgtEl>
                                        <p:attrNameLst>
                                          <p:attrName>ppt_w</p:attrName>
                                        </p:attrNameLst>
                                      </p:cBhvr>
                                      <p:tavLst>
                                        <p:tav tm="0">
                                          <p:val>
                                            <p:fltVal val="0"/>
                                          </p:val>
                                        </p:tav>
                                        <p:tav tm="100000">
                                          <p:val>
                                            <p:strVal val="#ppt_w"/>
                                          </p:val>
                                        </p:tav>
                                      </p:tavLst>
                                    </p:anim>
                                    <p:anim calcmode="lin" valueType="num">
                                      <p:cBhvr>
                                        <p:cTn id="33" dur="500" fill="hold"/>
                                        <p:tgtEl>
                                          <p:spTgt spid="23"/>
                                        </p:tgtEl>
                                        <p:attrNameLst>
                                          <p:attrName>ppt_h</p:attrName>
                                        </p:attrNameLst>
                                      </p:cBhvr>
                                      <p:tavLst>
                                        <p:tav tm="0">
                                          <p:val>
                                            <p:fltVal val="0"/>
                                          </p:val>
                                        </p:tav>
                                        <p:tav tm="100000">
                                          <p:val>
                                            <p:strVal val="#ppt_h"/>
                                          </p:val>
                                        </p:tav>
                                      </p:tavLst>
                                    </p:anim>
                                    <p:animEffect transition="in" filter="fade">
                                      <p:cBhvr>
                                        <p:cTn id="34" dur="500"/>
                                        <p:tgtEl>
                                          <p:spTgt spid="23"/>
                                        </p:tgtEl>
                                      </p:cBhvr>
                                    </p:animEffect>
                                  </p:childTnLst>
                                </p:cTn>
                              </p:par>
                              <p:par>
                                <p:cTn id="35" presetID="53" presetClass="entr" presetSubtype="16"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p:cTn id="37" dur="500" fill="hold"/>
                                        <p:tgtEl>
                                          <p:spTgt spid="26"/>
                                        </p:tgtEl>
                                        <p:attrNameLst>
                                          <p:attrName>ppt_w</p:attrName>
                                        </p:attrNameLst>
                                      </p:cBhvr>
                                      <p:tavLst>
                                        <p:tav tm="0">
                                          <p:val>
                                            <p:fltVal val="0"/>
                                          </p:val>
                                        </p:tav>
                                        <p:tav tm="100000">
                                          <p:val>
                                            <p:strVal val="#ppt_w"/>
                                          </p:val>
                                        </p:tav>
                                      </p:tavLst>
                                    </p:anim>
                                    <p:anim calcmode="lin" valueType="num">
                                      <p:cBhvr>
                                        <p:cTn id="38" dur="500" fill="hold"/>
                                        <p:tgtEl>
                                          <p:spTgt spid="26"/>
                                        </p:tgtEl>
                                        <p:attrNameLst>
                                          <p:attrName>ppt_h</p:attrName>
                                        </p:attrNameLst>
                                      </p:cBhvr>
                                      <p:tavLst>
                                        <p:tav tm="0">
                                          <p:val>
                                            <p:fltVal val="0"/>
                                          </p:val>
                                        </p:tav>
                                        <p:tav tm="100000">
                                          <p:val>
                                            <p:strVal val="#ppt_h"/>
                                          </p:val>
                                        </p:tav>
                                      </p:tavLst>
                                    </p:anim>
                                    <p:animEffect transition="in" filter="fade">
                                      <p:cBhvr>
                                        <p:cTn id="39" dur="500"/>
                                        <p:tgtEl>
                                          <p:spTgt spid="26"/>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 calcmode="lin" valueType="num">
                                      <p:cBhvr>
                                        <p:cTn id="42" dur="500" fill="hold"/>
                                        <p:tgtEl>
                                          <p:spTgt spid="28"/>
                                        </p:tgtEl>
                                        <p:attrNameLst>
                                          <p:attrName>ppt_w</p:attrName>
                                        </p:attrNameLst>
                                      </p:cBhvr>
                                      <p:tavLst>
                                        <p:tav tm="0">
                                          <p:val>
                                            <p:fltVal val="0"/>
                                          </p:val>
                                        </p:tav>
                                        <p:tav tm="100000">
                                          <p:val>
                                            <p:strVal val="#ppt_w"/>
                                          </p:val>
                                        </p:tav>
                                      </p:tavLst>
                                    </p:anim>
                                    <p:anim calcmode="lin" valueType="num">
                                      <p:cBhvr>
                                        <p:cTn id="43" dur="500" fill="hold"/>
                                        <p:tgtEl>
                                          <p:spTgt spid="28"/>
                                        </p:tgtEl>
                                        <p:attrNameLst>
                                          <p:attrName>ppt_h</p:attrName>
                                        </p:attrNameLst>
                                      </p:cBhvr>
                                      <p:tavLst>
                                        <p:tav tm="0">
                                          <p:val>
                                            <p:fltVal val="0"/>
                                          </p:val>
                                        </p:tav>
                                        <p:tav tm="100000">
                                          <p:val>
                                            <p:strVal val="#ppt_h"/>
                                          </p:val>
                                        </p:tav>
                                      </p:tavLst>
                                    </p:anim>
                                    <p:animEffect transition="in" filter="fade">
                                      <p:cBhvr>
                                        <p:cTn id="44" dur="500"/>
                                        <p:tgtEl>
                                          <p:spTgt spid="28"/>
                                        </p:tgtEl>
                                      </p:cBhvr>
                                    </p:animEffect>
                                  </p:childTnLst>
                                </p:cTn>
                              </p:par>
                              <p:par>
                                <p:cTn id="45" presetID="53" presetClass="entr" presetSubtype="16"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p:cTn id="47" dur="500" fill="hold"/>
                                        <p:tgtEl>
                                          <p:spTgt spid="29"/>
                                        </p:tgtEl>
                                        <p:attrNameLst>
                                          <p:attrName>ppt_w</p:attrName>
                                        </p:attrNameLst>
                                      </p:cBhvr>
                                      <p:tavLst>
                                        <p:tav tm="0">
                                          <p:val>
                                            <p:fltVal val="0"/>
                                          </p:val>
                                        </p:tav>
                                        <p:tav tm="100000">
                                          <p:val>
                                            <p:strVal val="#ppt_w"/>
                                          </p:val>
                                        </p:tav>
                                      </p:tavLst>
                                    </p:anim>
                                    <p:anim calcmode="lin" valueType="num">
                                      <p:cBhvr>
                                        <p:cTn id="48" dur="500" fill="hold"/>
                                        <p:tgtEl>
                                          <p:spTgt spid="29"/>
                                        </p:tgtEl>
                                        <p:attrNameLst>
                                          <p:attrName>ppt_h</p:attrName>
                                        </p:attrNameLst>
                                      </p:cBhvr>
                                      <p:tavLst>
                                        <p:tav tm="0">
                                          <p:val>
                                            <p:fltVal val="0"/>
                                          </p:val>
                                        </p:tav>
                                        <p:tav tm="100000">
                                          <p:val>
                                            <p:strVal val="#ppt_h"/>
                                          </p:val>
                                        </p:tav>
                                      </p:tavLst>
                                    </p:anim>
                                    <p:animEffect transition="in" filter="fade">
                                      <p:cBhvr>
                                        <p:cTn id="49" dur="500"/>
                                        <p:tgtEl>
                                          <p:spTgt spid="29"/>
                                        </p:tgtEl>
                                      </p:cBhvr>
                                    </p:animEffect>
                                  </p:childTnLst>
                                </p:cTn>
                              </p:par>
                              <p:par>
                                <p:cTn id="50" presetID="53" presetClass="entr" presetSubtype="16" fill="hold" nodeType="withEffect">
                                  <p:stCondLst>
                                    <p:cond delay="0"/>
                                  </p:stCondLst>
                                  <p:childTnLst>
                                    <p:set>
                                      <p:cBhvr>
                                        <p:cTn id="51" dur="1" fill="hold">
                                          <p:stCondLst>
                                            <p:cond delay="0"/>
                                          </p:stCondLst>
                                        </p:cTn>
                                        <p:tgtEl>
                                          <p:spTgt spid="30"/>
                                        </p:tgtEl>
                                        <p:attrNameLst>
                                          <p:attrName>style.visibility</p:attrName>
                                        </p:attrNameLst>
                                      </p:cBhvr>
                                      <p:to>
                                        <p:strVal val="visible"/>
                                      </p:to>
                                    </p:set>
                                    <p:anim calcmode="lin" valueType="num">
                                      <p:cBhvr>
                                        <p:cTn id="52" dur="500" fill="hold"/>
                                        <p:tgtEl>
                                          <p:spTgt spid="30"/>
                                        </p:tgtEl>
                                        <p:attrNameLst>
                                          <p:attrName>ppt_w</p:attrName>
                                        </p:attrNameLst>
                                      </p:cBhvr>
                                      <p:tavLst>
                                        <p:tav tm="0">
                                          <p:val>
                                            <p:fltVal val="0"/>
                                          </p:val>
                                        </p:tav>
                                        <p:tav tm="100000">
                                          <p:val>
                                            <p:strVal val="#ppt_w"/>
                                          </p:val>
                                        </p:tav>
                                      </p:tavLst>
                                    </p:anim>
                                    <p:anim calcmode="lin" valueType="num">
                                      <p:cBhvr>
                                        <p:cTn id="53" dur="500" fill="hold"/>
                                        <p:tgtEl>
                                          <p:spTgt spid="30"/>
                                        </p:tgtEl>
                                        <p:attrNameLst>
                                          <p:attrName>ppt_h</p:attrName>
                                        </p:attrNameLst>
                                      </p:cBhvr>
                                      <p:tavLst>
                                        <p:tav tm="0">
                                          <p:val>
                                            <p:fltVal val="0"/>
                                          </p:val>
                                        </p:tav>
                                        <p:tav tm="100000">
                                          <p:val>
                                            <p:strVal val="#ppt_h"/>
                                          </p:val>
                                        </p:tav>
                                      </p:tavLst>
                                    </p:anim>
                                    <p:animEffect transition="in" filter="fade">
                                      <p:cBhvr>
                                        <p:cTn id="54" dur="500"/>
                                        <p:tgtEl>
                                          <p:spTgt spid="30"/>
                                        </p:tgtEl>
                                      </p:cBhvr>
                                    </p:animEffect>
                                  </p:childTnLst>
                                </p:cTn>
                              </p:par>
                              <p:par>
                                <p:cTn id="55" presetID="53" presetClass="entr" presetSubtype="16"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anim calcmode="lin" valueType="num">
                                      <p:cBhvr>
                                        <p:cTn id="57" dur="500" fill="hold"/>
                                        <p:tgtEl>
                                          <p:spTgt spid="31"/>
                                        </p:tgtEl>
                                        <p:attrNameLst>
                                          <p:attrName>ppt_w</p:attrName>
                                        </p:attrNameLst>
                                      </p:cBhvr>
                                      <p:tavLst>
                                        <p:tav tm="0">
                                          <p:val>
                                            <p:fltVal val="0"/>
                                          </p:val>
                                        </p:tav>
                                        <p:tav tm="100000">
                                          <p:val>
                                            <p:strVal val="#ppt_w"/>
                                          </p:val>
                                        </p:tav>
                                      </p:tavLst>
                                    </p:anim>
                                    <p:anim calcmode="lin" valueType="num">
                                      <p:cBhvr>
                                        <p:cTn id="58" dur="500" fill="hold"/>
                                        <p:tgtEl>
                                          <p:spTgt spid="31"/>
                                        </p:tgtEl>
                                        <p:attrNameLst>
                                          <p:attrName>ppt_h</p:attrName>
                                        </p:attrNameLst>
                                      </p:cBhvr>
                                      <p:tavLst>
                                        <p:tav tm="0">
                                          <p:val>
                                            <p:fltVal val="0"/>
                                          </p:val>
                                        </p:tav>
                                        <p:tav tm="100000">
                                          <p:val>
                                            <p:strVal val="#ppt_h"/>
                                          </p:val>
                                        </p:tav>
                                      </p:tavLst>
                                    </p:anim>
                                    <p:animEffect transition="in" filter="fade">
                                      <p:cBhvr>
                                        <p:cTn id="59" dur="500"/>
                                        <p:tgtEl>
                                          <p:spTgt spid="31"/>
                                        </p:tgtEl>
                                      </p:cBhvr>
                                    </p:animEffect>
                                  </p:childTnLst>
                                </p:cTn>
                              </p:par>
                              <p:par>
                                <p:cTn id="60" presetID="53" presetClass="entr" presetSubtype="16" fill="hold" nodeType="withEffect">
                                  <p:stCondLst>
                                    <p:cond delay="0"/>
                                  </p:stCondLst>
                                  <p:childTnLst>
                                    <p:set>
                                      <p:cBhvr>
                                        <p:cTn id="61" dur="1" fill="hold">
                                          <p:stCondLst>
                                            <p:cond delay="0"/>
                                          </p:stCondLst>
                                        </p:cTn>
                                        <p:tgtEl>
                                          <p:spTgt spid="32"/>
                                        </p:tgtEl>
                                        <p:attrNameLst>
                                          <p:attrName>style.visibility</p:attrName>
                                        </p:attrNameLst>
                                      </p:cBhvr>
                                      <p:to>
                                        <p:strVal val="visible"/>
                                      </p:to>
                                    </p:set>
                                    <p:anim calcmode="lin" valueType="num">
                                      <p:cBhvr>
                                        <p:cTn id="62" dur="500" fill="hold"/>
                                        <p:tgtEl>
                                          <p:spTgt spid="32"/>
                                        </p:tgtEl>
                                        <p:attrNameLst>
                                          <p:attrName>ppt_w</p:attrName>
                                        </p:attrNameLst>
                                      </p:cBhvr>
                                      <p:tavLst>
                                        <p:tav tm="0">
                                          <p:val>
                                            <p:fltVal val="0"/>
                                          </p:val>
                                        </p:tav>
                                        <p:tav tm="100000">
                                          <p:val>
                                            <p:strVal val="#ppt_w"/>
                                          </p:val>
                                        </p:tav>
                                      </p:tavLst>
                                    </p:anim>
                                    <p:anim calcmode="lin" valueType="num">
                                      <p:cBhvr>
                                        <p:cTn id="63" dur="500" fill="hold"/>
                                        <p:tgtEl>
                                          <p:spTgt spid="32"/>
                                        </p:tgtEl>
                                        <p:attrNameLst>
                                          <p:attrName>ppt_h</p:attrName>
                                        </p:attrNameLst>
                                      </p:cBhvr>
                                      <p:tavLst>
                                        <p:tav tm="0">
                                          <p:val>
                                            <p:fltVal val="0"/>
                                          </p:val>
                                        </p:tav>
                                        <p:tav tm="100000">
                                          <p:val>
                                            <p:strVal val="#ppt_h"/>
                                          </p:val>
                                        </p:tav>
                                      </p:tavLst>
                                    </p:anim>
                                    <p:animEffect transition="in" filter="fade">
                                      <p:cBhvr>
                                        <p:cTn id="6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8605" y="1317135"/>
            <a:ext cx="4829175" cy="2928330"/>
          </a:xfrm>
          <a:prstGeom prst="rect">
            <a:avLst/>
          </a:prstGeom>
        </p:spPr>
      </p:pic>
      <p:sp>
        <p:nvSpPr>
          <p:cNvPr id="3" name="文本框 7"/>
          <p:cNvSpPr txBox="1"/>
          <p:nvPr/>
        </p:nvSpPr>
        <p:spPr>
          <a:xfrm>
            <a:off x="5563550" y="2494241"/>
            <a:ext cx="675005" cy="3295054"/>
          </a:xfrm>
          <a:prstGeom prst="rect">
            <a:avLst/>
          </a:prstGeom>
          <a:noFill/>
        </p:spPr>
        <p:txBody>
          <a:bodyPr vert="eaVert"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3200" kern="100" dirty="0">
                <a:latin typeface="字魂73号-江南手书" panose="00000500000000000000" charset="-122"/>
                <a:ea typeface="字魂73号-江南手书" panose="00000500000000000000" charset="-122"/>
                <a:cs typeface="方正苏新诗柳楷简体-yolan" panose="02000000000000000000" pitchFamily="2" charset="-122"/>
              </a:rPr>
              <a:t>添加第一章标题</a:t>
            </a:r>
          </a:p>
        </p:txBody>
      </p:sp>
      <p:sp>
        <p:nvSpPr>
          <p:cNvPr id="5" name="椭圆 4"/>
          <p:cNvSpPr/>
          <p:nvPr/>
        </p:nvSpPr>
        <p:spPr>
          <a:xfrm>
            <a:off x="5236845" y="1566705"/>
            <a:ext cx="594360" cy="60579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字魂73号-江南手书" panose="00000500000000000000" charset="-122"/>
              <a:ea typeface="字魂73号-江南手书" panose="00000500000000000000" charset="-122"/>
            </a:endParaRPr>
          </a:p>
        </p:txBody>
      </p:sp>
      <p:cxnSp>
        <p:nvCxnSpPr>
          <p:cNvPr id="6" name="直接连接符 5"/>
          <p:cNvCxnSpPr/>
          <p:nvPr/>
        </p:nvCxnSpPr>
        <p:spPr>
          <a:xfrm flipH="1">
            <a:off x="5654240" y="2025155"/>
            <a:ext cx="353929" cy="4686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6876871" y="1566705"/>
            <a:ext cx="594360" cy="605790"/>
          </a:xfrm>
          <a:prstGeom prst="ellipse">
            <a:avLst/>
          </a:prstGeom>
          <a:solidFill>
            <a:schemeClr val="tx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字魂73号-江南手书" panose="00000500000000000000" charset="-122"/>
              <a:ea typeface="字魂73号-江南手书" panose="00000500000000000000" charset="-122"/>
            </a:endParaRPr>
          </a:p>
        </p:txBody>
      </p:sp>
      <p:cxnSp>
        <p:nvCxnSpPr>
          <p:cNvPr id="9" name="直接连接符 8"/>
          <p:cNvCxnSpPr/>
          <p:nvPr/>
        </p:nvCxnSpPr>
        <p:spPr>
          <a:xfrm flipH="1">
            <a:off x="7294266" y="2025155"/>
            <a:ext cx="353929" cy="4686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8501114" y="1541991"/>
            <a:ext cx="594360" cy="60579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字魂73号-江南手书" panose="00000500000000000000" charset="-122"/>
              <a:ea typeface="字魂73号-江南手书" panose="00000500000000000000" charset="-122"/>
            </a:endParaRPr>
          </a:p>
        </p:txBody>
      </p:sp>
      <p:cxnSp>
        <p:nvCxnSpPr>
          <p:cNvPr id="12" name="直接连接符 11"/>
          <p:cNvCxnSpPr/>
          <p:nvPr/>
        </p:nvCxnSpPr>
        <p:spPr>
          <a:xfrm flipH="1">
            <a:off x="8918509" y="2025155"/>
            <a:ext cx="353929" cy="4686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10209720" y="1566705"/>
            <a:ext cx="594360" cy="605790"/>
          </a:xfrm>
          <a:prstGeom prst="ellipse">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字魂73号-江南手书" panose="00000500000000000000" charset="-122"/>
              <a:ea typeface="字魂73号-江南手书" panose="00000500000000000000" charset="-122"/>
            </a:endParaRPr>
          </a:p>
        </p:txBody>
      </p:sp>
      <p:cxnSp>
        <p:nvCxnSpPr>
          <p:cNvPr id="15" name="直接连接符 14"/>
          <p:cNvCxnSpPr/>
          <p:nvPr/>
        </p:nvCxnSpPr>
        <p:spPr>
          <a:xfrm flipH="1">
            <a:off x="10627115" y="2025155"/>
            <a:ext cx="353929" cy="4686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263355" y="1539911"/>
            <a:ext cx="541340" cy="583565"/>
          </a:xfrm>
          <a:prstGeom prst="rect">
            <a:avLst/>
          </a:prstGeom>
          <a:noFill/>
        </p:spPr>
        <p:txBody>
          <a:bodyPr wrap="square" rtlCol="0">
            <a:spAutoFit/>
          </a:bodyPr>
          <a:lstStyle/>
          <a:p>
            <a:r>
              <a:rPr lang="en-US" altLang="zh-CN" sz="3200" b="1" i="1" dirty="0">
                <a:solidFill>
                  <a:schemeClr val="bg1"/>
                </a:solidFill>
                <a:latin typeface="字魂73号-江南手书" panose="00000500000000000000" charset="-122"/>
                <a:ea typeface="字魂73号-江南手书" panose="00000500000000000000" charset="-122"/>
              </a:rPr>
              <a:t>01</a:t>
            </a:r>
          </a:p>
        </p:txBody>
      </p:sp>
      <p:sp>
        <p:nvSpPr>
          <p:cNvPr id="17" name="文本框 16"/>
          <p:cNvSpPr txBox="1"/>
          <p:nvPr/>
        </p:nvSpPr>
        <p:spPr>
          <a:xfrm>
            <a:off x="6903381" y="1528661"/>
            <a:ext cx="541340" cy="583565"/>
          </a:xfrm>
          <a:prstGeom prst="rect">
            <a:avLst/>
          </a:prstGeom>
          <a:noFill/>
        </p:spPr>
        <p:txBody>
          <a:bodyPr wrap="square" rtlCol="0">
            <a:spAutoFit/>
          </a:bodyPr>
          <a:lstStyle/>
          <a:p>
            <a:r>
              <a:rPr lang="en-US" altLang="zh-CN" sz="3200" b="1" i="1" dirty="0">
                <a:solidFill>
                  <a:schemeClr val="bg1"/>
                </a:solidFill>
                <a:latin typeface="字魂73号-江南手书" panose="00000500000000000000" charset="-122"/>
                <a:ea typeface="字魂73号-江南手书" panose="00000500000000000000" charset="-122"/>
              </a:rPr>
              <a:t>02</a:t>
            </a:r>
          </a:p>
        </p:txBody>
      </p:sp>
      <p:sp>
        <p:nvSpPr>
          <p:cNvPr id="18" name="文本框 17"/>
          <p:cNvSpPr txBox="1"/>
          <p:nvPr/>
        </p:nvSpPr>
        <p:spPr>
          <a:xfrm>
            <a:off x="8523103" y="1502286"/>
            <a:ext cx="541340" cy="583565"/>
          </a:xfrm>
          <a:prstGeom prst="rect">
            <a:avLst/>
          </a:prstGeom>
          <a:noFill/>
        </p:spPr>
        <p:txBody>
          <a:bodyPr wrap="square" rtlCol="0">
            <a:spAutoFit/>
          </a:bodyPr>
          <a:lstStyle/>
          <a:p>
            <a:r>
              <a:rPr lang="en-US" altLang="zh-CN" sz="3200" b="1" i="1" dirty="0">
                <a:solidFill>
                  <a:schemeClr val="bg1"/>
                </a:solidFill>
                <a:latin typeface="字魂73号-江南手书" panose="00000500000000000000" charset="-122"/>
                <a:ea typeface="字魂73号-江南手书" panose="00000500000000000000" charset="-122"/>
              </a:rPr>
              <a:t>03</a:t>
            </a:r>
          </a:p>
        </p:txBody>
      </p:sp>
      <p:sp>
        <p:nvSpPr>
          <p:cNvPr id="19" name="文本框 18"/>
          <p:cNvSpPr txBox="1"/>
          <p:nvPr/>
        </p:nvSpPr>
        <p:spPr>
          <a:xfrm>
            <a:off x="10217152" y="1537268"/>
            <a:ext cx="541340" cy="583565"/>
          </a:xfrm>
          <a:prstGeom prst="rect">
            <a:avLst/>
          </a:prstGeom>
          <a:noFill/>
        </p:spPr>
        <p:txBody>
          <a:bodyPr wrap="square" rtlCol="0">
            <a:spAutoFit/>
          </a:bodyPr>
          <a:lstStyle/>
          <a:p>
            <a:r>
              <a:rPr lang="en-US" altLang="zh-CN" sz="3200" b="1" i="1" dirty="0">
                <a:solidFill>
                  <a:schemeClr val="bg1"/>
                </a:solidFill>
                <a:latin typeface="字魂73号-江南手书" panose="00000500000000000000" charset="-122"/>
                <a:ea typeface="字魂73号-江南手书" panose="00000500000000000000" charset="-122"/>
              </a:rPr>
              <a:t>04</a:t>
            </a:r>
          </a:p>
        </p:txBody>
      </p:sp>
      <p:grpSp>
        <p:nvGrpSpPr>
          <p:cNvPr id="20" name="组合 19"/>
          <p:cNvGrpSpPr/>
          <p:nvPr/>
        </p:nvGrpSpPr>
        <p:grpSpPr>
          <a:xfrm>
            <a:off x="1868677" y="4562660"/>
            <a:ext cx="1366797" cy="1049112"/>
            <a:chOff x="1524993" y="898149"/>
            <a:chExt cx="1366797" cy="1049112"/>
          </a:xfrm>
        </p:grpSpPr>
        <p:sp>
          <p:nvSpPr>
            <p:cNvPr id="21" name="矩形 20"/>
            <p:cNvSpPr/>
            <p:nvPr/>
          </p:nvSpPr>
          <p:spPr>
            <a:xfrm>
              <a:off x="1545783" y="898149"/>
              <a:ext cx="1325216" cy="64633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00" cap="none" spc="0" normalizeH="0" baseline="0" noProof="0" dirty="0">
                  <a:ln>
                    <a:noFill/>
                  </a:ln>
                  <a:effectLst/>
                  <a:uLnTx/>
                  <a:uFillTx/>
                  <a:latin typeface="字魂73号-江南手书" panose="00000500000000000000" charset="-122"/>
                  <a:ea typeface="字魂73号-江南手书" panose="00000500000000000000" charset="-122"/>
                  <a:cs typeface="Times New Roman" panose="02020603050405020304" pitchFamily="18" charset="0"/>
                </a:rPr>
                <a:t>目 录</a:t>
              </a:r>
            </a:p>
          </p:txBody>
        </p:sp>
        <p:sp>
          <p:nvSpPr>
            <p:cNvPr id="22" name="矩形 21"/>
            <p:cNvSpPr/>
            <p:nvPr/>
          </p:nvSpPr>
          <p:spPr>
            <a:xfrm>
              <a:off x="1524993" y="1424041"/>
              <a:ext cx="1366797" cy="5232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2800" i="0" u="none" strike="noStrike" kern="100" cap="none" spc="0" normalizeH="0" baseline="0" noProof="0" dirty="0">
                  <a:ln>
                    <a:noFill/>
                  </a:ln>
                  <a:effectLst/>
                  <a:uLnTx/>
                  <a:uFillTx/>
                  <a:latin typeface="字魂73号-江南手书" panose="00000500000000000000" charset="-122"/>
                  <a:ea typeface="字魂73号-江南手书" panose="00000500000000000000" charset="-122"/>
                  <a:cs typeface="Times New Roman" panose="02020603050405020304" pitchFamily="18" charset="0"/>
                </a:rPr>
                <a:t>content</a:t>
              </a:r>
              <a:endParaRPr kumimoji="0" lang="zh-CN" altLang="en-US" sz="3600" i="0" u="none" strike="noStrike" kern="0" cap="none" spc="0" normalizeH="0" baseline="0" noProof="0" dirty="0">
                <a:ln>
                  <a:noFill/>
                </a:ln>
                <a:effectLst/>
                <a:uLnTx/>
                <a:uFillTx/>
                <a:latin typeface="字魂73号-江南手书" panose="00000500000000000000" charset="-122"/>
                <a:ea typeface="字魂73号-江南手书" panose="00000500000000000000" charset="-122"/>
              </a:endParaRPr>
            </a:p>
          </p:txBody>
        </p:sp>
      </p:grpSp>
      <p:sp>
        <p:nvSpPr>
          <p:cNvPr id="2" name="文本框 7"/>
          <p:cNvSpPr txBox="1"/>
          <p:nvPr/>
        </p:nvSpPr>
        <p:spPr>
          <a:xfrm>
            <a:off x="7133905" y="2522816"/>
            <a:ext cx="675005" cy="3295054"/>
          </a:xfrm>
          <a:prstGeom prst="rect">
            <a:avLst/>
          </a:prstGeom>
          <a:noFill/>
        </p:spPr>
        <p:txBody>
          <a:bodyPr vert="eaVert"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3200" kern="100" dirty="0">
                <a:latin typeface="字魂73号-江南手书" panose="00000500000000000000" charset="-122"/>
                <a:ea typeface="字魂73号-江南手书" panose="00000500000000000000" charset="-122"/>
                <a:cs typeface="方正苏新诗柳楷简体-yolan" panose="02000000000000000000" pitchFamily="2" charset="-122"/>
              </a:rPr>
              <a:t>添加第二章标题</a:t>
            </a:r>
          </a:p>
        </p:txBody>
      </p:sp>
      <p:sp>
        <p:nvSpPr>
          <p:cNvPr id="23" name="文本框 7"/>
          <p:cNvSpPr txBox="1"/>
          <p:nvPr/>
        </p:nvSpPr>
        <p:spPr>
          <a:xfrm>
            <a:off x="8918890" y="2640926"/>
            <a:ext cx="675005" cy="3295054"/>
          </a:xfrm>
          <a:prstGeom prst="rect">
            <a:avLst/>
          </a:prstGeom>
          <a:noFill/>
        </p:spPr>
        <p:txBody>
          <a:bodyPr vert="eaVert"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3200" kern="100" dirty="0">
                <a:latin typeface="字魂73号-江南手书" panose="00000500000000000000" charset="-122"/>
                <a:ea typeface="字魂73号-江南手书" panose="00000500000000000000" charset="-122"/>
                <a:cs typeface="方正苏新诗柳楷简体-yolan" panose="02000000000000000000" pitchFamily="2" charset="-122"/>
              </a:rPr>
              <a:t>添加第三章标题</a:t>
            </a:r>
          </a:p>
        </p:txBody>
      </p:sp>
      <p:sp>
        <p:nvSpPr>
          <p:cNvPr id="24" name="文本框 7"/>
          <p:cNvSpPr txBox="1"/>
          <p:nvPr/>
        </p:nvSpPr>
        <p:spPr>
          <a:xfrm>
            <a:off x="10467020" y="2522816"/>
            <a:ext cx="675005" cy="3295054"/>
          </a:xfrm>
          <a:prstGeom prst="rect">
            <a:avLst/>
          </a:prstGeom>
          <a:noFill/>
        </p:spPr>
        <p:txBody>
          <a:bodyPr vert="eaVert"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3200" kern="100" dirty="0">
                <a:latin typeface="字魂73号-江南手书" panose="00000500000000000000" charset="-122"/>
                <a:ea typeface="字魂73号-江南手书" panose="00000500000000000000" charset="-122"/>
                <a:cs typeface="方正苏新诗柳楷简体-yolan" panose="02000000000000000000" pitchFamily="2" charset="-122"/>
              </a:rPr>
              <a:t>添加第四章标题</a:t>
            </a:r>
          </a:p>
        </p:txBody>
      </p:sp>
    </p:spTree>
  </p:cSld>
  <p:clrMapOvr>
    <a:masterClrMapping/>
  </p:clrMapOvr>
  <mc:AlternateContent xmlns:mc="http://schemas.openxmlformats.org/markup-compatibility/2006" xmlns:p14="http://schemas.microsoft.com/office/powerpoint/2010/main">
    <mc:Choice Requires="p14">
      <p:transition spd="slow" p14:dur="900" advClick="0" advTm="3000">
        <p14:warp dir="in"/>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par>
                                <p:cTn id="14" presetID="16" presetClass="entr" presetSubtype="21"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arn(inVertical)">
                                      <p:cBhvr>
                                        <p:cTn id="16" dur="500"/>
                                        <p:tgtEl>
                                          <p:spTgt spid="6"/>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par>
                                <p:cTn id="20" presetID="16" presetClass="entr" presetSubtype="21"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par>
                                <p:cTn id="26" presetID="16" presetClass="entr" presetSubtype="21"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arn(inVertical)">
                                      <p:cBhvr>
                                        <p:cTn id="28" dur="500"/>
                                        <p:tgtEl>
                                          <p:spTgt spid="12"/>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arn(inVertical)">
                                      <p:cBhvr>
                                        <p:cTn id="31" dur="500"/>
                                        <p:tgtEl>
                                          <p:spTgt spid="14"/>
                                        </p:tgtEl>
                                      </p:cBhvr>
                                    </p:animEffect>
                                  </p:childTnLst>
                                </p:cTn>
                              </p:par>
                              <p:par>
                                <p:cTn id="32" presetID="16" presetClass="entr" presetSubtype="21"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barn(inVertical)">
                                      <p:cBhvr>
                                        <p:cTn id="34" dur="500"/>
                                        <p:tgtEl>
                                          <p:spTgt spid="15"/>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arn(inVertical)">
                                      <p:cBhvr>
                                        <p:cTn id="37" dur="500"/>
                                        <p:tgtEl>
                                          <p:spTgt spid="16"/>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barn(inVertical)">
                                      <p:cBhvr>
                                        <p:cTn id="40" dur="500"/>
                                        <p:tgtEl>
                                          <p:spTgt spid="17"/>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barn(inVertical)">
                                      <p:cBhvr>
                                        <p:cTn id="43" dur="500"/>
                                        <p:tgtEl>
                                          <p:spTgt spid="18"/>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barn(inVertical)">
                                      <p:cBhvr>
                                        <p:cTn id="46" dur="500"/>
                                        <p:tgtEl>
                                          <p:spTgt spid="19"/>
                                        </p:tgtEl>
                                      </p:cBhvr>
                                    </p:animEffect>
                                  </p:childTnLst>
                                </p:cTn>
                              </p:par>
                              <p:par>
                                <p:cTn id="47" presetID="16" presetClass="entr" presetSubtype="21"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barn(inVertical)">
                                      <p:cBhvr>
                                        <p:cTn id="49" dur="500"/>
                                        <p:tgtEl>
                                          <p:spTgt spid="20"/>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barn(inVertical)">
                                      <p:cBhvr>
                                        <p:cTn id="52" dur="500"/>
                                        <p:tgtEl>
                                          <p:spTgt spid="2"/>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barn(inVertical)">
                                      <p:cBhvr>
                                        <p:cTn id="55" dur="500"/>
                                        <p:tgtEl>
                                          <p:spTgt spid="23"/>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barn(inVertical)">
                                      <p:cBhvr>
                                        <p:cTn id="5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8" grpId="0" animBg="1"/>
      <p:bldP spid="11" grpId="0" animBg="1"/>
      <p:bldP spid="14" grpId="0" animBg="1"/>
      <p:bldP spid="16" grpId="0"/>
      <p:bldP spid="17" grpId="0"/>
      <p:bldP spid="18" grpId="0"/>
      <p:bldP spid="19" grpId="0"/>
      <p:bldP spid="2" grpId="0"/>
      <p:bldP spid="23"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68163"/>
            <a:ext cx="4533900" cy="2699087"/>
          </a:xfrm>
          <a:prstGeom prst="rect">
            <a:avLst/>
          </a:prstGeom>
          <a:effectLst>
            <a:reflection blurRad="6350" stA="50000" endA="300" endPos="38500" dist="50800" dir="5400000" sy="-100000" algn="bl" rotWithShape="0"/>
          </a:effectLst>
        </p:spPr>
      </p:pic>
      <p:sp>
        <p:nvSpPr>
          <p:cNvPr id="10" name="矩形 9"/>
          <p:cNvSpPr/>
          <p:nvPr/>
        </p:nvSpPr>
        <p:spPr>
          <a:xfrm>
            <a:off x="4533900" y="2967990"/>
            <a:ext cx="1352550" cy="45719"/>
          </a:xfrm>
          <a:prstGeom prst="rect">
            <a:avLst/>
          </a:prstGeom>
          <a:solidFill>
            <a:srgbClr val="4847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rotWithShape="1">
          <a:blip r:embed="rId4"/>
          <a:srcRect/>
          <a:stretch>
            <a:fillRect/>
          </a:stretch>
        </p:blipFill>
        <p:spPr>
          <a:xfrm>
            <a:off x="1676401" y="4371975"/>
            <a:ext cx="1238250" cy="982611"/>
          </a:xfrm>
          <a:prstGeom prst="rect">
            <a:avLst/>
          </a:prstGeom>
        </p:spPr>
      </p:pic>
      <p:pic>
        <p:nvPicPr>
          <p:cNvPr id="12" name="图片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V="1">
            <a:off x="10602379" y="2890882"/>
            <a:ext cx="1149535" cy="305010"/>
          </a:xfrm>
          <a:prstGeom prst="rect">
            <a:avLst/>
          </a:prstGeom>
        </p:spPr>
      </p:pic>
      <p:cxnSp>
        <p:nvCxnSpPr>
          <p:cNvPr id="16" name="直接连接符 15"/>
          <p:cNvCxnSpPr/>
          <p:nvPr/>
        </p:nvCxnSpPr>
        <p:spPr>
          <a:xfrm>
            <a:off x="466725" y="238125"/>
            <a:ext cx="11285189"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1475" y="6562725"/>
            <a:ext cx="11285189"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文本框 7"/>
          <p:cNvSpPr txBox="1"/>
          <p:nvPr/>
        </p:nvSpPr>
        <p:spPr>
          <a:xfrm>
            <a:off x="5885815" y="2494280"/>
            <a:ext cx="4716780" cy="829945"/>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4800" kern="100" dirty="0">
                <a:latin typeface="字魂73号-江南手书" panose="00000500000000000000" charset="-122"/>
                <a:ea typeface="字魂73号-江南手书" panose="00000500000000000000" charset="-122"/>
                <a:cs typeface="方正苏新诗柳楷简体-yolan" panose="02000000000000000000" pitchFamily="2" charset="-122"/>
              </a:rPr>
              <a:t>添加第一章标题</a:t>
            </a:r>
          </a:p>
        </p:txBody>
      </p:sp>
      <p:sp>
        <p:nvSpPr>
          <p:cNvPr id="18" name="文本框 17"/>
          <p:cNvSpPr txBox="1"/>
          <p:nvPr/>
        </p:nvSpPr>
        <p:spPr>
          <a:xfrm>
            <a:off x="4794250" y="3608070"/>
            <a:ext cx="6671945" cy="583565"/>
          </a:xfrm>
          <a:prstGeom prst="rect">
            <a:avLst/>
          </a:prstGeom>
          <a:noFill/>
        </p:spPr>
        <p:txBody>
          <a:bodyPr vert="horz" wrap="square" rtlCol="0">
            <a:spAutoFit/>
          </a:bodyPr>
          <a:lstStyle/>
          <a:p>
            <a:pPr algn="ctr">
              <a:lnSpc>
                <a:spcPct val="100000"/>
              </a:lnSpc>
            </a:pPr>
            <a:r>
              <a:rPr lang="zh-CN" altLang="en-US" sz="1600" dirty="0">
                <a:latin typeface="字魂36号-正文宋楷" panose="00000500000000000000" charset="-122"/>
                <a:ea typeface="字魂36号-正文宋楷" panose="00000500000000000000" charset="-122"/>
              </a:rPr>
              <a:t>您所需要的文本请添加您所需要的文本请添加您所需要的文本请添加您所需要的文本请添加您所需要的文本请添加您所需要。</a:t>
            </a:r>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randombar(horizontal)">
                                      <p:cBhvr>
                                        <p:cTn id="10" dur="500"/>
                                        <p:tgtEl>
                                          <p:spTgt spid="10"/>
                                        </p:tgtEl>
                                      </p:cBhvr>
                                    </p:animEffect>
                                  </p:childTnLst>
                                </p:cTn>
                              </p:par>
                              <p:par>
                                <p:cTn id="11" presetID="14" presetClass="entr" presetSubtype="1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randombar(horizontal)">
                                      <p:cBhvr>
                                        <p:cTn id="13" dur="500"/>
                                        <p:tgtEl>
                                          <p:spTgt spid="11"/>
                                        </p:tgtEl>
                                      </p:cBhvr>
                                    </p:animEffect>
                                  </p:childTnLst>
                                </p:cTn>
                              </p:par>
                              <p:par>
                                <p:cTn id="14" presetID="14" presetClass="entr" presetSubtype="1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randombar(horizontal)">
                                      <p:cBhvr>
                                        <p:cTn id="16" dur="500"/>
                                        <p:tgtEl>
                                          <p:spTgt spid="12"/>
                                        </p:tgtEl>
                                      </p:cBhvr>
                                    </p:animEffect>
                                  </p:childTnLst>
                                </p:cTn>
                              </p:par>
                              <p:par>
                                <p:cTn id="17" presetID="14" presetClass="entr" presetSubtype="1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randombar(horizontal)">
                                      <p:cBhvr>
                                        <p:cTn id="19" dur="500"/>
                                        <p:tgtEl>
                                          <p:spTgt spid="16"/>
                                        </p:tgtEl>
                                      </p:cBhvr>
                                    </p:animEffect>
                                  </p:childTnLst>
                                </p:cTn>
                              </p:par>
                              <p:par>
                                <p:cTn id="20" presetID="14" presetClass="entr" presetSubtype="10"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randombar(horizontal)">
                                      <p:cBhvr>
                                        <p:cTn id="22" dur="500"/>
                                        <p:tgtEl>
                                          <p:spTgt spid="20"/>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randombar(horizontal)">
                                      <p:cBhvr>
                                        <p:cTn id="25" dur="500"/>
                                        <p:tgtEl>
                                          <p:spTgt spid="3"/>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randombar(horizontal)">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0" y="332888"/>
            <a:ext cx="8140850" cy="3839061"/>
          </a:xfrm>
          <a:prstGeom prst="rect">
            <a:avLst/>
          </a:prstGeom>
        </p:spPr>
      </p:pic>
      <p:sp>
        <p:nvSpPr>
          <p:cNvPr id="7" name="文本框 6"/>
          <p:cNvSpPr txBox="1"/>
          <p:nvPr/>
        </p:nvSpPr>
        <p:spPr>
          <a:xfrm>
            <a:off x="3602355" y="4171950"/>
            <a:ext cx="2934970" cy="645160"/>
          </a:xfrm>
          <a:prstGeom prst="rect">
            <a:avLst/>
          </a:prstGeom>
          <a:noFill/>
        </p:spPr>
        <p:txBody>
          <a:bodyPr wrap="square" rtlCol="0">
            <a:spAutoFit/>
          </a:bodyPr>
          <a:lstStyle/>
          <a:p>
            <a:pPr algn="dist"/>
            <a:r>
              <a:rPr lang="zh-CN" altLang="en-US" sz="3600" dirty="0">
                <a:latin typeface="字魂73号-江南手书" panose="00000500000000000000" charset="-122"/>
                <a:ea typeface="字魂73号-江南手书" panose="00000500000000000000" charset="-122"/>
              </a:rPr>
              <a:t>请添加标题</a:t>
            </a:r>
          </a:p>
        </p:txBody>
      </p:sp>
      <p:sp>
        <p:nvSpPr>
          <p:cNvPr id="8" name="矩形 7"/>
          <p:cNvSpPr/>
          <p:nvPr/>
        </p:nvSpPr>
        <p:spPr>
          <a:xfrm>
            <a:off x="8140850" y="2953994"/>
            <a:ext cx="1285875" cy="1031051"/>
          </a:xfrm>
          <a:prstGeom prst="rect">
            <a:avLst/>
          </a:prstGeom>
          <a:noFill/>
          <a:ln w="15875" cmpd="dbl">
            <a:solidFill>
              <a:srgbClr val="3535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235721" y="3693937"/>
            <a:ext cx="1285875" cy="1031051"/>
          </a:xfrm>
          <a:prstGeom prst="rect">
            <a:avLst/>
          </a:prstGeom>
          <a:noFill/>
          <a:ln w="15875" cmpd="dbl">
            <a:solidFill>
              <a:srgbClr val="3535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0330592" y="4433559"/>
            <a:ext cx="1285875" cy="1031051"/>
          </a:xfrm>
          <a:prstGeom prst="rect">
            <a:avLst/>
          </a:prstGeom>
          <a:noFill/>
          <a:ln w="15875" cmpd="dbl">
            <a:solidFill>
              <a:srgbClr val="3535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225155" y="3239770"/>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
        <p:nvSpPr>
          <p:cNvPr id="12" name="文本框 11"/>
          <p:cNvSpPr txBox="1"/>
          <p:nvPr/>
        </p:nvSpPr>
        <p:spPr>
          <a:xfrm>
            <a:off x="9319895" y="3978910"/>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
        <p:nvSpPr>
          <p:cNvPr id="13" name="文本框 12"/>
          <p:cNvSpPr txBox="1"/>
          <p:nvPr/>
        </p:nvSpPr>
        <p:spPr>
          <a:xfrm>
            <a:off x="10415270" y="4817110"/>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
        <p:nvSpPr>
          <p:cNvPr id="18" name="文本框 17"/>
          <p:cNvSpPr txBox="1"/>
          <p:nvPr/>
        </p:nvSpPr>
        <p:spPr>
          <a:xfrm>
            <a:off x="873125" y="4987290"/>
            <a:ext cx="8362315" cy="700405"/>
          </a:xfrm>
          <a:prstGeom prst="rect">
            <a:avLst/>
          </a:prstGeom>
          <a:noFill/>
        </p:spPr>
        <p:txBody>
          <a:bodyPr vert="horz" wrap="square" rtlCol="0">
            <a:spAutoFit/>
          </a:bodyPr>
          <a:lstStyle/>
          <a:p>
            <a:pPr algn="ctr">
              <a:lnSpc>
                <a:spcPct val="110000"/>
              </a:lnSpc>
            </a:pPr>
            <a:r>
              <a:rPr lang="zh-CN" altLang="en-US" dirty="0">
                <a:latin typeface="字魂36号-正文宋楷" panose="00000500000000000000" charset="-122"/>
                <a:ea typeface="字魂36号-正文宋楷" panose="00000500000000000000" charset="-122"/>
              </a:rPr>
              <a:t>您所需要的文本请添加您所需要的文本请添加您所需要的文本请添加您所需要的文本请添加您所需要的文本请添加您所需要的文本请添加您请添加的文。</a:t>
            </a:r>
          </a:p>
        </p:txBody>
      </p:sp>
    </p:spTree>
  </p:cSld>
  <p:clrMapOvr>
    <a:masterClrMapping/>
  </p:clrMapOvr>
  <mc:AlternateContent xmlns:mc="http://schemas.openxmlformats.org/markup-compatibility/2006" xmlns:p14="http://schemas.microsoft.com/office/powerpoint/2010/main">
    <mc:Choice Requires="p14">
      <p:transition spd="slow" p14:dur="2000" advClick="0" advTm="3000">
        <p14:ferris dir="l"/>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strips(downLeft)">
                                      <p:cBhvr>
                                        <p:cTn id="10" dur="500"/>
                                        <p:tgtEl>
                                          <p:spTgt spid="7"/>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strips(downLeft)">
                                      <p:cBhvr>
                                        <p:cTn id="13" dur="500"/>
                                        <p:tgtEl>
                                          <p:spTgt spid="8"/>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strips(downLeft)">
                                      <p:cBhvr>
                                        <p:cTn id="16" dur="500"/>
                                        <p:tgtEl>
                                          <p:spTgt spid="9"/>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strips(downLeft)">
                                      <p:cBhvr>
                                        <p:cTn id="19" dur="500"/>
                                        <p:tgtEl>
                                          <p:spTgt spid="10"/>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strips(downLeft)">
                                      <p:cBhvr>
                                        <p:cTn id="22" dur="500"/>
                                        <p:tgtEl>
                                          <p:spTgt spid="11"/>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strips(downLeft)">
                                      <p:cBhvr>
                                        <p:cTn id="25" dur="500"/>
                                        <p:tgtEl>
                                          <p:spTgt spid="12"/>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strips(downLeft)">
                                      <p:cBhvr>
                                        <p:cTn id="28" dur="500"/>
                                        <p:tgtEl>
                                          <p:spTgt spid="13"/>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strips(downLeft)">
                                      <p:cBhvr>
                                        <p:cTn id="3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p:bldP spid="12" grpId="0"/>
      <p:bldP spid="13"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a:srcRect/>
          <a:stretch>
            <a:fillRect/>
          </a:stretch>
        </p:blipFill>
        <p:spPr>
          <a:xfrm flipH="1">
            <a:off x="612775" y="2007235"/>
            <a:ext cx="5201285" cy="3651250"/>
          </a:xfrm>
          <a:prstGeom prst="rect">
            <a:avLst/>
          </a:prstGeom>
          <a:ln>
            <a:solidFill>
              <a:schemeClr val="tx1"/>
            </a:solidFill>
          </a:ln>
        </p:spPr>
      </p:pic>
      <p:sp>
        <p:nvSpPr>
          <p:cNvPr id="6" name="矩形 5"/>
          <p:cNvSpPr/>
          <p:nvPr/>
        </p:nvSpPr>
        <p:spPr>
          <a:xfrm>
            <a:off x="6127090" y="2275731"/>
            <a:ext cx="2530584" cy="902970"/>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请替换文本复制您所需要的文本在黏贴选项中替换文本即可请。</a:t>
            </a:r>
          </a:p>
        </p:txBody>
      </p:sp>
      <p:sp>
        <p:nvSpPr>
          <p:cNvPr id="7" name="矩形 6"/>
          <p:cNvSpPr/>
          <p:nvPr/>
        </p:nvSpPr>
        <p:spPr>
          <a:xfrm>
            <a:off x="6127407" y="4836106"/>
            <a:ext cx="2530584" cy="902970"/>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pPr>
            <a:r>
              <a:rPr lang="zh-CN" altLang="en-US" sz="1600" kern="0" dirty="0">
                <a:latin typeface="字魂36号-正文宋楷" panose="00000500000000000000" charset="-122"/>
                <a:ea typeface="字魂36号-正文宋楷" panose="00000500000000000000" charset="-122"/>
              </a:rPr>
              <a:t>请替换文本复制您所需要的文本在黏贴选项中替换文本即可请。</a:t>
            </a:r>
          </a:p>
        </p:txBody>
      </p:sp>
      <p:sp>
        <p:nvSpPr>
          <p:cNvPr id="8" name="矩形 7"/>
          <p:cNvSpPr/>
          <p:nvPr/>
        </p:nvSpPr>
        <p:spPr>
          <a:xfrm>
            <a:off x="8983749" y="2275730"/>
            <a:ext cx="2530584" cy="902970"/>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1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请替换文本复制您所需要的文本在黏贴选项中替换文本即可请。</a:t>
            </a:r>
          </a:p>
        </p:txBody>
      </p:sp>
      <p:sp>
        <p:nvSpPr>
          <p:cNvPr id="9" name="矩形 8"/>
          <p:cNvSpPr/>
          <p:nvPr/>
        </p:nvSpPr>
        <p:spPr>
          <a:xfrm>
            <a:off x="8983749" y="4836106"/>
            <a:ext cx="2530584" cy="902970"/>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1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请替换文本复制您所需要的文本在黏贴选项中替换文本即可请。</a:t>
            </a:r>
          </a:p>
        </p:txBody>
      </p:sp>
      <p:sp>
        <p:nvSpPr>
          <p:cNvPr id="10" name="文本框 9"/>
          <p:cNvSpPr txBox="1"/>
          <p:nvPr/>
        </p:nvSpPr>
        <p:spPr>
          <a:xfrm>
            <a:off x="1196975" y="569595"/>
            <a:ext cx="2581275" cy="645160"/>
          </a:xfrm>
          <a:prstGeom prst="rect">
            <a:avLst/>
          </a:prstGeom>
          <a:noFill/>
        </p:spPr>
        <p:txBody>
          <a:bodyPr wrap="square" rtlCol="0">
            <a:spAutoFit/>
          </a:bodyPr>
          <a:lstStyle/>
          <a:p>
            <a:pPr algn="dist"/>
            <a:r>
              <a:rPr lang="zh-CN" altLang="en-US" sz="3600" b="1" dirty="0">
                <a:latin typeface="字魂73号-江南手书" panose="00000500000000000000" charset="-122"/>
                <a:ea typeface="字魂73号-江南手书" panose="00000500000000000000" charset="-122"/>
              </a:rPr>
              <a:t>请添加标题</a:t>
            </a:r>
          </a:p>
        </p:txBody>
      </p:sp>
      <p:grpSp>
        <p:nvGrpSpPr>
          <p:cNvPr id="11" name="组合 10"/>
          <p:cNvGrpSpPr/>
          <p:nvPr/>
        </p:nvGrpSpPr>
        <p:grpSpPr>
          <a:xfrm>
            <a:off x="7878445" y="3746500"/>
            <a:ext cx="1761490" cy="161290"/>
            <a:chOff x="11764" y="5398"/>
            <a:chExt cx="3154" cy="393"/>
          </a:xfrm>
        </p:grpSpPr>
        <p:sp>
          <p:nvSpPr>
            <p:cNvPr id="3" name="流程图: 决策 2"/>
            <p:cNvSpPr/>
            <p:nvPr/>
          </p:nvSpPr>
          <p:spPr>
            <a:xfrm>
              <a:off x="11764" y="5401"/>
              <a:ext cx="405" cy="387"/>
            </a:xfrm>
            <a:prstGeom prst="flowChartDecision">
              <a:avLst/>
            </a:prstGeom>
            <a:solidFill>
              <a:schemeClr val="tx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流程图: 决策 3"/>
            <p:cNvSpPr/>
            <p:nvPr/>
          </p:nvSpPr>
          <p:spPr>
            <a:xfrm>
              <a:off x="12349" y="5401"/>
              <a:ext cx="630" cy="390"/>
            </a:xfrm>
            <a:prstGeom prst="flowChartDecisi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流程图: 决策 4"/>
            <p:cNvSpPr/>
            <p:nvPr/>
          </p:nvSpPr>
          <p:spPr>
            <a:xfrm>
              <a:off x="13159" y="5401"/>
              <a:ext cx="405" cy="387"/>
            </a:xfrm>
            <a:prstGeom prst="flowChartDecision">
              <a:avLst/>
            </a:prstGeom>
            <a:solidFill>
              <a:schemeClr val="tx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决策 11"/>
            <p:cNvSpPr/>
            <p:nvPr/>
          </p:nvSpPr>
          <p:spPr>
            <a:xfrm>
              <a:off x="13744" y="5398"/>
              <a:ext cx="630" cy="390"/>
            </a:xfrm>
            <a:prstGeom prst="flowChartDecisi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3" name="流程图: 决策 12"/>
            <p:cNvSpPr/>
            <p:nvPr/>
          </p:nvSpPr>
          <p:spPr>
            <a:xfrm>
              <a:off x="14514" y="5398"/>
              <a:ext cx="405" cy="387"/>
            </a:xfrm>
            <a:prstGeom prst="flowChartDecision">
              <a:avLst/>
            </a:prstGeom>
            <a:solidFill>
              <a:schemeClr val="tx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V="1">
            <a:off x="87414" y="708387"/>
            <a:ext cx="1149535" cy="305010"/>
          </a:xfrm>
          <a:prstGeom prst="rect">
            <a:avLst/>
          </a:prstGeom>
        </p:spPr>
      </p:pic>
      <p:sp>
        <p:nvSpPr>
          <p:cNvPr id="16" name="文本框 15"/>
          <p:cNvSpPr txBox="1"/>
          <p:nvPr/>
        </p:nvSpPr>
        <p:spPr>
          <a:xfrm>
            <a:off x="6963410" y="1815465"/>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
        <p:nvSpPr>
          <p:cNvPr id="17" name="文本框 16"/>
          <p:cNvSpPr txBox="1"/>
          <p:nvPr/>
        </p:nvSpPr>
        <p:spPr>
          <a:xfrm>
            <a:off x="9690735" y="1815465"/>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
        <p:nvSpPr>
          <p:cNvPr id="18" name="文本框 17"/>
          <p:cNvSpPr txBox="1"/>
          <p:nvPr/>
        </p:nvSpPr>
        <p:spPr>
          <a:xfrm>
            <a:off x="6833870" y="4375785"/>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
        <p:nvSpPr>
          <p:cNvPr id="19" name="文本框 18"/>
          <p:cNvSpPr txBox="1"/>
          <p:nvPr/>
        </p:nvSpPr>
        <p:spPr>
          <a:xfrm>
            <a:off x="9809480" y="4375785"/>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Tree>
  </p:cSld>
  <p:clrMapOvr>
    <a:masterClrMapping/>
  </p:clrMapOvr>
  <mc:AlternateContent xmlns:mc="http://schemas.openxmlformats.org/markup-compatibility/2006" xmlns:p14="http://schemas.microsoft.com/office/powerpoint/2010/main">
    <mc:Choice Requires="p14">
      <p:transition spd="slow" p14:dur="1600" advClick="0" advTm="3000">
        <p14:conveyor dir="l"/>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500"/>
                                        <p:tgtEl>
                                          <p:spTgt spid="6"/>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heckerboard(across)">
                                      <p:cBhvr>
                                        <p:cTn id="13" dur="500"/>
                                        <p:tgtEl>
                                          <p:spTgt spid="7"/>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heckerboard(across)">
                                      <p:cBhvr>
                                        <p:cTn id="16" dur="500"/>
                                        <p:tgtEl>
                                          <p:spTgt spid="8"/>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checkerboard(across)">
                                      <p:cBhvr>
                                        <p:cTn id="19" dur="500"/>
                                        <p:tgtEl>
                                          <p:spTgt spid="9"/>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checkerboard(across)">
                                      <p:cBhvr>
                                        <p:cTn id="22" dur="500"/>
                                        <p:tgtEl>
                                          <p:spTgt spid="10"/>
                                        </p:tgtEl>
                                      </p:cBhvr>
                                    </p:animEffect>
                                  </p:childTnLst>
                                </p:cTn>
                              </p:par>
                              <p:par>
                                <p:cTn id="23" presetID="5" presetClass="entr" presetSubtype="1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checkerboard(across)">
                                      <p:cBhvr>
                                        <p:cTn id="25" dur="500"/>
                                        <p:tgtEl>
                                          <p:spTgt spid="11"/>
                                        </p:tgtEl>
                                      </p:cBhvr>
                                    </p:animEffect>
                                  </p:childTnLst>
                                </p:cTn>
                              </p:par>
                              <p:par>
                                <p:cTn id="26" presetID="5" presetClass="entr" presetSubtype="1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checkerboard(across)">
                                      <p:cBhvr>
                                        <p:cTn id="28" dur="500"/>
                                        <p:tgtEl>
                                          <p:spTgt spid="14"/>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checkerboard(across)">
                                      <p:cBhvr>
                                        <p:cTn id="31" dur="500"/>
                                        <p:tgtEl>
                                          <p:spTgt spid="16"/>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checkerboard(across)">
                                      <p:cBhvr>
                                        <p:cTn id="34" dur="500"/>
                                        <p:tgtEl>
                                          <p:spTgt spid="17"/>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checkerboard(across)">
                                      <p:cBhvr>
                                        <p:cTn id="37" dur="500"/>
                                        <p:tgtEl>
                                          <p:spTgt spid="18"/>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checkerboard(across)">
                                      <p:cBhvr>
                                        <p:cTn id="4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6" grpId="0"/>
      <p:bldP spid="17" grpId="0"/>
      <p:bldP spid="18"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8177777" cy="5320635"/>
          </a:xfrm>
          <a:prstGeom prst="rect">
            <a:avLst/>
          </a:prstGeom>
        </p:spPr>
      </p:pic>
      <p:sp>
        <p:nvSpPr>
          <p:cNvPr id="3" name="矩形 2"/>
          <p:cNvSpPr/>
          <p:nvPr/>
        </p:nvSpPr>
        <p:spPr>
          <a:xfrm>
            <a:off x="5513045" y="2926606"/>
            <a:ext cx="2530584" cy="902970"/>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请替换文本复制您所需要的文本在黏贴选项中选择只保留文。</a:t>
            </a:r>
          </a:p>
        </p:txBody>
      </p:sp>
      <p:sp>
        <p:nvSpPr>
          <p:cNvPr id="8" name="文本框 7"/>
          <p:cNvSpPr txBox="1"/>
          <p:nvPr/>
        </p:nvSpPr>
        <p:spPr>
          <a:xfrm>
            <a:off x="8177530" y="1630045"/>
            <a:ext cx="2713990" cy="645160"/>
          </a:xfrm>
          <a:prstGeom prst="rect">
            <a:avLst/>
          </a:prstGeom>
          <a:noFill/>
        </p:spPr>
        <p:txBody>
          <a:bodyPr wrap="square" rtlCol="0">
            <a:spAutoFit/>
          </a:bodyPr>
          <a:lstStyle/>
          <a:p>
            <a:pPr algn="dist"/>
            <a:r>
              <a:rPr lang="zh-CN" altLang="en-US" sz="3600" dirty="0">
                <a:latin typeface="字魂73号-江南手书" panose="00000500000000000000" charset="-122"/>
                <a:ea typeface="字魂73号-江南手书" panose="00000500000000000000" charset="-122"/>
              </a:rPr>
              <a:t>请添加标题</a:t>
            </a:r>
          </a:p>
        </p:txBody>
      </p:sp>
      <p:sp>
        <p:nvSpPr>
          <p:cNvPr id="12" name="椭圆 11"/>
          <p:cNvSpPr/>
          <p:nvPr/>
        </p:nvSpPr>
        <p:spPr>
          <a:xfrm>
            <a:off x="5006842" y="3248025"/>
            <a:ext cx="385762" cy="3619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字魂73号-江南手书" panose="00000500000000000000" charset="-122"/>
                <a:ea typeface="字魂73号-江南手书" panose="00000500000000000000" charset="-122"/>
              </a:rPr>
              <a:t>1</a:t>
            </a:r>
          </a:p>
        </p:txBody>
      </p:sp>
      <p:sp>
        <p:nvSpPr>
          <p:cNvPr id="13" name="椭圆 12"/>
          <p:cNvSpPr/>
          <p:nvPr/>
        </p:nvSpPr>
        <p:spPr>
          <a:xfrm>
            <a:off x="5001733" y="5020255"/>
            <a:ext cx="385762" cy="3619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800" b="1" dirty="0">
                <a:latin typeface="字魂73号-江南手书" panose="00000500000000000000" charset="-122"/>
                <a:ea typeface="字魂73号-江南手书" panose="00000500000000000000" charset="-122"/>
                <a:sym typeface="+mn-ea"/>
              </a:rPr>
              <a:t>2</a:t>
            </a:r>
          </a:p>
        </p:txBody>
      </p:sp>
      <p:sp>
        <p:nvSpPr>
          <p:cNvPr id="16" name="椭圆 15"/>
          <p:cNvSpPr/>
          <p:nvPr/>
        </p:nvSpPr>
        <p:spPr>
          <a:xfrm>
            <a:off x="8303327" y="3248025"/>
            <a:ext cx="385762" cy="3619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800" b="1" dirty="0">
                <a:latin typeface="字魂73号-江南手书" panose="00000500000000000000" charset="-122"/>
                <a:ea typeface="字魂73号-江南手书" panose="00000500000000000000" charset="-122"/>
                <a:sym typeface="+mn-ea"/>
              </a:rPr>
              <a:t>3</a:t>
            </a:r>
          </a:p>
        </p:txBody>
      </p:sp>
      <p:sp>
        <p:nvSpPr>
          <p:cNvPr id="17" name="椭圆 16"/>
          <p:cNvSpPr/>
          <p:nvPr/>
        </p:nvSpPr>
        <p:spPr>
          <a:xfrm>
            <a:off x="8298218" y="5020255"/>
            <a:ext cx="385762" cy="3619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800" b="1" dirty="0">
                <a:latin typeface="字魂73号-江南手书" panose="00000500000000000000" charset="-122"/>
                <a:ea typeface="字魂73号-江南手书" panose="00000500000000000000" charset="-122"/>
                <a:sym typeface="+mn-ea"/>
              </a:rPr>
              <a:t>4</a:t>
            </a:r>
          </a:p>
        </p:txBody>
      </p:sp>
      <p:sp>
        <p:nvSpPr>
          <p:cNvPr id="4" name="矩形 3"/>
          <p:cNvSpPr/>
          <p:nvPr/>
        </p:nvSpPr>
        <p:spPr>
          <a:xfrm>
            <a:off x="5513045" y="4698891"/>
            <a:ext cx="2530584" cy="902970"/>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请替换文本复制您所需要的文本在黏贴选项中选择只保留文。</a:t>
            </a:r>
          </a:p>
        </p:txBody>
      </p:sp>
      <p:sp>
        <p:nvSpPr>
          <p:cNvPr id="6" name="矩形 5"/>
          <p:cNvSpPr/>
          <p:nvPr/>
        </p:nvSpPr>
        <p:spPr>
          <a:xfrm>
            <a:off x="8896960" y="2926606"/>
            <a:ext cx="2530584" cy="902970"/>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请替换文本复制您所需要的文本在黏贴选项中选择只保留文。</a:t>
            </a:r>
          </a:p>
        </p:txBody>
      </p:sp>
      <p:sp>
        <p:nvSpPr>
          <p:cNvPr id="7" name="矩形 6"/>
          <p:cNvSpPr/>
          <p:nvPr/>
        </p:nvSpPr>
        <p:spPr>
          <a:xfrm>
            <a:off x="8985225" y="4698891"/>
            <a:ext cx="2530584" cy="902970"/>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请替换文本复制您所需要的文本在黏贴选项中选择只保留文。</a:t>
            </a:r>
          </a:p>
        </p:txBody>
      </p:sp>
    </p:spTree>
  </p:cSld>
  <p:clrMapOvr>
    <a:masterClrMapping/>
  </p:clrMapOvr>
  <mc:AlternateContent xmlns:mc="http://schemas.openxmlformats.org/markup-compatibility/2006" xmlns:p14="http://schemas.microsoft.com/office/powerpoint/2010/main">
    <mc:Choice Requires="p14">
      <p:transition spd="slow" p14:dur="2000" advClick="0" advTm="3000">
        <p14:ferris dir="l"/>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strVal val="#ppt_w*0.70"/>
                                          </p:val>
                                        </p:tav>
                                        <p:tav tm="100000">
                                          <p:val>
                                            <p:strVal val="#ppt_w"/>
                                          </p:val>
                                        </p:tav>
                                      </p:tavLst>
                                    </p:anim>
                                    <p:anim calcmode="lin" valueType="num">
                                      <p:cBhvr>
                                        <p:cTn id="13" dur="1000" fill="hold"/>
                                        <p:tgtEl>
                                          <p:spTgt spid="3"/>
                                        </p:tgtEl>
                                        <p:attrNameLst>
                                          <p:attrName>ppt_h</p:attrName>
                                        </p:attrNameLst>
                                      </p:cBhvr>
                                      <p:tavLst>
                                        <p:tav tm="0">
                                          <p:val>
                                            <p:strVal val="#ppt_h"/>
                                          </p:val>
                                        </p:tav>
                                        <p:tav tm="100000">
                                          <p:val>
                                            <p:strVal val="#ppt_h"/>
                                          </p:val>
                                        </p:tav>
                                      </p:tavLst>
                                    </p:anim>
                                    <p:animEffect transition="in" filter="fade">
                                      <p:cBhvr>
                                        <p:cTn id="14" dur="1000"/>
                                        <p:tgtEl>
                                          <p:spTgt spid="3"/>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1000" fill="hold"/>
                                        <p:tgtEl>
                                          <p:spTgt spid="8"/>
                                        </p:tgtEl>
                                        <p:attrNameLst>
                                          <p:attrName>ppt_w</p:attrName>
                                        </p:attrNameLst>
                                      </p:cBhvr>
                                      <p:tavLst>
                                        <p:tav tm="0">
                                          <p:val>
                                            <p:strVal val="#ppt_w*0.70"/>
                                          </p:val>
                                        </p:tav>
                                        <p:tav tm="100000">
                                          <p:val>
                                            <p:strVal val="#ppt_w"/>
                                          </p:val>
                                        </p:tav>
                                      </p:tavLst>
                                    </p:anim>
                                    <p:anim calcmode="lin" valueType="num">
                                      <p:cBhvr>
                                        <p:cTn id="18" dur="1000" fill="hold"/>
                                        <p:tgtEl>
                                          <p:spTgt spid="8"/>
                                        </p:tgtEl>
                                        <p:attrNameLst>
                                          <p:attrName>ppt_h</p:attrName>
                                        </p:attrNameLst>
                                      </p:cBhvr>
                                      <p:tavLst>
                                        <p:tav tm="0">
                                          <p:val>
                                            <p:strVal val="#ppt_h"/>
                                          </p:val>
                                        </p:tav>
                                        <p:tav tm="100000">
                                          <p:val>
                                            <p:strVal val="#ppt_h"/>
                                          </p:val>
                                        </p:tav>
                                      </p:tavLst>
                                    </p:anim>
                                    <p:animEffect transition="in" filter="fade">
                                      <p:cBhvr>
                                        <p:cTn id="19" dur="1000"/>
                                        <p:tgtEl>
                                          <p:spTgt spid="8"/>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1000" fill="hold"/>
                                        <p:tgtEl>
                                          <p:spTgt spid="12"/>
                                        </p:tgtEl>
                                        <p:attrNameLst>
                                          <p:attrName>ppt_w</p:attrName>
                                        </p:attrNameLst>
                                      </p:cBhvr>
                                      <p:tavLst>
                                        <p:tav tm="0">
                                          <p:val>
                                            <p:strVal val="#ppt_w*0.70"/>
                                          </p:val>
                                        </p:tav>
                                        <p:tav tm="100000">
                                          <p:val>
                                            <p:strVal val="#ppt_w"/>
                                          </p:val>
                                        </p:tav>
                                      </p:tavLst>
                                    </p:anim>
                                    <p:anim calcmode="lin" valueType="num">
                                      <p:cBhvr>
                                        <p:cTn id="23" dur="1000" fill="hold"/>
                                        <p:tgtEl>
                                          <p:spTgt spid="12"/>
                                        </p:tgtEl>
                                        <p:attrNameLst>
                                          <p:attrName>ppt_h</p:attrName>
                                        </p:attrNameLst>
                                      </p:cBhvr>
                                      <p:tavLst>
                                        <p:tav tm="0">
                                          <p:val>
                                            <p:strVal val="#ppt_h"/>
                                          </p:val>
                                        </p:tav>
                                        <p:tav tm="100000">
                                          <p:val>
                                            <p:strVal val="#ppt_h"/>
                                          </p:val>
                                        </p:tav>
                                      </p:tavLst>
                                    </p:anim>
                                    <p:animEffect transition="in" filter="fade">
                                      <p:cBhvr>
                                        <p:cTn id="24" dur="1000"/>
                                        <p:tgtEl>
                                          <p:spTgt spid="12"/>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1000" fill="hold"/>
                                        <p:tgtEl>
                                          <p:spTgt spid="13"/>
                                        </p:tgtEl>
                                        <p:attrNameLst>
                                          <p:attrName>ppt_w</p:attrName>
                                        </p:attrNameLst>
                                      </p:cBhvr>
                                      <p:tavLst>
                                        <p:tav tm="0">
                                          <p:val>
                                            <p:strVal val="#ppt_w*0.70"/>
                                          </p:val>
                                        </p:tav>
                                        <p:tav tm="100000">
                                          <p:val>
                                            <p:strVal val="#ppt_w"/>
                                          </p:val>
                                        </p:tav>
                                      </p:tavLst>
                                    </p:anim>
                                    <p:anim calcmode="lin" valueType="num">
                                      <p:cBhvr>
                                        <p:cTn id="28" dur="1000" fill="hold"/>
                                        <p:tgtEl>
                                          <p:spTgt spid="13"/>
                                        </p:tgtEl>
                                        <p:attrNameLst>
                                          <p:attrName>ppt_h</p:attrName>
                                        </p:attrNameLst>
                                      </p:cBhvr>
                                      <p:tavLst>
                                        <p:tav tm="0">
                                          <p:val>
                                            <p:strVal val="#ppt_h"/>
                                          </p:val>
                                        </p:tav>
                                        <p:tav tm="100000">
                                          <p:val>
                                            <p:strVal val="#ppt_h"/>
                                          </p:val>
                                        </p:tav>
                                      </p:tavLst>
                                    </p:anim>
                                    <p:animEffect transition="in" filter="fade">
                                      <p:cBhvr>
                                        <p:cTn id="29" dur="1000"/>
                                        <p:tgtEl>
                                          <p:spTgt spid="13"/>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p:cTn id="32" dur="1000" fill="hold"/>
                                        <p:tgtEl>
                                          <p:spTgt spid="16"/>
                                        </p:tgtEl>
                                        <p:attrNameLst>
                                          <p:attrName>ppt_w</p:attrName>
                                        </p:attrNameLst>
                                      </p:cBhvr>
                                      <p:tavLst>
                                        <p:tav tm="0">
                                          <p:val>
                                            <p:strVal val="#ppt_w*0.70"/>
                                          </p:val>
                                        </p:tav>
                                        <p:tav tm="100000">
                                          <p:val>
                                            <p:strVal val="#ppt_w"/>
                                          </p:val>
                                        </p:tav>
                                      </p:tavLst>
                                    </p:anim>
                                    <p:anim calcmode="lin" valueType="num">
                                      <p:cBhvr>
                                        <p:cTn id="33" dur="1000" fill="hold"/>
                                        <p:tgtEl>
                                          <p:spTgt spid="16"/>
                                        </p:tgtEl>
                                        <p:attrNameLst>
                                          <p:attrName>ppt_h</p:attrName>
                                        </p:attrNameLst>
                                      </p:cBhvr>
                                      <p:tavLst>
                                        <p:tav tm="0">
                                          <p:val>
                                            <p:strVal val="#ppt_h"/>
                                          </p:val>
                                        </p:tav>
                                        <p:tav tm="100000">
                                          <p:val>
                                            <p:strVal val="#ppt_h"/>
                                          </p:val>
                                        </p:tav>
                                      </p:tavLst>
                                    </p:anim>
                                    <p:animEffect transition="in" filter="fade">
                                      <p:cBhvr>
                                        <p:cTn id="34" dur="1000"/>
                                        <p:tgtEl>
                                          <p:spTgt spid="16"/>
                                        </p:tgtEl>
                                      </p:cBhvr>
                                    </p:animEffect>
                                  </p:childTnLst>
                                </p:cTn>
                              </p:par>
                              <p:par>
                                <p:cTn id="35" presetID="55"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1000" fill="hold"/>
                                        <p:tgtEl>
                                          <p:spTgt spid="17"/>
                                        </p:tgtEl>
                                        <p:attrNameLst>
                                          <p:attrName>ppt_w</p:attrName>
                                        </p:attrNameLst>
                                      </p:cBhvr>
                                      <p:tavLst>
                                        <p:tav tm="0">
                                          <p:val>
                                            <p:strVal val="#ppt_w*0.70"/>
                                          </p:val>
                                        </p:tav>
                                        <p:tav tm="100000">
                                          <p:val>
                                            <p:strVal val="#ppt_w"/>
                                          </p:val>
                                        </p:tav>
                                      </p:tavLst>
                                    </p:anim>
                                    <p:anim calcmode="lin" valueType="num">
                                      <p:cBhvr>
                                        <p:cTn id="38" dur="1000" fill="hold"/>
                                        <p:tgtEl>
                                          <p:spTgt spid="17"/>
                                        </p:tgtEl>
                                        <p:attrNameLst>
                                          <p:attrName>ppt_h</p:attrName>
                                        </p:attrNameLst>
                                      </p:cBhvr>
                                      <p:tavLst>
                                        <p:tav tm="0">
                                          <p:val>
                                            <p:strVal val="#ppt_h"/>
                                          </p:val>
                                        </p:tav>
                                        <p:tav tm="100000">
                                          <p:val>
                                            <p:strVal val="#ppt_h"/>
                                          </p:val>
                                        </p:tav>
                                      </p:tavLst>
                                    </p:anim>
                                    <p:animEffect transition="in" filter="fade">
                                      <p:cBhvr>
                                        <p:cTn id="39" dur="1000"/>
                                        <p:tgtEl>
                                          <p:spTgt spid="17"/>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p:cTn id="42" dur="1000" fill="hold"/>
                                        <p:tgtEl>
                                          <p:spTgt spid="4"/>
                                        </p:tgtEl>
                                        <p:attrNameLst>
                                          <p:attrName>ppt_w</p:attrName>
                                        </p:attrNameLst>
                                      </p:cBhvr>
                                      <p:tavLst>
                                        <p:tav tm="0">
                                          <p:val>
                                            <p:strVal val="#ppt_w*0.70"/>
                                          </p:val>
                                        </p:tav>
                                        <p:tav tm="100000">
                                          <p:val>
                                            <p:strVal val="#ppt_w"/>
                                          </p:val>
                                        </p:tav>
                                      </p:tavLst>
                                    </p:anim>
                                    <p:anim calcmode="lin" valueType="num">
                                      <p:cBhvr>
                                        <p:cTn id="43" dur="1000" fill="hold"/>
                                        <p:tgtEl>
                                          <p:spTgt spid="4"/>
                                        </p:tgtEl>
                                        <p:attrNameLst>
                                          <p:attrName>ppt_h</p:attrName>
                                        </p:attrNameLst>
                                      </p:cBhvr>
                                      <p:tavLst>
                                        <p:tav tm="0">
                                          <p:val>
                                            <p:strVal val="#ppt_h"/>
                                          </p:val>
                                        </p:tav>
                                        <p:tav tm="100000">
                                          <p:val>
                                            <p:strVal val="#ppt_h"/>
                                          </p:val>
                                        </p:tav>
                                      </p:tavLst>
                                    </p:anim>
                                    <p:animEffect transition="in" filter="fade">
                                      <p:cBhvr>
                                        <p:cTn id="44" dur="1000"/>
                                        <p:tgtEl>
                                          <p:spTgt spid="4"/>
                                        </p:tgtEl>
                                      </p:cBhvr>
                                    </p:animEffect>
                                  </p:childTnLst>
                                </p:cTn>
                              </p:par>
                              <p:par>
                                <p:cTn id="45" presetID="55"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p:cTn id="47" dur="1000" fill="hold"/>
                                        <p:tgtEl>
                                          <p:spTgt spid="6"/>
                                        </p:tgtEl>
                                        <p:attrNameLst>
                                          <p:attrName>ppt_w</p:attrName>
                                        </p:attrNameLst>
                                      </p:cBhvr>
                                      <p:tavLst>
                                        <p:tav tm="0">
                                          <p:val>
                                            <p:strVal val="#ppt_w*0.70"/>
                                          </p:val>
                                        </p:tav>
                                        <p:tav tm="100000">
                                          <p:val>
                                            <p:strVal val="#ppt_w"/>
                                          </p:val>
                                        </p:tav>
                                      </p:tavLst>
                                    </p:anim>
                                    <p:anim calcmode="lin" valueType="num">
                                      <p:cBhvr>
                                        <p:cTn id="48" dur="1000" fill="hold"/>
                                        <p:tgtEl>
                                          <p:spTgt spid="6"/>
                                        </p:tgtEl>
                                        <p:attrNameLst>
                                          <p:attrName>ppt_h</p:attrName>
                                        </p:attrNameLst>
                                      </p:cBhvr>
                                      <p:tavLst>
                                        <p:tav tm="0">
                                          <p:val>
                                            <p:strVal val="#ppt_h"/>
                                          </p:val>
                                        </p:tav>
                                        <p:tav tm="100000">
                                          <p:val>
                                            <p:strVal val="#ppt_h"/>
                                          </p:val>
                                        </p:tav>
                                      </p:tavLst>
                                    </p:anim>
                                    <p:animEffect transition="in" filter="fade">
                                      <p:cBhvr>
                                        <p:cTn id="49" dur="1000"/>
                                        <p:tgtEl>
                                          <p:spTgt spid="6"/>
                                        </p:tgtEl>
                                      </p:cBhvr>
                                    </p:animEffect>
                                  </p:childTnLst>
                                </p:cTn>
                              </p:par>
                              <p:par>
                                <p:cTn id="50" presetID="55" presetClass="entr" presetSubtype="0" fill="hold" grpId="0" nodeType="withEffect">
                                  <p:stCondLst>
                                    <p:cond delay="0"/>
                                  </p:stCondLst>
                                  <p:childTnLst>
                                    <p:set>
                                      <p:cBhvr>
                                        <p:cTn id="51" dur="1" fill="hold">
                                          <p:stCondLst>
                                            <p:cond delay="0"/>
                                          </p:stCondLst>
                                        </p:cTn>
                                        <p:tgtEl>
                                          <p:spTgt spid="7"/>
                                        </p:tgtEl>
                                        <p:attrNameLst>
                                          <p:attrName>style.visibility</p:attrName>
                                        </p:attrNameLst>
                                      </p:cBhvr>
                                      <p:to>
                                        <p:strVal val="visible"/>
                                      </p:to>
                                    </p:set>
                                    <p:anim calcmode="lin" valueType="num">
                                      <p:cBhvr>
                                        <p:cTn id="52" dur="1000" fill="hold"/>
                                        <p:tgtEl>
                                          <p:spTgt spid="7"/>
                                        </p:tgtEl>
                                        <p:attrNameLst>
                                          <p:attrName>ppt_w</p:attrName>
                                        </p:attrNameLst>
                                      </p:cBhvr>
                                      <p:tavLst>
                                        <p:tav tm="0">
                                          <p:val>
                                            <p:strVal val="#ppt_w*0.70"/>
                                          </p:val>
                                        </p:tav>
                                        <p:tav tm="100000">
                                          <p:val>
                                            <p:strVal val="#ppt_w"/>
                                          </p:val>
                                        </p:tav>
                                      </p:tavLst>
                                    </p:anim>
                                    <p:anim calcmode="lin" valueType="num">
                                      <p:cBhvr>
                                        <p:cTn id="53" dur="1000" fill="hold"/>
                                        <p:tgtEl>
                                          <p:spTgt spid="7"/>
                                        </p:tgtEl>
                                        <p:attrNameLst>
                                          <p:attrName>ppt_h</p:attrName>
                                        </p:attrNameLst>
                                      </p:cBhvr>
                                      <p:tavLst>
                                        <p:tav tm="0">
                                          <p:val>
                                            <p:strVal val="#ppt_h"/>
                                          </p:val>
                                        </p:tav>
                                        <p:tav tm="100000">
                                          <p:val>
                                            <p:strVal val="#ppt_h"/>
                                          </p:val>
                                        </p:tav>
                                      </p:tavLst>
                                    </p:anim>
                                    <p:animEffect transition="in" filter="fade">
                                      <p:cBhvr>
                                        <p:cTn id="5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2" grpId="0" animBg="1"/>
      <p:bldP spid="13" grpId="0" animBg="1"/>
      <p:bldP spid="16" grpId="0" animBg="1"/>
      <p:bldP spid="17" grpId="0" animBg="1"/>
      <p:bldP spid="4" grpId="0"/>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68163"/>
            <a:ext cx="4533900" cy="2699087"/>
          </a:xfrm>
          <a:prstGeom prst="rect">
            <a:avLst/>
          </a:prstGeom>
          <a:effectLst>
            <a:reflection blurRad="6350" stA="50000" endA="300" endPos="38500" dist="50800" dir="5400000" sy="-100000" algn="bl" rotWithShape="0"/>
          </a:effectLst>
        </p:spPr>
      </p:pic>
      <p:sp>
        <p:nvSpPr>
          <p:cNvPr id="10" name="矩形 9"/>
          <p:cNvSpPr/>
          <p:nvPr/>
        </p:nvSpPr>
        <p:spPr>
          <a:xfrm>
            <a:off x="4533900" y="2967990"/>
            <a:ext cx="1352550" cy="45719"/>
          </a:xfrm>
          <a:prstGeom prst="rect">
            <a:avLst/>
          </a:prstGeom>
          <a:solidFill>
            <a:srgbClr val="4847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V="1">
            <a:off x="10602379" y="2890882"/>
            <a:ext cx="1149535" cy="305010"/>
          </a:xfrm>
          <a:prstGeom prst="rect">
            <a:avLst/>
          </a:prstGeom>
        </p:spPr>
      </p:pic>
      <p:cxnSp>
        <p:nvCxnSpPr>
          <p:cNvPr id="16" name="直接连接符 15"/>
          <p:cNvCxnSpPr/>
          <p:nvPr/>
        </p:nvCxnSpPr>
        <p:spPr>
          <a:xfrm>
            <a:off x="466725" y="238125"/>
            <a:ext cx="11285189"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1475" y="6562725"/>
            <a:ext cx="11285189"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rotWithShape="1">
          <a:blip r:embed="rId5"/>
          <a:srcRect/>
          <a:stretch>
            <a:fillRect/>
          </a:stretch>
        </p:blipFill>
        <p:spPr>
          <a:xfrm>
            <a:off x="1884044" y="4279582"/>
            <a:ext cx="921837" cy="955358"/>
          </a:xfrm>
          <a:prstGeom prst="rect">
            <a:avLst/>
          </a:prstGeom>
        </p:spPr>
      </p:pic>
      <p:sp>
        <p:nvSpPr>
          <p:cNvPr id="3" name="文本框 7"/>
          <p:cNvSpPr txBox="1"/>
          <p:nvPr/>
        </p:nvSpPr>
        <p:spPr>
          <a:xfrm>
            <a:off x="5885815" y="2494280"/>
            <a:ext cx="4716780" cy="829945"/>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4800" kern="100" dirty="0">
                <a:latin typeface="字魂73号-江南手书" panose="00000500000000000000" charset="-122"/>
                <a:ea typeface="字魂73号-江南手书" panose="00000500000000000000" charset="-122"/>
                <a:cs typeface="方正苏新诗柳楷简体-yolan" panose="02000000000000000000" pitchFamily="2" charset="-122"/>
              </a:rPr>
              <a:t>添加第二章标题</a:t>
            </a:r>
          </a:p>
        </p:txBody>
      </p:sp>
      <p:sp>
        <p:nvSpPr>
          <p:cNvPr id="18" name="文本框 17"/>
          <p:cNvSpPr txBox="1"/>
          <p:nvPr/>
        </p:nvSpPr>
        <p:spPr>
          <a:xfrm>
            <a:off x="4794250" y="3608070"/>
            <a:ext cx="6671945" cy="583565"/>
          </a:xfrm>
          <a:prstGeom prst="rect">
            <a:avLst/>
          </a:prstGeom>
          <a:noFill/>
        </p:spPr>
        <p:txBody>
          <a:bodyPr vert="horz" wrap="square" rtlCol="0">
            <a:spAutoFit/>
          </a:bodyPr>
          <a:lstStyle/>
          <a:p>
            <a:pPr algn="ctr">
              <a:lnSpc>
                <a:spcPct val="100000"/>
              </a:lnSpc>
            </a:pPr>
            <a:r>
              <a:rPr lang="zh-CN" altLang="en-US" sz="1600" dirty="0">
                <a:latin typeface="字魂36号-正文宋楷" panose="00000500000000000000" charset="-122"/>
                <a:ea typeface="字魂36号-正文宋楷" panose="00000500000000000000" charset="-122"/>
              </a:rPr>
              <a:t>您所需要的文本请添加您所需要的文本请添加您所需要的文本请添加您所需要的文本请添加您所需要的文本请添加您所需要。</a:t>
            </a:r>
          </a:p>
        </p:txBody>
      </p:sp>
    </p:spTree>
  </p:cSld>
  <p:clrMapOvr>
    <a:masterClrMapping/>
  </p:clrMapOvr>
  <mc:AlternateContent xmlns:mc="http://schemas.openxmlformats.org/markup-compatibility/2006" xmlns:p14="http://schemas.microsoft.com/office/powerpoint/2010/main">
    <mc:Choice Requires="p14">
      <p:transition spd="slow" p14:dur="1250" advClick="0" advTm="3000">
        <p14:flip dir="r"/>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randombar(horizontal)">
                                      <p:cBhvr>
                                        <p:cTn id="10" dur="500"/>
                                        <p:tgtEl>
                                          <p:spTgt spid="10"/>
                                        </p:tgtEl>
                                      </p:cBhvr>
                                    </p:animEffect>
                                  </p:childTnLst>
                                </p:cTn>
                              </p:par>
                              <p:par>
                                <p:cTn id="11" presetID="14" presetClass="entr" presetSubtype="1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randombar(horizontal)">
                                      <p:cBhvr>
                                        <p:cTn id="13" dur="500"/>
                                        <p:tgtEl>
                                          <p:spTgt spid="12"/>
                                        </p:tgtEl>
                                      </p:cBhvr>
                                    </p:animEffect>
                                  </p:childTnLst>
                                </p:cTn>
                              </p:par>
                              <p:par>
                                <p:cTn id="14" presetID="14" presetClass="entr" presetSubtype="1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randombar(horizontal)">
                                      <p:cBhvr>
                                        <p:cTn id="16" dur="500"/>
                                        <p:tgtEl>
                                          <p:spTgt spid="16"/>
                                        </p:tgtEl>
                                      </p:cBhvr>
                                    </p:animEffect>
                                  </p:childTnLst>
                                </p:cTn>
                              </p:par>
                              <p:par>
                                <p:cTn id="17" presetID="14" presetClass="entr" presetSubtype="1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randombar(horizontal)">
                                      <p:cBhvr>
                                        <p:cTn id="19" dur="500"/>
                                        <p:tgtEl>
                                          <p:spTgt spid="20"/>
                                        </p:tgtEl>
                                      </p:cBhvr>
                                    </p:animEffect>
                                  </p:childTnLst>
                                </p:cTn>
                              </p:par>
                              <p:par>
                                <p:cTn id="20" presetID="14" presetClass="entr" presetSubtype="1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randombar(horizontal)">
                                      <p:cBhvr>
                                        <p:cTn id="22" dur="500"/>
                                        <p:tgtEl>
                                          <p:spTgt spid="9"/>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randombar(horizontal)">
                                      <p:cBhvr>
                                        <p:cTn id="25" dur="500"/>
                                        <p:tgtEl>
                                          <p:spTgt spid="3"/>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randombar(horizontal)">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3"/>
          <a:srcRect/>
          <a:stretch>
            <a:fillRect/>
          </a:stretch>
        </p:blipFill>
        <p:spPr>
          <a:xfrm>
            <a:off x="0" y="4144010"/>
            <a:ext cx="12192000" cy="2713990"/>
          </a:xfrm>
          <a:prstGeom prst="rect">
            <a:avLst/>
          </a:prstGeom>
        </p:spPr>
      </p:pic>
      <p:sp>
        <p:nvSpPr>
          <p:cNvPr id="2" name="文本框 1"/>
          <p:cNvSpPr txBox="1"/>
          <p:nvPr/>
        </p:nvSpPr>
        <p:spPr>
          <a:xfrm>
            <a:off x="1236980" y="538480"/>
            <a:ext cx="2581275" cy="645160"/>
          </a:xfrm>
          <a:prstGeom prst="rect">
            <a:avLst/>
          </a:prstGeom>
          <a:noFill/>
        </p:spPr>
        <p:txBody>
          <a:bodyPr wrap="square" rtlCol="0">
            <a:spAutoFit/>
          </a:bodyPr>
          <a:lstStyle/>
          <a:p>
            <a:pPr algn="dist"/>
            <a:r>
              <a:rPr lang="zh-CN" altLang="en-US" sz="3600" b="1" dirty="0">
                <a:latin typeface="字魂73号-江南手书" panose="00000500000000000000" charset="-122"/>
                <a:ea typeface="字魂73号-江南手书" panose="00000500000000000000" charset="-122"/>
              </a:rPr>
              <a:t>请添加标题</a:t>
            </a:r>
          </a:p>
        </p:txBody>
      </p:sp>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V="1">
            <a:off x="87414" y="708387"/>
            <a:ext cx="1149535" cy="305010"/>
          </a:xfrm>
          <a:prstGeom prst="rect">
            <a:avLst/>
          </a:prstGeom>
        </p:spPr>
      </p:pic>
      <p:grpSp>
        <p:nvGrpSpPr>
          <p:cNvPr id="8" name="组合 7"/>
          <p:cNvGrpSpPr/>
          <p:nvPr/>
        </p:nvGrpSpPr>
        <p:grpSpPr>
          <a:xfrm>
            <a:off x="969010" y="2257425"/>
            <a:ext cx="2732405" cy="1758315"/>
            <a:chOff x="1357" y="2469"/>
            <a:chExt cx="4303" cy="2769"/>
          </a:xfrm>
        </p:grpSpPr>
        <p:sp>
          <p:nvSpPr>
            <p:cNvPr id="6" name="矩形 5"/>
            <p:cNvSpPr/>
            <p:nvPr/>
          </p:nvSpPr>
          <p:spPr>
            <a:xfrm>
              <a:off x="1744" y="3053"/>
              <a:ext cx="3546" cy="1422"/>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请替换文本复制您所需要的文本在黏贴选项中替换文本。</a:t>
              </a:r>
            </a:p>
          </p:txBody>
        </p:sp>
        <p:sp>
          <p:nvSpPr>
            <p:cNvPr id="3" name="矩形 2"/>
            <p:cNvSpPr/>
            <p:nvPr/>
          </p:nvSpPr>
          <p:spPr>
            <a:xfrm>
              <a:off x="1357" y="2654"/>
              <a:ext cx="4136" cy="2380"/>
            </a:xfrm>
            <a:prstGeom prst="rect">
              <a:avLst/>
            </a:prstGeom>
            <a:noFill/>
            <a:ln>
              <a:solidFill>
                <a:srgbClr val="3535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290" y="4845"/>
              <a:ext cx="370" cy="3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290" y="2469"/>
              <a:ext cx="370" cy="3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605" y="3324"/>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4782820" y="2256790"/>
            <a:ext cx="2732405" cy="1758315"/>
            <a:chOff x="1357" y="2469"/>
            <a:chExt cx="4303" cy="2769"/>
          </a:xfrm>
        </p:grpSpPr>
        <p:sp>
          <p:nvSpPr>
            <p:cNvPr id="17" name="矩形 16"/>
            <p:cNvSpPr/>
            <p:nvPr/>
          </p:nvSpPr>
          <p:spPr>
            <a:xfrm>
              <a:off x="1744" y="3053"/>
              <a:ext cx="3546" cy="1422"/>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10000"/>
                </a:lnSpc>
                <a:buClrTx/>
                <a:buSzTx/>
                <a:buFontTx/>
                <a:defRPr/>
              </a:pPr>
              <a:r>
                <a:rPr lang="zh-CN" altLang="en-US" sz="1600" kern="0" dirty="0">
                  <a:latin typeface="字魂36号-正文宋楷" panose="00000500000000000000" charset="-122"/>
                  <a:ea typeface="字魂36号-正文宋楷" panose="00000500000000000000" charset="-122"/>
                  <a:sym typeface="+mn-ea"/>
                </a:rPr>
                <a:t>请替换文本复制您所需要的文本在黏贴选项中替换文本。</a:t>
              </a:r>
            </a:p>
          </p:txBody>
        </p:sp>
        <p:sp>
          <p:nvSpPr>
            <p:cNvPr id="18" name="矩形 17"/>
            <p:cNvSpPr/>
            <p:nvPr/>
          </p:nvSpPr>
          <p:spPr>
            <a:xfrm>
              <a:off x="1357" y="2654"/>
              <a:ext cx="4136" cy="2380"/>
            </a:xfrm>
            <a:prstGeom prst="rect">
              <a:avLst/>
            </a:prstGeom>
            <a:noFill/>
            <a:ln>
              <a:solidFill>
                <a:srgbClr val="3535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5290" y="4845"/>
              <a:ext cx="370" cy="3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5290" y="2469"/>
              <a:ext cx="370" cy="3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1605" y="3324"/>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8490585" y="2257425"/>
            <a:ext cx="2732405" cy="1758315"/>
            <a:chOff x="1357" y="2469"/>
            <a:chExt cx="4303" cy="2769"/>
          </a:xfrm>
        </p:grpSpPr>
        <p:sp>
          <p:nvSpPr>
            <p:cNvPr id="23" name="矩形 22"/>
            <p:cNvSpPr/>
            <p:nvPr/>
          </p:nvSpPr>
          <p:spPr>
            <a:xfrm>
              <a:off x="1744" y="3053"/>
              <a:ext cx="3546" cy="1422"/>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10000"/>
                </a:lnSpc>
                <a:buClrTx/>
                <a:buSzTx/>
                <a:buFontTx/>
                <a:defRPr/>
              </a:pPr>
              <a:r>
                <a:rPr lang="zh-CN" altLang="en-US" sz="1600" kern="0" dirty="0">
                  <a:latin typeface="字魂36号-正文宋楷" panose="00000500000000000000" charset="-122"/>
                  <a:ea typeface="字魂36号-正文宋楷" panose="00000500000000000000" charset="-122"/>
                  <a:sym typeface="+mn-ea"/>
                </a:rPr>
                <a:t>请替换文本复制您所需要的文本在黏贴选项中替换文本。</a:t>
              </a:r>
            </a:p>
          </p:txBody>
        </p:sp>
        <p:sp>
          <p:nvSpPr>
            <p:cNvPr id="24" name="矩形 23"/>
            <p:cNvSpPr/>
            <p:nvPr/>
          </p:nvSpPr>
          <p:spPr>
            <a:xfrm>
              <a:off x="1357" y="2654"/>
              <a:ext cx="4136" cy="2380"/>
            </a:xfrm>
            <a:prstGeom prst="rect">
              <a:avLst/>
            </a:prstGeom>
            <a:noFill/>
            <a:ln>
              <a:solidFill>
                <a:srgbClr val="3535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5290" y="4845"/>
              <a:ext cx="370" cy="3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5290" y="2469"/>
              <a:ext cx="370" cy="3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p:nvCxnSpPr>
          <p:spPr>
            <a:xfrm>
              <a:off x="1605" y="3324"/>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grpSp>
      <p:sp>
        <p:nvSpPr>
          <p:cNvPr id="28" name="文本框 27"/>
          <p:cNvSpPr txBox="1"/>
          <p:nvPr/>
        </p:nvSpPr>
        <p:spPr>
          <a:xfrm>
            <a:off x="1723390" y="1796415"/>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
        <p:nvSpPr>
          <p:cNvPr id="29" name="文本框 28"/>
          <p:cNvSpPr txBox="1"/>
          <p:nvPr/>
        </p:nvSpPr>
        <p:spPr>
          <a:xfrm>
            <a:off x="5537200" y="1797050"/>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
        <p:nvSpPr>
          <p:cNvPr id="30" name="文本框 29"/>
          <p:cNvSpPr txBox="1"/>
          <p:nvPr/>
        </p:nvSpPr>
        <p:spPr>
          <a:xfrm>
            <a:off x="9245600" y="1796415"/>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Tree>
  </p:cSld>
  <p:clrMapOvr>
    <a:masterClrMapping/>
  </p:clrMapOvr>
  <p:transition spd="slow" advClick="0" advTm="3000">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inVertical)">
                                      <p:cBhvr>
                                        <p:cTn id="10" dur="500"/>
                                        <p:tgtEl>
                                          <p:spTgt spid="2"/>
                                        </p:tgtEl>
                                      </p:cBhvr>
                                    </p:animEffect>
                                  </p:childTnLst>
                                </p:cTn>
                              </p:par>
                              <p:par>
                                <p:cTn id="11" presetID="16" presetClass="entr" presetSubtype="21"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arn(inVertical)">
                                      <p:cBhvr>
                                        <p:cTn id="13" dur="500"/>
                                        <p:tgtEl>
                                          <p:spTgt spid="14"/>
                                        </p:tgtEl>
                                      </p:cBhvr>
                                    </p:animEffect>
                                  </p:childTnLst>
                                </p:cTn>
                              </p:par>
                              <p:par>
                                <p:cTn id="14" presetID="16" presetClass="entr" presetSubtype="21"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500"/>
                                        <p:tgtEl>
                                          <p:spTgt spid="8"/>
                                        </p:tgtEl>
                                      </p:cBhvr>
                                    </p:animEffect>
                                  </p:childTnLst>
                                </p:cTn>
                              </p:par>
                              <p:par>
                                <p:cTn id="17" presetID="16" presetClass="entr" presetSubtype="21"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arn(inVertical)">
                                      <p:cBhvr>
                                        <p:cTn id="19" dur="500"/>
                                        <p:tgtEl>
                                          <p:spTgt spid="12"/>
                                        </p:tgtEl>
                                      </p:cBhvr>
                                    </p:animEffect>
                                  </p:childTnLst>
                                </p:cTn>
                              </p:par>
                              <p:par>
                                <p:cTn id="20" presetID="16" presetClass="entr" presetSubtype="21"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arn(inVertical)">
                                      <p:cBhvr>
                                        <p:cTn id="22" dur="500"/>
                                        <p:tgtEl>
                                          <p:spTgt spid="22"/>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barn(inVertical)">
                                      <p:cBhvr>
                                        <p:cTn id="25" dur="500"/>
                                        <p:tgtEl>
                                          <p:spTgt spid="28"/>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barn(inVertical)">
                                      <p:cBhvr>
                                        <p:cTn id="28" dur="500"/>
                                        <p:tgtEl>
                                          <p:spTgt spid="29"/>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inVertical)">
                                      <p:cBhvr>
                                        <p:cTn id="3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8" grpId="0"/>
      <p:bldP spid="29" grpId="0"/>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3"/>
          <a:srcRect/>
          <a:stretch>
            <a:fillRect/>
          </a:stretch>
        </p:blipFill>
        <p:spPr>
          <a:xfrm>
            <a:off x="660400" y="691515"/>
            <a:ext cx="5360744" cy="2606040"/>
          </a:xfrm>
          <a:prstGeom prst="rect">
            <a:avLst/>
          </a:prstGeom>
        </p:spPr>
      </p:pic>
      <p:sp>
        <p:nvSpPr>
          <p:cNvPr id="15" name="文本框 14"/>
          <p:cNvSpPr txBox="1"/>
          <p:nvPr/>
        </p:nvSpPr>
        <p:spPr>
          <a:xfrm>
            <a:off x="2416175" y="3823970"/>
            <a:ext cx="2347595" cy="1831340"/>
          </a:xfrm>
          <a:prstGeom prst="rect">
            <a:avLst/>
          </a:prstGeom>
          <a:noFill/>
        </p:spPr>
        <p:txBody>
          <a:bodyPr vert="eaVert"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110000"/>
              </a:lnSpc>
              <a:buClrTx/>
              <a:buSzTx/>
              <a:buFontTx/>
            </a:pPr>
            <a:r>
              <a:rPr lang="zh-CN" altLang="en-US" sz="1600" dirty="0">
                <a:latin typeface="字魂36号-正文宋楷" panose="00000500000000000000" charset="-122"/>
                <a:ea typeface="字魂36号-正文宋楷" panose="00000500000000000000" charset="-122"/>
                <a:sym typeface="+mn-ea"/>
              </a:rPr>
              <a:t>请文本即可请要的文本在黏替请替换文本复制您所需要的文本在黏贴选项中选择只保留文替换文本即可请替换文本复制您本即可请替换文本。</a:t>
            </a:r>
          </a:p>
        </p:txBody>
      </p:sp>
      <p:pic>
        <p:nvPicPr>
          <p:cNvPr id="17" name="图片 16"/>
          <p:cNvPicPr>
            <a:picLocks noChangeAspect="1"/>
          </p:cNvPicPr>
          <p:nvPr/>
        </p:nvPicPr>
        <p:blipFill rotWithShape="1">
          <a:blip r:embed="rId3"/>
          <a:srcRect/>
          <a:stretch>
            <a:fillRect/>
          </a:stretch>
        </p:blipFill>
        <p:spPr>
          <a:xfrm flipH="1">
            <a:off x="6004358" y="691515"/>
            <a:ext cx="5360744" cy="2606040"/>
          </a:xfrm>
          <a:prstGeom prst="rect">
            <a:avLst/>
          </a:prstGeom>
        </p:spPr>
      </p:pic>
      <p:sp>
        <p:nvSpPr>
          <p:cNvPr id="18" name="文本框 17"/>
          <p:cNvSpPr txBox="1"/>
          <p:nvPr/>
        </p:nvSpPr>
        <p:spPr>
          <a:xfrm>
            <a:off x="10170180" y="2401544"/>
            <a:ext cx="586085" cy="3691890"/>
          </a:xfrm>
          <a:prstGeom prst="rect">
            <a:avLst/>
          </a:prstGeom>
          <a:noFill/>
        </p:spPr>
        <p:txBody>
          <a:bodyPr wrap="square" rtlCol="0">
            <a:spAutoFit/>
          </a:bodyPr>
          <a:lstStyle/>
          <a:p>
            <a:pPr algn="dist">
              <a:lnSpc>
                <a:spcPct val="130000"/>
              </a:lnSpc>
            </a:pPr>
            <a:r>
              <a:rPr lang="zh-CN" altLang="en-US" sz="3600" dirty="0">
                <a:latin typeface="字魂73号-江南手书" panose="00000500000000000000" charset="-122"/>
                <a:ea typeface="字魂73号-江南手书" panose="00000500000000000000" charset="-122"/>
              </a:rPr>
              <a:t>请添加标题</a:t>
            </a:r>
          </a:p>
        </p:txBody>
      </p:sp>
      <p:cxnSp>
        <p:nvCxnSpPr>
          <p:cNvPr id="19" name="直接连接符 18"/>
          <p:cNvCxnSpPr/>
          <p:nvPr/>
        </p:nvCxnSpPr>
        <p:spPr>
          <a:xfrm>
            <a:off x="10866903" y="2721610"/>
            <a:ext cx="0" cy="17907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0941198" y="3093085"/>
            <a:ext cx="0" cy="1047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4" name="图片 23"/>
          <p:cNvPicPr>
            <a:picLocks noChangeAspect="1"/>
          </p:cNvPicPr>
          <p:nvPr/>
        </p:nvPicPr>
        <p:blipFill rotWithShape="1">
          <a:blip r:embed="rId4"/>
          <a:srcRect/>
          <a:stretch>
            <a:fillRect/>
          </a:stretch>
        </p:blipFill>
        <p:spPr>
          <a:xfrm>
            <a:off x="1571182" y="3985411"/>
            <a:ext cx="641837" cy="771374"/>
          </a:xfrm>
          <a:prstGeom prst="rect">
            <a:avLst/>
          </a:prstGeom>
        </p:spPr>
      </p:pic>
      <p:pic>
        <p:nvPicPr>
          <p:cNvPr id="25" name="图片 24"/>
          <p:cNvPicPr>
            <a:picLocks noChangeAspect="1"/>
          </p:cNvPicPr>
          <p:nvPr/>
        </p:nvPicPr>
        <p:blipFill rotWithShape="1">
          <a:blip r:embed="rId5"/>
          <a:srcRect/>
          <a:stretch>
            <a:fillRect/>
          </a:stretch>
        </p:blipFill>
        <p:spPr>
          <a:xfrm>
            <a:off x="6021144" y="3957471"/>
            <a:ext cx="573332" cy="828524"/>
          </a:xfrm>
          <a:prstGeom prst="rect">
            <a:avLst/>
          </a:prstGeom>
        </p:spPr>
      </p:pic>
      <p:cxnSp>
        <p:nvCxnSpPr>
          <p:cNvPr id="2" name="直接连接符 1"/>
          <p:cNvCxnSpPr/>
          <p:nvPr/>
        </p:nvCxnSpPr>
        <p:spPr>
          <a:xfrm>
            <a:off x="1666875" y="4745355"/>
            <a:ext cx="450215" cy="114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6082665" y="4705985"/>
            <a:ext cx="450215" cy="114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7040880" y="3823970"/>
            <a:ext cx="2347595" cy="1803400"/>
          </a:xfrm>
          <a:prstGeom prst="rect">
            <a:avLst/>
          </a:prstGeom>
          <a:noFill/>
        </p:spPr>
        <p:txBody>
          <a:bodyPr vert="eaVert"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110000"/>
              </a:lnSpc>
              <a:buClrTx/>
              <a:buSzTx/>
              <a:buFontTx/>
            </a:pPr>
            <a:r>
              <a:rPr lang="zh-CN" altLang="en-US" sz="1600" dirty="0">
                <a:latin typeface="字魂36号-正文宋楷" panose="00000500000000000000" charset="-122"/>
                <a:ea typeface="字魂36号-正文宋楷" panose="00000500000000000000" charset="-122"/>
                <a:sym typeface="+mn-ea"/>
              </a:rPr>
              <a:t>请文本即可请要的文本在黏替请替换文本复制您所需要的文本在黏贴选项中选择只保留文替换文本即可请替换文本复制您本即可请替换文本。</a:t>
            </a:r>
          </a:p>
        </p:txBody>
      </p:sp>
    </p:spTree>
  </p:cSld>
  <p:clrMapOvr>
    <a:masterClrMapping/>
  </p:clrMapOvr>
  <mc:AlternateContent xmlns:mc="http://schemas.openxmlformats.org/markup-compatibility/2006" xmlns:p14="http://schemas.microsoft.com/office/powerpoint/2010/main">
    <mc:Choice Requires="p14">
      <p:transition spd="slow" p14:dur="3000" advClick="0" advTm="3000">
        <p14:shred/>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3"/>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0" presetClass="entr" presetSubtype="0" decel="10000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p:cTn id="12" dur="1000" fill="hold"/>
                                        <p:tgtEl>
                                          <p:spTgt spid="15"/>
                                        </p:tgtEl>
                                        <p:attrNameLst>
                                          <p:attrName>ppt_w</p:attrName>
                                        </p:attrNameLst>
                                      </p:cBhvr>
                                      <p:tavLst>
                                        <p:tav tm="0">
                                          <p:val>
                                            <p:strVal val="#ppt_w+.3"/>
                                          </p:val>
                                        </p:tav>
                                        <p:tav tm="100000">
                                          <p:val>
                                            <p:strVal val="#ppt_w"/>
                                          </p:val>
                                        </p:tav>
                                      </p:tavLst>
                                    </p:anim>
                                    <p:anim calcmode="lin" valueType="num">
                                      <p:cBhvr>
                                        <p:cTn id="13" dur="1000" fill="hold"/>
                                        <p:tgtEl>
                                          <p:spTgt spid="15"/>
                                        </p:tgtEl>
                                        <p:attrNameLst>
                                          <p:attrName>ppt_h</p:attrName>
                                        </p:attrNameLst>
                                      </p:cBhvr>
                                      <p:tavLst>
                                        <p:tav tm="0">
                                          <p:val>
                                            <p:strVal val="#ppt_h"/>
                                          </p:val>
                                        </p:tav>
                                        <p:tav tm="100000">
                                          <p:val>
                                            <p:strVal val="#ppt_h"/>
                                          </p:val>
                                        </p:tav>
                                      </p:tavLst>
                                    </p:anim>
                                    <p:animEffect transition="in" filter="fade">
                                      <p:cBhvr>
                                        <p:cTn id="14" dur="1000"/>
                                        <p:tgtEl>
                                          <p:spTgt spid="15"/>
                                        </p:tgtEl>
                                      </p:cBhvr>
                                    </p:animEffect>
                                  </p:childTnLst>
                                </p:cTn>
                              </p:par>
                              <p:par>
                                <p:cTn id="15" presetID="50" presetClass="entr" presetSubtype="0" decel="10000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1000" fill="hold"/>
                                        <p:tgtEl>
                                          <p:spTgt spid="17"/>
                                        </p:tgtEl>
                                        <p:attrNameLst>
                                          <p:attrName>ppt_w</p:attrName>
                                        </p:attrNameLst>
                                      </p:cBhvr>
                                      <p:tavLst>
                                        <p:tav tm="0">
                                          <p:val>
                                            <p:strVal val="#ppt_w+.3"/>
                                          </p:val>
                                        </p:tav>
                                        <p:tav tm="100000">
                                          <p:val>
                                            <p:strVal val="#ppt_w"/>
                                          </p:val>
                                        </p:tav>
                                      </p:tavLst>
                                    </p:anim>
                                    <p:anim calcmode="lin" valueType="num">
                                      <p:cBhvr>
                                        <p:cTn id="18" dur="1000" fill="hold"/>
                                        <p:tgtEl>
                                          <p:spTgt spid="17"/>
                                        </p:tgtEl>
                                        <p:attrNameLst>
                                          <p:attrName>ppt_h</p:attrName>
                                        </p:attrNameLst>
                                      </p:cBhvr>
                                      <p:tavLst>
                                        <p:tav tm="0">
                                          <p:val>
                                            <p:strVal val="#ppt_h"/>
                                          </p:val>
                                        </p:tav>
                                        <p:tav tm="100000">
                                          <p:val>
                                            <p:strVal val="#ppt_h"/>
                                          </p:val>
                                        </p:tav>
                                      </p:tavLst>
                                    </p:anim>
                                    <p:animEffect transition="in" filter="fade">
                                      <p:cBhvr>
                                        <p:cTn id="19" dur="1000"/>
                                        <p:tgtEl>
                                          <p:spTgt spid="17"/>
                                        </p:tgtEl>
                                      </p:cBhvr>
                                    </p:animEffect>
                                  </p:childTnLst>
                                </p:cTn>
                              </p:par>
                              <p:par>
                                <p:cTn id="20" presetID="50" presetClass="entr" presetSubtype="0" decel="10000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p:cTn id="22" dur="1000" fill="hold"/>
                                        <p:tgtEl>
                                          <p:spTgt spid="18"/>
                                        </p:tgtEl>
                                        <p:attrNameLst>
                                          <p:attrName>ppt_w</p:attrName>
                                        </p:attrNameLst>
                                      </p:cBhvr>
                                      <p:tavLst>
                                        <p:tav tm="0">
                                          <p:val>
                                            <p:strVal val="#ppt_w+.3"/>
                                          </p:val>
                                        </p:tav>
                                        <p:tav tm="100000">
                                          <p:val>
                                            <p:strVal val="#ppt_w"/>
                                          </p:val>
                                        </p:tav>
                                      </p:tavLst>
                                    </p:anim>
                                    <p:anim calcmode="lin" valueType="num">
                                      <p:cBhvr>
                                        <p:cTn id="23" dur="1000" fill="hold"/>
                                        <p:tgtEl>
                                          <p:spTgt spid="18"/>
                                        </p:tgtEl>
                                        <p:attrNameLst>
                                          <p:attrName>ppt_h</p:attrName>
                                        </p:attrNameLst>
                                      </p:cBhvr>
                                      <p:tavLst>
                                        <p:tav tm="0">
                                          <p:val>
                                            <p:strVal val="#ppt_h"/>
                                          </p:val>
                                        </p:tav>
                                        <p:tav tm="100000">
                                          <p:val>
                                            <p:strVal val="#ppt_h"/>
                                          </p:val>
                                        </p:tav>
                                      </p:tavLst>
                                    </p:anim>
                                    <p:animEffect transition="in" filter="fade">
                                      <p:cBhvr>
                                        <p:cTn id="24" dur="1000"/>
                                        <p:tgtEl>
                                          <p:spTgt spid="18"/>
                                        </p:tgtEl>
                                      </p:cBhvr>
                                    </p:animEffect>
                                  </p:childTnLst>
                                </p:cTn>
                              </p:par>
                              <p:par>
                                <p:cTn id="25" presetID="50" presetClass="entr" presetSubtype="0" decel="10000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1000" fill="hold"/>
                                        <p:tgtEl>
                                          <p:spTgt spid="19"/>
                                        </p:tgtEl>
                                        <p:attrNameLst>
                                          <p:attrName>ppt_w</p:attrName>
                                        </p:attrNameLst>
                                      </p:cBhvr>
                                      <p:tavLst>
                                        <p:tav tm="0">
                                          <p:val>
                                            <p:strVal val="#ppt_w+.3"/>
                                          </p:val>
                                        </p:tav>
                                        <p:tav tm="100000">
                                          <p:val>
                                            <p:strVal val="#ppt_w"/>
                                          </p:val>
                                        </p:tav>
                                      </p:tavLst>
                                    </p:anim>
                                    <p:anim calcmode="lin" valueType="num">
                                      <p:cBhvr>
                                        <p:cTn id="28" dur="1000" fill="hold"/>
                                        <p:tgtEl>
                                          <p:spTgt spid="19"/>
                                        </p:tgtEl>
                                        <p:attrNameLst>
                                          <p:attrName>ppt_h</p:attrName>
                                        </p:attrNameLst>
                                      </p:cBhvr>
                                      <p:tavLst>
                                        <p:tav tm="0">
                                          <p:val>
                                            <p:strVal val="#ppt_h"/>
                                          </p:val>
                                        </p:tav>
                                        <p:tav tm="100000">
                                          <p:val>
                                            <p:strVal val="#ppt_h"/>
                                          </p:val>
                                        </p:tav>
                                      </p:tavLst>
                                    </p:anim>
                                    <p:animEffect transition="in" filter="fade">
                                      <p:cBhvr>
                                        <p:cTn id="29" dur="1000"/>
                                        <p:tgtEl>
                                          <p:spTgt spid="19"/>
                                        </p:tgtEl>
                                      </p:cBhvr>
                                    </p:animEffect>
                                  </p:childTnLst>
                                </p:cTn>
                              </p:par>
                              <p:par>
                                <p:cTn id="30" presetID="50" presetClass="entr" presetSubtype="0" decel="100000"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p:cTn id="32" dur="1000" fill="hold"/>
                                        <p:tgtEl>
                                          <p:spTgt spid="21"/>
                                        </p:tgtEl>
                                        <p:attrNameLst>
                                          <p:attrName>ppt_w</p:attrName>
                                        </p:attrNameLst>
                                      </p:cBhvr>
                                      <p:tavLst>
                                        <p:tav tm="0">
                                          <p:val>
                                            <p:strVal val="#ppt_w+.3"/>
                                          </p:val>
                                        </p:tav>
                                        <p:tav tm="100000">
                                          <p:val>
                                            <p:strVal val="#ppt_w"/>
                                          </p:val>
                                        </p:tav>
                                      </p:tavLst>
                                    </p:anim>
                                    <p:anim calcmode="lin" valueType="num">
                                      <p:cBhvr>
                                        <p:cTn id="33" dur="1000" fill="hold"/>
                                        <p:tgtEl>
                                          <p:spTgt spid="21"/>
                                        </p:tgtEl>
                                        <p:attrNameLst>
                                          <p:attrName>ppt_h</p:attrName>
                                        </p:attrNameLst>
                                      </p:cBhvr>
                                      <p:tavLst>
                                        <p:tav tm="0">
                                          <p:val>
                                            <p:strVal val="#ppt_h"/>
                                          </p:val>
                                        </p:tav>
                                        <p:tav tm="100000">
                                          <p:val>
                                            <p:strVal val="#ppt_h"/>
                                          </p:val>
                                        </p:tav>
                                      </p:tavLst>
                                    </p:anim>
                                    <p:animEffect transition="in" filter="fade">
                                      <p:cBhvr>
                                        <p:cTn id="34" dur="1000"/>
                                        <p:tgtEl>
                                          <p:spTgt spid="21"/>
                                        </p:tgtEl>
                                      </p:cBhvr>
                                    </p:animEffect>
                                  </p:childTnLst>
                                </p:cTn>
                              </p:par>
                              <p:par>
                                <p:cTn id="35" presetID="50" presetClass="entr" presetSubtype="0" decel="10000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1000" fill="hold"/>
                                        <p:tgtEl>
                                          <p:spTgt spid="24"/>
                                        </p:tgtEl>
                                        <p:attrNameLst>
                                          <p:attrName>ppt_w</p:attrName>
                                        </p:attrNameLst>
                                      </p:cBhvr>
                                      <p:tavLst>
                                        <p:tav tm="0">
                                          <p:val>
                                            <p:strVal val="#ppt_w+.3"/>
                                          </p:val>
                                        </p:tav>
                                        <p:tav tm="100000">
                                          <p:val>
                                            <p:strVal val="#ppt_w"/>
                                          </p:val>
                                        </p:tav>
                                      </p:tavLst>
                                    </p:anim>
                                    <p:anim calcmode="lin" valueType="num">
                                      <p:cBhvr>
                                        <p:cTn id="38" dur="1000" fill="hold"/>
                                        <p:tgtEl>
                                          <p:spTgt spid="24"/>
                                        </p:tgtEl>
                                        <p:attrNameLst>
                                          <p:attrName>ppt_h</p:attrName>
                                        </p:attrNameLst>
                                      </p:cBhvr>
                                      <p:tavLst>
                                        <p:tav tm="0">
                                          <p:val>
                                            <p:strVal val="#ppt_h"/>
                                          </p:val>
                                        </p:tav>
                                        <p:tav tm="100000">
                                          <p:val>
                                            <p:strVal val="#ppt_h"/>
                                          </p:val>
                                        </p:tav>
                                      </p:tavLst>
                                    </p:anim>
                                    <p:animEffect transition="in" filter="fade">
                                      <p:cBhvr>
                                        <p:cTn id="39" dur="1000"/>
                                        <p:tgtEl>
                                          <p:spTgt spid="24"/>
                                        </p:tgtEl>
                                      </p:cBhvr>
                                    </p:animEffect>
                                  </p:childTnLst>
                                </p:cTn>
                              </p:par>
                              <p:par>
                                <p:cTn id="40" presetID="50" presetClass="entr" presetSubtype="0" decel="100000"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1000" fill="hold"/>
                                        <p:tgtEl>
                                          <p:spTgt spid="25"/>
                                        </p:tgtEl>
                                        <p:attrNameLst>
                                          <p:attrName>ppt_w</p:attrName>
                                        </p:attrNameLst>
                                      </p:cBhvr>
                                      <p:tavLst>
                                        <p:tav tm="0">
                                          <p:val>
                                            <p:strVal val="#ppt_w+.3"/>
                                          </p:val>
                                        </p:tav>
                                        <p:tav tm="100000">
                                          <p:val>
                                            <p:strVal val="#ppt_w"/>
                                          </p:val>
                                        </p:tav>
                                      </p:tavLst>
                                    </p:anim>
                                    <p:anim calcmode="lin" valueType="num">
                                      <p:cBhvr>
                                        <p:cTn id="43" dur="1000" fill="hold"/>
                                        <p:tgtEl>
                                          <p:spTgt spid="25"/>
                                        </p:tgtEl>
                                        <p:attrNameLst>
                                          <p:attrName>ppt_h</p:attrName>
                                        </p:attrNameLst>
                                      </p:cBhvr>
                                      <p:tavLst>
                                        <p:tav tm="0">
                                          <p:val>
                                            <p:strVal val="#ppt_h"/>
                                          </p:val>
                                        </p:tav>
                                        <p:tav tm="100000">
                                          <p:val>
                                            <p:strVal val="#ppt_h"/>
                                          </p:val>
                                        </p:tav>
                                      </p:tavLst>
                                    </p:anim>
                                    <p:animEffect transition="in" filter="fade">
                                      <p:cBhvr>
                                        <p:cTn id="44" dur="1000"/>
                                        <p:tgtEl>
                                          <p:spTgt spid="25"/>
                                        </p:tgtEl>
                                      </p:cBhvr>
                                    </p:animEffect>
                                  </p:childTnLst>
                                </p:cTn>
                              </p:par>
                              <p:par>
                                <p:cTn id="45" presetID="50" presetClass="entr" presetSubtype="0" decel="100000" fill="hold"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p:cTn id="47" dur="1000" fill="hold"/>
                                        <p:tgtEl>
                                          <p:spTgt spid="2"/>
                                        </p:tgtEl>
                                        <p:attrNameLst>
                                          <p:attrName>ppt_w</p:attrName>
                                        </p:attrNameLst>
                                      </p:cBhvr>
                                      <p:tavLst>
                                        <p:tav tm="0">
                                          <p:val>
                                            <p:strVal val="#ppt_w+.3"/>
                                          </p:val>
                                        </p:tav>
                                        <p:tav tm="100000">
                                          <p:val>
                                            <p:strVal val="#ppt_w"/>
                                          </p:val>
                                        </p:tav>
                                      </p:tavLst>
                                    </p:anim>
                                    <p:anim calcmode="lin" valueType="num">
                                      <p:cBhvr>
                                        <p:cTn id="48" dur="1000" fill="hold"/>
                                        <p:tgtEl>
                                          <p:spTgt spid="2"/>
                                        </p:tgtEl>
                                        <p:attrNameLst>
                                          <p:attrName>ppt_h</p:attrName>
                                        </p:attrNameLst>
                                      </p:cBhvr>
                                      <p:tavLst>
                                        <p:tav tm="0">
                                          <p:val>
                                            <p:strVal val="#ppt_h"/>
                                          </p:val>
                                        </p:tav>
                                        <p:tav tm="100000">
                                          <p:val>
                                            <p:strVal val="#ppt_h"/>
                                          </p:val>
                                        </p:tav>
                                      </p:tavLst>
                                    </p:anim>
                                    <p:animEffect transition="in" filter="fade">
                                      <p:cBhvr>
                                        <p:cTn id="49" dur="1000"/>
                                        <p:tgtEl>
                                          <p:spTgt spid="2"/>
                                        </p:tgtEl>
                                      </p:cBhvr>
                                    </p:animEffect>
                                  </p:childTnLst>
                                </p:cTn>
                              </p:par>
                              <p:par>
                                <p:cTn id="50" presetID="50" presetClass="entr" presetSubtype="0" decel="100000" fill="hold" nodeType="withEffect">
                                  <p:stCondLst>
                                    <p:cond delay="0"/>
                                  </p:stCondLst>
                                  <p:childTnLst>
                                    <p:set>
                                      <p:cBhvr>
                                        <p:cTn id="51" dur="1" fill="hold">
                                          <p:stCondLst>
                                            <p:cond delay="0"/>
                                          </p:stCondLst>
                                        </p:cTn>
                                        <p:tgtEl>
                                          <p:spTgt spid="3"/>
                                        </p:tgtEl>
                                        <p:attrNameLst>
                                          <p:attrName>style.visibility</p:attrName>
                                        </p:attrNameLst>
                                      </p:cBhvr>
                                      <p:to>
                                        <p:strVal val="visible"/>
                                      </p:to>
                                    </p:set>
                                    <p:anim calcmode="lin" valueType="num">
                                      <p:cBhvr>
                                        <p:cTn id="52" dur="1000" fill="hold"/>
                                        <p:tgtEl>
                                          <p:spTgt spid="3"/>
                                        </p:tgtEl>
                                        <p:attrNameLst>
                                          <p:attrName>ppt_w</p:attrName>
                                        </p:attrNameLst>
                                      </p:cBhvr>
                                      <p:tavLst>
                                        <p:tav tm="0">
                                          <p:val>
                                            <p:strVal val="#ppt_w+.3"/>
                                          </p:val>
                                        </p:tav>
                                        <p:tav tm="100000">
                                          <p:val>
                                            <p:strVal val="#ppt_w"/>
                                          </p:val>
                                        </p:tav>
                                      </p:tavLst>
                                    </p:anim>
                                    <p:anim calcmode="lin" valueType="num">
                                      <p:cBhvr>
                                        <p:cTn id="53" dur="1000" fill="hold"/>
                                        <p:tgtEl>
                                          <p:spTgt spid="3"/>
                                        </p:tgtEl>
                                        <p:attrNameLst>
                                          <p:attrName>ppt_h</p:attrName>
                                        </p:attrNameLst>
                                      </p:cBhvr>
                                      <p:tavLst>
                                        <p:tav tm="0">
                                          <p:val>
                                            <p:strVal val="#ppt_h"/>
                                          </p:val>
                                        </p:tav>
                                        <p:tav tm="100000">
                                          <p:val>
                                            <p:strVal val="#ppt_h"/>
                                          </p:val>
                                        </p:tav>
                                      </p:tavLst>
                                    </p:anim>
                                    <p:animEffect transition="in" filter="fade">
                                      <p:cBhvr>
                                        <p:cTn id="54" dur="1000"/>
                                        <p:tgtEl>
                                          <p:spTgt spid="3"/>
                                        </p:tgtEl>
                                      </p:cBhvr>
                                    </p:animEffect>
                                  </p:childTnLst>
                                </p:cTn>
                              </p:par>
                              <p:par>
                                <p:cTn id="55" presetID="50" presetClass="entr" presetSubtype="0" decel="100000" fill="hold" grpId="0" nodeType="with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p:cTn id="57" dur="1000" fill="hold"/>
                                        <p:tgtEl>
                                          <p:spTgt spid="4"/>
                                        </p:tgtEl>
                                        <p:attrNameLst>
                                          <p:attrName>ppt_w</p:attrName>
                                        </p:attrNameLst>
                                      </p:cBhvr>
                                      <p:tavLst>
                                        <p:tav tm="0">
                                          <p:val>
                                            <p:strVal val="#ppt_w+.3"/>
                                          </p:val>
                                        </p:tav>
                                        <p:tav tm="100000">
                                          <p:val>
                                            <p:strVal val="#ppt_w"/>
                                          </p:val>
                                        </p:tav>
                                      </p:tavLst>
                                    </p:anim>
                                    <p:anim calcmode="lin" valueType="num">
                                      <p:cBhvr>
                                        <p:cTn id="58" dur="1000" fill="hold"/>
                                        <p:tgtEl>
                                          <p:spTgt spid="4"/>
                                        </p:tgtEl>
                                        <p:attrNameLst>
                                          <p:attrName>ppt_h</p:attrName>
                                        </p:attrNameLst>
                                      </p:cBhvr>
                                      <p:tavLst>
                                        <p:tav tm="0">
                                          <p:val>
                                            <p:strVal val="#ppt_h"/>
                                          </p:val>
                                        </p:tav>
                                        <p:tav tm="100000">
                                          <p:val>
                                            <p:strVal val="#ppt_h"/>
                                          </p:val>
                                        </p:tav>
                                      </p:tavLst>
                                    </p:anim>
                                    <p:animEffect transition="in" filter="fade">
                                      <p:cBhvr>
                                        <p:cTn id="5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743450" y="4625975"/>
            <a:ext cx="6279515" cy="1056640"/>
          </a:xfrm>
          <a:prstGeom prst="rect">
            <a:avLst/>
          </a:prstGeom>
          <a:noFill/>
          <a:ln>
            <a:solidFill>
              <a:srgbClr val="3535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652010" y="3054350"/>
            <a:ext cx="6279515" cy="1056640"/>
          </a:xfrm>
          <a:prstGeom prst="rect">
            <a:avLst/>
          </a:prstGeom>
          <a:noFill/>
          <a:ln>
            <a:solidFill>
              <a:srgbClr val="3535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a:stretch>
            <a:fillRect/>
          </a:stretch>
        </p:blipFill>
        <p:spPr>
          <a:xfrm>
            <a:off x="0" y="3848101"/>
            <a:ext cx="4743733" cy="3009899"/>
          </a:xfrm>
          <a:prstGeom prst="rect">
            <a:avLst/>
          </a:prstGeom>
        </p:spPr>
      </p:pic>
      <p:pic>
        <p:nvPicPr>
          <p:cNvPr id="45" name="图片 44"/>
          <p:cNvPicPr>
            <a:picLocks noChangeAspect="1"/>
          </p:cNvPicPr>
          <p:nvPr/>
        </p:nvPicPr>
        <p:blipFill rotWithShape="1">
          <a:blip r:embed="rId4"/>
          <a:srcRect/>
          <a:stretch>
            <a:fillRect/>
          </a:stretch>
        </p:blipFill>
        <p:spPr>
          <a:xfrm>
            <a:off x="4424797" y="3168801"/>
            <a:ext cx="573332" cy="828524"/>
          </a:xfrm>
          <a:prstGeom prst="rect">
            <a:avLst/>
          </a:prstGeom>
        </p:spPr>
      </p:pic>
      <p:pic>
        <p:nvPicPr>
          <p:cNvPr id="47" name="图片 46"/>
          <p:cNvPicPr>
            <a:picLocks noChangeAspect="1"/>
          </p:cNvPicPr>
          <p:nvPr/>
        </p:nvPicPr>
        <p:blipFill rotWithShape="1">
          <a:blip r:embed="rId5"/>
          <a:srcRect/>
          <a:stretch>
            <a:fillRect/>
          </a:stretch>
        </p:blipFill>
        <p:spPr>
          <a:xfrm>
            <a:off x="4424797" y="4767971"/>
            <a:ext cx="641838" cy="771373"/>
          </a:xfrm>
          <a:prstGeom prst="rect">
            <a:avLst/>
          </a:prstGeom>
        </p:spPr>
      </p:pic>
      <p:sp>
        <p:nvSpPr>
          <p:cNvPr id="6" name="矩形 5"/>
          <p:cNvSpPr/>
          <p:nvPr/>
        </p:nvSpPr>
        <p:spPr>
          <a:xfrm>
            <a:off x="5187950" y="1666240"/>
            <a:ext cx="5391150" cy="583565"/>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请替换文本复制您所需要的文本在黏贴选项中替换文本即可请</a:t>
            </a:r>
            <a:r>
              <a:rPr lang="zh-CN" altLang="en-US" sz="1600" kern="0" dirty="0">
                <a:latin typeface="字魂36号-正文宋楷" panose="00000500000000000000" charset="-122"/>
                <a:ea typeface="字魂36号-正文宋楷" panose="00000500000000000000" charset="-122"/>
                <a:sym typeface="+mn-ea"/>
              </a:rPr>
              <a:t>文本在黏贴选项中替换文本即可请</a:t>
            </a:r>
            <a:r>
              <a:rPr lang="zh-CN" altLang="en-US" sz="1600" kern="0" dirty="0">
                <a:latin typeface="字魂36号-正文宋楷" panose="00000500000000000000" charset="-122"/>
                <a:ea typeface="字魂36号-正文宋楷" panose="00000500000000000000" charset="-122"/>
              </a:rPr>
              <a:t>。</a:t>
            </a:r>
          </a:p>
        </p:txBody>
      </p:sp>
      <p:sp>
        <p:nvSpPr>
          <p:cNvPr id="3" name="矩形 2"/>
          <p:cNvSpPr/>
          <p:nvPr/>
        </p:nvSpPr>
        <p:spPr>
          <a:xfrm>
            <a:off x="5187950" y="3290570"/>
            <a:ext cx="5391150" cy="583565"/>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请替换文本复制您所需要的文本在黏贴选项中替换文本即可请</a:t>
            </a:r>
            <a:r>
              <a:rPr lang="zh-CN" altLang="en-US" sz="1600" kern="0" dirty="0">
                <a:latin typeface="字魂36号-正文宋楷" panose="00000500000000000000" charset="-122"/>
                <a:ea typeface="字魂36号-正文宋楷" panose="00000500000000000000" charset="-122"/>
                <a:sym typeface="+mn-ea"/>
              </a:rPr>
              <a:t>文本在黏贴选项中替换文本即可请</a:t>
            </a:r>
            <a:r>
              <a:rPr lang="zh-CN" altLang="en-US" sz="1600" kern="0" dirty="0">
                <a:latin typeface="字魂36号-正文宋楷" panose="00000500000000000000" charset="-122"/>
                <a:ea typeface="字魂36号-正文宋楷" panose="00000500000000000000" charset="-122"/>
              </a:rPr>
              <a:t>。</a:t>
            </a:r>
          </a:p>
        </p:txBody>
      </p:sp>
      <p:sp>
        <p:nvSpPr>
          <p:cNvPr id="4" name="矩形 3"/>
          <p:cNvSpPr/>
          <p:nvPr/>
        </p:nvSpPr>
        <p:spPr>
          <a:xfrm>
            <a:off x="5187950" y="4926965"/>
            <a:ext cx="5391150" cy="583565"/>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请替换文本复制您所需要的文本在黏贴选项中替换文本即可请</a:t>
            </a:r>
            <a:r>
              <a:rPr lang="zh-CN" altLang="en-US" sz="1600" kern="0" dirty="0">
                <a:latin typeface="字魂36号-正文宋楷" panose="00000500000000000000" charset="-122"/>
                <a:ea typeface="字魂36号-正文宋楷" panose="00000500000000000000" charset="-122"/>
                <a:sym typeface="+mn-ea"/>
              </a:rPr>
              <a:t>文本在黏贴选项中替换文本即可请</a:t>
            </a:r>
            <a:r>
              <a:rPr lang="zh-CN" altLang="en-US" sz="1600" kern="0" dirty="0">
                <a:latin typeface="字魂36号-正文宋楷" panose="00000500000000000000" charset="-122"/>
                <a:ea typeface="字魂36号-正文宋楷" panose="00000500000000000000" charset="-122"/>
              </a:rPr>
              <a:t>。</a:t>
            </a:r>
          </a:p>
        </p:txBody>
      </p:sp>
      <p:sp>
        <p:nvSpPr>
          <p:cNvPr id="5" name="矩形 4"/>
          <p:cNvSpPr/>
          <p:nvPr/>
        </p:nvSpPr>
        <p:spPr>
          <a:xfrm>
            <a:off x="4652010" y="1430020"/>
            <a:ext cx="6279515" cy="1056640"/>
          </a:xfrm>
          <a:prstGeom prst="rect">
            <a:avLst/>
          </a:prstGeom>
          <a:noFill/>
          <a:ln>
            <a:solidFill>
              <a:srgbClr val="3535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图片 41"/>
          <p:cNvPicPr>
            <a:picLocks noChangeAspect="1"/>
          </p:cNvPicPr>
          <p:nvPr/>
        </p:nvPicPr>
        <p:blipFill rotWithShape="1">
          <a:blip r:embed="rId6"/>
          <a:srcRect/>
          <a:stretch>
            <a:fillRect/>
          </a:stretch>
        </p:blipFill>
        <p:spPr>
          <a:xfrm>
            <a:off x="4356292" y="1565375"/>
            <a:ext cx="641837" cy="771374"/>
          </a:xfrm>
          <a:prstGeom prst="rect">
            <a:avLst/>
          </a:prstGeom>
        </p:spPr>
      </p:pic>
      <p:grpSp>
        <p:nvGrpSpPr>
          <p:cNvPr id="11" name="组合 10"/>
          <p:cNvGrpSpPr/>
          <p:nvPr/>
        </p:nvGrpSpPr>
        <p:grpSpPr>
          <a:xfrm>
            <a:off x="10692765" y="1723390"/>
            <a:ext cx="454660" cy="454660"/>
            <a:chOff x="16839" y="2714"/>
            <a:chExt cx="716" cy="716"/>
          </a:xfrm>
        </p:grpSpPr>
        <p:sp>
          <p:nvSpPr>
            <p:cNvPr id="9" name="椭圆 8"/>
            <p:cNvSpPr/>
            <p:nvPr/>
          </p:nvSpPr>
          <p:spPr>
            <a:xfrm>
              <a:off x="16839" y="2714"/>
              <a:ext cx="716" cy="716"/>
            </a:xfrm>
            <a:prstGeom prst="ellipse">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573"/>
            <p:cNvSpPr/>
            <p:nvPr/>
          </p:nvSpPr>
          <p:spPr bwMode="auto">
            <a:xfrm flipH="1">
              <a:off x="16932" y="2877"/>
              <a:ext cx="529" cy="389"/>
            </a:xfrm>
            <a:custGeom>
              <a:avLst/>
              <a:gdLst>
                <a:gd name="T0" fmla="*/ 74 w 99"/>
                <a:gd name="T1" fmla="*/ 68 h 68"/>
                <a:gd name="T2" fmla="*/ 89 w 99"/>
                <a:gd name="T3" fmla="*/ 57 h 68"/>
                <a:gd name="T4" fmla="*/ 97 w 99"/>
                <a:gd name="T5" fmla="*/ 31 h 68"/>
                <a:gd name="T6" fmla="*/ 78 w 99"/>
                <a:gd name="T7" fmla="*/ 6 h 68"/>
                <a:gd name="T8" fmla="*/ 63 w 99"/>
                <a:gd name="T9" fmla="*/ 1 h 68"/>
                <a:gd name="T10" fmla="*/ 43 w 99"/>
                <a:gd name="T11" fmla="*/ 4 h 68"/>
                <a:gd name="T12" fmla="*/ 34 w 99"/>
                <a:gd name="T13" fmla="*/ 10 h 68"/>
                <a:gd name="T14" fmla="*/ 26 w 99"/>
                <a:gd name="T15" fmla="*/ 16 h 68"/>
                <a:gd name="T16" fmla="*/ 14 w 99"/>
                <a:gd name="T17" fmla="*/ 17 h 68"/>
                <a:gd name="T18" fmla="*/ 9 w 99"/>
                <a:gd name="T19" fmla="*/ 11 h 68"/>
                <a:gd name="T20" fmla="*/ 12 w 99"/>
                <a:gd name="T21" fmla="*/ 4 h 68"/>
                <a:gd name="T22" fmla="*/ 3 w 99"/>
                <a:gd name="T23" fmla="*/ 9 h 68"/>
                <a:gd name="T24" fmla="*/ 0 w 99"/>
                <a:gd name="T25" fmla="*/ 16 h 68"/>
                <a:gd name="T26" fmla="*/ 5 w 99"/>
                <a:gd name="T27" fmla="*/ 23 h 68"/>
                <a:gd name="T28" fmla="*/ 19 w 99"/>
                <a:gd name="T29" fmla="*/ 25 h 68"/>
                <a:gd name="T30" fmla="*/ 30 w 99"/>
                <a:gd name="T31" fmla="*/ 18 h 68"/>
                <a:gd name="T32" fmla="*/ 30 w 99"/>
                <a:gd name="T33" fmla="*/ 31 h 68"/>
                <a:gd name="T34" fmla="*/ 39 w 99"/>
                <a:gd name="T35" fmla="*/ 43 h 68"/>
                <a:gd name="T36" fmla="*/ 54 w 99"/>
                <a:gd name="T37" fmla="*/ 46 h 68"/>
                <a:gd name="T38" fmla="*/ 66 w 99"/>
                <a:gd name="T39" fmla="*/ 40 h 68"/>
                <a:gd name="T40" fmla="*/ 71 w 99"/>
                <a:gd name="T41" fmla="*/ 29 h 68"/>
                <a:gd name="T42" fmla="*/ 65 w 99"/>
                <a:gd name="T43" fmla="*/ 20 h 68"/>
                <a:gd name="T44" fmla="*/ 59 w 99"/>
                <a:gd name="T45" fmla="*/ 18 h 68"/>
                <a:gd name="T46" fmla="*/ 51 w 99"/>
                <a:gd name="T47" fmla="*/ 22 h 68"/>
                <a:gd name="T48" fmla="*/ 51 w 99"/>
                <a:gd name="T49" fmla="*/ 30 h 68"/>
                <a:gd name="T50" fmla="*/ 53 w 99"/>
                <a:gd name="T51" fmla="*/ 32 h 68"/>
                <a:gd name="T52" fmla="*/ 55 w 99"/>
                <a:gd name="T53" fmla="*/ 30 h 68"/>
                <a:gd name="T54" fmla="*/ 59 w 99"/>
                <a:gd name="T55" fmla="*/ 27 h 68"/>
                <a:gd name="T56" fmla="*/ 63 w 99"/>
                <a:gd name="T57" fmla="*/ 28 h 68"/>
                <a:gd name="T58" fmla="*/ 66 w 99"/>
                <a:gd name="T59" fmla="*/ 33 h 68"/>
                <a:gd name="T60" fmla="*/ 63 w 99"/>
                <a:gd name="T61" fmla="*/ 38 h 68"/>
                <a:gd name="T62" fmla="*/ 54 w 99"/>
                <a:gd name="T63" fmla="*/ 44 h 68"/>
                <a:gd name="T64" fmla="*/ 41 w 99"/>
                <a:gd name="T65" fmla="*/ 41 h 68"/>
                <a:gd name="T66" fmla="*/ 31 w 99"/>
                <a:gd name="T67" fmla="*/ 28 h 68"/>
                <a:gd name="T68" fmla="*/ 36 w 99"/>
                <a:gd name="T69" fmla="*/ 13 h 68"/>
                <a:gd name="T70" fmla="*/ 58 w 99"/>
                <a:gd name="T71" fmla="*/ 3 h 68"/>
                <a:gd name="T72" fmla="*/ 77 w 99"/>
                <a:gd name="T73" fmla="*/ 8 h 68"/>
                <a:gd name="T74" fmla="*/ 93 w 99"/>
                <a:gd name="T75" fmla="*/ 34 h 68"/>
                <a:gd name="T76" fmla="*/ 84 w 99"/>
                <a:gd name="T77" fmla="*/ 54 h 68"/>
                <a:gd name="T78" fmla="*/ 65 w 99"/>
                <a:gd name="T79"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 h="68">
                  <a:moveTo>
                    <a:pt x="74" y="68"/>
                  </a:moveTo>
                  <a:cubicBezTo>
                    <a:pt x="80" y="65"/>
                    <a:pt x="84" y="61"/>
                    <a:pt x="89" y="57"/>
                  </a:cubicBezTo>
                  <a:cubicBezTo>
                    <a:pt x="96" y="49"/>
                    <a:pt x="99" y="40"/>
                    <a:pt x="97" y="31"/>
                  </a:cubicBezTo>
                  <a:cubicBezTo>
                    <a:pt x="95" y="22"/>
                    <a:pt x="89" y="13"/>
                    <a:pt x="78" y="6"/>
                  </a:cubicBezTo>
                  <a:cubicBezTo>
                    <a:pt x="74" y="3"/>
                    <a:pt x="68" y="1"/>
                    <a:pt x="63" y="1"/>
                  </a:cubicBezTo>
                  <a:cubicBezTo>
                    <a:pt x="56" y="0"/>
                    <a:pt x="49" y="1"/>
                    <a:pt x="43" y="4"/>
                  </a:cubicBezTo>
                  <a:cubicBezTo>
                    <a:pt x="40" y="5"/>
                    <a:pt x="38" y="7"/>
                    <a:pt x="34" y="10"/>
                  </a:cubicBezTo>
                  <a:cubicBezTo>
                    <a:pt x="31" y="13"/>
                    <a:pt x="28" y="15"/>
                    <a:pt x="26" y="16"/>
                  </a:cubicBezTo>
                  <a:cubicBezTo>
                    <a:pt x="21" y="19"/>
                    <a:pt x="17" y="19"/>
                    <a:pt x="14" y="17"/>
                  </a:cubicBezTo>
                  <a:cubicBezTo>
                    <a:pt x="11" y="15"/>
                    <a:pt x="10" y="13"/>
                    <a:pt x="9" y="11"/>
                  </a:cubicBezTo>
                  <a:cubicBezTo>
                    <a:pt x="9" y="10"/>
                    <a:pt x="10" y="7"/>
                    <a:pt x="12" y="4"/>
                  </a:cubicBezTo>
                  <a:cubicBezTo>
                    <a:pt x="8" y="5"/>
                    <a:pt x="6" y="6"/>
                    <a:pt x="3" y="9"/>
                  </a:cubicBezTo>
                  <a:cubicBezTo>
                    <a:pt x="1" y="11"/>
                    <a:pt x="0" y="13"/>
                    <a:pt x="0" y="16"/>
                  </a:cubicBezTo>
                  <a:cubicBezTo>
                    <a:pt x="1" y="19"/>
                    <a:pt x="2" y="21"/>
                    <a:pt x="5" y="23"/>
                  </a:cubicBezTo>
                  <a:cubicBezTo>
                    <a:pt x="9" y="25"/>
                    <a:pt x="13" y="26"/>
                    <a:pt x="19" y="25"/>
                  </a:cubicBezTo>
                  <a:cubicBezTo>
                    <a:pt x="24" y="23"/>
                    <a:pt x="28" y="21"/>
                    <a:pt x="30" y="18"/>
                  </a:cubicBezTo>
                  <a:cubicBezTo>
                    <a:pt x="29" y="23"/>
                    <a:pt x="29" y="27"/>
                    <a:pt x="30" y="31"/>
                  </a:cubicBezTo>
                  <a:cubicBezTo>
                    <a:pt x="31" y="36"/>
                    <a:pt x="34" y="40"/>
                    <a:pt x="39" y="43"/>
                  </a:cubicBezTo>
                  <a:cubicBezTo>
                    <a:pt x="43" y="46"/>
                    <a:pt x="48" y="47"/>
                    <a:pt x="54" y="46"/>
                  </a:cubicBezTo>
                  <a:cubicBezTo>
                    <a:pt x="59" y="45"/>
                    <a:pt x="63" y="43"/>
                    <a:pt x="66" y="40"/>
                  </a:cubicBezTo>
                  <a:cubicBezTo>
                    <a:pt x="69" y="37"/>
                    <a:pt x="71" y="33"/>
                    <a:pt x="71" y="29"/>
                  </a:cubicBezTo>
                  <a:cubicBezTo>
                    <a:pt x="71" y="26"/>
                    <a:pt x="69" y="23"/>
                    <a:pt x="65" y="20"/>
                  </a:cubicBezTo>
                  <a:cubicBezTo>
                    <a:pt x="63" y="19"/>
                    <a:pt x="61" y="18"/>
                    <a:pt x="59" y="18"/>
                  </a:cubicBezTo>
                  <a:cubicBezTo>
                    <a:pt x="56" y="18"/>
                    <a:pt x="53" y="19"/>
                    <a:pt x="51" y="22"/>
                  </a:cubicBezTo>
                  <a:cubicBezTo>
                    <a:pt x="49" y="24"/>
                    <a:pt x="49" y="27"/>
                    <a:pt x="51" y="30"/>
                  </a:cubicBezTo>
                  <a:cubicBezTo>
                    <a:pt x="52" y="30"/>
                    <a:pt x="52" y="31"/>
                    <a:pt x="53" y="32"/>
                  </a:cubicBezTo>
                  <a:cubicBezTo>
                    <a:pt x="54" y="31"/>
                    <a:pt x="54" y="31"/>
                    <a:pt x="55" y="30"/>
                  </a:cubicBezTo>
                  <a:cubicBezTo>
                    <a:pt x="56" y="28"/>
                    <a:pt x="58" y="27"/>
                    <a:pt x="59" y="27"/>
                  </a:cubicBezTo>
                  <a:cubicBezTo>
                    <a:pt x="61" y="27"/>
                    <a:pt x="62" y="28"/>
                    <a:pt x="63" y="28"/>
                  </a:cubicBezTo>
                  <a:cubicBezTo>
                    <a:pt x="65" y="29"/>
                    <a:pt x="66" y="31"/>
                    <a:pt x="66" y="33"/>
                  </a:cubicBezTo>
                  <a:cubicBezTo>
                    <a:pt x="66" y="35"/>
                    <a:pt x="65" y="37"/>
                    <a:pt x="63" y="38"/>
                  </a:cubicBezTo>
                  <a:cubicBezTo>
                    <a:pt x="61" y="42"/>
                    <a:pt x="57" y="43"/>
                    <a:pt x="54" y="44"/>
                  </a:cubicBezTo>
                  <a:cubicBezTo>
                    <a:pt x="49" y="45"/>
                    <a:pt x="45" y="44"/>
                    <a:pt x="41" y="41"/>
                  </a:cubicBezTo>
                  <a:cubicBezTo>
                    <a:pt x="35" y="38"/>
                    <a:pt x="32" y="33"/>
                    <a:pt x="31" y="28"/>
                  </a:cubicBezTo>
                  <a:cubicBezTo>
                    <a:pt x="30" y="22"/>
                    <a:pt x="32" y="17"/>
                    <a:pt x="36" y="13"/>
                  </a:cubicBezTo>
                  <a:cubicBezTo>
                    <a:pt x="42" y="7"/>
                    <a:pt x="49" y="4"/>
                    <a:pt x="58" y="3"/>
                  </a:cubicBezTo>
                  <a:cubicBezTo>
                    <a:pt x="65" y="3"/>
                    <a:pt x="72" y="5"/>
                    <a:pt x="77" y="8"/>
                  </a:cubicBezTo>
                  <a:cubicBezTo>
                    <a:pt x="88" y="16"/>
                    <a:pt x="94" y="24"/>
                    <a:pt x="93" y="34"/>
                  </a:cubicBezTo>
                  <a:cubicBezTo>
                    <a:pt x="93" y="41"/>
                    <a:pt x="90" y="48"/>
                    <a:pt x="84" y="54"/>
                  </a:cubicBezTo>
                  <a:cubicBezTo>
                    <a:pt x="79" y="60"/>
                    <a:pt x="72" y="64"/>
                    <a:pt x="65" y="67"/>
                  </a:cubicBezTo>
                </a:path>
              </a:pathLst>
            </a:custGeom>
            <a:solidFill>
              <a:schemeClr val="bg1"/>
            </a:solidFill>
            <a:ln>
              <a:solidFill>
                <a:schemeClr val="bg1"/>
              </a:solidFill>
              <a:miter lim="800000"/>
            </a:ln>
          </p:spPr>
          <p:txBody>
            <a:bodyPr vert="horz" wrap="square" lIns="91440" tIns="45720" rIns="91440" bIns="45720" numCol="1" anchor="t" anchorCtr="0" compatLnSpc="1"/>
            <a:lstStyle/>
            <a:p>
              <a:endParaRPr lang="zh-CN" altLang="en-US"/>
            </a:p>
          </p:txBody>
        </p:sp>
      </p:grpSp>
      <p:grpSp>
        <p:nvGrpSpPr>
          <p:cNvPr id="13" name="组合 12"/>
          <p:cNvGrpSpPr/>
          <p:nvPr/>
        </p:nvGrpSpPr>
        <p:grpSpPr>
          <a:xfrm>
            <a:off x="10692765" y="3393440"/>
            <a:ext cx="454660" cy="454660"/>
            <a:chOff x="16839" y="2714"/>
            <a:chExt cx="716" cy="716"/>
          </a:xfrm>
        </p:grpSpPr>
        <p:sp>
          <p:nvSpPr>
            <p:cNvPr id="15" name="椭圆 14"/>
            <p:cNvSpPr/>
            <p:nvPr/>
          </p:nvSpPr>
          <p:spPr>
            <a:xfrm>
              <a:off x="16839" y="2714"/>
              <a:ext cx="716" cy="716"/>
            </a:xfrm>
            <a:prstGeom prst="ellipse">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Freeform 573"/>
            <p:cNvSpPr/>
            <p:nvPr/>
          </p:nvSpPr>
          <p:spPr bwMode="auto">
            <a:xfrm flipH="1">
              <a:off x="16932" y="2877"/>
              <a:ext cx="529" cy="389"/>
            </a:xfrm>
            <a:custGeom>
              <a:avLst/>
              <a:gdLst>
                <a:gd name="T0" fmla="*/ 74 w 99"/>
                <a:gd name="T1" fmla="*/ 68 h 68"/>
                <a:gd name="T2" fmla="*/ 89 w 99"/>
                <a:gd name="T3" fmla="*/ 57 h 68"/>
                <a:gd name="T4" fmla="*/ 97 w 99"/>
                <a:gd name="T5" fmla="*/ 31 h 68"/>
                <a:gd name="T6" fmla="*/ 78 w 99"/>
                <a:gd name="T7" fmla="*/ 6 h 68"/>
                <a:gd name="T8" fmla="*/ 63 w 99"/>
                <a:gd name="T9" fmla="*/ 1 h 68"/>
                <a:gd name="T10" fmla="*/ 43 w 99"/>
                <a:gd name="T11" fmla="*/ 4 h 68"/>
                <a:gd name="T12" fmla="*/ 34 w 99"/>
                <a:gd name="T13" fmla="*/ 10 h 68"/>
                <a:gd name="T14" fmla="*/ 26 w 99"/>
                <a:gd name="T15" fmla="*/ 16 h 68"/>
                <a:gd name="T16" fmla="*/ 14 w 99"/>
                <a:gd name="T17" fmla="*/ 17 h 68"/>
                <a:gd name="T18" fmla="*/ 9 w 99"/>
                <a:gd name="T19" fmla="*/ 11 h 68"/>
                <a:gd name="T20" fmla="*/ 12 w 99"/>
                <a:gd name="T21" fmla="*/ 4 h 68"/>
                <a:gd name="T22" fmla="*/ 3 w 99"/>
                <a:gd name="T23" fmla="*/ 9 h 68"/>
                <a:gd name="T24" fmla="*/ 0 w 99"/>
                <a:gd name="T25" fmla="*/ 16 h 68"/>
                <a:gd name="T26" fmla="*/ 5 w 99"/>
                <a:gd name="T27" fmla="*/ 23 h 68"/>
                <a:gd name="T28" fmla="*/ 19 w 99"/>
                <a:gd name="T29" fmla="*/ 25 h 68"/>
                <a:gd name="T30" fmla="*/ 30 w 99"/>
                <a:gd name="T31" fmla="*/ 18 h 68"/>
                <a:gd name="T32" fmla="*/ 30 w 99"/>
                <a:gd name="T33" fmla="*/ 31 h 68"/>
                <a:gd name="T34" fmla="*/ 39 w 99"/>
                <a:gd name="T35" fmla="*/ 43 h 68"/>
                <a:gd name="T36" fmla="*/ 54 w 99"/>
                <a:gd name="T37" fmla="*/ 46 h 68"/>
                <a:gd name="T38" fmla="*/ 66 w 99"/>
                <a:gd name="T39" fmla="*/ 40 h 68"/>
                <a:gd name="T40" fmla="*/ 71 w 99"/>
                <a:gd name="T41" fmla="*/ 29 h 68"/>
                <a:gd name="T42" fmla="*/ 65 w 99"/>
                <a:gd name="T43" fmla="*/ 20 h 68"/>
                <a:gd name="T44" fmla="*/ 59 w 99"/>
                <a:gd name="T45" fmla="*/ 18 h 68"/>
                <a:gd name="T46" fmla="*/ 51 w 99"/>
                <a:gd name="T47" fmla="*/ 22 h 68"/>
                <a:gd name="T48" fmla="*/ 51 w 99"/>
                <a:gd name="T49" fmla="*/ 30 h 68"/>
                <a:gd name="T50" fmla="*/ 53 w 99"/>
                <a:gd name="T51" fmla="*/ 32 h 68"/>
                <a:gd name="T52" fmla="*/ 55 w 99"/>
                <a:gd name="T53" fmla="*/ 30 h 68"/>
                <a:gd name="T54" fmla="*/ 59 w 99"/>
                <a:gd name="T55" fmla="*/ 27 h 68"/>
                <a:gd name="T56" fmla="*/ 63 w 99"/>
                <a:gd name="T57" fmla="*/ 28 h 68"/>
                <a:gd name="T58" fmla="*/ 66 w 99"/>
                <a:gd name="T59" fmla="*/ 33 h 68"/>
                <a:gd name="T60" fmla="*/ 63 w 99"/>
                <a:gd name="T61" fmla="*/ 38 h 68"/>
                <a:gd name="T62" fmla="*/ 54 w 99"/>
                <a:gd name="T63" fmla="*/ 44 h 68"/>
                <a:gd name="T64" fmla="*/ 41 w 99"/>
                <a:gd name="T65" fmla="*/ 41 h 68"/>
                <a:gd name="T66" fmla="*/ 31 w 99"/>
                <a:gd name="T67" fmla="*/ 28 h 68"/>
                <a:gd name="T68" fmla="*/ 36 w 99"/>
                <a:gd name="T69" fmla="*/ 13 h 68"/>
                <a:gd name="T70" fmla="*/ 58 w 99"/>
                <a:gd name="T71" fmla="*/ 3 h 68"/>
                <a:gd name="T72" fmla="*/ 77 w 99"/>
                <a:gd name="T73" fmla="*/ 8 h 68"/>
                <a:gd name="T74" fmla="*/ 93 w 99"/>
                <a:gd name="T75" fmla="*/ 34 h 68"/>
                <a:gd name="T76" fmla="*/ 84 w 99"/>
                <a:gd name="T77" fmla="*/ 54 h 68"/>
                <a:gd name="T78" fmla="*/ 65 w 99"/>
                <a:gd name="T79"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 h="68">
                  <a:moveTo>
                    <a:pt x="74" y="68"/>
                  </a:moveTo>
                  <a:cubicBezTo>
                    <a:pt x="80" y="65"/>
                    <a:pt x="84" y="61"/>
                    <a:pt x="89" y="57"/>
                  </a:cubicBezTo>
                  <a:cubicBezTo>
                    <a:pt x="96" y="49"/>
                    <a:pt x="99" y="40"/>
                    <a:pt x="97" y="31"/>
                  </a:cubicBezTo>
                  <a:cubicBezTo>
                    <a:pt x="95" y="22"/>
                    <a:pt x="89" y="13"/>
                    <a:pt x="78" y="6"/>
                  </a:cubicBezTo>
                  <a:cubicBezTo>
                    <a:pt x="74" y="3"/>
                    <a:pt x="68" y="1"/>
                    <a:pt x="63" y="1"/>
                  </a:cubicBezTo>
                  <a:cubicBezTo>
                    <a:pt x="56" y="0"/>
                    <a:pt x="49" y="1"/>
                    <a:pt x="43" y="4"/>
                  </a:cubicBezTo>
                  <a:cubicBezTo>
                    <a:pt x="40" y="5"/>
                    <a:pt x="38" y="7"/>
                    <a:pt x="34" y="10"/>
                  </a:cubicBezTo>
                  <a:cubicBezTo>
                    <a:pt x="31" y="13"/>
                    <a:pt x="28" y="15"/>
                    <a:pt x="26" y="16"/>
                  </a:cubicBezTo>
                  <a:cubicBezTo>
                    <a:pt x="21" y="19"/>
                    <a:pt x="17" y="19"/>
                    <a:pt x="14" y="17"/>
                  </a:cubicBezTo>
                  <a:cubicBezTo>
                    <a:pt x="11" y="15"/>
                    <a:pt x="10" y="13"/>
                    <a:pt x="9" y="11"/>
                  </a:cubicBezTo>
                  <a:cubicBezTo>
                    <a:pt x="9" y="10"/>
                    <a:pt x="10" y="7"/>
                    <a:pt x="12" y="4"/>
                  </a:cubicBezTo>
                  <a:cubicBezTo>
                    <a:pt x="8" y="5"/>
                    <a:pt x="6" y="6"/>
                    <a:pt x="3" y="9"/>
                  </a:cubicBezTo>
                  <a:cubicBezTo>
                    <a:pt x="1" y="11"/>
                    <a:pt x="0" y="13"/>
                    <a:pt x="0" y="16"/>
                  </a:cubicBezTo>
                  <a:cubicBezTo>
                    <a:pt x="1" y="19"/>
                    <a:pt x="2" y="21"/>
                    <a:pt x="5" y="23"/>
                  </a:cubicBezTo>
                  <a:cubicBezTo>
                    <a:pt x="9" y="25"/>
                    <a:pt x="13" y="26"/>
                    <a:pt x="19" y="25"/>
                  </a:cubicBezTo>
                  <a:cubicBezTo>
                    <a:pt x="24" y="23"/>
                    <a:pt x="28" y="21"/>
                    <a:pt x="30" y="18"/>
                  </a:cubicBezTo>
                  <a:cubicBezTo>
                    <a:pt x="29" y="23"/>
                    <a:pt x="29" y="27"/>
                    <a:pt x="30" y="31"/>
                  </a:cubicBezTo>
                  <a:cubicBezTo>
                    <a:pt x="31" y="36"/>
                    <a:pt x="34" y="40"/>
                    <a:pt x="39" y="43"/>
                  </a:cubicBezTo>
                  <a:cubicBezTo>
                    <a:pt x="43" y="46"/>
                    <a:pt x="48" y="47"/>
                    <a:pt x="54" y="46"/>
                  </a:cubicBezTo>
                  <a:cubicBezTo>
                    <a:pt x="59" y="45"/>
                    <a:pt x="63" y="43"/>
                    <a:pt x="66" y="40"/>
                  </a:cubicBezTo>
                  <a:cubicBezTo>
                    <a:pt x="69" y="37"/>
                    <a:pt x="71" y="33"/>
                    <a:pt x="71" y="29"/>
                  </a:cubicBezTo>
                  <a:cubicBezTo>
                    <a:pt x="71" y="26"/>
                    <a:pt x="69" y="23"/>
                    <a:pt x="65" y="20"/>
                  </a:cubicBezTo>
                  <a:cubicBezTo>
                    <a:pt x="63" y="19"/>
                    <a:pt x="61" y="18"/>
                    <a:pt x="59" y="18"/>
                  </a:cubicBezTo>
                  <a:cubicBezTo>
                    <a:pt x="56" y="18"/>
                    <a:pt x="53" y="19"/>
                    <a:pt x="51" y="22"/>
                  </a:cubicBezTo>
                  <a:cubicBezTo>
                    <a:pt x="49" y="24"/>
                    <a:pt x="49" y="27"/>
                    <a:pt x="51" y="30"/>
                  </a:cubicBezTo>
                  <a:cubicBezTo>
                    <a:pt x="52" y="30"/>
                    <a:pt x="52" y="31"/>
                    <a:pt x="53" y="32"/>
                  </a:cubicBezTo>
                  <a:cubicBezTo>
                    <a:pt x="54" y="31"/>
                    <a:pt x="54" y="31"/>
                    <a:pt x="55" y="30"/>
                  </a:cubicBezTo>
                  <a:cubicBezTo>
                    <a:pt x="56" y="28"/>
                    <a:pt x="58" y="27"/>
                    <a:pt x="59" y="27"/>
                  </a:cubicBezTo>
                  <a:cubicBezTo>
                    <a:pt x="61" y="27"/>
                    <a:pt x="62" y="28"/>
                    <a:pt x="63" y="28"/>
                  </a:cubicBezTo>
                  <a:cubicBezTo>
                    <a:pt x="65" y="29"/>
                    <a:pt x="66" y="31"/>
                    <a:pt x="66" y="33"/>
                  </a:cubicBezTo>
                  <a:cubicBezTo>
                    <a:pt x="66" y="35"/>
                    <a:pt x="65" y="37"/>
                    <a:pt x="63" y="38"/>
                  </a:cubicBezTo>
                  <a:cubicBezTo>
                    <a:pt x="61" y="42"/>
                    <a:pt x="57" y="43"/>
                    <a:pt x="54" y="44"/>
                  </a:cubicBezTo>
                  <a:cubicBezTo>
                    <a:pt x="49" y="45"/>
                    <a:pt x="45" y="44"/>
                    <a:pt x="41" y="41"/>
                  </a:cubicBezTo>
                  <a:cubicBezTo>
                    <a:pt x="35" y="38"/>
                    <a:pt x="32" y="33"/>
                    <a:pt x="31" y="28"/>
                  </a:cubicBezTo>
                  <a:cubicBezTo>
                    <a:pt x="30" y="22"/>
                    <a:pt x="32" y="17"/>
                    <a:pt x="36" y="13"/>
                  </a:cubicBezTo>
                  <a:cubicBezTo>
                    <a:pt x="42" y="7"/>
                    <a:pt x="49" y="4"/>
                    <a:pt x="58" y="3"/>
                  </a:cubicBezTo>
                  <a:cubicBezTo>
                    <a:pt x="65" y="3"/>
                    <a:pt x="72" y="5"/>
                    <a:pt x="77" y="8"/>
                  </a:cubicBezTo>
                  <a:cubicBezTo>
                    <a:pt x="88" y="16"/>
                    <a:pt x="94" y="24"/>
                    <a:pt x="93" y="34"/>
                  </a:cubicBezTo>
                  <a:cubicBezTo>
                    <a:pt x="93" y="41"/>
                    <a:pt x="90" y="48"/>
                    <a:pt x="84" y="54"/>
                  </a:cubicBezTo>
                  <a:cubicBezTo>
                    <a:pt x="79" y="60"/>
                    <a:pt x="72" y="64"/>
                    <a:pt x="65" y="67"/>
                  </a:cubicBezTo>
                </a:path>
              </a:pathLst>
            </a:custGeom>
            <a:solidFill>
              <a:schemeClr val="bg1"/>
            </a:solidFill>
            <a:ln>
              <a:solidFill>
                <a:schemeClr val="bg1"/>
              </a:solidFill>
              <a:miter lim="800000"/>
            </a:ln>
          </p:spPr>
          <p:txBody>
            <a:bodyPr vert="horz" wrap="square" lIns="91440" tIns="45720" rIns="91440" bIns="45720" numCol="1" anchor="t" anchorCtr="0" compatLnSpc="1"/>
            <a:lstStyle/>
            <a:p>
              <a:endParaRPr lang="zh-CN" altLang="en-US"/>
            </a:p>
          </p:txBody>
        </p:sp>
      </p:grpSp>
      <p:grpSp>
        <p:nvGrpSpPr>
          <p:cNvPr id="18" name="组合 17"/>
          <p:cNvGrpSpPr/>
          <p:nvPr/>
        </p:nvGrpSpPr>
        <p:grpSpPr>
          <a:xfrm>
            <a:off x="10751820" y="4926965"/>
            <a:ext cx="454660" cy="454660"/>
            <a:chOff x="16839" y="2714"/>
            <a:chExt cx="716" cy="716"/>
          </a:xfrm>
        </p:grpSpPr>
        <p:sp>
          <p:nvSpPr>
            <p:cNvPr id="19" name="椭圆 18"/>
            <p:cNvSpPr/>
            <p:nvPr/>
          </p:nvSpPr>
          <p:spPr>
            <a:xfrm>
              <a:off x="16839" y="2714"/>
              <a:ext cx="716" cy="716"/>
            </a:xfrm>
            <a:prstGeom prst="ellipse">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reeform 573"/>
            <p:cNvSpPr/>
            <p:nvPr/>
          </p:nvSpPr>
          <p:spPr bwMode="auto">
            <a:xfrm flipH="1">
              <a:off x="16932" y="2877"/>
              <a:ext cx="529" cy="389"/>
            </a:xfrm>
            <a:custGeom>
              <a:avLst/>
              <a:gdLst>
                <a:gd name="T0" fmla="*/ 74 w 99"/>
                <a:gd name="T1" fmla="*/ 68 h 68"/>
                <a:gd name="T2" fmla="*/ 89 w 99"/>
                <a:gd name="T3" fmla="*/ 57 h 68"/>
                <a:gd name="T4" fmla="*/ 97 w 99"/>
                <a:gd name="T5" fmla="*/ 31 h 68"/>
                <a:gd name="T6" fmla="*/ 78 w 99"/>
                <a:gd name="T7" fmla="*/ 6 h 68"/>
                <a:gd name="T8" fmla="*/ 63 w 99"/>
                <a:gd name="T9" fmla="*/ 1 h 68"/>
                <a:gd name="T10" fmla="*/ 43 w 99"/>
                <a:gd name="T11" fmla="*/ 4 h 68"/>
                <a:gd name="T12" fmla="*/ 34 w 99"/>
                <a:gd name="T13" fmla="*/ 10 h 68"/>
                <a:gd name="T14" fmla="*/ 26 w 99"/>
                <a:gd name="T15" fmla="*/ 16 h 68"/>
                <a:gd name="T16" fmla="*/ 14 w 99"/>
                <a:gd name="T17" fmla="*/ 17 h 68"/>
                <a:gd name="T18" fmla="*/ 9 w 99"/>
                <a:gd name="T19" fmla="*/ 11 h 68"/>
                <a:gd name="T20" fmla="*/ 12 w 99"/>
                <a:gd name="T21" fmla="*/ 4 h 68"/>
                <a:gd name="T22" fmla="*/ 3 w 99"/>
                <a:gd name="T23" fmla="*/ 9 h 68"/>
                <a:gd name="T24" fmla="*/ 0 w 99"/>
                <a:gd name="T25" fmla="*/ 16 h 68"/>
                <a:gd name="T26" fmla="*/ 5 w 99"/>
                <a:gd name="T27" fmla="*/ 23 h 68"/>
                <a:gd name="T28" fmla="*/ 19 w 99"/>
                <a:gd name="T29" fmla="*/ 25 h 68"/>
                <a:gd name="T30" fmla="*/ 30 w 99"/>
                <a:gd name="T31" fmla="*/ 18 h 68"/>
                <a:gd name="T32" fmla="*/ 30 w 99"/>
                <a:gd name="T33" fmla="*/ 31 h 68"/>
                <a:gd name="T34" fmla="*/ 39 w 99"/>
                <a:gd name="T35" fmla="*/ 43 h 68"/>
                <a:gd name="T36" fmla="*/ 54 w 99"/>
                <a:gd name="T37" fmla="*/ 46 h 68"/>
                <a:gd name="T38" fmla="*/ 66 w 99"/>
                <a:gd name="T39" fmla="*/ 40 h 68"/>
                <a:gd name="T40" fmla="*/ 71 w 99"/>
                <a:gd name="T41" fmla="*/ 29 h 68"/>
                <a:gd name="T42" fmla="*/ 65 w 99"/>
                <a:gd name="T43" fmla="*/ 20 h 68"/>
                <a:gd name="T44" fmla="*/ 59 w 99"/>
                <a:gd name="T45" fmla="*/ 18 h 68"/>
                <a:gd name="T46" fmla="*/ 51 w 99"/>
                <a:gd name="T47" fmla="*/ 22 h 68"/>
                <a:gd name="T48" fmla="*/ 51 w 99"/>
                <a:gd name="T49" fmla="*/ 30 h 68"/>
                <a:gd name="T50" fmla="*/ 53 w 99"/>
                <a:gd name="T51" fmla="*/ 32 h 68"/>
                <a:gd name="T52" fmla="*/ 55 w 99"/>
                <a:gd name="T53" fmla="*/ 30 h 68"/>
                <a:gd name="T54" fmla="*/ 59 w 99"/>
                <a:gd name="T55" fmla="*/ 27 h 68"/>
                <a:gd name="T56" fmla="*/ 63 w 99"/>
                <a:gd name="T57" fmla="*/ 28 h 68"/>
                <a:gd name="T58" fmla="*/ 66 w 99"/>
                <a:gd name="T59" fmla="*/ 33 h 68"/>
                <a:gd name="T60" fmla="*/ 63 w 99"/>
                <a:gd name="T61" fmla="*/ 38 h 68"/>
                <a:gd name="T62" fmla="*/ 54 w 99"/>
                <a:gd name="T63" fmla="*/ 44 h 68"/>
                <a:gd name="T64" fmla="*/ 41 w 99"/>
                <a:gd name="T65" fmla="*/ 41 h 68"/>
                <a:gd name="T66" fmla="*/ 31 w 99"/>
                <a:gd name="T67" fmla="*/ 28 h 68"/>
                <a:gd name="T68" fmla="*/ 36 w 99"/>
                <a:gd name="T69" fmla="*/ 13 h 68"/>
                <a:gd name="T70" fmla="*/ 58 w 99"/>
                <a:gd name="T71" fmla="*/ 3 h 68"/>
                <a:gd name="T72" fmla="*/ 77 w 99"/>
                <a:gd name="T73" fmla="*/ 8 h 68"/>
                <a:gd name="T74" fmla="*/ 93 w 99"/>
                <a:gd name="T75" fmla="*/ 34 h 68"/>
                <a:gd name="T76" fmla="*/ 84 w 99"/>
                <a:gd name="T77" fmla="*/ 54 h 68"/>
                <a:gd name="T78" fmla="*/ 65 w 99"/>
                <a:gd name="T79"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 h="68">
                  <a:moveTo>
                    <a:pt x="74" y="68"/>
                  </a:moveTo>
                  <a:cubicBezTo>
                    <a:pt x="80" y="65"/>
                    <a:pt x="84" y="61"/>
                    <a:pt x="89" y="57"/>
                  </a:cubicBezTo>
                  <a:cubicBezTo>
                    <a:pt x="96" y="49"/>
                    <a:pt x="99" y="40"/>
                    <a:pt x="97" y="31"/>
                  </a:cubicBezTo>
                  <a:cubicBezTo>
                    <a:pt x="95" y="22"/>
                    <a:pt x="89" y="13"/>
                    <a:pt x="78" y="6"/>
                  </a:cubicBezTo>
                  <a:cubicBezTo>
                    <a:pt x="74" y="3"/>
                    <a:pt x="68" y="1"/>
                    <a:pt x="63" y="1"/>
                  </a:cubicBezTo>
                  <a:cubicBezTo>
                    <a:pt x="56" y="0"/>
                    <a:pt x="49" y="1"/>
                    <a:pt x="43" y="4"/>
                  </a:cubicBezTo>
                  <a:cubicBezTo>
                    <a:pt x="40" y="5"/>
                    <a:pt x="38" y="7"/>
                    <a:pt x="34" y="10"/>
                  </a:cubicBezTo>
                  <a:cubicBezTo>
                    <a:pt x="31" y="13"/>
                    <a:pt x="28" y="15"/>
                    <a:pt x="26" y="16"/>
                  </a:cubicBezTo>
                  <a:cubicBezTo>
                    <a:pt x="21" y="19"/>
                    <a:pt x="17" y="19"/>
                    <a:pt x="14" y="17"/>
                  </a:cubicBezTo>
                  <a:cubicBezTo>
                    <a:pt x="11" y="15"/>
                    <a:pt x="10" y="13"/>
                    <a:pt x="9" y="11"/>
                  </a:cubicBezTo>
                  <a:cubicBezTo>
                    <a:pt x="9" y="10"/>
                    <a:pt x="10" y="7"/>
                    <a:pt x="12" y="4"/>
                  </a:cubicBezTo>
                  <a:cubicBezTo>
                    <a:pt x="8" y="5"/>
                    <a:pt x="6" y="6"/>
                    <a:pt x="3" y="9"/>
                  </a:cubicBezTo>
                  <a:cubicBezTo>
                    <a:pt x="1" y="11"/>
                    <a:pt x="0" y="13"/>
                    <a:pt x="0" y="16"/>
                  </a:cubicBezTo>
                  <a:cubicBezTo>
                    <a:pt x="1" y="19"/>
                    <a:pt x="2" y="21"/>
                    <a:pt x="5" y="23"/>
                  </a:cubicBezTo>
                  <a:cubicBezTo>
                    <a:pt x="9" y="25"/>
                    <a:pt x="13" y="26"/>
                    <a:pt x="19" y="25"/>
                  </a:cubicBezTo>
                  <a:cubicBezTo>
                    <a:pt x="24" y="23"/>
                    <a:pt x="28" y="21"/>
                    <a:pt x="30" y="18"/>
                  </a:cubicBezTo>
                  <a:cubicBezTo>
                    <a:pt x="29" y="23"/>
                    <a:pt x="29" y="27"/>
                    <a:pt x="30" y="31"/>
                  </a:cubicBezTo>
                  <a:cubicBezTo>
                    <a:pt x="31" y="36"/>
                    <a:pt x="34" y="40"/>
                    <a:pt x="39" y="43"/>
                  </a:cubicBezTo>
                  <a:cubicBezTo>
                    <a:pt x="43" y="46"/>
                    <a:pt x="48" y="47"/>
                    <a:pt x="54" y="46"/>
                  </a:cubicBezTo>
                  <a:cubicBezTo>
                    <a:pt x="59" y="45"/>
                    <a:pt x="63" y="43"/>
                    <a:pt x="66" y="40"/>
                  </a:cubicBezTo>
                  <a:cubicBezTo>
                    <a:pt x="69" y="37"/>
                    <a:pt x="71" y="33"/>
                    <a:pt x="71" y="29"/>
                  </a:cubicBezTo>
                  <a:cubicBezTo>
                    <a:pt x="71" y="26"/>
                    <a:pt x="69" y="23"/>
                    <a:pt x="65" y="20"/>
                  </a:cubicBezTo>
                  <a:cubicBezTo>
                    <a:pt x="63" y="19"/>
                    <a:pt x="61" y="18"/>
                    <a:pt x="59" y="18"/>
                  </a:cubicBezTo>
                  <a:cubicBezTo>
                    <a:pt x="56" y="18"/>
                    <a:pt x="53" y="19"/>
                    <a:pt x="51" y="22"/>
                  </a:cubicBezTo>
                  <a:cubicBezTo>
                    <a:pt x="49" y="24"/>
                    <a:pt x="49" y="27"/>
                    <a:pt x="51" y="30"/>
                  </a:cubicBezTo>
                  <a:cubicBezTo>
                    <a:pt x="52" y="30"/>
                    <a:pt x="52" y="31"/>
                    <a:pt x="53" y="32"/>
                  </a:cubicBezTo>
                  <a:cubicBezTo>
                    <a:pt x="54" y="31"/>
                    <a:pt x="54" y="31"/>
                    <a:pt x="55" y="30"/>
                  </a:cubicBezTo>
                  <a:cubicBezTo>
                    <a:pt x="56" y="28"/>
                    <a:pt x="58" y="27"/>
                    <a:pt x="59" y="27"/>
                  </a:cubicBezTo>
                  <a:cubicBezTo>
                    <a:pt x="61" y="27"/>
                    <a:pt x="62" y="28"/>
                    <a:pt x="63" y="28"/>
                  </a:cubicBezTo>
                  <a:cubicBezTo>
                    <a:pt x="65" y="29"/>
                    <a:pt x="66" y="31"/>
                    <a:pt x="66" y="33"/>
                  </a:cubicBezTo>
                  <a:cubicBezTo>
                    <a:pt x="66" y="35"/>
                    <a:pt x="65" y="37"/>
                    <a:pt x="63" y="38"/>
                  </a:cubicBezTo>
                  <a:cubicBezTo>
                    <a:pt x="61" y="42"/>
                    <a:pt x="57" y="43"/>
                    <a:pt x="54" y="44"/>
                  </a:cubicBezTo>
                  <a:cubicBezTo>
                    <a:pt x="49" y="45"/>
                    <a:pt x="45" y="44"/>
                    <a:pt x="41" y="41"/>
                  </a:cubicBezTo>
                  <a:cubicBezTo>
                    <a:pt x="35" y="38"/>
                    <a:pt x="32" y="33"/>
                    <a:pt x="31" y="28"/>
                  </a:cubicBezTo>
                  <a:cubicBezTo>
                    <a:pt x="30" y="22"/>
                    <a:pt x="32" y="17"/>
                    <a:pt x="36" y="13"/>
                  </a:cubicBezTo>
                  <a:cubicBezTo>
                    <a:pt x="42" y="7"/>
                    <a:pt x="49" y="4"/>
                    <a:pt x="58" y="3"/>
                  </a:cubicBezTo>
                  <a:cubicBezTo>
                    <a:pt x="65" y="3"/>
                    <a:pt x="72" y="5"/>
                    <a:pt x="77" y="8"/>
                  </a:cubicBezTo>
                  <a:cubicBezTo>
                    <a:pt x="88" y="16"/>
                    <a:pt x="94" y="24"/>
                    <a:pt x="93" y="34"/>
                  </a:cubicBezTo>
                  <a:cubicBezTo>
                    <a:pt x="93" y="41"/>
                    <a:pt x="90" y="48"/>
                    <a:pt x="84" y="54"/>
                  </a:cubicBezTo>
                  <a:cubicBezTo>
                    <a:pt x="79" y="60"/>
                    <a:pt x="72" y="64"/>
                    <a:pt x="65" y="67"/>
                  </a:cubicBezTo>
                </a:path>
              </a:pathLst>
            </a:custGeom>
            <a:solidFill>
              <a:schemeClr val="bg1"/>
            </a:solidFill>
            <a:ln>
              <a:solidFill>
                <a:schemeClr val="bg1"/>
              </a:solidFill>
              <a:miter lim="800000"/>
            </a:ln>
          </p:spPr>
          <p:txBody>
            <a:bodyPr vert="horz" wrap="square" lIns="91440" tIns="45720" rIns="91440" bIns="45720" numCol="1" anchor="t" anchorCtr="0" compatLnSpc="1"/>
            <a:lstStyle/>
            <a:p>
              <a:endParaRPr lang="zh-CN" altLang="en-US"/>
            </a:p>
          </p:txBody>
        </p:sp>
      </p:grpSp>
      <p:sp>
        <p:nvSpPr>
          <p:cNvPr id="21" name="文本框 20"/>
          <p:cNvSpPr txBox="1"/>
          <p:nvPr/>
        </p:nvSpPr>
        <p:spPr>
          <a:xfrm>
            <a:off x="1196975" y="569595"/>
            <a:ext cx="2581275" cy="645160"/>
          </a:xfrm>
          <a:prstGeom prst="rect">
            <a:avLst/>
          </a:prstGeom>
          <a:noFill/>
        </p:spPr>
        <p:txBody>
          <a:bodyPr wrap="square" rtlCol="0">
            <a:spAutoFit/>
          </a:bodyPr>
          <a:lstStyle/>
          <a:p>
            <a:pPr algn="dist"/>
            <a:r>
              <a:rPr lang="zh-CN" altLang="en-US" sz="3600" b="1" dirty="0">
                <a:latin typeface="字魂73号-江南手书" panose="00000500000000000000" charset="-122"/>
                <a:ea typeface="字魂73号-江南手书" panose="00000500000000000000" charset="-122"/>
              </a:rPr>
              <a:t>请添加标题</a:t>
            </a:r>
          </a:p>
        </p:txBody>
      </p:sp>
      <p:pic>
        <p:nvPicPr>
          <p:cNvPr id="22" name="图片 2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flipV="1">
            <a:off x="87414" y="708387"/>
            <a:ext cx="1149535" cy="3050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Click="0" advTm="3000">
        <p14:window dir="vert"/>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strVal val="#ppt_h"/>
                                          </p:val>
                                        </p:tav>
                                        <p:tav tm="100000">
                                          <p:val>
                                            <p:strVal val="#ppt_h"/>
                                          </p:val>
                                        </p:tav>
                                      </p:tavLst>
                                    </p:anim>
                                  </p:childTnLst>
                                </p:cTn>
                              </p:par>
                              <p:par>
                                <p:cTn id="13" presetID="17" presetClass="entr" presetSubtype="1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strVal val="#ppt_h"/>
                                          </p:val>
                                        </p:tav>
                                        <p:tav tm="100000">
                                          <p:val>
                                            <p:strVal val="#ppt_h"/>
                                          </p:val>
                                        </p:tav>
                                      </p:tavLst>
                                    </p:anim>
                                  </p:childTnLst>
                                </p:cTn>
                              </p:par>
                              <p:par>
                                <p:cTn id="17" presetID="17" presetClass="entr" presetSubtype="10" fill="hold" nodeType="with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p:cTn id="19" dur="500" fill="hold"/>
                                        <p:tgtEl>
                                          <p:spTgt spid="45"/>
                                        </p:tgtEl>
                                        <p:attrNameLst>
                                          <p:attrName>ppt_w</p:attrName>
                                        </p:attrNameLst>
                                      </p:cBhvr>
                                      <p:tavLst>
                                        <p:tav tm="0">
                                          <p:val>
                                            <p:fltVal val="0"/>
                                          </p:val>
                                        </p:tav>
                                        <p:tav tm="100000">
                                          <p:val>
                                            <p:strVal val="#ppt_w"/>
                                          </p:val>
                                        </p:tav>
                                      </p:tavLst>
                                    </p:anim>
                                    <p:anim calcmode="lin" valueType="num">
                                      <p:cBhvr>
                                        <p:cTn id="20" dur="500" fill="hold"/>
                                        <p:tgtEl>
                                          <p:spTgt spid="45"/>
                                        </p:tgtEl>
                                        <p:attrNameLst>
                                          <p:attrName>ppt_h</p:attrName>
                                        </p:attrNameLst>
                                      </p:cBhvr>
                                      <p:tavLst>
                                        <p:tav tm="0">
                                          <p:val>
                                            <p:strVal val="#ppt_h"/>
                                          </p:val>
                                        </p:tav>
                                        <p:tav tm="100000">
                                          <p:val>
                                            <p:strVal val="#ppt_h"/>
                                          </p:val>
                                        </p:tav>
                                      </p:tavLst>
                                    </p:anim>
                                  </p:childTnLst>
                                </p:cTn>
                              </p:par>
                              <p:par>
                                <p:cTn id="21" presetID="17" presetClass="entr" presetSubtype="10" fill="hold" nodeType="withEffect">
                                  <p:stCondLst>
                                    <p:cond delay="0"/>
                                  </p:stCondLst>
                                  <p:childTnLst>
                                    <p:set>
                                      <p:cBhvr>
                                        <p:cTn id="22" dur="1" fill="hold">
                                          <p:stCondLst>
                                            <p:cond delay="0"/>
                                          </p:stCondLst>
                                        </p:cTn>
                                        <p:tgtEl>
                                          <p:spTgt spid="47"/>
                                        </p:tgtEl>
                                        <p:attrNameLst>
                                          <p:attrName>style.visibility</p:attrName>
                                        </p:attrNameLst>
                                      </p:cBhvr>
                                      <p:to>
                                        <p:strVal val="visible"/>
                                      </p:to>
                                    </p:set>
                                    <p:anim calcmode="lin" valueType="num">
                                      <p:cBhvr>
                                        <p:cTn id="23" dur="500" fill="hold"/>
                                        <p:tgtEl>
                                          <p:spTgt spid="47"/>
                                        </p:tgtEl>
                                        <p:attrNameLst>
                                          <p:attrName>ppt_w</p:attrName>
                                        </p:attrNameLst>
                                      </p:cBhvr>
                                      <p:tavLst>
                                        <p:tav tm="0">
                                          <p:val>
                                            <p:fltVal val="0"/>
                                          </p:val>
                                        </p:tav>
                                        <p:tav tm="100000">
                                          <p:val>
                                            <p:strVal val="#ppt_w"/>
                                          </p:val>
                                        </p:tav>
                                      </p:tavLst>
                                    </p:anim>
                                    <p:anim calcmode="lin" valueType="num">
                                      <p:cBhvr>
                                        <p:cTn id="24" dur="500" fill="hold"/>
                                        <p:tgtEl>
                                          <p:spTgt spid="47"/>
                                        </p:tgtEl>
                                        <p:attrNameLst>
                                          <p:attrName>ppt_h</p:attrName>
                                        </p:attrNameLst>
                                      </p:cBhvr>
                                      <p:tavLst>
                                        <p:tav tm="0">
                                          <p:val>
                                            <p:strVal val="#ppt_h"/>
                                          </p:val>
                                        </p:tav>
                                        <p:tav tm="100000">
                                          <p:val>
                                            <p:strVal val="#ppt_h"/>
                                          </p:val>
                                        </p:tav>
                                      </p:tavLst>
                                    </p:anim>
                                  </p:childTnLst>
                                </p:cTn>
                              </p:par>
                              <p:par>
                                <p:cTn id="25" presetID="17" presetClass="entr" presetSubtype="1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strVal val="#ppt_h"/>
                                          </p:val>
                                        </p:tav>
                                        <p:tav tm="100000">
                                          <p:val>
                                            <p:strVal val="#ppt_h"/>
                                          </p:val>
                                        </p:tav>
                                      </p:tavLst>
                                    </p:anim>
                                  </p:childTnLst>
                                </p:cTn>
                              </p:par>
                              <p:par>
                                <p:cTn id="29" presetID="17" presetClass="entr" presetSubtype="1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
                                          </p:val>
                                        </p:tav>
                                        <p:tav tm="100000">
                                          <p:val>
                                            <p:strVal val="#ppt_w"/>
                                          </p:val>
                                        </p:tav>
                                      </p:tavLst>
                                    </p:anim>
                                    <p:anim calcmode="lin" valueType="num">
                                      <p:cBhvr>
                                        <p:cTn id="32" dur="500" fill="hold"/>
                                        <p:tgtEl>
                                          <p:spTgt spid="3"/>
                                        </p:tgtEl>
                                        <p:attrNameLst>
                                          <p:attrName>ppt_h</p:attrName>
                                        </p:attrNameLst>
                                      </p:cBhvr>
                                      <p:tavLst>
                                        <p:tav tm="0">
                                          <p:val>
                                            <p:strVal val="#ppt_h"/>
                                          </p:val>
                                        </p:tav>
                                        <p:tav tm="100000">
                                          <p:val>
                                            <p:strVal val="#ppt_h"/>
                                          </p:val>
                                        </p:tav>
                                      </p:tavLst>
                                    </p:anim>
                                  </p:childTnLst>
                                </p:cTn>
                              </p:par>
                              <p:par>
                                <p:cTn id="33" presetID="17" presetClass="entr" presetSubtype="10"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p:cTn id="35" dur="500" fill="hold"/>
                                        <p:tgtEl>
                                          <p:spTgt spid="4"/>
                                        </p:tgtEl>
                                        <p:attrNameLst>
                                          <p:attrName>ppt_w</p:attrName>
                                        </p:attrNameLst>
                                      </p:cBhvr>
                                      <p:tavLst>
                                        <p:tav tm="0">
                                          <p:val>
                                            <p:fltVal val="0"/>
                                          </p:val>
                                        </p:tav>
                                        <p:tav tm="100000">
                                          <p:val>
                                            <p:strVal val="#ppt_w"/>
                                          </p:val>
                                        </p:tav>
                                      </p:tavLst>
                                    </p:anim>
                                    <p:anim calcmode="lin" valueType="num">
                                      <p:cBhvr>
                                        <p:cTn id="36" dur="500" fill="hold"/>
                                        <p:tgtEl>
                                          <p:spTgt spid="4"/>
                                        </p:tgtEl>
                                        <p:attrNameLst>
                                          <p:attrName>ppt_h</p:attrName>
                                        </p:attrNameLst>
                                      </p:cBhvr>
                                      <p:tavLst>
                                        <p:tav tm="0">
                                          <p:val>
                                            <p:strVal val="#ppt_h"/>
                                          </p:val>
                                        </p:tav>
                                        <p:tav tm="100000">
                                          <p:val>
                                            <p:strVal val="#ppt_h"/>
                                          </p:val>
                                        </p:tav>
                                      </p:tavLst>
                                    </p:anim>
                                  </p:childTnLst>
                                </p:cTn>
                              </p:par>
                              <p:par>
                                <p:cTn id="37" presetID="17" presetClass="entr" presetSubtype="1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p:cTn id="39" dur="500" fill="hold"/>
                                        <p:tgtEl>
                                          <p:spTgt spid="5"/>
                                        </p:tgtEl>
                                        <p:attrNameLst>
                                          <p:attrName>ppt_w</p:attrName>
                                        </p:attrNameLst>
                                      </p:cBhvr>
                                      <p:tavLst>
                                        <p:tav tm="0">
                                          <p:val>
                                            <p:fltVal val="0"/>
                                          </p:val>
                                        </p:tav>
                                        <p:tav tm="100000">
                                          <p:val>
                                            <p:strVal val="#ppt_w"/>
                                          </p:val>
                                        </p:tav>
                                      </p:tavLst>
                                    </p:anim>
                                    <p:anim calcmode="lin" valueType="num">
                                      <p:cBhvr>
                                        <p:cTn id="40" dur="500" fill="hold"/>
                                        <p:tgtEl>
                                          <p:spTgt spid="5"/>
                                        </p:tgtEl>
                                        <p:attrNameLst>
                                          <p:attrName>ppt_h</p:attrName>
                                        </p:attrNameLst>
                                      </p:cBhvr>
                                      <p:tavLst>
                                        <p:tav tm="0">
                                          <p:val>
                                            <p:strVal val="#ppt_h"/>
                                          </p:val>
                                        </p:tav>
                                        <p:tav tm="100000">
                                          <p:val>
                                            <p:strVal val="#ppt_h"/>
                                          </p:val>
                                        </p:tav>
                                      </p:tavLst>
                                    </p:anim>
                                  </p:childTnLst>
                                </p:cTn>
                              </p:par>
                              <p:par>
                                <p:cTn id="41" presetID="17" presetClass="entr" presetSubtype="1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anim calcmode="lin" valueType="num">
                                      <p:cBhvr>
                                        <p:cTn id="43" dur="500" fill="hold"/>
                                        <p:tgtEl>
                                          <p:spTgt spid="42"/>
                                        </p:tgtEl>
                                        <p:attrNameLst>
                                          <p:attrName>ppt_w</p:attrName>
                                        </p:attrNameLst>
                                      </p:cBhvr>
                                      <p:tavLst>
                                        <p:tav tm="0">
                                          <p:val>
                                            <p:fltVal val="0"/>
                                          </p:val>
                                        </p:tav>
                                        <p:tav tm="100000">
                                          <p:val>
                                            <p:strVal val="#ppt_w"/>
                                          </p:val>
                                        </p:tav>
                                      </p:tavLst>
                                    </p:anim>
                                    <p:anim calcmode="lin" valueType="num">
                                      <p:cBhvr>
                                        <p:cTn id="44" dur="500" fill="hold"/>
                                        <p:tgtEl>
                                          <p:spTgt spid="42"/>
                                        </p:tgtEl>
                                        <p:attrNameLst>
                                          <p:attrName>ppt_h</p:attrName>
                                        </p:attrNameLst>
                                      </p:cBhvr>
                                      <p:tavLst>
                                        <p:tav tm="0">
                                          <p:val>
                                            <p:strVal val="#ppt_h"/>
                                          </p:val>
                                        </p:tav>
                                        <p:tav tm="100000">
                                          <p:val>
                                            <p:strVal val="#ppt_h"/>
                                          </p:val>
                                        </p:tav>
                                      </p:tavLst>
                                    </p:anim>
                                  </p:childTnLst>
                                </p:cTn>
                              </p:par>
                              <p:par>
                                <p:cTn id="45" presetID="17" presetClass="entr" presetSubtype="10"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p:cTn id="47" dur="500" fill="hold"/>
                                        <p:tgtEl>
                                          <p:spTgt spid="11"/>
                                        </p:tgtEl>
                                        <p:attrNameLst>
                                          <p:attrName>ppt_w</p:attrName>
                                        </p:attrNameLst>
                                      </p:cBhvr>
                                      <p:tavLst>
                                        <p:tav tm="0">
                                          <p:val>
                                            <p:fltVal val="0"/>
                                          </p:val>
                                        </p:tav>
                                        <p:tav tm="100000">
                                          <p:val>
                                            <p:strVal val="#ppt_w"/>
                                          </p:val>
                                        </p:tav>
                                      </p:tavLst>
                                    </p:anim>
                                    <p:anim calcmode="lin" valueType="num">
                                      <p:cBhvr>
                                        <p:cTn id="48" dur="500" fill="hold"/>
                                        <p:tgtEl>
                                          <p:spTgt spid="11"/>
                                        </p:tgtEl>
                                        <p:attrNameLst>
                                          <p:attrName>ppt_h</p:attrName>
                                        </p:attrNameLst>
                                      </p:cBhvr>
                                      <p:tavLst>
                                        <p:tav tm="0">
                                          <p:val>
                                            <p:strVal val="#ppt_h"/>
                                          </p:val>
                                        </p:tav>
                                        <p:tav tm="100000">
                                          <p:val>
                                            <p:strVal val="#ppt_h"/>
                                          </p:val>
                                        </p:tav>
                                      </p:tavLst>
                                    </p:anim>
                                  </p:childTnLst>
                                </p:cTn>
                              </p:par>
                              <p:par>
                                <p:cTn id="49" presetID="17" presetClass="entr" presetSubtype="10" fill="hold"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500" fill="hold"/>
                                        <p:tgtEl>
                                          <p:spTgt spid="13"/>
                                        </p:tgtEl>
                                        <p:attrNameLst>
                                          <p:attrName>ppt_w</p:attrName>
                                        </p:attrNameLst>
                                      </p:cBhvr>
                                      <p:tavLst>
                                        <p:tav tm="0">
                                          <p:val>
                                            <p:fltVal val="0"/>
                                          </p:val>
                                        </p:tav>
                                        <p:tav tm="100000">
                                          <p:val>
                                            <p:strVal val="#ppt_w"/>
                                          </p:val>
                                        </p:tav>
                                      </p:tavLst>
                                    </p:anim>
                                    <p:anim calcmode="lin" valueType="num">
                                      <p:cBhvr>
                                        <p:cTn id="52" dur="500" fill="hold"/>
                                        <p:tgtEl>
                                          <p:spTgt spid="13"/>
                                        </p:tgtEl>
                                        <p:attrNameLst>
                                          <p:attrName>ppt_h</p:attrName>
                                        </p:attrNameLst>
                                      </p:cBhvr>
                                      <p:tavLst>
                                        <p:tav tm="0">
                                          <p:val>
                                            <p:strVal val="#ppt_h"/>
                                          </p:val>
                                        </p:tav>
                                        <p:tav tm="100000">
                                          <p:val>
                                            <p:strVal val="#ppt_h"/>
                                          </p:val>
                                        </p:tav>
                                      </p:tavLst>
                                    </p:anim>
                                  </p:childTnLst>
                                </p:cTn>
                              </p:par>
                              <p:par>
                                <p:cTn id="53" presetID="17" presetClass="entr" presetSubtype="10" fill="hold"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p:cTn id="55" dur="500" fill="hold"/>
                                        <p:tgtEl>
                                          <p:spTgt spid="18"/>
                                        </p:tgtEl>
                                        <p:attrNameLst>
                                          <p:attrName>ppt_w</p:attrName>
                                        </p:attrNameLst>
                                      </p:cBhvr>
                                      <p:tavLst>
                                        <p:tav tm="0">
                                          <p:val>
                                            <p:fltVal val="0"/>
                                          </p:val>
                                        </p:tav>
                                        <p:tav tm="100000">
                                          <p:val>
                                            <p:strVal val="#ppt_w"/>
                                          </p:val>
                                        </p:tav>
                                      </p:tavLst>
                                    </p:anim>
                                    <p:anim calcmode="lin" valueType="num">
                                      <p:cBhvr>
                                        <p:cTn id="56" dur="500" fill="hold"/>
                                        <p:tgtEl>
                                          <p:spTgt spid="18"/>
                                        </p:tgtEl>
                                        <p:attrNameLst>
                                          <p:attrName>ppt_h</p:attrName>
                                        </p:attrNameLst>
                                      </p:cBhvr>
                                      <p:tavLst>
                                        <p:tav tm="0">
                                          <p:val>
                                            <p:strVal val="#ppt_h"/>
                                          </p:val>
                                        </p:tav>
                                        <p:tav tm="100000">
                                          <p:val>
                                            <p:strVal val="#ppt_h"/>
                                          </p:val>
                                        </p:tav>
                                      </p:tavLst>
                                    </p:anim>
                                  </p:childTnLst>
                                </p:cTn>
                              </p:par>
                              <p:par>
                                <p:cTn id="57" presetID="17" presetClass="entr" presetSubtype="1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p:cTn id="59" dur="500" fill="hold"/>
                                        <p:tgtEl>
                                          <p:spTgt spid="21"/>
                                        </p:tgtEl>
                                        <p:attrNameLst>
                                          <p:attrName>ppt_w</p:attrName>
                                        </p:attrNameLst>
                                      </p:cBhvr>
                                      <p:tavLst>
                                        <p:tav tm="0">
                                          <p:val>
                                            <p:fltVal val="0"/>
                                          </p:val>
                                        </p:tav>
                                        <p:tav tm="100000">
                                          <p:val>
                                            <p:strVal val="#ppt_w"/>
                                          </p:val>
                                        </p:tav>
                                      </p:tavLst>
                                    </p:anim>
                                    <p:anim calcmode="lin" valueType="num">
                                      <p:cBhvr>
                                        <p:cTn id="60" dur="500" fill="hold"/>
                                        <p:tgtEl>
                                          <p:spTgt spid="21"/>
                                        </p:tgtEl>
                                        <p:attrNameLst>
                                          <p:attrName>ppt_h</p:attrName>
                                        </p:attrNameLst>
                                      </p:cBhvr>
                                      <p:tavLst>
                                        <p:tav tm="0">
                                          <p:val>
                                            <p:strVal val="#ppt_h"/>
                                          </p:val>
                                        </p:tav>
                                        <p:tav tm="100000">
                                          <p:val>
                                            <p:strVal val="#ppt_h"/>
                                          </p:val>
                                        </p:tav>
                                      </p:tavLst>
                                    </p:anim>
                                  </p:childTnLst>
                                </p:cTn>
                              </p:par>
                              <p:par>
                                <p:cTn id="61" presetID="17" presetClass="entr" presetSubtype="1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p:cTn id="63" dur="500" fill="hold"/>
                                        <p:tgtEl>
                                          <p:spTgt spid="22"/>
                                        </p:tgtEl>
                                        <p:attrNameLst>
                                          <p:attrName>ppt_w</p:attrName>
                                        </p:attrNameLst>
                                      </p:cBhvr>
                                      <p:tavLst>
                                        <p:tav tm="0">
                                          <p:val>
                                            <p:fltVal val="0"/>
                                          </p:val>
                                        </p:tav>
                                        <p:tav tm="100000">
                                          <p:val>
                                            <p:strVal val="#ppt_w"/>
                                          </p:val>
                                        </p:tav>
                                      </p:tavLst>
                                    </p:anim>
                                    <p:anim calcmode="lin" valueType="num">
                                      <p:cBhvr>
                                        <p:cTn id="64" dur="500" fill="hold"/>
                                        <p:tgtEl>
                                          <p:spTgt spid="2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6" grpId="0"/>
      <p:bldP spid="3" grpId="0"/>
      <p:bldP spid="4" grpId="0"/>
      <p:bldP spid="5" grpId="0" animBg="1"/>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68163"/>
            <a:ext cx="4533900" cy="2699087"/>
          </a:xfrm>
          <a:prstGeom prst="rect">
            <a:avLst/>
          </a:prstGeom>
          <a:effectLst>
            <a:reflection blurRad="6350" stA="50000" endA="300" endPos="38500" dist="50800" dir="5400000" sy="-100000" algn="bl" rotWithShape="0"/>
          </a:effectLst>
        </p:spPr>
      </p:pic>
      <p:sp>
        <p:nvSpPr>
          <p:cNvPr id="10" name="矩形 9"/>
          <p:cNvSpPr/>
          <p:nvPr/>
        </p:nvSpPr>
        <p:spPr>
          <a:xfrm>
            <a:off x="4533900" y="2967990"/>
            <a:ext cx="1352550" cy="45719"/>
          </a:xfrm>
          <a:prstGeom prst="rect">
            <a:avLst/>
          </a:prstGeom>
          <a:solidFill>
            <a:srgbClr val="4847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V="1">
            <a:off x="10602379" y="2890882"/>
            <a:ext cx="1149535" cy="305010"/>
          </a:xfrm>
          <a:prstGeom prst="rect">
            <a:avLst/>
          </a:prstGeom>
        </p:spPr>
      </p:pic>
      <p:cxnSp>
        <p:nvCxnSpPr>
          <p:cNvPr id="16" name="直接连接符 15"/>
          <p:cNvCxnSpPr/>
          <p:nvPr/>
        </p:nvCxnSpPr>
        <p:spPr>
          <a:xfrm>
            <a:off x="466725" y="238125"/>
            <a:ext cx="11285189"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1475" y="6562725"/>
            <a:ext cx="11285189"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rotWithShape="1">
          <a:blip r:embed="rId5"/>
          <a:srcRect/>
          <a:stretch>
            <a:fillRect/>
          </a:stretch>
        </p:blipFill>
        <p:spPr>
          <a:xfrm>
            <a:off x="1884044" y="4279582"/>
            <a:ext cx="921837" cy="955358"/>
          </a:xfrm>
          <a:prstGeom prst="rect">
            <a:avLst/>
          </a:prstGeom>
        </p:spPr>
      </p:pic>
      <p:sp>
        <p:nvSpPr>
          <p:cNvPr id="3" name="文本框 7"/>
          <p:cNvSpPr txBox="1"/>
          <p:nvPr/>
        </p:nvSpPr>
        <p:spPr>
          <a:xfrm>
            <a:off x="5885815" y="2494280"/>
            <a:ext cx="4716780" cy="829945"/>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4800" kern="100" dirty="0">
                <a:latin typeface="字魂73号-江南手书" panose="00000500000000000000" charset="-122"/>
                <a:ea typeface="字魂73号-江南手书" panose="00000500000000000000" charset="-122"/>
                <a:cs typeface="方正苏新诗柳楷简体-yolan" panose="02000000000000000000" pitchFamily="2" charset="-122"/>
              </a:rPr>
              <a:t>添加第三章标题</a:t>
            </a:r>
          </a:p>
        </p:txBody>
      </p:sp>
      <p:sp>
        <p:nvSpPr>
          <p:cNvPr id="18" name="文本框 17"/>
          <p:cNvSpPr txBox="1"/>
          <p:nvPr/>
        </p:nvSpPr>
        <p:spPr>
          <a:xfrm>
            <a:off x="4794250" y="3608070"/>
            <a:ext cx="6671945" cy="583565"/>
          </a:xfrm>
          <a:prstGeom prst="rect">
            <a:avLst/>
          </a:prstGeom>
          <a:noFill/>
        </p:spPr>
        <p:txBody>
          <a:bodyPr vert="horz" wrap="square" rtlCol="0">
            <a:spAutoFit/>
          </a:bodyPr>
          <a:lstStyle/>
          <a:p>
            <a:pPr algn="ctr">
              <a:lnSpc>
                <a:spcPct val="100000"/>
              </a:lnSpc>
            </a:pPr>
            <a:r>
              <a:rPr lang="zh-CN" altLang="en-US" sz="1600" dirty="0">
                <a:latin typeface="字魂36号-正文宋楷" panose="00000500000000000000" charset="-122"/>
                <a:ea typeface="字魂36号-正文宋楷" panose="00000500000000000000" charset="-122"/>
              </a:rPr>
              <a:t>您所需要的文本请添加您所需要的文本请添加您所需要的文本请添加您所需要的文本请添加您所需要的文本请添加您所需要。</a:t>
            </a:r>
          </a:p>
        </p:txBody>
      </p:sp>
    </p:spTree>
  </p:cSld>
  <p:clrMapOvr>
    <a:masterClrMapping/>
  </p:clrMapOvr>
  <mc:AlternateContent xmlns:mc="http://schemas.openxmlformats.org/markup-compatibility/2006" xmlns:p14="http://schemas.microsoft.com/office/powerpoint/2010/main">
    <mc:Choice Requires="p14">
      <p:transition spd="slow" p14:dur="1600" advClick="0" advTm="3000">
        <p14:gallery dir="l"/>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randombar(horizontal)">
                                      <p:cBhvr>
                                        <p:cTn id="10" dur="500"/>
                                        <p:tgtEl>
                                          <p:spTgt spid="10"/>
                                        </p:tgtEl>
                                      </p:cBhvr>
                                    </p:animEffect>
                                  </p:childTnLst>
                                </p:cTn>
                              </p:par>
                              <p:par>
                                <p:cTn id="11" presetID="14" presetClass="entr" presetSubtype="1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randombar(horizontal)">
                                      <p:cBhvr>
                                        <p:cTn id="13" dur="500"/>
                                        <p:tgtEl>
                                          <p:spTgt spid="12"/>
                                        </p:tgtEl>
                                      </p:cBhvr>
                                    </p:animEffect>
                                  </p:childTnLst>
                                </p:cTn>
                              </p:par>
                              <p:par>
                                <p:cTn id="14" presetID="14" presetClass="entr" presetSubtype="1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randombar(horizontal)">
                                      <p:cBhvr>
                                        <p:cTn id="16" dur="500"/>
                                        <p:tgtEl>
                                          <p:spTgt spid="16"/>
                                        </p:tgtEl>
                                      </p:cBhvr>
                                    </p:animEffect>
                                  </p:childTnLst>
                                </p:cTn>
                              </p:par>
                              <p:par>
                                <p:cTn id="17" presetID="14" presetClass="entr" presetSubtype="1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randombar(horizontal)">
                                      <p:cBhvr>
                                        <p:cTn id="19" dur="500"/>
                                        <p:tgtEl>
                                          <p:spTgt spid="20"/>
                                        </p:tgtEl>
                                      </p:cBhvr>
                                    </p:animEffect>
                                  </p:childTnLst>
                                </p:cTn>
                              </p:par>
                              <p:par>
                                <p:cTn id="20" presetID="14" presetClass="entr" presetSubtype="1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randombar(horizontal)">
                                      <p:cBhvr>
                                        <p:cTn id="22" dur="500"/>
                                        <p:tgtEl>
                                          <p:spTgt spid="9"/>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randombar(horizontal)">
                                      <p:cBhvr>
                                        <p:cTn id="25" dur="500"/>
                                        <p:tgtEl>
                                          <p:spTgt spid="3"/>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randombar(horizontal)">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a:stretch>
            <a:fillRect/>
          </a:stretch>
        </p:blipFill>
        <p:spPr>
          <a:xfrm>
            <a:off x="955623" y="2589947"/>
            <a:ext cx="2044513" cy="1979608"/>
          </a:xfrm>
          <a:prstGeom prst="rect">
            <a:avLst/>
          </a:prstGeom>
        </p:spPr>
      </p:pic>
      <p:grpSp>
        <p:nvGrpSpPr>
          <p:cNvPr id="21" name="组合 20"/>
          <p:cNvGrpSpPr/>
          <p:nvPr/>
        </p:nvGrpSpPr>
        <p:grpSpPr>
          <a:xfrm>
            <a:off x="3127863" y="2785610"/>
            <a:ext cx="3168162" cy="3168162"/>
            <a:chOff x="2825563" y="930518"/>
            <a:chExt cx="3168162" cy="3168162"/>
          </a:xfrm>
        </p:grpSpPr>
        <p:sp>
          <p:nvSpPr>
            <p:cNvPr id="15" name="椭圆 14"/>
            <p:cNvSpPr/>
            <p:nvPr/>
          </p:nvSpPr>
          <p:spPr>
            <a:xfrm>
              <a:off x="2825563" y="930518"/>
              <a:ext cx="3168162" cy="316816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188933" y="1980154"/>
              <a:ext cx="2530584" cy="1076325"/>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请替换文本复制您所需要的文本在黏贴选项中选择只保留文本即可请替换文本即可请。</a:t>
              </a:r>
            </a:p>
          </p:txBody>
        </p:sp>
        <p:pic>
          <p:nvPicPr>
            <p:cNvPr id="17" name="图片 16"/>
            <p:cNvPicPr>
              <a:picLocks noChangeAspect="1"/>
            </p:cNvPicPr>
            <p:nvPr/>
          </p:nvPicPr>
          <p:blipFill>
            <a:blip r:embed="rId4"/>
            <a:stretch>
              <a:fillRect/>
            </a:stretch>
          </p:blipFill>
          <p:spPr>
            <a:xfrm rot="19354859">
              <a:off x="3722369" y="1231179"/>
              <a:ext cx="1097282" cy="291145"/>
            </a:xfrm>
            <a:prstGeom prst="rect">
              <a:avLst/>
            </a:prstGeom>
          </p:spPr>
        </p:pic>
        <p:pic>
          <p:nvPicPr>
            <p:cNvPr id="19" name="图片 18"/>
            <p:cNvPicPr>
              <a:picLocks noChangeAspect="1"/>
            </p:cNvPicPr>
            <p:nvPr/>
          </p:nvPicPr>
          <p:blipFill>
            <a:blip r:embed="rId5"/>
            <a:stretch>
              <a:fillRect/>
            </a:stretch>
          </p:blipFill>
          <p:spPr>
            <a:xfrm flipV="1">
              <a:off x="3926876" y="3196394"/>
              <a:ext cx="1054699" cy="902286"/>
            </a:xfrm>
            <a:prstGeom prst="rect">
              <a:avLst/>
            </a:prstGeom>
          </p:spPr>
        </p:pic>
      </p:grpSp>
      <p:pic>
        <p:nvPicPr>
          <p:cNvPr id="20" name="图片 19"/>
          <p:cNvPicPr>
            <a:picLocks noChangeAspect="1"/>
          </p:cNvPicPr>
          <p:nvPr/>
        </p:nvPicPr>
        <p:blipFill>
          <a:blip r:embed="rId3"/>
          <a:stretch>
            <a:fillRect/>
          </a:stretch>
        </p:blipFill>
        <p:spPr>
          <a:xfrm>
            <a:off x="6021932" y="1856200"/>
            <a:ext cx="2044513" cy="1979608"/>
          </a:xfrm>
          <a:prstGeom prst="rect">
            <a:avLst/>
          </a:prstGeom>
        </p:spPr>
      </p:pic>
      <p:grpSp>
        <p:nvGrpSpPr>
          <p:cNvPr id="22" name="组合 21"/>
          <p:cNvGrpSpPr/>
          <p:nvPr/>
        </p:nvGrpSpPr>
        <p:grpSpPr>
          <a:xfrm>
            <a:off x="8316408" y="1214972"/>
            <a:ext cx="3168162" cy="3168162"/>
            <a:chOff x="2825563" y="930518"/>
            <a:chExt cx="3168162" cy="3168162"/>
          </a:xfrm>
        </p:grpSpPr>
        <p:sp>
          <p:nvSpPr>
            <p:cNvPr id="23" name="椭圆 22"/>
            <p:cNvSpPr/>
            <p:nvPr/>
          </p:nvSpPr>
          <p:spPr>
            <a:xfrm>
              <a:off x="2825563" y="930518"/>
              <a:ext cx="3168162" cy="316816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3188933" y="1980154"/>
              <a:ext cx="2530584" cy="1076325"/>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defRPr/>
              </a:pPr>
              <a:r>
                <a:rPr lang="zh-CN" altLang="en-US" sz="1600" kern="0" dirty="0">
                  <a:latin typeface="字魂36号-正文宋楷" panose="00000500000000000000" charset="-122"/>
                  <a:ea typeface="字魂36号-正文宋楷" panose="00000500000000000000" charset="-122"/>
                  <a:sym typeface="+mn-ea"/>
                </a:rPr>
                <a:t>请替换文本复制您所需要的文本在黏贴选项中选择只保留文本即可请替换文本即可请。</a:t>
              </a:r>
            </a:p>
          </p:txBody>
        </p:sp>
        <p:pic>
          <p:nvPicPr>
            <p:cNvPr id="25" name="图片 24"/>
            <p:cNvPicPr>
              <a:picLocks noChangeAspect="1"/>
            </p:cNvPicPr>
            <p:nvPr/>
          </p:nvPicPr>
          <p:blipFill>
            <a:blip r:embed="rId4"/>
            <a:stretch>
              <a:fillRect/>
            </a:stretch>
          </p:blipFill>
          <p:spPr>
            <a:xfrm rot="2245141" flipH="1">
              <a:off x="3722369" y="1231179"/>
              <a:ext cx="1097282" cy="291145"/>
            </a:xfrm>
            <a:prstGeom prst="rect">
              <a:avLst/>
            </a:prstGeom>
          </p:spPr>
        </p:pic>
        <p:pic>
          <p:nvPicPr>
            <p:cNvPr id="26" name="图片 25"/>
            <p:cNvPicPr>
              <a:picLocks noChangeAspect="1"/>
            </p:cNvPicPr>
            <p:nvPr/>
          </p:nvPicPr>
          <p:blipFill>
            <a:blip r:embed="rId5"/>
            <a:stretch>
              <a:fillRect/>
            </a:stretch>
          </p:blipFill>
          <p:spPr>
            <a:xfrm flipH="1" flipV="1">
              <a:off x="3926876" y="3196394"/>
              <a:ext cx="1054699" cy="902286"/>
            </a:xfrm>
            <a:prstGeom prst="rect">
              <a:avLst/>
            </a:prstGeom>
          </p:spPr>
        </p:pic>
      </p:grpSp>
      <p:sp>
        <p:nvSpPr>
          <p:cNvPr id="27" name="文本框 26"/>
          <p:cNvSpPr txBox="1"/>
          <p:nvPr/>
        </p:nvSpPr>
        <p:spPr>
          <a:xfrm>
            <a:off x="955908" y="4763666"/>
            <a:ext cx="1642264" cy="779780"/>
          </a:xfrm>
          <a:prstGeom prst="rect">
            <a:avLst/>
          </a:prstGeom>
          <a:noFill/>
        </p:spPr>
        <p:txBody>
          <a:bodyPr wrap="square" rtlCol="0">
            <a:spAutoFit/>
          </a:bodyPr>
          <a:lstStyle/>
          <a:p>
            <a:pPr lvl="0" algn="dist">
              <a:lnSpc>
                <a:spcPct val="70000"/>
              </a:lnSpc>
              <a:buClrTx/>
              <a:buSzTx/>
              <a:buFontTx/>
            </a:pPr>
            <a:r>
              <a:rPr lang="zh-CN" altLang="en-US" sz="3200" dirty="0">
                <a:latin typeface="字魂73号-江南手书" panose="00000500000000000000" charset="-122"/>
                <a:ea typeface="字魂73号-江南手书" panose="00000500000000000000" charset="-122"/>
                <a:sym typeface="+mn-ea"/>
              </a:rPr>
              <a:t>请添加关键词</a:t>
            </a:r>
          </a:p>
        </p:txBody>
      </p:sp>
      <p:sp>
        <p:nvSpPr>
          <p:cNvPr id="28" name="文本框 27"/>
          <p:cNvSpPr txBox="1"/>
          <p:nvPr/>
        </p:nvSpPr>
        <p:spPr>
          <a:xfrm>
            <a:off x="6674618" y="3984172"/>
            <a:ext cx="1642264" cy="779780"/>
          </a:xfrm>
          <a:prstGeom prst="rect">
            <a:avLst/>
          </a:prstGeom>
          <a:noFill/>
        </p:spPr>
        <p:txBody>
          <a:bodyPr wrap="square" rtlCol="0">
            <a:spAutoFit/>
          </a:bodyPr>
          <a:lstStyle/>
          <a:p>
            <a:pPr algn="dist">
              <a:lnSpc>
                <a:spcPct val="70000"/>
              </a:lnSpc>
            </a:pPr>
            <a:r>
              <a:rPr lang="zh-CN" altLang="en-US" sz="3200" dirty="0">
                <a:latin typeface="字魂73号-江南手书" panose="00000500000000000000" charset="-122"/>
                <a:ea typeface="字魂73号-江南手书" panose="00000500000000000000" charset="-122"/>
              </a:rPr>
              <a:t>请添加关键词</a:t>
            </a:r>
          </a:p>
        </p:txBody>
      </p:sp>
      <p:sp>
        <p:nvSpPr>
          <p:cNvPr id="2" name="文本框 1"/>
          <p:cNvSpPr txBox="1"/>
          <p:nvPr/>
        </p:nvSpPr>
        <p:spPr>
          <a:xfrm>
            <a:off x="1196975" y="569595"/>
            <a:ext cx="2581275" cy="645160"/>
          </a:xfrm>
          <a:prstGeom prst="rect">
            <a:avLst/>
          </a:prstGeom>
          <a:noFill/>
        </p:spPr>
        <p:txBody>
          <a:bodyPr wrap="square" rtlCol="0">
            <a:spAutoFit/>
          </a:bodyPr>
          <a:lstStyle/>
          <a:p>
            <a:pPr algn="dist"/>
            <a:r>
              <a:rPr lang="zh-CN" altLang="en-US" sz="3600" b="1" dirty="0">
                <a:latin typeface="字魂73号-江南手书" panose="00000500000000000000" charset="-122"/>
                <a:ea typeface="字魂73号-江南手书" panose="00000500000000000000" charset="-122"/>
              </a:rPr>
              <a:t>请添加标题</a:t>
            </a:r>
          </a:p>
        </p:txBody>
      </p:sp>
      <p:pic>
        <p:nvPicPr>
          <p:cNvPr id="3" name="图片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V="1">
            <a:off x="87414" y="708387"/>
            <a:ext cx="1149535" cy="30501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000">
        <p15:prstTrans prst="airplane"/>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par>
                                <p:cTn id="8" presetID="6" presetClass="entr" presetSubtype="16"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circle(in)">
                                      <p:cBhvr>
                                        <p:cTn id="10" dur="2000"/>
                                        <p:tgtEl>
                                          <p:spTgt spid="21"/>
                                        </p:tgtEl>
                                      </p:cBhvr>
                                    </p:animEffect>
                                  </p:childTnLst>
                                </p:cTn>
                              </p:par>
                              <p:par>
                                <p:cTn id="11" presetID="6" presetClass="entr" presetSubtype="16"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circle(in)">
                                      <p:cBhvr>
                                        <p:cTn id="13" dur="2000"/>
                                        <p:tgtEl>
                                          <p:spTgt spid="20"/>
                                        </p:tgtEl>
                                      </p:cBhvr>
                                    </p:animEffect>
                                  </p:childTnLst>
                                </p:cTn>
                              </p:par>
                              <p:par>
                                <p:cTn id="14" presetID="6" presetClass="entr" presetSubtype="16"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circle(in)">
                                      <p:cBhvr>
                                        <p:cTn id="16" dur="2000"/>
                                        <p:tgtEl>
                                          <p:spTgt spid="22"/>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circle(in)">
                                      <p:cBhvr>
                                        <p:cTn id="19" dur="2000"/>
                                        <p:tgtEl>
                                          <p:spTgt spid="27"/>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circle(in)">
                                      <p:cBhvr>
                                        <p:cTn id="22" dur="2000"/>
                                        <p:tgtEl>
                                          <p:spTgt spid="28"/>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circle(in)">
                                      <p:cBhvr>
                                        <p:cTn id="25" dur="2000"/>
                                        <p:tgtEl>
                                          <p:spTgt spid="2"/>
                                        </p:tgtEl>
                                      </p:cBhvr>
                                    </p:animEffect>
                                  </p:childTnLst>
                                </p:cTn>
                              </p:par>
                              <p:par>
                                <p:cTn id="26" presetID="6" presetClass="entr" presetSubtype="16"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circle(in)">
                                      <p:cBhvr>
                                        <p:cTn id="28"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a:srcRect/>
          <a:stretch>
            <a:fillRect/>
          </a:stretch>
        </p:blipFill>
        <p:spPr>
          <a:xfrm>
            <a:off x="765175" y="1493520"/>
            <a:ext cx="4448810" cy="2125980"/>
          </a:xfrm>
          <a:prstGeom prst="roundRect">
            <a:avLst/>
          </a:prstGeom>
        </p:spPr>
      </p:pic>
      <p:sp>
        <p:nvSpPr>
          <p:cNvPr id="15" name="矩形: 对角圆角 14"/>
          <p:cNvSpPr/>
          <p:nvPr/>
        </p:nvSpPr>
        <p:spPr>
          <a:xfrm>
            <a:off x="800099" y="4281241"/>
            <a:ext cx="1209675" cy="885825"/>
          </a:xfrm>
          <a:prstGeom prst="round2DiagRect">
            <a:avLst>
              <a:gd name="adj1" fmla="val 50000"/>
              <a:gd name="adj2" fmla="val 0"/>
            </a:avLst>
          </a:prstGeom>
          <a:solidFill>
            <a:srgbClr val="FED17E">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字魂59号-创粗黑" panose="00000500000000000000" charset="-122"/>
              <a:ea typeface="字魂59号-创粗黑" panose="00000500000000000000" charset="-122"/>
            </a:endParaRPr>
          </a:p>
        </p:txBody>
      </p:sp>
      <p:sp>
        <p:nvSpPr>
          <p:cNvPr id="21" name="矩形: 对角圆角 20"/>
          <p:cNvSpPr/>
          <p:nvPr/>
        </p:nvSpPr>
        <p:spPr>
          <a:xfrm>
            <a:off x="2476499" y="4281241"/>
            <a:ext cx="1209675" cy="885825"/>
          </a:xfrm>
          <a:prstGeom prst="round2DiagRect">
            <a:avLst>
              <a:gd name="adj1" fmla="val 50000"/>
              <a:gd name="adj2" fmla="val 0"/>
            </a:avLst>
          </a:prstGeom>
          <a:solidFill>
            <a:srgbClr val="FED17E">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latin typeface="字魂59号-创粗黑" panose="00000500000000000000" charset="-122"/>
              <a:ea typeface="字魂59号-创粗黑" panose="00000500000000000000" charset="-122"/>
            </a:endParaRPr>
          </a:p>
        </p:txBody>
      </p:sp>
      <p:sp>
        <p:nvSpPr>
          <p:cNvPr id="22" name="矩形: 对角圆角 21"/>
          <p:cNvSpPr/>
          <p:nvPr/>
        </p:nvSpPr>
        <p:spPr>
          <a:xfrm>
            <a:off x="4276724" y="4281240"/>
            <a:ext cx="1209675" cy="885825"/>
          </a:xfrm>
          <a:prstGeom prst="round2DiagRect">
            <a:avLst>
              <a:gd name="adj1" fmla="val 50000"/>
              <a:gd name="adj2" fmla="val 0"/>
            </a:avLst>
          </a:prstGeom>
          <a:solidFill>
            <a:srgbClr val="FED17E">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latin typeface="字魂59号-创粗黑" panose="00000500000000000000" charset="-122"/>
              <a:ea typeface="字魂59号-创粗黑" panose="00000500000000000000" charset="-122"/>
            </a:endParaRPr>
          </a:p>
        </p:txBody>
      </p:sp>
      <p:sp>
        <p:nvSpPr>
          <p:cNvPr id="23" name="矩形: 对角圆角 22"/>
          <p:cNvSpPr/>
          <p:nvPr/>
        </p:nvSpPr>
        <p:spPr>
          <a:xfrm>
            <a:off x="6134099" y="4281239"/>
            <a:ext cx="1209675" cy="885825"/>
          </a:xfrm>
          <a:prstGeom prst="round2DiagRect">
            <a:avLst>
              <a:gd name="adj1" fmla="val 50000"/>
              <a:gd name="adj2" fmla="val 0"/>
            </a:avLst>
          </a:prstGeom>
          <a:solidFill>
            <a:srgbClr val="FED17E">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latin typeface="字魂59号-创粗黑" panose="00000500000000000000" charset="-122"/>
              <a:ea typeface="字魂59号-创粗黑" panose="00000500000000000000" charset="-122"/>
            </a:endParaRPr>
          </a:p>
        </p:txBody>
      </p:sp>
      <p:sp>
        <p:nvSpPr>
          <p:cNvPr id="24" name="矩形: 对角圆角 23"/>
          <p:cNvSpPr/>
          <p:nvPr/>
        </p:nvSpPr>
        <p:spPr>
          <a:xfrm>
            <a:off x="7934323" y="4281239"/>
            <a:ext cx="1209675" cy="885825"/>
          </a:xfrm>
          <a:prstGeom prst="round2DiagRect">
            <a:avLst>
              <a:gd name="adj1" fmla="val 50000"/>
              <a:gd name="adj2" fmla="val 0"/>
            </a:avLst>
          </a:prstGeom>
          <a:solidFill>
            <a:srgbClr val="FED17E">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latin typeface="字魂59号-创粗黑" panose="00000500000000000000" charset="-122"/>
              <a:ea typeface="字魂59号-创粗黑" panose="00000500000000000000" charset="-122"/>
            </a:endParaRPr>
          </a:p>
        </p:txBody>
      </p:sp>
      <p:sp>
        <p:nvSpPr>
          <p:cNvPr id="25" name="矩形: 对角圆角 24"/>
          <p:cNvSpPr/>
          <p:nvPr/>
        </p:nvSpPr>
        <p:spPr>
          <a:xfrm>
            <a:off x="9734547" y="4281239"/>
            <a:ext cx="1209675" cy="885825"/>
          </a:xfrm>
          <a:prstGeom prst="round2DiagRect">
            <a:avLst>
              <a:gd name="adj1" fmla="val 50000"/>
              <a:gd name="adj2" fmla="val 0"/>
            </a:avLst>
          </a:prstGeom>
          <a:solidFill>
            <a:srgbClr val="FED17E">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latin typeface="字魂59号-创粗黑" panose="00000500000000000000" charset="-122"/>
              <a:ea typeface="字魂59号-创粗黑" panose="00000500000000000000" charset="-122"/>
            </a:endParaRPr>
          </a:p>
        </p:txBody>
      </p:sp>
      <p:sp>
        <p:nvSpPr>
          <p:cNvPr id="26" name="文本框 25"/>
          <p:cNvSpPr txBox="1"/>
          <p:nvPr/>
        </p:nvSpPr>
        <p:spPr>
          <a:xfrm>
            <a:off x="1030605" y="4539615"/>
            <a:ext cx="765810" cy="368300"/>
          </a:xfrm>
          <a:prstGeom prst="rect">
            <a:avLst/>
          </a:prstGeom>
          <a:noFill/>
        </p:spPr>
        <p:txBody>
          <a:bodyPr wrap="square" rtlCol="0">
            <a:spAutoFit/>
          </a:bodyPr>
          <a:lstStyle/>
          <a:p>
            <a:pPr algn="dist"/>
            <a:r>
              <a:rPr lang="en-US" altLang="zh-CN" b="1" i="1" dirty="0">
                <a:latin typeface="字魂59号-创粗黑" panose="00000500000000000000" charset="-122"/>
                <a:ea typeface="字魂59号-创粗黑" panose="00000500000000000000" charset="-122"/>
              </a:rPr>
              <a:t>30%</a:t>
            </a:r>
          </a:p>
        </p:txBody>
      </p:sp>
      <p:sp>
        <p:nvSpPr>
          <p:cNvPr id="27" name="文本框 26"/>
          <p:cNvSpPr txBox="1"/>
          <p:nvPr/>
        </p:nvSpPr>
        <p:spPr>
          <a:xfrm>
            <a:off x="2752725" y="4539615"/>
            <a:ext cx="748665" cy="368300"/>
          </a:xfrm>
          <a:prstGeom prst="rect">
            <a:avLst/>
          </a:prstGeom>
          <a:noFill/>
        </p:spPr>
        <p:txBody>
          <a:bodyPr wrap="square" rtlCol="0">
            <a:spAutoFit/>
          </a:bodyPr>
          <a:lstStyle/>
          <a:p>
            <a:pPr algn="dist"/>
            <a:r>
              <a:rPr lang="en-US" altLang="zh-CN" b="1" i="1" dirty="0">
                <a:latin typeface="字魂59号-创粗黑" panose="00000500000000000000" charset="-122"/>
                <a:ea typeface="字魂59号-创粗黑" panose="00000500000000000000" charset="-122"/>
              </a:rPr>
              <a:t>50%</a:t>
            </a:r>
          </a:p>
        </p:txBody>
      </p:sp>
      <p:sp>
        <p:nvSpPr>
          <p:cNvPr id="28" name="文本框 27"/>
          <p:cNvSpPr txBox="1"/>
          <p:nvPr/>
        </p:nvSpPr>
        <p:spPr>
          <a:xfrm>
            <a:off x="4516120" y="4521835"/>
            <a:ext cx="785495" cy="368300"/>
          </a:xfrm>
          <a:prstGeom prst="rect">
            <a:avLst/>
          </a:prstGeom>
          <a:noFill/>
        </p:spPr>
        <p:txBody>
          <a:bodyPr wrap="square" rtlCol="0">
            <a:spAutoFit/>
          </a:bodyPr>
          <a:lstStyle/>
          <a:p>
            <a:pPr algn="dist"/>
            <a:r>
              <a:rPr lang="en-US" altLang="zh-CN" b="1" i="1" dirty="0">
                <a:latin typeface="字魂59号-创粗黑" panose="00000500000000000000" charset="-122"/>
                <a:ea typeface="字魂59号-创粗黑" panose="00000500000000000000" charset="-122"/>
              </a:rPr>
              <a:t>70%</a:t>
            </a:r>
          </a:p>
        </p:txBody>
      </p:sp>
      <p:sp>
        <p:nvSpPr>
          <p:cNvPr id="29" name="文本框 28"/>
          <p:cNvSpPr txBox="1"/>
          <p:nvPr/>
        </p:nvSpPr>
        <p:spPr>
          <a:xfrm>
            <a:off x="6385560" y="4553585"/>
            <a:ext cx="744855" cy="368300"/>
          </a:xfrm>
          <a:prstGeom prst="rect">
            <a:avLst/>
          </a:prstGeom>
          <a:noFill/>
        </p:spPr>
        <p:txBody>
          <a:bodyPr wrap="square" rtlCol="0">
            <a:spAutoFit/>
          </a:bodyPr>
          <a:lstStyle/>
          <a:p>
            <a:pPr algn="dist"/>
            <a:r>
              <a:rPr lang="en-US" altLang="zh-CN" b="1" i="1" dirty="0">
                <a:latin typeface="字魂59号-创粗黑" panose="00000500000000000000" charset="-122"/>
                <a:ea typeface="字魂59号-创粗黑" panose="00000500000000000000" charset="-122"/>
              </a:rPr>
              <a:t>90%</a:t>
            </a:r>
          </a:p>
        </p:txBody>
      </p:sp>
      <p:sp>
        <p:nvSpPr>
          <p:cNvPr id="30" name="文本框 29"/>
          <p:cNvSpPr txBox="1"/>
          <p:nvPr/>
        </p:nvSpPr>
        <p:spPr>
          <a:xfrm>
            <a:off x="8183880" y="4531360"/>
            <a:ext cx="746760" cy="368300"/>
          </a:xfrm>
          <a:prstGeom prst="rect">
            <a:avLst/>
          </a:prstGeom>
          <a:noFill/>
        </p:spPr>
        <p:txBody>
          <a:bodyPr wrap="square" rtlCol="0">
            <a:spAutoFit/>
          </a:bodyPr>
          <a:lstStyle/>
          <a:p>
            <a:pPr algn="dist"/>
            <a:r>
              <a:rPr lang="en-US" altLang="zh-CN" b="1" i="1">
                <a:latin typeface="字魂59号-创粗黑" panose="00000500000000000000" charset="-122"/>
                <a:ea typeface="字魂59号-创粗黑" panose="00000500000000000000" charset="-122"/>
              </a:rPr>
              <a:t>10%</a:t>
            </a:r>
            <a:endParaRPr lang="en-US" altLang="zh-CN" b="1" i="1" dirty="0">
              <a:latin typeface="字魂59号-创粗黑" panose="00000500000000000000" charset="-122"/>
              <a:ea typeface="字魂59号-创粗黑" panose="00000500000000000000" charset="-122"/>
            </a:endParaRPr>
          </a:p>
        </p:txBody>
      </p:sp>
      <p:sp>
        <p:nvSpPr>
          <p:cNvPr id="31" name="文本框 30"/>
          <p:cNvSpPr txBox="1"/>
          <p:nvPr/>
        </p:nvSpPr>
        <p:spPr>
          <a:xfrm>
            <a:off x="10010775" y="4539615"/>
            <a:ext cx="654050" cy="368300"/>
          </a:xfrm>
          <a:prstGeom prst="rect">
            <a:avLst/>
          </a:prstGeom>
          <a:noFill/>
        </p:spPr>
        <p:txBody>
          <a:bodyPr wrap="square" rtlCol="0">
            <a:spAutoFit/>
          </a:bodyPr>
          <a:lstStyle/>
          <a:p>
            <a:pPr algn="dist"/>
            <a:r>
              <a:rPr lang="en-US" altLang="zh-CN" b="1" i="1" dirty="0">
                <a:latin typeface="字魂59号-创粗黑" panose="00000500000000000000" charset="-122"/>
                <a:ea typeface="字魂59号-创粗黑" panose="00000500000000000000" charset="-122"/>
              </a:rPr>
              <a:t>5%</a:t>
            </a:r>
          </a:p>
        </p:txBody>
      </p:sp>
      <p:sp>
        <p:nvSpPr>
          <p:cNvPr id="32" name="文本框 31"/>
          <p:cNvSpPr txBox="1"/>
          <p:nvPr/>
        </p:nvSpPr>
        <p:spPr>
          <a:xfrm>
            <a:off x="871855" y="5235575"/>
            <a:ext cx="908050"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壹月</a:t>
            </a:r>
          </a:p>
        </p:txBody>
      </p:sp>
      <p:sp>
        <p:nvSpPr>
          <p:cNvPr id="33" name="文本框 32"/>
          <p:cNvSpPr txBox="1"/>
          <p:nvPr/>
        </p:nvSpPr>
        <p:spPr>
          <a:xfrm>
            <a:off x="2593975" y="5189220"/>
            <a:ext cx="91122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贰月</a:t>
            </a:r>
          </a:p>
        </p:txBody>
      </p:sp>
      <p:sp>
        <p:nvSpPr>
          <p:cNvPr id="34" name="文本框 33"/>
          <p:cNvSpPr txBox="1"/>
          <p:nvPr/>
        </p:nvSpPr>
        <p:spPr>
          <a:xfrm>
            <a:off x="4356735" y="5235575"/>
            <a:ext cx="91122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叁月</a:t>
            </a:r>
          </a:p>
        </p:txBody>
      </p:sp>
      <p:sp>
        <p:nvSpPr>
          <p:cNvPr id="35" name="文本框 34"/>
          <p:cNvSpPr txBox="1"/>
          <p:nvPr/>
        </p:nvSpPr>
        <p:spPr>
          <a:xfrm>
            <a:off x="6226810" y="5209540"/>
            <a:ext cx="91122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肆月</a:t>
            </a:r>
          </a:p>
        </p:txBody>
      </p:sp>
      <p:sp>
        <p:nvSpPr>
          <p:cNvPr id="36" name="文本框 35"/>
          <p:cNvSpPr txBox="1"/>
          <p:nvPr/>
        </p:nvSpPr>
        <p:spPr>
          <a:xfrm>
            <a:off x="8025765" y="5254625"/>
            <a:ext cx="91122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伍月</a:t>
            </a:r>
          </a:p>
        </p:txBody>
      </p:sp>
      <p:sp>
        <p:nvSpPr>
          <p:cNvPr id="37" name="文本框 36"/>
          <p:cNvSpPr txBox="1"/>
          <p:nvPr/>
        </p:nvSpPr>
        <p:spPr>
          <a:xfrm>
            <a:off x="9881870" y="5254625"/>
            <a:ext cx="91122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陆月</a:t>
            </a:r>
          </a:p>
        </p:txBody>
      </p:sp>
      <p:grpSp>
        <p:nvGrpSpPr>
          <p:cNvPr id="38" name="组合 37"/>
          <p:cNvGrpSpPr/>
          <p:nvPr/>
        </p:nvGrpSpPr>
        <p:grpSpPr>
          <a:xfrm>
            <a:off x="6836280" y="1392374"/>
            <a:ext cx="3086735" cy="746125"/>
            <a:chOff x="458973" y="2482004"/>
            <a:chExt cx="3086735" cy="746125"/>
          </a:xfrm>
        </p:grpSpPr>
        <p:sp>
          <p:nvSpPr>
            <p:cNvPr id="39" name="文本框 38"/>
            <p:cNvSpPr txBox="1"/>
            <p:nvPr/>
          </p:nvSpPr>
          <p:spPr>
            <a:xfrm>
              <a:off x="881248" y="2582969"/>
              <a:ext cx="2664460" cy="645160"/>
            </a:xfrm>
            <a:prstGeom prst="rect">
              <a:avLst/>
            </a:prstGeom>
            <a:noFill/>
          </p:spPr>
          <p:txBody>
            <a:bodyPr wrap="square" rtlCol="0">
              <a:spAutoFit/>
            </a:bodyPr>
            <a:lstStyle/>
            <a:p>
              <a:pPr algn="dist"/>
              <a:r>
                <a:rPr lang="zh-CN" altLang="en-US" sz="3600" dirty="0">
                  <a:latin typeface="字魂73号-江南手书" panose="00000500000000000000" charset="-122"/>
                  <a:ea typeface="字魂73号-江南手书" panose="00000500000000000000" charset="-122"/>
                </a:rPr>
                <a:t>请添加标题</a:t>
              </a:r>
            </a:p>
          </p:txBody>
        </p:sp>
        <p:pic>
          <p:nvPicPr>
            <p:cNvPr id="40" name="图片 3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9632787">
              <a:off x="458973" y="2482004"/>
              <a:ext cx="758925" cy="201368"/>
            </a:xfrm>
            <a:prstGeom prst="rect">
              <a:avLst/>
            </a:prstGeom>
          </p:spPr>
        </p:pic>
      </p:grpSp>
      <p:sp>
        <p:nvSpPr>
          <p:cNvPr id="41" name="半闭框 40"/>
          <p:cNvSpPr/>
          <p:nvPr/>
        </p:nvSpPr>
        <p:spPr>
          <a:xfrm rot="16200000" flipH="1" flipV="1">
            <a:off x="10413681" y="4024825"/>
            <a:ext cx="457200" cy="794387"/>
          </a:xfrm>
          <a:prstGeom prst="halfFrame">
            <a:avLst>
              <a:gd name="adj1" fmla="val 1515"/>
              <a:gd name="adj2" fmla="val 1515"/>
            </a:avLst>
          </a:prstGeom>
          <a:solidFill>
            <a:srgbClr val="FED1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字魂59号-创粗黑" panose="00000500000000000000" charset="-122"/>
              <a:ea typeface="字魂59号-创粗黑" panose="00000500000000000000" charset="-122"/>
            </a:endParaRPr>
          </a:p>
        </p:txBody>
      </p:sp>
      <p:sp>
        <p:nvSpPr>
          <p:cNvPr id="42" name="半闭框 41"/>
          <p:cNvSpPr/>
          <p:nvPr/>
        </p:nvSpPr>
        <p:spPr>
          <a:xfrm rot="16200000" flipH="1" flipV="1">
            <a:off x="8618926" y="4024826"/>
            <a:ext cx="457200" cy="794387"/>
          </a:xfrm>
          <a:prstGeom prst="halfFrame">
            <a:avLst>
              <a:gd name="adj1" fmla="val 1515"/>
              <a:gd name="adj2" fmla="val 1515"/>
            </a:avLst>
          </a:prstGeom>
          <a:solidFill>
            <a:srgbClr val="FED1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字魂59号-创粗黑" panose="00000500000000000000" charset="-122"/>
              <a:ea typeface="字魂59号-创粗黑" panose="00000500000000000000" charset="-122"/>
            </a:endParaRPr>
          </a:p>
        </p:txBody>
      </p:sp>
      <p:sp>
        <p:nvSpPr>
          <p:cNvPr id="43" name="半闭框 42"/>
          <p:cNvSpPr/>
          <p:nvPr/>
        </p:nvSpPr>
        <p:spPr>
          <a:xfrm rot="16200000" flipH="1" flipV="1">
            <a:off x="6803826" y="4024826"/>
            <a:ext cx="457200" cy="794387"/>
          </a:xfrm>
          <a:prstGeom prst="halfFrame">
            <a:avLst>
              <a:gd name="adj1" fmla="val 1515"/>
              <a:gd name="adj2" fmla="val 1515"/>
            </a:avLst>
          </a:prstGeom>
          <a:solidFill>
            <a:srgbClr val="FED1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字魂59号-创粗黑" panose="00000500000000000000" charset="-122"/>
              <a:ea typeface="字魂59号-创粗黑" panose="00000500000000000000" charset="-122"/>
            </a:endParaRPr>
          </a:p>
        </p:txBody>
      </p:sp>
      <p:sp>
        <p:nvSpPr>
          <p:cNvPr id="44" name="半闭框 43"/>
          <p:cNvSpPr/>
          <p:nvPr/>
        </p:nvSpPr>
        <p:spPr>
          <a:xfrm rot="16200000" flipH="1" flipV="1">
            <a:off x="4950028" y="4030478"/>
            <a:ext cx="457200" cy="794387"/>
          </a:xfrm>
          <a:prstGeom prst="halfFrame">
            <a:avLst>
              <a:gd name="adj1" fmla="val 1515"/>
              <a:gd name="adj2" fmla="val 1515"/>
            </a:avLst>
          </a:prstGeom>
          <a:solidFill>
            <a:srgbClr val="FED1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字魂59号-创粗黑" panose="00000500000000000000" charset="-122"/>
              <a:ea typeface="字魂59号-创粗黑" panose="00000500000000000000" charset="-122"/>
            </a:endParaRPr>
          </a:p>
        </p:txBody>
      </p:sp>
      <p:sp>
        <p:nvSpPr>
          <p:cNvPr id="45" name="半闭框 44"/>
          <p:cNvSpPr/>
          <p:nvPr/>
        </p:nvSpPr>
        <p:spPr>
          <a:xfrm rot="16200000" flipH="1" flipV="1">
            <a:off x="3143372" y="4044226"/>
            <a:ext cx="457200" cy="794387"/>
          </a:xfrm>
          <a:prstGeom prst="halfFrame">
            <a:avLst>
              <a:gd name="adj1" fmla="val 1515"/>
              <a:gd name="adj2" fmla="val 1515"/>
            </a:avLst>
          </a:prstGeom>
          <a:solidFill>
            <a:srgbClr val="FED1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字魂59号-创粗黑" panose="00000500000000000000" charset="-122"/>
              <a:ea typeface="字魂59号-创粗黑" panose="00000500000000000000" charset="-122"/>
            </a:endParaRPr>
          </a:p>
        </p:txBody>
      </p:sp>
      <p:sp>
        <p:nvSpPr>
          <p:cNvPr id="46" name="半闭框 45"/>
          <p:cNvSpPr/>
          <p:nvPr/>
        </p:nvSpPr>
        <p:spPr>
          <a:xfrm rot="16200000" flipH="1" flipV="1">
            <a:off x="1463759" y="4044225"/>
            <a:ext cx="457200" cy="794387"/>
          </a:xfrm>
          <a:prstGeom prst="halfFrame">
            <a:avLst>
              <a:gd name="adj1" fmla="val 1515"/>
              <a:gd name="adj2" fmla="val 1515"/>
            </a:avLst>
          </a:prstGeom>
          <a:solidFill>
            <a:srgbClr val="FED1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字魂59号-创粗黑" panose="00000500000000000000" charset="-122"/>
              <a:ea typeface="字魂59号-创粗黑" panose="00000500000000000000" charset="-122"/>
            </a:endParaRPr>
          </a:p>
        </p:txBody>
      </p:sp>
      <p:sp>
        <p:nvSpPr>
          <p:cNvPr id="6" name="矩形 5"/>
          <p:cNvSpPr/>
          <p:nvPr/>
        </p:nvSpPr>
        <p:spPr>
          <a:xfrm>
            <a:off x="5575300" y="2340610"/>
            <a:ext cx="5636895" cy="975995"/>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请替换文本复制您所需要的文本在黏贴选项中替换文本即可请</a:t>
            </a:r>
            <a:r>
              <a:rPr lang="zh-CN" altLang="en-US" sz="1600" kern="0" dirty="0">
                <a:latin typeface="字魂36号-正文宋楷" panose="00000500000000000000" charset="-122"/>
                <a:ea typeface="字魂36号-正文宋楷" panose="00000500000000000000" charset="-122"/>
                <a:sym typeface="+mn-ea"/>
              </a:rPr>
              <a:t>文本在黏贴选项中替换的文本在黏贴选项中替换文本即可请文本在黏贴选项中文本即可请</a:t>
            </a:r>
            <a:r>
              <a:rPr lang="zh-CN" altLang="en-US" sz="1600" kern="0" dirty="0">
                <a:latin typeface="字魂36号-正文宋楷" panose="00000500000000000000" charset="-122"/>
                <a:ea typeface="字魂36号-正文宋楷" panose="00000500000000000000" charset="-122"/>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3000">
        <p15:prstTrans prst="wind"/>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down)">
                                      <p:cBhvr>
                                        <p:cTn id="16" dur="500"/>
                                        <p:tgtEl>
                                          <p:spTgt spid="2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down)">
                                      <p:cBhvr>
                                        <p:cTn id="22" dur="500"/>
                                        <p:tgtEl>
                                          <p:spTgt spid="2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down)">
                                      <p:cBhvr>
                                        <p:cTn id="25" dur="500"/>
                                        <p:tgtEl>
                                          <p:spTgt spid="2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wipe(down)">
                                      <p:cBhvr>
                                        <p:cTn id="28" dur="500"/>
                                        <p:tgtEl>
                                          <p:spTgt spid="26"/>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down)">
                                      <p:cBhvr>
                                        <p:cTn id="31" dur="500"/>
                                        <p:tgtEl>
                                          <p:spTgt spid="2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down)">
                                      <p:cBhvr>
                                        <p:cTn id="34" dur="500"/>
                                        <p:tgtEl>
                                          <p:spTgt spid="28"/>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down)">
                                      <p:cBhvr>
                                        <p:cTn id="37" dur="500"/>
                                        <p:tgtEl>
                                          <p:spTgt spid="29"/>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wipe(down)">
                                      <p:cBhvr>
                                        <p:cTn id="40" dur="500"/>
                                        <p:tgtEl>
                                          <p:spTgt spid="30"/>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down)">
                                      <p:cBhvr>
                                        <p:cTn id="43" dur="500"/>
                                        <p:tgtEl>
                                          <p:spTgt spid="31"/>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wipe(down)">
                                      <p:cBhvr>
                                        <p:cTn id="46" dur="500"/>
                                        <p:tgtEl>
                                          <p:spTgt spid="32"/>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wipe(down)">
                                      <p:cBhvr>
                                        <p:cTn id="49" dur="500"/>
                                        <p:tgtEl>
                                          <p:spTgt spid="33"/>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wipe(down)">
                                      <p:cBhvr>
                                        <p:cTn id="52" dur="500"/>
                                        <p:tgtEl>
                                          <p:spTgt spid="34"/>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wipe(down)">
                                      <p:cBhvr>
                                        <p:cTn id="55" dur="500"/>
                                        <p:tgtEl>
                                          <p:spTgt spid="35"/>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wipe(down)">
                                      <p:cBhvr>
                                        <p:cTn id="58" dur="500"/>
                                        <p:tgtEl>
                                          <p:spTgt spid="36"/>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wipe(down)">
                                      <p:cBhvr>
                                        <p:cTn id="61" dur="500"/>
                                        <p:tgtEl>
                                          <p:spTgt spid="37"/>
                                        </p:tgtEl>
                                      </p:cBhvr>
                                    </p:animEffect>
                                  </p:childTnLst>
                                </p:cTn>
                              </p:par>
                              <p:par>
                                <p:cTn id="62" presetID="22" presetClass="entr" presetSubtype="4" fill="hold"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wipe(down)">
                                      <p:cBhvr>
                                        <p:cTn id="64" dur="500"/>
                                        <p:tgtEl>
                                          <p:spTgt spid="38"/>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wipe(down)">
                                      <p:cBhvr>
                                        <p:cTn id="67" dur="500"/>
                                        <p:tgtEl>
                                          <p:spTgt spid="41"/>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42"/>
                                        </p:tgtEl>
                                        <p:attrNameLst>
                                          <p:attrName>style.visibility</p:attrName>
                                        </p:attrNameLst>
                                      </p:cBhvr>
                                      <p:to>
                                        <p:strVal val="visible"/>
                                      </p:to>
                                    </p:set>
                                    <p:animEffect transition="in" filter="wipe(down)">
                                      <p:cBhvr>
                                        <p:cTn id="70" dur="500"/>
                                        <p:tgtEl>
                                          <p:spTgt spid="42"/>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wipe(down)">
                                      <p:cBhvr>
                                        <p:cTn id="73" dur="500"/>
                                        <p:tgtEl>
                                          <p:spTgt spid="43"/>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44"/>
                                        </p:tgtEl>
                                        <p:attrNameLst>
                                          <p:attrName>style.visibility</p:attrName>
                                        </p:attrNameLst>
                                      </p:cBhvr>
                                      <p:to>
                                        <p:strVal val="visible"/>
                                      </p:to>
                                    </p:set>
                                    <p:animEffect transition="in" filter="wipe(down)">
                                      <p:cBhvr>
                                        <p:cTn id="76" dur="500"/>
                                        <p:tgtEl>
                                          <p:spTgt spid="44"/>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wipe(down)">
                                      <p:cBhvr>
                                        <p:cTn id="79" dur="500"/>
                                        <p:tgtEl>
                                          <p:spTgt spid="45"/>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wipe(down)">
                                      <p:cBhvr>
                                        <p:cTn id="82" dur="500"/>
                                        <p:tgtEl>
                                          <p:spTgt spid="46"/>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6"/>
                                        </p:tgtEl>
                                        <p:attrNameLst>
                                          <p:attrName>style.visibility</p:attrName>
                                        </p:attrNameLst>
                                      </p:cBhvr>
                                      <p:to>
                                        <p:strVal val="visible"/>
                                      </p:to>
                                    </p:set>
                                    <p:animEffect transition="in" filter="wipe(down)">
                                      <p:cBhvr>
                                        <p:cTn id="8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1" grpId="0" animBg="1"/>
      <p:bldP spid="22" grpId="0" animBg="1"/>
      <p:bldP spid="23" grpId="0" animBg="1"/>
      <p:bldP spid="24" grpId="0" animBg="1"/>
      <p:bldP spid="25" grpId="0" animBg="1"/>
      <p:bldP spid="26" grpId="0"/>
      <p:bldP spid="27" grpId="0"/>
      <p:bldP spid="28" grpId="0"/>
      <p:bldP spid="29" grpId="0"/>
      <p:bldP spid="30" grpId="0"/>
      <p:bldP spid="31" grpId="0"/>
      <p:bldP spid="32" grpId="0"/>
      <p:bldP spid="33" grpId="0"/>
      <p:bldP spid="34" grpId="0"/>
      <p:bldP spid="35" grpId="0"/>
      <p:bldP spid="36" grpId="0"/>
      <p:bldP spid="37" grpId="0"/>
      <p:bldP spid="41" grpId="0" animBg="1"/>
      <p:bldP spid="42" grpId="0" animBg="1"/>
      <p:bldP spid="43" grpId="0" animBg="1"/>
      <p:bldP spid="44" grpId="0" animBg="1"/>
      <p:bldP spid="45" grpId="0" animBg="1"/>
      <p:bldP spid="46" grpId="0" animBg="1"/>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a:srcRect t="-31251"/>
          <a:stretch>
            <a:fillRect/>
          </a:stretch>
        </p:blipFill>
        <p:spPr>
          <a:xfrm>
            <a:off x="1348681" y="1330960"/>
            <a:ext cx="2488019" cy="3240405"/>
          </a:xfrm>
          <a:prstGeom prst="rect">
            <a:avLst/>
          </a:prstGeom>
          <a:ln>
            <a:solidFill>
              <a:schemeClr val="tx1"/>
            </a:solidFill>
          </a:ln>
        </p:spPr>
      </p:pic>
      <p:pic>
        <p:nvPicPr>
          <p:cNvPr id="3" name="图片 2"/>
          <p:cNvPicPr>
            <a:picLocks noChangeAspect="1"/>
          </p:cNvPicPr>
          <p:nvPr/>
        </p:nvPicPr>
        <p:blipFill rotWithShape="1">
          <a:blip r:embed="rId3"/>
          <a:srcRect t="-31251"/>
          <a:stretch>
            <a:fillRect/>
          </a:stretch>
        </p:blipFill>
        <p:spPr>
          <a:xfrm flipH="1">
            <a:off x="8378130" y="1330766"/>
            <a:ext cx="2488019" cy="3240405"/>
          </a:xfrm>
          <a:prstGeom prst="rect">
            <a:avLst/>
          </a:prstGeom>
          <a:ln>
            <a:solidFill>
              <a:schemeClr val="tx1"/>
            </a:solidFill>
          </a:ln>
        </p:spPr>
      </p:pic>
      <p:sp>
        <p:nvSpPr>
          <p:cNvPr id="5" name="矩形 4"/>
          <p:cNvSpPr/>
          <p:nvPr/>
        </p:nvSpPr>
        <p:spPr>
          <a:xfrm>
            <a:off x="4435475" y="1330960"/>
            <a:ext cx="3137535" cy="2406015"/>
          </a:xfrm>
          <a:prstGeom prst="rect">
            <a:avLst/>
          </a:prstGeom>
        </p:spPr>
        <p:txBody>
          <a:bodyPr vert="eaVert"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150000"/>
              </a:lnSpc>
              <a:buClrTx/>
              <a:buSzTx/>
              <a:buFontTx/>
              <a:defRPr/>
            </a:pPr>
            <a:r>
              <a:rPr lang="zh-CN" altLang="en-US" sz="1600" kern="0" dirty="0">
                <a:latin typeface="字魂36号-正文宋楷" panose="00000500000000000000" charset="-122"/>
                <a:ea typeface="字魂36号-正文宋楷" panose="00000500000000000000" charset="-122"/>
                <a:sym typeface="+mn-ea"/>
              </a:rPr>
              <a:t>请替换文本复制您所需要的文本在黏贴选项中选择只保留文本即本在黏替请替换文本复制您所需要的文本在黏贴选项中选择只保留文本即可请替换文本即可请替换文本复制您本即可请替换文本。</a:t>
            </a:r>
          </a:p>
        </p:txBody>
      </p:sp>
      <p:sp>
        <p:nvSpPr>
          <p:cNvPr id="11" name="矩形 10"/>
          <p:cNvSpPr/>
          <p:nvPr/>
        </p:nvSpPr>
        <p:spPr>
          <a:xfrm>
            <a:off x="1348740" y="4936490"/>
            <a:ext cx="9517380" cy="730885"/>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30000"/>
              </a:lnSpc>
              <a:buClrTx/>
              <a:buSzTx/>
              <a:buFontTx/>
              <a:defRPr/>
            </a:pPr>
            <a:r>
              <a:rPr lang="zh-CN" altLang="en-US" sz="1600" kern="0" dirty="0">
                <a:latin typeface="字魂36号-正文宋楷" panose="00000500000000000000" charset="-122"/>
                <a:ea typeface="字魂36号-正文宋楷" panose="00000500000000000000" charset="-122"/>
                <a:sym typeface="+mn-ea"/>
              </a:rPr>
              <a:t>请替换文本复制您所需要的文本在黏贴选项中选择只保留文本即可请替换文本即可请替换文本复制您本即可请保留文本即可请替保留文本即可即可请替换文本。</a:t>
            </a:r>
          </a:p>
        </p:txBody>
      </p:sp>
      <p:grpSp>
        <p:nvGrpSpPr>
          <p:cNvPr id="12" name="组合 11"/>
          <p:cNvGrpSpPr/>
          <p:nvPr/>
        </p:nvGrpSpPr>
        <p:grpSpPr>
          <a:xfrm>
            <a:off x="4718256" y="4180537"/>
            <a:ext cx="2697068" cy="623905"/>
            <a:chOff x="458973" y="2482004"/>
            <a:chExt cx="2697068" cy="623905"/>
          </a:xfrm>
        </p:grpSpPr>
        <p:sp>
          <p:nvSpPr>
            <p:cNvPr id="13" name="文本框 12"/>
            <p:cNvSpPr txBox="1"/>
            <p:nvPr/>
          </p:nvSpPr>
          <p:spPr>
            <a:xfrm>
              <a:off x="881298" y="2582689"/>
              <a:ext cx="2274743" cy="523220"/>
            </a:xfrm>
            <a:prstGeom prst="rect">
              <a:avLst/>
            </a:prstGeom>
            <a:noFill/>
          </p:spPr>
          <p:txBody>
            <a:bodyPr wrap="square" rtlCol="0">
              <a:spAutoFit/>
            </a:bodyPr>
            <a:lstStyle/>
            <a:p>
              <a:pPr algn="dist"/>
              <a:r>
                <a:rPr lang="zh-CN" altLang="en-US" sz="2800" dirty="0">
                  <a:latin typeface="字魂73号-江南手书" panose="00000500000000000000" charset="-122"/>
                  <a:ea typeface="字魂73号-江南手书" panose="00000500000000000000" charset="-122"/>
                </a:rPr>
                <a:t>请添加标题</a:t>
              </a:r>
            </a:p>
          </p:txBody>
        </p:sp>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9632787">
              <a:off x="458973" y="2482004"/>
              <a:ext cx="758925" cy="201368"/>
            </a:xfrm>
            <a:prstGeom prst="rect">
              <a:avLst/>
            </a:prstGeom>
          </p:spPr>
        </p:pic>
      </p:grpSp>
      <p:sp>
        <p:nvSpPr>
          <p:cNvPr id="9" name="文本框 8"/>
          <p:cNvSpPr txBox="1"/>
          <p:nvPr/>
        </p:nvSpPr>
        <p:spPr>
          <a:xfrm>
            <a:off x="1771650" y="1774825"/>
            <a:ext cx="1437005" cy="521970"/>
          </a:xfrm>
          <a:prstGeom prst="rect">
            <a:avLst/>
          </a:prstGeom>
          <a:noFill/>
        </p:spPr>
        <p:txBody>
          <a:bodyPr wrap="square" rtlCol="0">
            <a:spAutoFit/>
          </a:bodyPr>
          <a:lstStyle/>
          <a:p>
            <a:pPr algn="dist"/>
            <a:r>
              <a:rPr lang="zh-CN" altLang="en-US" sz="2800" dirty="0">
                <a:latin typeface="字魂73号-江南手书" panose="00000500000000000000" charset="-122"/>
                <a:ea typeface="字魂73号-江南手书" panose="00000500000000000000" charset="-122"/>
              </a:rPr>
              <a:t>关键词</a:t>
            </a:r>
          </a:p>
        </p:txBody>
      </p:sp>
      <p:sp>
        <p:nvSpPr>
          <p:cNvPr id="10" name="文本框 9"/>
          <p:cNvSpPr txBox="1"/>
          <p:nvPr/>
        </p:nvSpPr>
        <p:spPr>
          <a:xfrm>
            <a:off x="8962390" y="1774825"/>
            <a:ext cx="1318895" cy="521970"/>
          </a:xfrm>
          <a:prstGeom prst="rect">
            <a:avLst/>
          </a:prstGeom>
          <a:noFill/>
        </p:spPr>
        <p:txBody>
          <a:bodyPr wrap="square" rtlCol="0">
            <a:spAutoFit/>
          </a:bodyPr>
          <a:lstStyle/>
          <a:p>
            <a:pPr algn="dist"/>
            <a:r>
              <a:rPr lang="zh-CN" altLang="en-US" sz="2800" dirty="0">
                <a:latin typeface="字魂73号-江南手书" panose="00000500000000000000" charset="-122"/>
                <a:ea typeface="字魂73号-江南手书" panose="00000500000000000000" charset="-122"/>
              </a:rPr>
              <a:t>关键词</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3000">
        <p15:prstTrans prst="drape"/>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91440" y="1851660"/>
            <a:ext cx="6525895" cy="3296285"/>
            <a:chOff x="0" y="898925"/>
            <a:chExt cx="8563269" cy="3638785"/>
          </a:xfrm>
        </p:grpSpPr>
        <p:pic>
          <p:nvPicPr>
            <p:cNvPr id="3" name="图片 2"/>
            <p:cNvPicPr>
              <a:picLocks noChangeAspect="1"/>
            </p:cNvPicPr>
            <p:nvPr/>
          </p:nvPicPr>
          <p:blipFill>
            <a:blip r:embed="rId3"/>
            <a:stretch>
              <a:fillRect/>
            </a:stretch>
          </p:blipFill>
          <p:spPr>
            <a:xfrm>
              <a:off x="0" y="898925"/>
              <a:ext cx="7226626" cy="3638785"/>
            </a:xfrm>
            <a:prstGeom prst="rect">
              <a:avLst/>
            </a:prstGeom>
          </p:spPr>
        </p:pic>
        <p:sp>
          <p:nvSpPr>
            <p:cNvPr id="5" name="矩形 4"/>
            <p:cNvSpPr/>
            <p:nvPr/>
          </p:nvSpPr>
          <p:spPr>
            <a:xfrm rot="872066">
              <a:off x="7210719" y="2786898"/>
              <a:ext cx="1352550" cy="45719"/>
            </a:xfrm>
            <a:prstGeom prst="rect">
              <a:avLst/>
            </a:prstGeom>
            <a:solidFill>
              <a:srgbClr val="4847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6750237" y="2851562"/>
            <a:ext cx="723900" cy="2788714"/>
          </a:xfrm>
          <a:prstGeom prst="rect">
            <a:avLst/>
          </a:prstGeom>
        </p:spPr>
        <p:txBody>
          <a:bodyPr vert="eaVert"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defRPr/>
            </a:pPr>
            <a:r>
              <a:rPr lang="zh-CN" altLang="en-US" sz="1600" kern="100" dirty="0">
                <a:latin typeface="字魂36号-正文宋楷" panose="00000500000000000000" charset="-122"/>
                <a:ea typeface="字魂36号-正文宋楷" panose="00000500000000000000" charset="-122"/>
                <a:cs typeface="方正苏新诗柳楷简体-yolan" panose="02000000000000000000" pitchFamily="2" charset="-122"/>
              </a:rPr>
              <a:t>请替换文本复制您所需要的文本在黏贴选项中选择即可。</a:t>
            </a:r>
          </a:p>
        </p:txBody>
      </p:sp>
      <p:sp>
        <p:nvSpPr>
          <p:cNvPr id="7" name="矩形 6"/>
          <p:cNvSpPr/>
          <p:nvPr/>
        </p:nvSpPr>
        <p:spPr>
          <a:xfrm>
            <a:off x="8015027" y="2851562"/>
            <a:ext cx="723900" cy="2788714"/>
          </a:xfrm>
          <a:prstGeom prst="rect">
            <a:avLst/>
          </a:prstGeom>
        </p:spPr>
        <p:txBody>
          <a:bodyPr vert="eaVert"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defRPr/>
            </a:pPr>
            <a:r>
              <a:rPr lang="zh-CN" altLang="en-US" sz="1600" kern="100" dirty="0">
                <a:latin typeface="字魂36号-正文宋楷" panose="00000500000000000000" charset="-122"/>
                <a:ea typeface="字魂36号-正文宋楷" panose="00000500000000000000" charset="-122"/>
                <a:cs typeface="方正苏新诗柳楷简体-yolan" panose="02000000000000000000" pitchFamily="2" charset="-122"/>
              </a:rPr>
              <a:t>请替换文本复制您所需要的文本在黏贴选项中选择即可。</a:t>
            </a:r>
          </a:p>
        </p:txBody>
      </p:sp>
      <p:sp>
        <p:nvSpPr>
          <p:cNvPr id="9" name="矩形 8"/>
          <p:cNvSpPr/>
          <p:nvPr/>
        </p:nvSpPr>
        <p:spPr>
          <a:xfrm>
            <a:off x="9255052" y="2851562"/>
            <a:ext cx="723900" cy="2788714"/>
          </a:xfrm>
          <a:prstGeom prst="rect">
            <a:avLst/>
          </a:prstGeom>
        </p:spPr>
        <p:txBody>
          <a:bodyPr vert="eaVert"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defRPr/>
            </a:pPr>
            <a:r>
              <a:rPr lang="zh-CN" altLang="en-US" sz="1600" kern="100" dirty="0">
                <a:latin typeface="字魂36号-正文宋楷" panose="00000500000000000000" charset="-122"/>
                <a:ea typeface="字魂36号-正文宋楷" panose="00000500000000000000" charset="-122"/>
                <a:cs typeface="方正苏新诗柳楷简体-yolan" panose="02000000000000000000" pitchFamily="2" charset="-122"/>
              </a:rPr>
              <a:t>请替换文本复制您所需要的文本在黏贴选项中选择即可。</a:t>
            </a:r>
          </a:p>
        </p:txBody>
      </p:sp>
      <p:sp>
        <p:nvSpPr>
          <p:cNvPr id="10" name="矩形 9"/>
          <p:cNvSpPr/>
          <p:nvPr/>
        </p:nvSpPr>
        <p:spPr>
          <a:xfrm>
            <a:off x="10499081" y="2851562"/>
            <a:ext cx="723900" cy="2788714"/>
          </a:xfrm>
          <a:prstGeom prst="rect">
            <a:avLst/>
          </a:prstGeom>
        </p:spPr>
        <p:txBody>
          <a:bodyPr vert="eaVert"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defRPr/>
            </a:pPr>
            <a:r>
              <a:rPr lang="zh-CN" altLang="en-US" sz="1600" kern="100" dirty="0">
                <a:latin typeface="字魂36号-正文宋楷" panose="00000500000000000000" charset="-122"/>
                <a:ea typeface="字魂36号-正文宋楷" panose="00000500000000000000" charset="-122"/>
                <a:cs typeface="方正苏新诗柳楷简体-yolan" panose="02000000000000000000" pitchFamily="2" charset="-122"/>
              </a:rPr>
              <a:t>请替换文本复制您所需要的文本在黏贴选项中选择即可。</a:t>
            </a:r>
          </a:p>
        </p:txBody>
      </p:sp>
      <p:sp>
        <p:nvSpPr>
          <p:cNvPr id="11" name="矩形 10"/>
          <p:cNvSpPr/>
          <p:nvPr/>
        </p:nvSpPr>
        <p:spPr>
          <a:xfrm>
            <a:off x="6894830" y="2256790"/>
            <a:ext cx="434340" cy="4114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rotWithShape="1">
          <a:blip r:embed="rId4"/>
          <a:srcRect/>
          <a:stretch>
            <a:fillRect/>
          </a:stretch>
        </p:blipFill>
        <p:spPr>
          <a:xfrm>
            <a:off x="6894831" y="2221785"/>
            <a:ext cx="434340" cy="481490"/>
          </a:xfrm>
          <a:prstGeom prst="rect">
            <a:avLst/>
          </a:prstGeom>
        </p:spPr>
      </p:pic>
      <p:grpSp>
        <p:nvGrpSpPr>
          <p:cNvPr id="18" name="组合 17"/>
          <p:cNvGrpSpPr/>
          <p:nvPr/>
        </p:nvGrpSpPr>
        <p:grpSpPr>
          <a:xfrm>
            <a:off x="8151495" y="2193290"/>
            <a:ext cx="434340" cy="537210"/>
            <a:chOff x="12480" y="3383"/>
            <a:chExt cx="684" cy="846"/>
          </a:xfrm>
        </p:grpSpPr>
        <p:sp>
          <p:nvSpPr>
            <p:cNvPr id="13" name="矩形 12"/>
            <p:cNvSpPr/>
            <p:nvPr/>
          </p:nvSpPr>
          <p:spPr>
            <a:xfrm>
              <a:off x="12480" y="3438"/>
              <a:ext cx="684" cy="6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rotWithShape="1">
            <a:blip r:embed="rId5"/>
            <a:srcRect/>
            <a:stretch>
              <a:fillRect/>
            </a:stretch>
          </p:blipFill>
          <p:spPr>
            <a:xfrm>
              <a:off x="12505" y="3383"/>
              <a:ext cx="659" cy="847"/>
            </a:xfrm>
            <a:prstGeom prst="rect">
              <a:avLst/>
            </a:prstGeom>
          </p:spPr>
        </p:pic>
      </p:grpSp>
      <p:grpSp>
        <p:nvGrpSpPr>
          <p:cNvPr id="16" name="组合 15"/>
          <p:cNvGrpSpPr/>
          <p:nvPr/>
        </p:nvGrpSpPr>
        <p:grpSpPr>
          <a:xfrm>
            <a:off x="9399905" y="2176145"/>
            <a:ext cx="434340" cy="527050"/>
            <a:chOff x="14856" y="3383"/>
            <a:chExt cx="684" cy="830"/>
          </a:xfrm>
        </p:grpSpPr>
        <p:sp>
          <p:nvSpPr>
            <p:cNvPr id="15" name="矩形 14"/>
            <p:cNvSpPr/>
            <p:nvPr/>
          </p:nvSpPr>
          <p:spPr>
            <a:xfrm>
              <a:off x="14856" y="3438"/>
              <a:ext cx="684" cy="6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rotWithShape="1">
            <a:blip r:embed="rId6"/>
            <a:srcRect/>
            <a:stretch>
              <a:fillRect/>
            </a:stretch>
          </p:blipFill>
          <p:spPr>
            <a:xfrm>
              <a:off x="14856" y="3383"/>
              <a:ext cx="652" cy="830"/>
            </a:xfrm>
            <a:prstGeom prst="rect">
              <a:avLst/>
            </a:prstGeom>
          </p:spPr>
        </p:pic>
      </p:grpSp>
      <p:grpSp>
        <p:nvGrpSpPr>
          <p:cNvPr id="21" name="组合 20"/>
          <p:cNvGrpSpPr/>
          <p:nvPr/>
        </p:nvGrpSpPr>
        <p:grpSpPr>
          <a:xfrm>
            <a:off x="10654030" y="2176145"/>
            <a:ext cx="434340" cy="436880"/>
            <a:chOff x="17076" y="3438"/>
            <a:chExt cx="684" cy="688"/>
          </a:xfrm>
        </p:grpSpPr>
        <p:sp>
          <p:nvSpPr>
            <p:cNvPr id="17" name="矩形 16"/>
            <p:cNvSpPr/>
            <p:nvPr/>
          </p:nvSpPr>
          <p:spPr>
            <a:xfrm>
              <a:off x="17076" y="3438"/>
              <a:ext cx="684" cy="6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rotWithShape="1">
            <a:blip r:embed="rId7"/>
            <a:srcRect/>
            <a:stretch>
              <a:fillRect/>
            </a:stretch>
          </p:blipFill>
          <p:spPr>
            <a:xfrm>
              <a:off x="17140" y="3438"/>
              <a:ext cx="523" cy="689"/>
            </a:xfrm>
            <a:prstGeom prst="rect">
              <a:avLst/>
            </a:prstGeom>
          </p:spPr>
        </p:pic>
      </p:grpSp>
      <p:sp>
        <p:nvSpPr>
          <p:cNvPr id="2" name="文本框 1"/>
          <p:cNvSpPr txBox="1"/>
          <p:nvPr/>
        </p:nvSpPr>
        <p:spPr>
          <a:xfrm>
            <a:off x="1196975" y="569595"/>
            <a:ext cx="2581275" cy="645160"/>
          </a:xfrm>
          <a:prstGeom prst="rect">
            <a:avLst/>
          </a:prstGeom>
          <a:noFill/>
        </p:spPr>
        <p:txBody>
          <a:bodyPr wrap="square" rtlCol="0">
            <a:spAutoFit/>
          </a:bodyPr>
          <a:lstStyle/>
          <a:p>
            <a:pPr algn="dist"/>
            <a:r>
              <a:rPr lang="zh-CN" altLang="en-US" sz="3600" b="1" dirty="0">
                <a:latin typeface="字魂73号-江南手书" panose="00000500000000000000" charset="-122"/>
                <a:ea typeface="字魂73号-江南手书" panose="00000500000000000000" charset="-122"/>
              </a:rPr>
              <a:t>请添加标题</a:t>
            </a:r>
          </a:p>
        </p:txBody>
      </p:sp>
      <p:pic>
        <p:nvPicPr>
          <p:cNvPr id="4" name="图片 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flipV="1">
            <a:off x="87414" y="708387"/>
            <a:ext cx="1149535" cy="305010"/>
          </a:xfrm>
          <a:prstGeom prst="rect">
            <a:avLst/>
          </a:prstGeom>
        </p:spPr>
      </p:pic>
      <p:grpSp>
        <p:nvGrpSpPr>
          <p:cNvPr id="33" name="组合 32"/>
          <p:cNvGrpSpPr/>
          <p:nvPr/>
        </p:nvGrpSpPr>
        <p:grpSpPr>
          <a:xfrm>
            <a:off x="7617460" y="2435860"/>
            <a:ext cx="303530" cy="2903855"/>
            <a:chOff x="11996" y="3836"/>
            <a:chExt cx="478" cy="4573"/>
          </a:xfrm>
        </p:grpSpPr>
        <p:grpSp>
          <p:nvGrpSpPr>
            <p:cNvPr id="27" name="组合 26"/>
            <p:cNvGrpSpPr/>
            <p:nvPr/>
          </p:nvGrpSpPr>
          <p:grpSpPr>
            <a:xfrm>
              <a:off x="12196" y="3836"/>
              <a:ext cx="68" cy="1693"/>
              <a:chOff x="12196" y="3836"/>
              <a:chExt cx="68" cy="1693"/>
            </a:xfrm>
          </p:grpSpPr>
          <p:cxnSp>
            <p:nvCxnSpPr>
              <p:cNvPr id="22" name="直接连接符 21"/>
              <p:cNvCxnSpPr/>
              <p:nvPr/>
            </p:nvCxnSpPr>
            <p:spPr>
              <a:xfrm>
                <a:off x="12196" y="4491"/>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2264" y="3836"/>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12128" y="6717"/>
              <a:ext cx="68" cy="1693"/>
              <a:chOff x="12196" y="3836"/>
              <a:chExt cx="68" cy="1693"/>
            </a:xfrm>
          </p:grpSpPr>
          <p:cxnSp>
            <p:nvCxnSpPr>
              <p:cNvPr id="29" name="直接连接符 28"/>
              <p:cNvCxnSpPr/>
              <p:nvPr/>
            </p:nvCxnSpPr>
            <p:spPr>
              <a:xfrm>
                <a:off x="12196" y="4491"/>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2264" y="3836"/>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p:nvGrpSpPr>
          <p:grpSpPr>
            <a:xfrm>
              <a:off x="11996" y="5911"/>
              <a:ext cx="478" cy="528"/>
              <a:chOff x="15715" y="897"/>
              <a:chExt cx="478" cy="528"/>
            </a:xfrm>
          </p:grpSpPr>
          <p:sp>
            <p:nvSpPr>
              <p:cNvPr id="24" name="矩形 23"/>
              <p:cNvSpPr/>
              <p:nvPr/>
            </p:nvSpPr>
            <p:spPr>
              <a:xfrm flipV="1">
                <a:off x="15715" y="897"/>
                <a:ext cx="278" cy="32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flipV="1">
                <a:off x="15915" y="1097"/>
                <a:ext cx="278" cy="32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4" name="组合 33"/>
          <p:cNvGrpSpPr/>
          <p:nvPr/>
        </p:nvGrpSpPr>
        <p:grpSpPr>
          <a:xfrm>
            <a:off x="8845550" y="2405380"/>
            <a:ext cx="303530" cy="2903855"/>
            <a:chOff x="11996" y="3836"/>
            <a:chExt cx="478" cy="4573"/>
          </a:xfrm>
        </p:grpSpPr>
        <p:grpSp>
          <p:nvGrpSpPr>
            <p:cNvPr id="35" name="组合 34"/>
            <p:cNvGrpSpPr/>
            <p:nvPr/>
          </p:nvGrpSpPr>
          <p:grpSpPr>
            <a:xfrm>
              <a:off x="12196" y="3836"/>
              <a:ext cx="68" cy="1693"/>
              <a:chOff x="12196" y="3836"/>
              <a:chExt cx="68" cy="1693"/>
            </a:xfrm>
          </p:grpSpPr>
          <p:cxnSp>
            <p:nvCxnSpPr>
              <p:cNvPr id="36" name="直接连接符 35"/>
              <p:cNvCxnSpPr/>
              <p:nvPr/>
            </p:nvCxnSpPr>
            <p:spPr>
              <a:xfrm>
                <a:off x="12196" y="4491"/>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12264" y="3836"/>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grpSp>
        <p:grpSp>
          <p:nvGrpSpPr>
            <p:cNvPr id="38" name="组合 37"/>
            <p:cNvGrpSpPr/>
            <p:nvPr/>
          </p:nvGrpSpPr>
          <p:grpSpPr>
            <a:xfrm>
              <a:off x="12128" y="6717"/>
              <a:ext cx="68" cy="1693"/>
              <a:chOff x="12196" y="3836"/>
              <a:chExt cx="68" cy="1693"/>
            </a:xfrm>
          </p:grpSpPr>
          <p:cxnSp>
            <p:nvCxnSpPr>
              <p:cNvPr id="39" name="直接连接符 38"/>
              <p:cNvCxnSpPr/>
              <p:nvPr/>
            </p:nvCxnSpPr>
            <p:spPr>
              <a:xfrm>
                <a:off x="12196" y="4491"/>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2264" y="3836"/>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grpSp>
        <p:grpSp>
          <p:nvGrpSpPr>
            <p:cNvPr id="41" name="组合 40"/>
            <p:cNvGrpSpPr/>
            <p:nvPr/>
          </p:nvGrpSpPr>
          <p:grpSpPr>
            <a:xfrm>
              <a:off x="11996" y="5911"/>
              <a:ext cx="478" cy="528"/>
              <a:chOff x="15715" y="897"/>
              <a:chExt cx="478" cy="528"/>
            </a:xfrm>
          </p:grpSpPr>
          <p:sp>
            <p:nvSpPr>
              <p:cNvPr id="42" name="矩形 41"/>
              <p:cNvSpPr/>
              <p:nvPr/>
            </p:nvSpPr>
            <p:spPr>
              <a:xfrm flipV="1">
                <a:off x="15715" y="897"/>
                <a:ext cx="278" cy="32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flipV="1">
                <a:off x="15915" y="1097"/>
                <a:ext cx="278" cy="32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4" name="组合 43"/>
          <p:cNvGrpSpPr/>
          <p:nvPr/>
        </p:nvGrpSpPr>
        <p:grpSpPr>
          <a:xfrm>
            <a:off x="10069195" y="2435860"/>
            <a:ext cx="303530" cy="2903855"/>
            <a:chOff x="11996" y="3836"/>
            <a:chExt cx="478" cy="4573"/>
          </a:xfrm>
        </p:grpSpPr>
        <p:grpSp>
          <p:nvGrpSpPr>
            <p:cNvPr id="45" name="组合 44"/>
            <p:cNvGrpSpPr/>
            <p:nvPr/>
          </p:nvGrpSpPr>
          <p:grpSpPr>
            <a:xfrm>
              <a:off x="12196" y="3836"/>
              <a:ext cx="68" cy="1693"/>
              <a:chOff x="12196" y="3836"/>
              <a:chExt cx="68" cy="1693"/>
            </a:xfrm>
          </p:grpSpPr>
          <p:cxnSp>
            <p:nvCxnSpPr>
              <p:cNvPr id="46" name="直接连接符 45"/>
              <p:cNvCxnSpPr/>
              <p:nvPr/>
            </p:nvCxnSpPr>
            <p:spPr>
              <a:xfrm>
                <a:off x="12196" y="4491"/>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12264" y="3836"/>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grpSp>
        <p:grpSp>
          <p:nvGrpSpPr>
            <p:cNvPr id="48" name="组合 47"/>
            <p:cNvGrpSpPr/>
            <p:nvPr/>
          </p:nvGrpSpPr>
          <p:grpSpPr>
            <a:xfrm>
              <a:off x="12128" y="6717"/>
              <a:ext cx="68" cy="1693"/>
              <a:chOff x="12196" y="3836"/>
              <a:chExt cx="68" cy="1693"/>
            </a:xfrm>
          </p:grpSpPr>
          <p:cxnSp>
            <p:nvCxnSpPr>
              <p:cNvPr id="49" name="直接连接符 48"/>
              <p:cNvCxnSpPr/>
              <p:nvPr/>
            </p:nvCxnSpPr>
            <p:spPr>
              <a:xfrm>
                <a:off x="12196" y="4491"/>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12264" y="3836"/>
                <a:ext cx="0" cy="1039"/>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grpSp>
        <p:grpSp>
          <p:nvGrpSpPr>
            <p:cNvPr id="51" name="组合 50"/>
            <p:cNvGrpSpPr/>
            <p:nvPr/>
          </p:nvGrpSpPr>
          <p:grpSpPr>
            <a:xfrm>
              <a:off x="11996" y="5911"/>
              <a:ext cx="478" cy="528"/>
              <a:chOff x="15715" y="897"/>
              <a:chExt cx="478" cy="528"/>
            </a:xfrm>
          </p:grpSpPr>
          <p:sp>
            <p:nvSpPr>
              <p:cNvPr id="52" name="矩形 51"/>
              <p:cNvSpPr/>
              <p:nvPr/>
            </p:nvSpPr>
            <p:spPr>
              <a:xfrm flipV="1">
                <a:off x="15715" y="897"/>
                <a:ext cx="278" cy="32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flipV="1">
                <a:off x="15915" y="1097"/>
                <a:ext cx="278" cy="32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3000">
        <p15:prstTrans prst="fracture"/>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3"/>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0" presetClass="entr" presetSubtype="0" decel="10000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strVal val="#ppt_w+.3"/>
                                          </p:val>
                                        </p:tav>
                                        <p:tav tm="100000">
                                          <p:val>
                                            <p:strVal val="#ppt_w"/>
                                          </p:val>
                                        </p:tav>
                                      </p:tavLst>
                                    </p:anim>
                                    <p:anim calcmode="lin" valueType="num">
                                      <p:cBhvr>
                                        <p:cTn id="13" dur="1000" fill="hold"/>
                                        <p:tgtEl>
                                          <p:spTgt spid="6"/>
                                        </p:tgtEl>
                                        <p:attrNameLst>
                                          <p:attrName>ppt_h</p:attrName>
                                        </p:attrNameLst>
                                      </p:cBhvr>
                                      <p:tavLst>
                                        <p:tav tm="0">
                                          <p:val>
                                            <p:strVal val="#ppt_h"/>
                                          </p:val>
                                        </p:tav>
                                        <p:tav tm="100000">
                                          <p:val>
                                            <p:strVal val="#ppt_h"/>
                                          </p:val>
                                        </p:tav>
                                      </p:tavLst>
                                    </p:anim>
                                    <p:animEffect transition="in" filter="fade">
                                      <p:cBhvr>
                                        <p:cTn id="14" dur="1000"/>
                                        <p:tgtEl>
                                          <p:spTgt spid="6"/>
                                        </p:tgtEl>
                                      </p:cBhvr>
                                    </p:animEffect>
                                  </p:childTnLst>
                                </p:cTn>
                              </p:par>
                              <p:par>
                                <p:cTn id="15" presetID="50" presetClass="entr" presetSubtype="0" decel="10000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1000" fill="hold"/>
                                        <p:tgtEl>
                                          <p:spTgt spid="7"/>
                                        </p:tgtEl>
                                        <p:attrNameLst>
                                          <p:attrName>ppt_w</p:attrName>
                                        </p:attrNameLst>
                                      </p:cBhvr>
                                      <p:tavLst>
                                        <p:tav tm="0">
                                          <p:val>
                                            <p:strVal val="#ppt_w+.3"/>
                                          </p:val>
                                        </p:tav>
                                        <p:tav tm="100000">
                                          <p:val>
                                            <p:strVal val="#ppt_w"/>
                                          </p:val>
                                        </p:tav>
                                      </p:tavLst>
                                    </p:anim>
                                    <p:anim calcmode="lin" valueType="num">
                                      <p:cBhvr>
                                        <p:cTn id="18" dur="1000" fill="hold"/>
                                        <p:tgtEl>
                                          <p:spTgt spid="7"/>
                                        </p:tgtEl>
                                        <p:attrNameLst>
                                          <p:attrName>ppt_h</p:attrName>
                                        </p:attrNameLst>
                                      </p:cBhvr>
                                      <p:tavLst>
                                        <p:tav tm="0">
                                          <p:val>
                                            <p:strVal val="#ppt_h"/>
                                          </p:val>
                                        </p:tav>
                                        <p:tav tm="100000">
                                          <p:val>
                                            <p:strVal val="#ppt_h"/>
                                          </p:val>
                                        </p:tav>
                                      </p:tavLst>
                                    </p:anim>
                                    <p:animEffect transition="in" filter="fade">
                                      <p:cBhvr>
                                        <p:cTn id="19" dur="1000"/>
                                        <p:tgtEl>
                                          <p:spTgt spid="7"/>
                                        </p:tgtEl>
                                      </p:cBhvr>
                                    </p:animEffect>
                                  </p:childTnLst>
                                </p:cTn>
                              </p:par>
                              <p:par>
                                <p:cTn id="20" presetID="50" presetClass="entr" presetSubtype="0" decel="10000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1000" fill="hold"/>
                                        <p:tgtEl>
                                          <p:spTgt spid="9"/>
                                        </p:tgtEl>
                                        <p:attrNameLst>
                                          <p:attrName>ppt_w</p:attrName>
                                        </p:attrNameLst>
                                      </p:cBhvr>
                                      <p:tavLst>
                                        <p:tav tm="0">
                                          <p:val>
                                            <p:strVal val="#ppt_w+.3"/>
                                          </p:val>
                                        </p:tav>
                                        <p:tav tm="100000">
                                          <p:val>
                                            <p:strVal val="#ppt_w"/>
                                          </p:val>
                                        </p:tav>
                                      </p:tavLst>
                                    </p:anim>
                                    <p:anim calcmode="lin" valueType="num">
                                      <p:cBhvr>
                                        <p:cTn id="23" dur="1000" fill="hold"/>
                                        <p:tgtEl>
                                          <p:spTgt spid="9"/>
                                        </p:tgtEl>
                                        <p:attrNameLst>
                                          <p:attrName>ppt_h</p:attrName>
                                        </p:attrNameLst>
                                      </p:cBhvr>
                                      <p:tavLst>
                                        <p:tav tm="0">
                                          <p:val>
                                            <p:strVal val="#ppt_h"/>
                                          </p:val>
                                        </p:tav>
                                        <p:tav tm="100000">
                                          <p:val>
                                            <p:strVal val="#ppt_h"/>
                                          </p:val>
                                        </p:tav>
                                      </p:tavLst>
                                    </p:anim>
                                    <p:animEffect transition="in" filter="fade">
                                      <p:cBhvr>
                                        <p:cTn id="24" dur="1000"/>
                                        <p:tgtEl>
                                          <p:spTgt spid="9"/>
                                        </p:tgtEl>
                                      </p:cBhvr>
                                    </p:animEffect>
                                  </p:childTnLst>
                                </p:cTn>
                              </p:par>
                              <p:par>
                                <p:cTn id="25" presetID="50" presetClass="entr" presetSubtype="0" decel="10000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1000" fill="hold"/>
                                        <p:tgtEl>
                                          <p:spTgt spid="10"/>
                                        </p:tgtEl>
                                        <p:attrNameLst>
                                          <p:attrName>ppt_w</p:attrName>
                                        </p:attrNameLst>
                                      </p:cBhvr>
                                      <p:tavLst>
                                        <p:tav tm="0">
                                          <p:val>
                                            <p:strVal val="#ppt_w+.3"/>
                                          </p:val>
                                        </p:tav>
                                        <p:tav tm="100000">
                                          <p:val>
                                            <p:strVal val="#ppt_w"/>
                                          </p:val>
                                        </p:tav>
                                      </p:tavLst>
                                    </p:anim>
                                    <p:anim calcmode="lin" valueType="num">
                                      <p:cBhvr>
                                        <p:cTn id="28" dur="1000" fill="hold"/>
                                        <p:tgtEl>
                                          <p:spTgt spid="10"/>
                                        </p:tgtEl>
                                        <p:attrNameLst>
                                          <p:attrName>ppt_h</p:attrName>
                                        </p:attrNameLst>
                                      </p:cBhvr>
                                      <p:tavLst>
                                        <p:tav tm="0">
                                          <p:val>
                                            <p:strVal val="#ppt_h"/>
                                          </p:val>
                                        </p:tav>
                                        <p:tav tm="100000">
                                          <p:val>
                                            <p:strVal val="#ppt_h"/>
                                          </p:val>
                                        </p:tav>
                                      </p:tavLst>
                                    </p:anim>
                                    <p:animEffect transition="in" filter="fade">
                                      <p:cBhvr>
                                        <p:cTn id="29" dur="1000"/>
                                        <p:tgtEl>
                                          <p:spTgt spid="10"/>
                                        </p:tgtEl>
                                      </p:cBhvr>
                                    </p:animEffect>
                                  </p:childTnLst>
                                </p:cTn>
                              </p:par>
                              <p:par>
                                <p:cTn id="30" presetID="50" presetClass="entr" presetSubtype="0" decel="10000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1000" fill="hold"/>
                                        <p:tgtEl>
                                          <p:spTgt spid="11"/>
                                        </p:tgtEl>
                                        <p:attrNameLst>
                                          <p:attrName>ppt_w</p:attrName>
                                        </p:attrNameLst>
                                      </p:cBhvr>
                                      <p:tavLst>
                                        <p:tav tm="0">
                                          <p:val>
                                            <p:strVal val="#ppt_w+.3"/>
                                          </p:val>
                                        </p:tav>
                                        <p:tav tm="100000">
                                          <p:val>
                                            <p:strVal val="#ppt_w"/>
                                          </p:val>
                                        </p:tav>
                                      </p:tavLst>
                                    </p:anim>
                                    <p:anim calcmode="lin" valueType="num">
                                      <p:cBhvr>
                                        <p:cTn id="33" dur="1000" fill="hold"/>
                                        <p:tgtEl>
                                          <p:spTgt spid="11"/>
                                        </p:tgtEl>
                                        <p:attrNameLst>
                                          <p:attrName>ppt_h</p:attrName>
                                        </p:attrNameLst>
                                      </p:cBhvr>
                                      <p:tavLst>
                                        <p:tav tm="0">
                                          <p:val>
                                            <p:strVal val="#ppt_h"/>
                                          </p:val>
                                        </p:tav>
                                        <p:tav tm="100000">
                                          <p:val>
                                            <p:strVal val="#ppt_h"/>
                                          </p:val>
                                        </p:tav>
                                      </p:tavLst>
                                    </p:anim>
                                    <p:animEffect transition="in" filter="fade">
                                      <p:cBhvr>
                                        <p:cTn id="34" dur="1000"/>
                                        <p:tgtEl>
                                          <p:spTgt spid="11"/>
                                        </p:tgtEl>
                                      </p:cBhvr>
                                    </p:animEffect>
                                  </p:childTnLst>
                                </p:cTn>
                              </p:par>
                              <p:par>
                                <p:cTn id="35" presetID="50" presetClass="entr" presetSubtype="0" decel="10000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1000" fill="hold"/>
                                        <p:tgtEl>
                                          <p:spTgt spid="12"/>
                                        </p:tgtEl>
                                        <p:attrNameLst>
                                          <p:attrName>ppt_w</p:attrName>
                                        </p:attrNameLst>
                                      </p:cBhvr>
                                      <p:tavLst>
                                        <p:tav tm="0">
                                          <p:val>
                                            <p:strVal val="#ppt_w+.3"/>
                                          </p:val>
                                        </p:tav>
                                        <p:tav tm="100000">
                                          <p:val>
                                            <p:strVal val="#ppt_w"/>
                                          </p:val>
                                        </p:tav>
                                      </p:tavLst>
                                    </p:anim>
                                    <p:anim calcmode="lin" valueType="num">
                                      <p:cBhvr>
                                        <p:cTn id="38" dur="1000" fill="hold"/>
                                        <p:tgtEl>
                                          <p:spTgt spid="12"/>
                                        </p:tgtEl>
                                        <p:attrNameLst>
                                          <p:attrName>ppt_h</p:attrName>
                                        </p:attrNameLst>
                                      </p:cBhvr>
                                      <p:tavLst>
                                        <p:tav tm="0">
                                          <p:val>
                                            <p:strVal val="#ppt_h"/>
                                          </p:val>
                                        </p:tav>
                                        <p:tav tm="100000">
                                          <p:val>
                                            <p:strVal val="#ppt_h"/>
                                          </p:val>
                                        </p:tav>
                                      </p:tavLst>
                                    </p:anim>
                                    <p:animEffect transition="in" filter="fade">
                                      <p:cBhvr>
                                        <p:cTn id="39" dur="1000"/>
                                        <p:tgtEl>
                                          <p:spTgt spid="12"/>
                                        </p:tgtEl>
                                      </p:cBhvr>
                                    </p:animEffect>
                                  </p:childTnLst>
                                </p:cTn>
                              </p:par>
                              <p:par>
                                <p:cTn id="40" presetID="50" presetClass="entr" presetSubtype="0" decel="10000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1000" fill="hold"/>
                                        <p:tgtEl>
                                          <p:spTgt spid="18"/>
                                        </p:tgtEl>
                                        <p:attrNameLst>
                                          <p:attrName>ppt_w</p:attrName>
                                        </p:attrNameLst>
                                      </p:cBhvr>
                                      <p:tavLst>
                                        <p:tav tm="0">
                                          <p:val>
                                            <p:strVal val="#ppt_w+.3"/>
                                          </p:val>
                                        </p:tav>
                                        <p:tav tm="100000">
                                          <p:val>
                                            <p:strVal val="#ppt_w"/>
                                          </p:val>
                                        </p:tav>
                                      </p:tavLst>
                                    </p:anim>
                                    <p:anim calcmode="lin" valueType="num">
                                      <p:cBhvr>
                                        <p:cTn id="43" dur="1000" fill="hold"/>
                                        <p:tgtEl>
                                          <p:spTgt spid="18"/>
                                        </p:tgtEl>
                                        <p:attrNameLst>
                                          <p:attrName>ppt_h</p:attrName>
                                        </p:attrNameLst>
                                      </p:cBhvr>
                                      <p:tavLst>
                                        <p:tav tm="0">
                                          <p:val>
                                            <p:strVal val="#ppt_h"/>
                                          </p:val>
                                        </p:tav>
                                        <p:tav tm="100000">
                                          <p:val>
                                            <p:strVal val="#ppt_h"/>
                                          </p:val>
                                        </p:tav>
                                      </p:tavLst>
                                    </p:anim>
                                    <p:animEffect transition="in" filter="fade">
                                      <p:cBhvr>
                                        <p:cTn id="44" dur="1000"/>
                                        <p:tgtEl>
                                          <p:spTgt spid="18"/>
                                        </p:tgtEl>
                                      </p:cBhvr>
                                    </p:animEffect>
                                  </p:childTnLst>
                                </p:cTn>
                              </p:par>
                              <p:par>
                                <p:cTn id="45" presetID="50" presetClass="entr" presetSubtype="0" decel="10000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p:cTn id="47" dur="1000" fill="hold"/>
                                        <p:tgtEl>
                                          <p:spTgt spid="16"/>
                                        </p:tgtEl>
                                        <p:attrNameLst>
                                          <p:attrName>ppt_w</p:attrName>
                                        </p:attrNameLst>
                                      </p:cBhvr>
                                      <p:tavLst>
                                        <p:tav tm="0">
                                          <p:val>
                                            <p:strVal val="#ppt_w+.3"/>
                                          </p:val>
                                        </p:tav>
                                        <p:tav tm="100000">
                                          <p:val>
                                            <p:strVal val="#ppt_w"/>
                                          </p:val>
                                        </p:tav>
                                      </p:tavLst>
                                    </p:anim>
                                    <p:anim calcmode="lin" valueType="num">
                                      <p:cBhvr>
                                        <p:cTn id="48" dur="1000" fill="hold"/>
                                        <p:tgtEl>
                                          <p:spTgt spid="16"/>
                                        </p:tgtEl>
                                        <p:attrNameLst>
                                          <p:attrName>ppt_h</p:attrName>
                                        </p:attrNameLst>
                                      </p:cBhvr>
                                      <p:tavLst>
                                        <p:tav tm="0">
                                          <p:val>
                                            <p:strVal val="#ppt_h"/>
                                          </p:val>
                                        </p:tav>
                                        <p:tav tm="100000">
                                          <p:val>
                                            <p:strVal val="#ppt_h"/>
                                          </p:val>
                                        </p:tav>
                                      </p:tavLst>
                                    </p:anim>
                                    <p:animEffect transition="in" filter="fade">
                                      <p:cBhvr>
                                        <p:cTn id="49" dur="1000"/>
                                        <p:tgtEl>
                                          <p:spTgt spid="16"/>
                                        </p:tgtEl>
                                      </p:cBhvr>
                                    </p:animEffect>
                                  </p:childTnLst>
                                </p:cTn>
                              </p:par>
                              <p:par>
                                <p:cTn id="50" presetID="50" presetClass="entr" presetSubtype="0" decel="10000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 calcmode="lin" valueType="num">
                                      <p:cBhvr>
                                        <p:cTn id="52" dur="1000" fill="hold"/>
                                        <p:tgtEl>
                                          <p:spTgt spid="21"/>
                                        </p:tgtEl>
                                        <p:attrNameLst>
                                          <p:attrName>ppt_w</p:attrName>
                                        </p:attrNameLst>
                                      </p:cBhvr>
                                      <p:tavLst>
                                        <p:tav tm="0">
                                          <p:val>
                                            <p:strVal val="#ppt_w+.3"/>
                                          </p:val>
                                        </p:tav>
                                        <p:tav tm="100000">
                                          <p:val>
                                            <p:strVal val="#ppt_w"/>
                                          </p:val>
                                        </p:tav>
                                      </p:tavLst>
                                    </p:anim>
                                    <p:anim calcmode="lin" valueType="num">
                                      <p:cBhvr>
                                        <p:cTn id="53" dur="1000" fill="hold"/>
                                        <p:tgtEl>
                                          <p:spTgt spid="21"/>
                                        </p:tgtEl>
                                        <p:attrNameLst>
                                          <p:attrName>ppt_h</p:attrName>
                                        </p:attrNameLst>
                                      </p:cBhvr>
                                      <p:tavLst>
                                        <p:tav tm="0">
                                          <p:val>
                                            <p:strVal val="#ppt_h"/>
                                          </p:val>
                                        </p:tav>
                                        <p:tav tm="100000">
                                          <p:val>
                                            <p:strVal val="#ppt_h"/>
                                          </p:val>
                                        </p:tav>
                                      </p:tavLst>
                                    </p:anim>
                                    <p:animEffect transition="in" filter="fade">
                                      <p:cBhvr>
                                        <p:cTn id="54" dur="1000"/>
                                        <p:tgtEl>
                                          <p:spTgt spid="21"/>
                                        </p:tgtEl>
                                      </p:cBhvr>
                                    </p:animEffect>
                                  </p:childTnLst>
                                </p:cTn>
                              </p:par>
                              <p:par>
                                <p:cTn id="55" presetID="50" presetClass="entr" presetSubtype="0" decel="100000" fill="hold" grpId="0" nodeType="withEffect">
                                  <p:stCondLst>
                                    <p:cond delay="0"/>
                                  </p:stCondLst>
                                  <p:childTnLst>
                                    <p:set>
                                      <p:cBhvr>
                                        <p:cTn id="56" dur="1" fill="hold">
                                          <p:stCondLst>
                                            <p:cond delay="0"/>
                                          </p:stCondLst>
                                        </p:cTn>
                                        <p:tgtEl>
                                          <p:spTgt spid="2"/>
                                        </p:tgtEl>
                                        <p:attrNameLst>
                                          <p:attrName>style.visibility</p:attrName>
                                        </p:attrNameLst>
                                      </p:cBhvr>
                                      <p:to>
                                        <p:strVal val="visible"/>
                                      </p:to>
                                    </p:set>
                                    <p:anim calcmode="lin" valueType="num">
                                      <p:cBhvr>
                                        <p:cTn id="57" dur="1000" fill="hold"/>
                                        <p:tgtEl>
                                          <p:spTgt spid="2"/>
                                        </p:tgtEl>
                                        <p:attrNameLst>
                                          <p:attrName>ppt_w</p:attrName>
                                        </p:attrNameLst>
                                      </p:cBhvr>
                                      <p:tavLst>
                                        <p:tav tm="0">
                                          <p:val>
                                            <p:strVal val="#ppt_w+.3"/>
                                          </p:val>
                                        </p:tav>
                                        <p:tav tm="100000">
                                          <p:val>
                                            <p:strVal val="#ppt_w"/>
                                          </p:val>
                                        </p:tav>
                                      </p:tavLst>
                                    </p:anim>
                                    <p:anim calcmode="lin" valueType="num">
                                      <p:cBhvr>
                                        <p:cTn id="58" dur="1000" fill="hold"/>
                                        <p:tgtEl>
                                          <p:spTgt spid="2"/>
                                        </p:tgtEl>
                                        <p:attrNameLst>
                                          <p:attrName>ppt_h</p:attrName>
                                        </p:attrNameLst>
                                      </p:cBhvr>
                                      <p:tavLst>
                                        <p:tav tm="0">
                                          <p:val>
                                            <p:strVal val="#ppt_h"/>
                                          </p:val>
                                        </p:tav>
                                        <p:tav tm="100000">
                                          <p:val>
                                            <p:strVal val="#ppt_h"/>
                                          </p:val>
                                        </p:tav>
                                      </p:tavLst>
                                    </p:anim>
                                    <p:animEffect transition="in" filter="fade">
                                      <p:cBhvr>
                                        <p:cTn id="59" dur="1000"/>
                                        <p:tgtEl>
                                          <p:spTgt spid="2"/>
                                        </p:tgtEl>
                                      </p:cBhvr>
                                    </p:animEffect>
                                  </p:childTnLst>
                                </p:cTn>
                              </p:par>
                              <p:par>
                                <p:cTn id="60" presetID="50" presetClass="entr" presetSubtype="0" decel="100000" fill="hold" nodeType="withEffect">
                                  <p:stCondLst>
                                    <p:cond delay="0"/>
                                  </p:stCondLst>
                                  <p:childTnLst>
                                    <p:set>
                                      <p:cBhvr>
                                        <p:cTn id="61" dur="1" fill="hold">
                                          <p:stCondLst>
                                            <p:cond delay="0"/>
                                          </p:stCondLst>
                                        </p:cTn>
                                        <p:tgtEl>
                                          <p:spTgt spid="4"/>
                                        </p:tgtEl>
                                        <p:attrNameLst>
                                          <p:attrName>style.visibility</p:attrName>
                                        </p:attrNameLst>
                                      </p:cBhvr>
                                      <p:to>
                                        <p:strVal val="visible"/>
                                      </p:to>
                                    </p:set>
                                    <p:anim calcmode="lin" valueType="num">
                                      <p:cBhvr>
                                        <p:cTn id="62" dur="1000" fill="hold"/>
                                        <p:tgtEl>
                                          <p:spTgt spid="4"/>
                                        </p:tgtEl>
                                        <p:attrNameLst>
                                          <p:attrName>ppt_w</p:attrName>
                                        </p:attrNameLst>
                                      </p:cBhvr>
                                      <p:tavLst>
                                        <p:tav tm="0">
                                          <p:val>
                                            <p:strVal val="#ppt_w+.3"/>
                                          </p:val>
                                        </p:tav>
                                        <p:tav tm="100000">
                                          <p:val>
                                            <p:strVal val="#ppt_w"/>
                                          </p:val>
                                        </p:tav>
                                      </p:tavLst>
                                    </p:anim>
                                    <p:anim calcmode="lin" valueType="num">
                                      <p:cBhvr>
                                        <p:cTn id="63" dur="1000" fill="hold"/>
                                        <p:tgtEl>
                                          <p:spTgt spid="4"/>
                                        </p:tgtEl>
                                        <p:attrNameLst>
                                          <p:attrName>ppt_h</p:attrName>
                                        </p:attrNameLst>
                                      </p:cBhvr>
                                      <p:tavLst>
                                        <p:tav tm="0">
                                          <p:val>
                                            <p:strVal val="#ppt_h"/>
                                          </p:val>
                                        </p:tav>
                                        <p:tav tm="100000">
                                          <p:val>
                                            <p:strVal val="#ppt_h"/>
                                          </p:val>
                                        </p:tav>
                                      </p:tavLst>
                                    </p:anim>
                                    <p:animEffect transition="in" filter="fade">
                                      <p:cBhvr>
                                        <p:cTn id="64" dur="1000"/>
                                        <p:tgtEl>
                                          <p:spTgt spid="4"/>
                                        </p:tgtEl>
                                      </p:cBhvr>
                                    </p:animEffect>
                                  </p:childTnLst>
                                </p:cTn>
                              </p:par>
                              <p:par>
                                <p:cTn id="65" presetID="50" presetClass="entr" presetSubtype="0" decel="10000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 calcmode="lin" valueType="num">
                                      <p:cBhvr>
                                        <p:cTn id="67" dur="1000" fill="hold"/>
                                        <p:tgtEl>
                                          <p:spTgt spid="33"/>
                                        </p:tgtEl>
                                        <p:attrNameLst>
                                          <p:attrName>ppt_w</p:attrName>
                                        </p:attrNameLst>
                                      </p:cBhvr>
                                      <p:tavLst>
                                        <p:tav tm="0">
                                          <p:val>
                                            <p:strVal val="#ppt_w+.3"/>
                                          </p:val>
                                        </p:tav>
                                        <p:tav tm="100000">
                                          <p:val>
                                            <p:strVal val="#ppt_w"/>
                                          </p:val>
                                        </p:tav>
                                      </p:tavLst>
                                    </p:anim>
                                    <p:anim calcmode="lin" valueType="num">
                                      <p:cBhvr>
                                        <p:cTn id="68" dur="1000" fill="hold"/>
                                        <p:tgtEl>
                                          <p:spTgt spid="33"/>
                                        </p:tgtEl>
                                        <p:attrNameLst>
                                          <p:attrName>ppt_h</p:attrName>
                                        </p:attrNameLst>
                                      </p:cBhvr>
                                      <p:tavLst>
                                        <p:tav tm="0">
                                          <p:val>
                                            <p:strVal val="#ppt_h"/>
                                          </p:val>
                                        </p:tav>
                                        <p:tav tm="100000">
                                          <p:val>
                                            <p:strVal val="#ppt_h"/>
                                          </p:val>
                                        </p:tav>
                                      </p:tavLst>
                                    </p:anim>
                                    <p:animEffect transition="in" filter="fade">
                                      <p:cBhvr>
                                        <p:cTn id="69" dur="1000"/>
                                        <p:tgtEl>
                                          <p:spTgt spid="33"/>
                                        </p:tgtEl>
                                      </p:cBhvr>
                                    </p:animEffect>
                                  </p:childTnLst>
                                </p:cTn>
                              </p:par>
                              <p:par>
                                <p:cTn id="70" presetID="50" presetClass="entr" presetSubtype="0" decel="100000" fill="hold" nodeType="withEffect">
                                  <p:stCondLst>
                                    <p:cond delay="0"/>
                                  </p:stCondLst>
                                  <p:childTnLst>
                                    <p:set>
                                      <p:cBhvr>
                                        <p:cTn id="71" dur="1" fill="hold">
                                          <p:stCondLst>
                                            <p:cond delay="0"/>
                                          </p:stCondLst>
                                        </p:cTn>
                                        <p:tgtEl>
                                          <p:spTgt spid="34"/>
                                        </p:tgtEl>
                                        <p:attrNameLst>
                                          <p:attrName>style.visibility</p:attrName>
                                        </p:attrNameLst>
                                      </p:cBhvr>
                                      <p:to>
                                        <p:strVal val="visible"/>
                                      </p:to>
                                    </p:set>
                                    <p:anim calcmode="lin" valueType="num">
                                      <p:cBhvr>
                                        <p:cTn id="72" dur="1000" fill="hold"/>
                                        <p:tgtEl>
                                          <p:spTgt spid="34"/>
                                        </p:tgtEl>
                                        <p:attrNameLst>
                                          <p:attrName>ppt_w</p:attrName>
                                        </p:attrNameLst>
                                      </p:cBhvr>
                                      <p:tavLst>
                                        <p:tav tm="0">
                                          <p:val>
                                            <p:strVal val="#ppt_w+.3"/>
                                          </p:val>
                                        </p:tav>
                                        <p:tav tm="100000">
                                          <p:val>
                                            <p:strVal val="#ppt_w"/>
                                          </p:val>
                                        </p:tav>
                                      </p:tavLst>
                                    </p:anim>
                                    <p:anim calcmode="lin" valueType="num">
                                      <p:cBhvr>
                                        <p:cTn id="73" dur="1000" fill="hold"/>
                                        <p:tgtEl>
                                          <p:spTgt spid="34"/>
                                        </p:tgtEl>
                                        <p:attrNameLst>
                                          <p:attrName>ppt_h</p:attrName>
                                        </p:attrNameLst>
                                      </p:cBhvr>
                                      <p:tavLst>
                                        <p:tav tm="0">
                                          <p:val>
                                            <p:strVal val="#ppt_h"/>
                                          </p:val>
                                        </p:tav>
                                        <p:tav tm="100000">
                                          <p:val>
                                            <p:strVal val="#ppt_h"/>
                                          </p:val>
                                        </p:tav>
                                      </p:tavLst>
                                    </p:anim>
                                    <p:animEffect transition="in" filter="fade">
                                      <p:cBhvr>
                                        <p:cTn id="74" dur="1000"/>
                                        <p:tgtEl>
                                          <p:spTgt spid="34"/>
                                        </p:tgtEl>
                                      </p:cBhvr>
                                    </p:animEffect>
                                  </p:childTnLst>
                                </p:cTn>
                              </p:par>
                              <p:par>
                                <p:cTn id="75" presetID="50" presetClass="entr" presetSubtype="0" decel="100000" fill="hold" nodeType="withEffect">
                                  <p:stCondLst>
                                    <p:cond delay="0"/>
                                  </p:stCondLst>
                                  <p:childTnLst>
                                    <p:set>
                                      <p:cBhvr>
                                        <p:cTn id="76" dur="1" fill="hold">
                                          <p:stCondLst>
                                            <p:cond delay="0"/>
                                          </p:stCondLst>
                                        </p:cTn>
                                        <p:tgtEl>
                                          <p:spTgt spid="44"/>
                                        </p:tgtEl>
                                        <p:attrNameLst>
                                          <p:attrName>style.visibility</p:attrName>
                                        </p:attrNameLst>
                                      </p:cBhvr>
                                      <p:to>
                                        <p:strVal val="visible"/>
                                      </p:to>
                                    </p:set>
                                    <p:anim calcmode="lin" valueType="num">
                                      <p:cBhvr>
                                        <p:cTn id="77" dur="1000" fill="hold"/>
                                        <p:tgtEl>
                                          <p:spTgt spid="44"/>
                                        </p:tgtEl>
                                        <p:attrNameLst>
                                          <p:attrName>ppt_w</p:attrName>
                                        </p:attrNameLst>
                                      </p:cBhvr>
                                      <p:tavLst>
                                        <p:tav tm="0">
                                          <p:val>
                                            <p:strVal val="#ppt_w+.3"/>
                                          </p:val>
                                        </p:tav>
                                        <p:tav tm="100000">
                                          <p:val>
                                            <p:strVal val="#ppt_w"/>
                                          </p:val>
                                        </p:tav>
                                      </p:tavLst>
                                    </p:anim>
                                    <p:anim calcmode="lin" valueType="num">
                                      <p:cBhvr>
                                        <p:cTn id="78" dur="1000" fill="hold"/>
                                        <p:tgtEl>
                                          <p:spTgt spid="44"/>
                                        </p:tgtEl>
                                        <p:attrNameLst>
                                          <p:attrName>ppt_h</p:attrName>
                                        </p:attrNameLst>
                                      </p:cBhvr>
                                      <p:tavLst>
                                        <p:tav tm="0">
                                          <p:val>
                                            <p:strVal val="#ppt_h"/>
                                          </p:val>
                                        </p:tav>
                                        <p:tav tm="100000">
                                          <p:val>
                                            <p:strVal val="#ppt_h"/>
                                          </p:val>
                                        </p:tav>
                                      </p:tavLst>
                                    </p:anim>
                                    <p:animEffect transition="in" filter="fade">
                                      <p:cBhvr>
                                        <p:cTn id="79"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P spid="11" grpId="0" animBg="1"/>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68163"/>
            <a:ext cx="4533900" cy="2699087"/>
          </a:xfrm>
          <a:prstGeom prst="rect">
            <a:avLst/>
          </a:prstGeom>
          <a:effectLst>
            <a:reflection blurRad="6350" stA="50000" endA="300" endPos="38500" dist="50800" dir="5400000" sy="-100000" algn="bl" rotWithShape="0"/>
          </a:effectLst>
        </p:spPr>
      </p:pic>
      <p:sp>
        <p:nvSpPr>
          <p:cNvPr id="10" name="矩形 9"/>
          <p:cNvSpPr/>
          <p:nvPr/>
        </p:nvSpPr>
        <p:spPr>
          <a:xfrm>
            <a:off x="4533900" y="2967990"/>
            <a:ext cx="1352550" cy="45719"/>
          </a:xfrm>
          <a:prstGeom prst="rect">
            <a:avLst/>
          </a:prstGeom>
          <a:solidFill>
            <a:srgbClr val="4847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V="1">
            <a:off x="10602379" y="2890882"/>
            <a:ext cx="1149535" cy="305010"/>
          </a:xfrm>
          <a:prstGeom prst="rect">
            <a:avLst/>
          </a:prstGeom>
        </p:spPr>
      </p:pic>
      <p:cxnSp>
        <p:nvCxnSpPr>
          <p:cNvPr id="16" name="直接连接符 15"/>
          <p:cNvCxnSpPr/>
          <p:nvPr/>
        </p:nvCxnSpPr>
        <p:spPr>
          <a:xfrm>
            <a:off x="466725" y="238125"/>
            <a:ext cx="11285189"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1475" y="6562725"/>
            <a:ext cx="11285189"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rotWithShape="1">
          <a:blip r:embed="rId5"/>
          <a:srcRect/>
          <a:stretch>
            <a:fillRect/>
          </a:stretch>
        </p:blipFill>
        <p:spPr>
          <a:xfrm>
            <a:off x="1884044" y="4279582"/>
            <a:ext cx="921837" cy="955358"/>
          </a:xfrm>
          <a:prstGeom prst="rect">
            <a:avLst/>
          </a:prstGeom>
        </p:spPr>
      </p:pic>
      <p:sp>
        <p:nvSpPr>
          <p:cNvPr id="3" name="文本框 7"/>
          <p:cNvSpPr txBox="1"/>
          <p:nvPr/>
        </p:nvSpPr>
        <p:spPr>
          <a:xfrm>
            <a:off x="5885815" y="2494280"/>
            <a:ext cx="4716780" cy="829945"/>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4800" kern="100" dirty="0">
                <a:latin typeface="字魂73号-江南手书" panose="00000500000000000000" charset="-122"/>
                <a:ea typeface="字魂73号-江南手书" panose="00000500000000000000" charset="-122"/>
                <a:cs typeface="方正苏新诗柳楷简体-yolan" panose="02000000000000000000" pitchFamily="2" charset="-122"/>
              </a:rPr>
              <a:t>添加第四章标题</a:t>
            </a:r>
          </a:p>
        </p:txBody>
      </p:sp>
      <p:sp>
        <p:nvSpPr>
          <p:cNvPr id="18" name="文本框 17"/>
          <p:cNvSpPr txBox="1"/>
          <p:nvPr/>
        </p:nvSpPr>
        <p:spPr>
          <a:xfrm>
            <a:off x="4794250" y="3608070"/>
            <a:ext cx="6671945" cy="583565"/>
          </a:xfrm>
          <a:prstGeom prst="rect">
            <a:avLst/>
          </a:prstGeom>
          <a:noFill/>
        </p:spPr>
        <p:txBody>
          <a:bodyPr vert="horz" wrap="square" rtlCol="0">
            <a:spAutoFit/>
          </a:bodyPr>
          <a:lstStyle/>
          <a:p>
            <a:pPr algn="ctr">
              <a:lnSpc>
                <a:spcPct val="100000"/>
              </a:lnSpc>
            </a:pPr>
            <a:r>
              <a:rPr lang="zh-CN" altLang="en-US" sz="1600" dirty="0">
                <a:latin typeface="字魂36号-正文宋楷" panose="00000500000000000000" charset="-122"/>
                <a:ea typeface="字魂36号-正文宋楷" panose="00000500000000000000" charset="-122"/>
              </a:rPr>
              <a:t>您所需要的文本请添加您所需要的文本请添加您所需要的文本请添加您所需要的文本请添加您所需要的文本请添加您所需要。</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3000">
        <p15:prstTrans prst="crush"/>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randombar(horizontal)">
                                      <p:cBhvr>
                                        <p:cTn id="10" dur="500"/>
                                        <p:tgtEl>
                                          <p:spTgt spid="10"/>
                                        </p:tgtEl>
                                      </p:cBhvr>
                                    </p:animEffect>
                                  </p:childTnLst>
                                </p:cTn>
                              </p:par>
                              <p:par>
                                <p:cTn id="11" presetID="14" presetClass="entr" presetSubtype="1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randombar(horizontal)">
                                      <p:cBhvr>
                                        <p:cTn id="13" dur="500"/>
                                        <p:tgtEl>
                                          <p:spTgt spid="12"/>
                                        </p:tgtEl>
                                      </p:cBhvr>
                                    </p:animEffect>
                                  </p:childTnLst>
                                </p:cTn>
                              </p:par>
                              <p:par>
                                <p:cTn id="14" presetID="14" presetClass="entr" presetSubtype="1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randombar(horizontal)">
                                      <p:cBhvr>
                                        <p:cTn id="16" dur="500"/>
                                        <p:tgtEl>
                                          <p:spTgt spid="16"/>
                                        </p:tgtEl>
                                      </p:cBhvr>
                                    </p:animEffect>
                                  </p:childTnLst>
                                </p:cTn>
                              </p:par>
                              <p:par>
                                <p:cTn id="17" presetID="14" presetClass="entr" presetSubtype="1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randombar(horizontal)">
                                      <p:cBhvr>
                                        <p:cTn id="19" dur="500"/>
                                        <p:tgtEl>
                                          <p:spTgt spid="20"/>
                                        </p:tgtEl>
                                      </p:cBhvr>
                                    </p:animEffect>
                                  </p:childTnLst>
                                </p:cTn>
                              </p:par>
                              <p:par>
                                <p:cTn id="20" presetID="14" presetClass="entr" presetSubtype="1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randombar(horizontal)">
                                      <p:cBhvr>
                                        <p:cTn id="22" dur="500"/>
                                        <p:tgtEl>
                                          <p:spTgt spid="9"/>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randombar(horizontal)">
                                      <p:cBhvr>
                                        <p:cTn id="25" dur="500"/>
                                        <p:tgtEl>
                                          <p:spTgt spid="3"/>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randombar(horizontal)">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17475" y="1762760"/>
            <a:ext cx="4022090" cy="2738120"/>
          </a:xfrm>
          <a:prstGeom prst="rect">
            <a:avLst/>
          </a:prstGeom>
        </p:spPr>
      </p:pic>
      <p:sp>
        <p:nvSpPr>
          <p:cNvPr id="9" name="文本框 8"/>
          <p:cNvSpPr txBox="1"/>
          <p:nvPr/>
        </p:nvSpPr>
        <p:spPr>
          <a:xfrm>
            <a:off x="1196975" y="569595"/>
            <a:ext cx="2581275" cy="645160"/>
          </a:xfrm>
          <a:prstGeom prst="rect">
            <a:avLst/>
          </a:prstGeom>
          <a:noFill/>
        </p:spPr>
        <p:txBody>
          <a:bodyPr wrap="square" rtlCol="0">
            <a:spAutoFit/>
          </a:bodyPr>
          <a:lstStyle/>
          <a:p>
            <a:pPr algn="dist"/>
            <a:r>
              <a:rPr lang="zh-CN" altLang="en-US" sz="3600" b="1" dirty="0">
                <a:latin typeface="字魂73号-江南手书" panose="00000500000000000000" charset="-122"/>
                <a:ea typeface="字魂73号-江南手书" panose="00000500000000000000" charset="-122"/>
              </a:rPr>
              <a:t>请添加标题</a:t>
            </a:r>
          </a:p>
        </p:txBody>
      </p:sp>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V="1">
            <a:off x="87414" y="708387"/>
            <a:ext cx="1149535" cy="305010"/>
          </a:xfrm>
          <a:prstGeom prst="rect">
            <a:avLst/>
          </a:prstGeom>
        </p:spPr>
      </p:pic>
      <p:sp>
        <p:nvSpPr>
          <p:cNvPr id="17" name="任意多边形 16"/>
          <p:cNvSpPr/>
          <p:nvPr/>
        </p:nvSpPr>
        <p:spPr>
          <a:xfrm>
            <a:off x="3535680" y="1976120"/>
            <a:ext cx="8539480" cy="1878330"/>
          </a:xfrm>
          <a:custGeom>
            <a:avLst/>
            <a:gdLst>
              <a:gd name="connisteX0" fmla="*/ 0 w 6837045"/>
              <a:gd name="connsiteY0" fmla="*/ 1701800 h 1701800"/>
              <a:gd name="connisteX1" fmla="*/ 1863090 w 6837045"/>
              <a:gd name="connsiteY1" fmla="*/ 293370 h 1701800"/>
              <a:gd name="connisteX2" fmla="*/ 4504055 w 6837045"/>
              <a:gd name="connsiteY2" fmla="*/ 1158875 h 1701800"/>
              <a:gd name="connisteX3" fmla="*/ 6837045 w 6837045"/>
              <a:gd name="connsiteY3" fmla="*/ 0 h 1701800"/>
            </a:gdLst>
            <a:ahLst/>
            <a:cxnLst>
              <a:cxn ang="0">
                <a:pos x="connisteX0" y="connsiteY0"/>
              </a:cxn>
              <a:cxn ang="0">
                <a:pos x="connisteX1" y="connsiteY1"/>
              </a:cxn>
              <a:cxn ang="0">
                <a:pos x="connisteX2" y="connsiteY2"/>
              </a:cxn>
              <a:cxn ang="0">
                <a:pos x="connisteX3" y="connsiteY3"/>
              </a:cxn>
            </a:cxnLst>
            <a:rect l="l" t="t" r="r" b="b"/>
            <a:pathLst>
              <a:path w="6837045" h="1701800">
                <a:moveTo>
                  <a:pt x="0" y="1701800"/>
                </a:moveTo>
                <a:cubicBezTo>
                  <a:pt x="320040" y="1402715"/>
                  <a:pt x="962025" y="401955"/>
                  <a:pt x="1863090" y="293370"/>
                </a:cubicBezTo>
                <a:cubicBezTo>
                  <a:pt x="2764155" y="184785"/>
                  <a:pt x="3509010" y="1217295"/>
                  <a:pt x="4504055" y="1158875"/>
                </a:cubicBezTo>
                <a:cubicBezTo>
                  <a:pt x="5499100" y="1100455"/>
                  <a:pt x="6423025" y="248920"/>
                  <a:pt x="6837045" y="0"/>
                </a:cubicBezTo>
              </a:path>
            </a:pathLst>
          </a:custGeom>
          <a:noFill/>
          <a:ln>
            <a:solidFill>
              <a:srgbClr val="3535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298315" y="2900680"/>
            <a:ext cx="219710" cy="219710"/>
          </a:xfrm>
          <a:prstGeom prst="ellipse">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5868670" y="2176780"/>
            <a:ext cx="219710" cy="219710"/>
          </a:xfrm>
          <a:prstGeom prst="ellipse">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7550150" y="2747010"/>
            <a:ext cx="219710" cy="219710"/>
          </a:xfrm>
          <a:prstGeom prst="ellipse">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9062085" y="3120390"/>
            <a:ext cx="219710" cy="219710"/>
          </a:xfrm>
          <a:prstGeom prst="ellipse">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0836275" y="2527300"/>
            <a:ext cx="219710" cy="219710"/>
          </a:xfrm>
          <a:prstGeom prst="ellipse">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3401060" y="2286635"/>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
        <p:nvSpPr>
          <p:cNvPr id="23" name="文本框 22"/>
          <p:cNvSpPr txBox="1"/>
          <p:nvPr/>
        </p:nvSpPr>
        <p:spPr>
          <a:xfrm>
            <a:off x="5419725" y="2527300"/>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
        <p:nvSpPr>
          <p:cNvPr id="24" name="文本框 23"/>
          <p:cNvSpPr txBox="1"/>
          <p:nvPr/>
        </p:nvSpPr>
        <p:spPr>
          <a:xfrm>
            <a:off x="7246620" y="2286635"/>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
        <p:nvSpPr>
          <p:cNvPr id="25" name="文本框 24"/>
          <p:cNvSpPr txBox="1"/>
          <p:nvPr/>
        </p:nvSpPr>
        <p:spPr>
          <a:xfrm>
            <a:off x="8613775" y="3394075"/>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
        <p:nvSpPr>
          <p:cNvPr id="26" name="文本框 25"/>
          <p:cNvSpPr txBox="1"/>
          <p:nvPr/>
        </p:nvSpPr>
        <p:spPr>
          <a:xfrm>
            <a:off x="10233025" y="1976120"/>
            <a:ext cx="1116965" cy="460375"/>
          </a:xfrm>
          <a:prstGeom prst="rect">
            <a:avLst/>
          </a:prstGeom>
          <a:noFill/>
        </p:spPr>
        <p:txBody>
          <a:bodyPr wrap="square" rtlCol="0">
            <a:spAutoFit/>
          </a:bodyPr>
          <a:lstStyle/>
          <a:p>
            <a:pPr algn="dist"/>
            <a:r>
              <a:rPr lang="zh-CN" altLang="en-US" sz="2400" b="1" dirty="0">
                <a:latin typeface="字魂73号-江南手书" panose="00000500000000000000" charset="-122"/>
                <a:ea typeface="字魂73号-江南手书" panose="00000500000000000000" charset="-122"/>
              </a:rPr>
              <a:t>关键词</a:t>
            </a:r>
          </a:p>
        </p:txBody>
      </p:sp>
      <p:sp>
        <p:nvSpPr>
          <p:cNvPr id="27" name="矩形 26"/>
          <p:cNvSpPr/>
          <p:nvPr/>
        </p:nvSpPr>
        <p:spPr>
          <a:xfrm>
            <a:off x="1057910" y="4892675"/>
            <a:ext cx="9998075" cy="829945"/>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defRPr/>
            </a:pPr>
            <a:r>
              <a:rPr lang="zh-CN" altLang="en-US" sz="1600" kern="0" dirty="0">
                <a:latin typeface="字魂36号-正文宋楷" panose="00000500000000000000" charset="-122"/>
                <a:ea typeface="字魂36号-正文宋楷" panose="00000500000000000000" charset="-122"/>
              </a:rPr>
              <a:t>请替换文本复制您所需要的在黏贴选项中替换文本即可请文本在黏贴选项中替换的文本在黏贴选项中替换文本即可请文文本在黏贴选项中替换文本即可请</a:t>
            </a:r>
            <a:r>
              <a:rPr lang="zh-CN" altLang="en-US" sz="1600" kern="0" dirty="0">
                <a:latin typeface="字魂36号-正文宋楷" panose="00000500000000000000" charset="-122"/>
                <a:ea typeface="字魂36号-正文宋楷" panose="00000500000000000000" charset="-122"/>
                <a:sym typeface="+mn-ea"/>
              </a:rPr>
              <a:t>文本在黏贴选项中替换的文本在黏贴选项中替换文本即可请文本在黏贴选项中文本即可请</a:t>
            </a:r>
            <a:r>
              <a:rPr lang="zh-CN" altLang="en-US" sz="1600" kern="0" dirty="0">
                <a:latin typeface="字魂36号-正文宋楷" panose="00000500000000000000" charset="-122"/>
                <a:ea typeface="字魂36号-正文宋楷" panose="00000500000000000000" charset="-122"/>
              </a:rPr>
              <a:t>。</a:t>
            </a:r>
          </a:p>
        </p:txBody>
      </p:sp>
      <p:pic>
        <p:nvPicPr>
          <p:cNvPr id="29" name="图片 2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1192786">
            <a:off x="9989185" y="5773420"/>
            <a:ext cx="876300" cy="232410"/>
          </a:xfrm>
          <a:prstGeom prst="rect">
            <a:avLst/>
          </a:prstGeom>
        </p:spPr>
      </p:pic>
      <p:grpSp>
        <p:nvGrpSpPr>
          <p:cNvPr id="32" name="组合 31"/>
          <p:cNvGrpSpPr/>
          <p:nvPr/>
        </p:nvGrpSpPr>
        <p:grpSpPr>
          <a:xfrm flipV="1">
            <a:off x="1040765" y="5890260"/>
            <a:ext cx="8585200" cy="76200"/>
            <a:chOff x="2448" y="9212"/>
            <a:chExt cx="11117" cy="111"/>
          </a:xfrm>
        </p:grpSpPr>
        <p:cxnSp>
          <p:nvCxnSpPr>
            <p:cNvPr id="30" name="直接连接符 29"/>
            <p:cNvCxnSpPr/>
            <p:nvPr/>
          </p:nvCxnSpPr>
          <p:spPr>
            <a:xfrm>
              <a:off x="2448" y="9212"/>
              <a:ext cx="7902" cy="0"/>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5663" y="9323"/>
              <a:ext cx="7902" cy="0"/>
            </a:xfrm>
            <a:prstGeom prst="line">
              <a:avLst/>
            </a:prstGeom>
            <a:ln>
              <a:solidFill>
                <a:srgbClr val="353535"/>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000">
        <p15:prstTrans prst="pageCurlDouble"/>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par>
                                <p:cTn id="11" presetID="3" presetClass="entr" presetSubtype="1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blinds(horizontal)">
                                      <p:cBhvr>
                                        <p:cTn id="16" dur="500"/>
                                        <p:tgtEl>
                                          <p:spTgt spid="17"/>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blinds(horizontal)">
                                      <p:cBhvr>
                                        <p:cTn id="19" dur="500"/>
                                        <p:tgtEl>
                                          <p:spTgt spid="18"/>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linds(horizontal)">
                                      <p:cBhvr>
                                        <p:cTn id="22" dur="500"/>
                                        <p:tgtEl>
                                          <p:spTgt spid="19"/>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blinds(horizontal)">
                                      <p:cBhvr>
                                        <p:cTn id="25" dur="500"/>
                                        <p:tgtEl>
                                          <p:spTgt spid="20"/>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blinds(horizontal)">
                                      <p:cBhvr>
                                        <p:cTn id="28" dur="500"/>
                                        <p:tgtEl>
                                          <p:spTgt spid="21"/>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blinds(horizontal)">
                                      <p:cBhvr>
                                        <p:cTn id="31" dur="500"/>
                                        <p:tgtEl>
                                          <p:spTgt spid="22"/>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blinds(horizontal)">
                                      <p:cBhvr>
                                        <p:cTn id="34" dur="500"/>
                                        <p:tgtEl>
                                          <p:spTgt spid="28"/>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linds(horizontal)">
                                      <p:cBhvr>
                                        <p:cTn id="37" dur="500"/>
                                        <p:tgtEl>
                                          <p:spTgt spid="23"/>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blinds(horizontal)">
                                      <p:cBhvr>
                                        <p:cTn id="40" dur="500"/>
                                        <p:tgtEl>
                                          <p:spTgt spid="24"/>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blinds(horizontal)">
                                      <p:cBhvr>
                                        <p:cTn id="43" dur="500"/>
                                        <p:tgtEl>
                                          <p:spTgt spid="25"/>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blinds(horizontal)">
                                      <p:cBhvr>
                                        <p:cTn id="46" dur="500"/>
                                        <p:tgtEl>
                                          <p:spTgt spid="26"/>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blinds(horizontal)">
                                      <p:cBhvr>
                                        <p:cTn id="49" dur="500"/>
                                        <p:tgtEl>
                                          <p:spTgt spid="27"/>
                                        </p:tgtEl>
                                      </p:cBhvr>
                                    </p:animEffect>
                                  </p:childTnLst>
                                </p:cTn>
                              </p:par>
                              <p:par>
                                <p:cTn id="50" presetID="3" presetClass="entr" presetSubtype="10" fill="hold"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blinds(horizontal)">
                                      <p:cBhvr>
                                        <p:cTn id="52" dur="500"/>
                                        <p:tgtEl>
                                          <p:spTgt spid="29"/>
                                        </p:tgtEl>
                                      </p:cBhvr>
                                    </p:animEffect>
                                  </p:childTnLst>
                                </p:cTn>
                              </p:par>
                              <p:par>
                                <p:cTn id="53" presetID="3" presetClass="entr" presetSubtype="1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blinds(horizontal)">
                                      <p:cBhvr>
                                        <p:cTn id="5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animBg="1"/>
      <p:bldP spid="18" grpId="0" animBg="1"/>
      <p:bldP spid="19" grpId="0" animBg="1"/>
      <p:bldP spid="20" grpId="0" animBg="1"/>
      <p:bldP spid="21" grpId="0" animBg="1"/>
      <p:bldP spid="22" grpId="0" animBg="1"/>
      <p:bldP spid="28" grpId="0"/>
      <p:bldP spid="23" grpId="0"/>
      <p:bldP spid="24" grpId="0"/>
      <p:bldP spid="25" grpId="0"/>
      <p:bldP spid="26" grpId="0"/>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937510" y="2404745"/>
            <a:ext cx="8180705" cy="10483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rotWithShape="1">
          <a:blip r:embed="rId3"/>
          <a:srcRect/>
          <a:stretch>
            <a:fillRect/>
          </a:stretch>
        </p:blipFill>
        <p:spPr>
          <a:xfrm>
            <a:off x="0" y="1631991"/>
            <a:ext cx="3421266" cy="2243764"/>
          </a:xfrm>
          <a:prstGeom prst="rect">
            <a:avLst/>
          </a:prstGeom>
        </p:spPr>
      </p:pic>
      <p:sp>
        <p:nvSpPr>
          <p:cNvPr id="8" name="矩形 7"/>
          <p:cNvSpPr/>
          <p:nvPr/>
        </p:nvSpPr>
        <p:spPr>
          <a:xfrm>
            <a:off x="3639185" y="2612390"/>
            <a:ext cx="7106920" cy="632460"/>
          </a:xfrm>
          <a:prstGeom prst="rect">
            <a:avLst/>
          </a:prstGeom>
        </p:spPr>
        <p:txBody>
          <a:bodyPr vert="horz"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10000"/>
              </a:lnSpc>
              <a:defRPr/>
            </a:pPr>
            <a:r>
              <a:rPr lang="zh-CN" altLang="en-US" sz="1600" kern="0" dirty="0">
                <a:latin typeface="字魂36号-正文宋楷" panose="00000500000000000000" charset="-122"/>
                <a:ea typeface="字魂36号-正文宋楷" panose="00000500000000000000" charset="-122"/>
              </a:rPr>
              <a:t>请替换文本复制您所需要的文本在黏贴选项中选择只保留文本即可请替换文本即可请替换文本复制您本即可请替中选择只本即可请。</a:t>
            </a:r>
          </a:p>
        </p:txBody>
      </p:sp>
      <p:sp>
        <p:nvSpPr>
          <p:cNvPr id="9" name="菱形 8"/>
          <p:cNvSpPr/>
          <p:nvPr/>
        </p:nvSpPr>
        <p:spPr>
          <a:xfrm>
            <a:off x="3667067" y="4018892"/>
            <a:ext cx="594360" cy="594360"/>
          </a:xfrm>
          <a:prstGeom prst="diamond">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261485" y="4033520"/>
            <a:ext cx="2948940" cy="5334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defRPr/>
            </a:pPr>
            <a:r>
              <a:rPr lang="zh-CN" altLang="en-US" sz="1600" kern="100" dirty="0">
                <a:latin typeface="字魂36号-正文宋楷" panose="00000500000000000000" charset="-122"/>
                <a:ea typeface="字魂36号-正文宋楷" panose="00000500000000000000" charset="-122"/>
                <a:cs typeface="方正苏新诗柳楷简体-yolan" panose="02000000000000000000" pitchFamily="2" charset="-122"/>
              </a:rPr>
              <a:t>请替换文本复制您所需要的文本在黏贴选项中选择即可。</a:t>
            </a:r>
          </a:p>
        </p:txBody>
      </p:sp>
      <p:sp>
        <p:nvSpPr>
          <p:cNvPr id="11" name="菱形 10"/>
          <p:cNvSpPr/>
          <p:nvPr/>
        </p:nvSpPr>
        <p:spPr>
          <a:xfrm>
            <a:off x="7454207" y="3978307"/>
            <a:ext cx="594360" cy="594360"/>
          </a:xfrm>
          <a:prstGeom prst="diamond">
            <a:avLst/>
          </a:prstGeom>
          <a:solidFill>
            <a:schemeClr val="tx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079740" y="3978275"/>
            <a:ext cx="2948940" cy="5334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defRPr/>
            </a:pPr>
            <a:r>
              <a:rPr lang="zh-CN" altLang="en-US" sz="1600" kern="100" dirty="0">
                <a:latin typeface="字魂36号-正文宋楷" panose="00000500000000000000" charset="-122"/>
                <a:ea typeface="字魂36号-正文宋楷" panose="00000500000000000000" charset="-122"/>
                <a:cs typeface="方正苏新诗柳楷简体-yolan" panose="02000000000000000000" pitchFamily="2" charset="-122"/>
              </a:rPr>
              <a:t>请替换文本复制您所需要的文本在黏贴选项中选择即可。</a:t>
            </a:r>
          </a:p>
        </p:txBody>
      </p:sp>
      <p:sp>
        <p:nvSpPr>
          <p:cNvPr id="13" name="菱形 12"/>
          <p:cNvSpPr/>
          <p:nvPr/>
        </p:nvSpPr>
        <p:spPr>
          <a:xfrm>
            <a:off x="1541087" y="5248004"/>
            <a:ext cx="594360" cy="594360"/>
          </a:xfrm>
          <a:prstGeom prst="diamond">
            <a:avLst/>
          </a:prstGeom>
          <a:solidFill>
            <a:schemeClr val="tx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135505" y="5309235"/>
            <a:ext cx="2948940" cy="5334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defRPr/>
            </a:pPr>
            <a:r>
              <a:rPr lang="zh-CN" altLang="en-US" sz="1600" kern="100" dirty="0">
                <a:latin typeface="字魂36号-正文宋楷" panose="00000500000000000000" charset="-122"/>
                <a:ea typeface="字魂36号-正文宋楷" panose="00000500000000000000" charset="-122"/>
                <a:cs typeface="方正苏新诗柳楷简体-yolan" panose="02000000000000000000" pitchFamily="2" charset="-122"/>
              </a:rPr>
              <a:t>请替换文本复制您所需要的文本在黏贴选项中选择即可。</a:t>
            </a:r>
          </a:p>
        </p:txBody>
      </p:sp>
      <p:sp>
        <p:nvSpPr>
          <p:cNvPr id="15" name="菱形 14"/>
          <p:cNvSpPr/>
          <p:nvPr/>
        </p:nvSpPr>
        <p:spPr>
          <a:xfrm>
            <a:off x="5328227" y="5248004"/>
            <a:ext cx="594360" cy="594360"/>
          </a:xfrm>
          <a:prstGeom prst="diamond">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5922645" y="5278755"/>
            <a:ext cx="2948940" cy="5334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defRPr/>
            </a:pPr>
            <a:r>
              <a:rPr lang="zh-CN" altLang="en-US" sz="1600" kern="100" dirty="0">
                <a:latin typeface="字魂36号-正文宋楷" panose="00000500000000000000" charset="-122"/>
                <a:ea typeface="字魂36号-正文宋楷" panose="00000500000000000000" charset="-122"/>
                <a:cs typeface="方正苏新诗柳楷简体-yolan" panose="02000000000000000000" pitchFamily="2" charset="-122"/>
              </a:rPr>
              <a:t>请替换文本复制您所需要的文本在黏贴选项中选择即可。</a:t>
            </a:r>
          </a:p>
        </p:txBody>
      </p:sp>
      <p:pic>
        <p:nvPicPr>
          <p:cNvPr id="19" name="图片 18"/>
          <p:cNvPicPr>
            <a:picLocks noChangeAspect="1"/>
          </p:cNvPicPr>
          <p:nvPr/>
        </p:nvPicPr>
        <p:blipFill rotWithShape="1">
          <a:blip r:embed="rId4"/>
          <a:srcRect/>
          <a:stretch>
            <a:fillRect/>
          </a:stretch>
        </p:blipFill>
        <p:spPr>
          <a:xfrm>
            <a:off x="3778199" y="4018892"/>
            <a:ext cx="372796" cy="544263"/>
          </a:xfrm>
          <a:prstGeom prst="rect">
            <a:avLst/>
          </a:prstGeom>
        </p:spPr>
      </p:pic>
      <p:pic>
        <p:nvPicPr>
          <p:cNvPr id="21" name="图片 20"/>
          <p:cNvPicPr>
            <a:picLocks noChangeAspect="1"/>
          </p:cNvPicPr>
          <p:nvPr/>
        </p:nvPicPr>
        <p:blipFill rotWithShape="1">
          <a:blip r:embed="rId5"/>
          <a:srcRect/>
          <a:stretch>
            <a:fillRect/>
          </a:stretch>
        </p:blipFill>
        <p:spPr>
          <a:xfrm>
            <a:off x="5399487" y="5304767"/>
            <a:ext cx="474345" cy="544263"/>
          </a:xfrm>
          <a:prstGeom prst="rect">
            <a:avLst/>
          </a:prstGeom>
        </p:spPr>
      </p:pic>
      <p:pic>
        <p:nvPicPr>
          <p:cNvPr id="22" name="图片 21"/>
          <p:cNvPicPr>
            <a:picLocks noChangeAspect="1"/>
          </p:cNvPicPr>
          <p:nvPr/>
        </p:nvPicPr>
        <p:blipFill>
          <a:blip r:embed="rId6"/>
          <a:stretch>
            <a:fillRect/>
          </a:stretch>
        </p:blipFill>
        <p:spPr>
          <a:xfrm>
            <a:off x="7454207" y="4033279"/>
            <a:ext cx="600314" cy="515487"/>
          </a:xfrm>
          <a:prstGeom prst="rect">
            <a:avLst/>
          </a:prstGeom>
        </p:spPr>
      </p:pic>
      <p:pic>
        <p:nvPicPr>
          <p:cNvPr id="23" name="图片 22"/>
          <p:cNvPicPr>
            <a:picLocks noChangeAspect="1"/>
          </p:cNvPicPr>
          <p:nvPr/>
        </p:nvPicPr>
        <p:blipFill rotWithShape="1">
          <a:blip r:embed="rId7"/>
          <a:srcRect/>
          <a:stretch>
            <a:fillRect/>
          </a:stretch>
        </p:blipFill>
        <p:spPr>
          <a:xfrm>
            <a:off x="1602104" y="5231401"/>
            <a:ext cx="411481" cy="627566"/>
          </a:xfrm>
          <a:prstGeom prst="rect">
            <a:avLst/>
          </a:prstGeom>
        </p:spPr>
      </p:pic>
      <p:sp>
        <p:nvSpPr>
          <p:cNvPr id="4" name="文本框 3"/>
          <p:cNvSpPr txBox="1"/>
          <p:nvPr/>
        </p:nvSpPr>
        <p:spPr>
          <a:xfrm>
            <a:off x="1196975" y="569595"/>
            <a:ext cx="2581275" cy="645160"/>
          </a:xfrm>
          <a:prstGeom prst="rect">
            <a:avLst/>
          </a:prstGeom>
          <a:noFill/>
        </p:spPr>
        <p:txBody>
          <a:bodyPr wrap="square" rtlCol="0">
            <a:spAutoFit/>
          </a:bodyPr>
          <a:lstStyle/>
          <a:p>
            <a:pPr algn="dist"/>
            <a:r>
              <a:rPr lang="zh-CN" altLang="en-US" sz="3600" b="1" dirty="0">
                <a:latin typeface="字魂73号-江南手书" panose="00000500000000000000" charset="-122"/>
                <a:ea typeface="字魂73号-江南手书" panose="00000500000000000000" charset="-122"/>
              </a:rPr>
              <a:t>请添加标题</a:t>
            </a:r>
          </a:p>
        </p:txBody>
      </p:sp>
      <p:pic>
        <p:nvPicPr>
          <p:cNvPr id="5" name="图片 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flipV="1">
            <a:off x="87414" y="708387"/>
            <a:ext cx="1149535" cy="30501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3000">
        <p15:prstTrans prst="crush"/>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500" fill="hold"/>
                                        <p:tgtEl>
                                          <p:spTgt spid="10"/>
                                        </p:tgtEl>
                                        <p:attrNameLst>
                                          <p:attrName>ppt_w</p:attrName>
                                        </p:attrNameLst>
                                      </p:cBhvr>
                                      <p:tavLst>
                                        <p:tav tm="0">
                                          <p:val>
                                            <p:fltVal val="0"/>
                                          </p:val>
                                        </p:tav>
                                        <p:tav tm="100000">
                                          <p:val>
                                            <p:strVal val="#ppt_w"/>
                                          </p:val>
                                        </p:tav>
                                      </p:tavLst>
                                    </p:anim>
                                    <p:anim calcmode="lin" valueType="num">
                                      <p:cBhvr>
                                        <p:cTn id="24" dur="500" fill="hold"/>
                                        <p:tgtEl>
                                          <p:spTgt spid="10"/>
                                        </p:tgtEl>
                                        <p:attrNameLst>
                                          <p:attrName>ppt_h</p:attrName>
                                        </p:attrNameLst>
                                      </p:cBhvr>
                                      <p:tavLst>
                                        <p:tav tm="0">
                                          <p:val>
                                            <p:fltVal val="0"/>
                                          </p:val>
                                        </p:tav>
                                        <p:tav tm="100000">
                                          <p:val>
                                            <p:strVal val="#ppt_h"/>
                                          </p:val>
                                        </p:tav>
                                      </p:tavLst>
                                    </p:anim>
                                  </p:childTnLst>
                                </p:cTn>
                              </p:par>
                              <p:par>
                                <p:cTn id="25" presetID="23" presetClass="entr" presetSubtype="16"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childTnLst>
                                </p:cTn>
                              </p:par>
                              <p:par>
                                <p:cTn id="29" presetID="23" presetClass="entr" presetSubtype="16"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childTnLst>
                                </p:cTn>
                              </p:par>
                              <p:par>
                                <p:cTn id="33" presetID="23" presetClass="entr" presetSubtype="16"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500" fill="hold"/>
                                        <p:tgtEl>
                                          <p:spTgt spid="13"/>
                                        </p:tgtEl>
                                        <p:attrNameLst>
                                          <p:attrName>ppt_w</p:attrName>
                                        </p:attrNameLst>
                                      </p:cBhvr>
                                      <p:tavLst>
                                        <p:tav tm="0">
                                          <p:val>
                                            <p:fltVal val="0"/>
                                          </p:val>
                                        </p:tav>
                                        <p:tav tm="100000">
                                          <p:val>
                                            <p:strVal val="#ppt_w"/>
                                          </p:val>
                                        </p:tav>
                                      </p:tavLst>
                                    </p:anim>
                                    <p:anim calcmode="lin" valueType="num">
                                      <p:cBhvr>
                                        <p:cTn id="36" dur="500" fill="hold"/>
                                        <p:tgtEl>
                                          <p:spTgt spid="13"/>
                                        </p:tgtEl>
                                        <p:attrNameLst>
                                          <p:attrName>ppt_h</p:attrName>
                                        </p:attrNameLst>
                                      </p:cBhvr>
                                      <p:tavLst>
                                        <p:tav tm="0">
                                          <p:val>
                                            <p:fltVal val="0"/>
                                          </p:val>
                                        </p:tav>
                                        <p:tav tm="100000">
                                          <p:val>
                                            <p:strVal val="#ppt_h"/>
                                          </p:val>
                                        </p:tav>
                                      </p:tavLst>
                                    </p:anim>
                                  </p:childTnLst>
                                </p:cTn>
                              </p:par>
                              <p:par>
                                <p:cTn id="37" presetID="23" presetClass="entr" presetSubtype="16"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childTnLst>
                                </p:cTn>
                              </p:par>
                              <p:par>
                                <p:cTn id="41" presetID="23" presetClass="entr" presetSubtype="16"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p:cTn id="43" dur="500" fill="hold"/>
                                        <p:tgtEl>
                                          <p:spTgt spid="15"/>
                                        </p:tgtEl>
                                        <p:attrNameLst>
                                          <p:attrName>ppt_w</p:attrName>
                                        </p:attrNameLst>
                                      </p:cBhvr>
                                      <p:tavLst>
                                        <p:tav tm="0">
                                          <p:val>
                                            <p:fltVal val="0"/>
                                          </p:val>
                                        </p:tav>
                                        <p:tav tm="100000">
                                          <p:val>
                                            <p:strVal val="#ppt_w"/>
                                          </p:val>
                                        </p:tav>
                                      </p:tavLst>
                                    </p:anim>
                                    <p:anim calcmode="lin" valueType="num">
                                      <p:cBhvr>
                                        <p:cTn id="44" dur="500" fill="hold"/>
                                        <p:tgtEl>
                                          <p:spTgt spid="15"/>
                                        </p:tgtEl>
                                        <p:attrNameLst>
                                          <p:attrName>ppt_h</p:attrName>
                                        </p:attrNameLst>
                                      </p:cBhvr>
                                      <p:tavLst>
                                        <p:tav tm="0">
                                          <p:val>
                                            <p:fltVal val="0"/>
                                          </p:val>
                                        </p:tav>
                                        <p:tav tm="100000">
                                          <p:val>
                                            <p:strVal val="#ppt_h"/>
                                          </p:val>
                                        </p:tav>
                                      </p:tavLst>
                                    </p:anim>
                                  </p:childTnLst>
                                </p:cTn>
                              </p:par>
                              <p:par>
                                <p:cTn id="45" presetID="23" presetClass="entr" presetSubtype="16"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p:cTn id="47" dur="500" fill="hold"/>
                                        <p:tgtEl>
                                          <p:spTgt spid="16"/>
                                        </p:tgtEl>
                                        <p:attrNameLst>
                                          <p:attrName>ppt_w</p:attrName>
                                        </p:attrNameLst>
                                      </p:cBhvr>
                                      <p:tavLst>
                                        <p:tav tm="0">
                                          <p:val>
                                            <p:fltVal val="0"/>
                                          </p:val>
                                        </p:tav>
                                        <p:tav tm="100000">
                                          <p:val>
                                            <p:strVal val="#ppt_w"/>
                                          </p:val>
                                        </p:tav>
                                      </p:tavLst>
                                    </p:anim>
                                    <p:anim calcmode="lin" valueType="num">
                                      <p:cBhvr>
                                        <p:cTn id="48" dur="500" fill="hold"/>
                                        <p:tgtEl>
                                          <p:spTgt spid="16"/>
                                        </p:tgtEl>
                                        <p:attrNameLst>
                                          <p:attrName>ppt_h</p:attrName>
                                        </p:attrNameLst>
                                      </p:cBhvr>
                                      <p:tavLst>
                                        <p:tav tm="0">
                                          <p:val>
                                            <p:fltVal val="0"/>
                                          </p:val>
                                        </p:tav>
                                        <p:tav tm="100000">
                                          <p:val>
                                            <p:strVal val="#ppt_h"/>
                                          </p:val>
                                        </p:tav>
                                      </p:tavLst>
                                    </p:anim>
                                  </p:childTnLst>
                                </p:cTn>
                              </p:par>
                              <p:par>
                                <p:cTn id="49" presetID="23" presetClass="entr" presetSubtype="16"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p:cTn id="51" dur="500" fill="hold"/>
                                        <p:tgtEl>
                                          <p:spTgt spid="19"/>
                                        </p:tgtEl>
                                        <p:attrNameLst>
                                          <p:attrName>ppt_w</p:attrName>
                                        </p:attrNameLst>
                                      </p:cBhvr>
                                      <p:tavLst>
                                        <p:tav tm="0">
                                          <p:val>
                                            <p:fltVal val="0"/>
                                          </p:val>
                                        </p:tav>
                                        <p:tav tm="100000">
                                          <p:val>
                                            <p:strVal val="#ppt_w"/>
                                          </p:val>
                                        </p:tav>
                                      </p:tavLst>
                                    </p:anim>
                                    <p:anim calcmode="lin" valueType="num">
                                      <p:cBhvr>
                                        <p:cTn id="52" dur="500" fill="hold"/>
                                        <p:tgtEl>
                                          <p:spTgt spid="19"/>
                                        </p:tgtEl>
                                        <p:attrNameLst>
                                          <p:attrName>ppt_h</p:attrName>
                                        </p:attrNameLst>
                                      </p:cBhvr>
                                      <p:tavLst>
                                        <p:tav tm="0">
                                          <p:val>
                                            <p:fltVal val="0"/>
                                          </p:val>
                                        </p:tav>
                                        <p:tav tm="100000">
                                          <p:val>
                                            <p:strVal val="#ppt_h"/>
                                          </p:val>
                                        </p:tav>
                                      </p:tavLst>
                                    </p:anim>
                                  </p:childTnLst>
                                </p:cTn>
                              </p:par>
                              <p:par>
                                <p:cTn id="53" presetID="23" presetClass="entr" presetSubtype="16"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p:cTn id="55" dur="500" fill="hold"/>
                                        <p:tgtEl>
                                          <p:spTgt spid="21"/>
                                        </p:tgtEl>
                                        <p:attrNameLst>
                                          <p:attrName>ppt_w</p:attrName>
                                        </p:attrNameLst>
                                      </p:cBhvr>
                                      <p:tavLst>
                                        <p:tav tm="0">
                                          <p:val>
                                            <p:fltVal val="0"/>
                                          </p:val>
                                        </p:tav>
                                        <p:tav tm="100000">
                                          <p:val>
                                            <p:strVal val="#ppt_w"/>
                                          </p:val>
                                        </p:tav>
                                      </p:tavLst>
                                    </p:anim>
                                    <p:anim calcmode="lin" valueType="num">
                                      <p:cBhvr>
                                        <p:cTn id="56" dur="500" fill="hold"/>
                                        <p:tgtEl>
                                          <p:spTgt spid="21"/>
                                        </p:tgtEl>
                                        <p:attrNameLst>
                                          <p:attrName>ppt_h</p:attrName>
                                        </p:attrNameLst>
                                      </p:cBhvr>
                                      <p:tavLst>
                                        <p:tav tm="0">
                                          <p:val>
                                            <p:fltVal val="0"/>
                                          </p:val>
                                        </p:tav>
                                        <p:tav tm="100000">
                                          <p:val>
                                            <p:strVal val="#ppt_h"/>
                                          </p:val>
                                        </p:tav>
                                      </p:tavLst>
                                    </p:anim>
                                  </p:childTnLst>
                                </p:cTn>
                              </p:par>
                              <p:par>
                                <p:cTn id="57" presetID="23" presetClass="entr" presetSubtype="16"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anim calcmode="lin" valueType="num">
                                      <p:cBhvr>
                                        <p:cTn id="59" dur="500" fill="hold"/>
                                        <p:tgtEl>
                                          <p:spTgt spid="22"/>
                                        </p:tgtEl>
                                        <p:attrNameLst>
                                          <p:attrName>ppt_w</p:attrName>
                                        </p:attrNameLst>
                                      </p:cBhvr>
                                      <p:tavLst>
                                        <p:tav tm="0">
                                          <p:val>
                                            <p:fltVal val="0"/>
                                          </p:val>
                                        </p:tav>
                                        <p:tav tm="100000">
                                          <p:val>
                                            <p:strVal val="#ppt_w"/>
                                          </p:val>
                                        </p:tav>
                                      </p:tavLst>
                                    </p:anim>
                                    <p:anim calcmode="lin" valueType="num">
                                      <p:cBhvr>
                                        <p:cTn id="60" dur="500" fill="hold"/>
                                        <p:tgtEl>
                                          <p:spTgt spid="22"/>
                                        </p:tgtEl>
                                        <p:attrNameLst>
                                          <p:attrName>ppt_h</p:attrName>
                                        </p:attrNameLst>
                                      </p:cBhvr>
                                      <p:tavLst>
                                        <p:tav tm="0">
                                          <p:val>
                                            <p:fltVal val="0"/>
                                          </p:val>
                                        </p:tav>
                                        <p:tav tm="100000">
                                          <p:val>
                                            <p:strVal val="#ppt_h"/>
                                          </p:val>
                                        </p:tav>
                                      </p:tavLst>
                                    </p:anim>
                                  </p:childTnLst>
                                </p:cTn>
                              </p:par>
                              <p:par>
                                <p:cTn id="61" presetID="23" presetClass="entr" presetSubtype="16"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p:cTn id="63" dur="500" fill="hold"/>
                                        <p:tgtEl>
                                          <p:spTgt spid="23"/>
                                        </p:tgtEl>
                                        <p:attrNameLst>
                                          <p:attrName>ppt_w</p:attrName>
                                        </p:attrNameLst>
                                      </p:cBhvr>
                                      <p:tavLst>
                                        <p:tav tm="0">
                                          <p:val>
                                            <p:fltVal val="0"/>
                                          </p:val>
                                        </p:tav>
                                        <p:tav tm="100000">
                                          <p:val>
                                            <p:strVal val="#ppt_w"/>
                                          </p:val>
                                        </p:tav>
                                      </p:tavLst>
                                    </p:anim>
                                    <p:anim calcmode="lin" valueType="num">
                                      <p:cBhvr>
                                        <p:cTn id="64" dur="500" fill="hold"/>
                                        <p:tgtEl>
                                          <p:spTgt spid="23"/>
                                        </p:tgtEl>
                                        <p:attrNameLst>
                                          <p:attrName>ppt_h</p:attrName>
                                        </p:attrNameLst>
                                      </p:cBhvr>
                                      <p:tavLst>
                                        <p:tav tm="0">
                                          <p:val>
                                            <p:fltVal val="0"/>
                                          </p:val>
                                        </p:tav>
                                        <p:tav tm="100000">
                                          <p:val>
                                            <p:strVal val="#ppt_h"/>
                                          </p:val>
                                        </p:tav>
                                      </p:tavLst>
                                    </p:anim>
                                  </p:childTnLst>
                                </p:cTn>
                              </p:par>
                              <p:par>
                                <p:cTn id="65" presetID="23" presetClass="entr" presetSubtype="16" fill="hold" grpId="0" nodeType="withEffect">
                                  <p:stCondLst>
                                    <p:cond delay="0"/>
                                  </p:stCondLst>
                                  <p:childTnLst>
                                    <p:set>
                                      <p:cBhvr>
                                        <p:cTn id="66" dur="1" fill="hold">
                                          <p:stCondLst>
                                            <p:cond delay="0"/>
                                          </p:stCondLst>
                                        </p:cTn>
                                        <p:tgtEl>
                                          <p:spTgt spid="4"/>
                                        </p:tgtEl>
                                        <p:attrNameLst>
                                          <p:attrName>style.visibility</p:attrName>
                                        </p:attrNameLst>
                                      </p:cBhvr>
                                      <p:to>
                                        <p:strVal val="visible"/>
                                      </p:to>
                                    </p:set>
                                    <p:anim calcmode="lin" valueType="num">
                                      <p:cBhvr>
                                        <p:cTn id="67" dur="500" fill="hold"/>
                                        <p:tgtEl>
                                          <p:spTgt spid="4"/>
                                        </p:tgtEl>
                                        <p:attrNameLst>
                                          <p:attrName>ppt_w</p:attrName>
                                        </p:attrNameLst>
                                      </p:cBhvr>
                                      <p:tavLst>
                                        <p:tav tm="0">
                                          <p:val>
                                            <p:fltVal val="0"/>
                                          </p:val>
                                        </p:tav>
                                        <p:tav tm="100000">
                                          <p:val>
                                            <p:strVal val="#ppt_w"/>
                                          </p:val>
                                        </p:tav>
                                      </p:tavLst>
                                    </p:anim>
                                    <p:anim calcmode="lin" valueType="num">
                                      <p:cBhvr>
                                        <p:cTn id="68" dur="500" fill="hold"/>
                                        <p:tgtEl>
                                          <p:spTgt spid="4"/>
                                        </p:tgtEl>
                                        <p:attrNameLst>
                                          <p:attrName>ppt_h</p:attrName>
                                        </p:attrNameLst>
                                      </p:cBhvr>
                                      <p:tavLst>
                                        <p:tav tm="0">
                                          <p:val>
                                            <p:fltVal val="0"/>
                                          </p:val>
                                        </p:tav>
                                        <p:tav tm="100000">
                                          <p:val>
                                            <p:strVal val="#ppt_h"/>
                                          </p:val>
                                        </p:tav>
                                      </p:tavLst>
                                    </p:anim>
                                  </p:childTnLst>
                                </p:cTn>
                              </p:par>
                              <p:par>
                                <p:cTn id="69" presetID="23" presetClass="entr" presetSubtype="16" fill="hold" nodeType="withEffect">
                                  <p:stCondLst>
                                    <p:cond delay="0"/>
                                  </p:stCondLst>
                                  <p:childTnLst>
                                    <p:set>
                                      <p:cBhvr>
                                        <p:cTn id="70" dur="1" fill="hold">
                                          <p:stCondLst>
                                            <p:cond delay="0"/>
                                          </p:stCondLst>
                                        </p:cTn>
                                        <p:tgtEl>
                                          <p:spTgt spid="5"/>
                                        </p:tgtEl>
                                        <p:attrNameLst>
                                          <p:attrName>style.visibility</p:attrName>
                                        </p:attrNameLst>
                                      </p:cBhvr>
                                      <p:to>
                                        <p:strVal val="visible"/>
                                      </p:to>
                                    </p:set>
                                    <p:anim calcmode="lin" valueType="num">
                                      <p:cBhvr>
                                        <p:cTn id="71" dur="500" fill="hold"/>
                                        <p:tgtEl>
                                          <p:spTgt spid="5"/>
                                        </p:tgtEl>
                                        <p:attrNameLst>
                                          <p:attrName>ppt_w</p:attrName>
                                        </p:attrNameLst>
                                      </p:cBhvr>
                                      <p:tavLst>
                                        <p:tav tm="0">
                                          <p:val>
                                            <p:fltVal val="0"/>
                                          </p:val>
                                        </p:tav>
                                        <p:tav tm="100000">
                                          <p:val>
                                            <p:strVal val="#ppt_w"/>
                                          </p:val>
                                        </p:tav>
                                      </p:tavLst>
                                    </p:anim>
                                    <p:anim calcmode="lin" valueType="num">
                                      <p:cBhvr>
                                        <p:cTn id="72"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animBg="1"/>
      <p:bldP spid="10" grpId="0"/>
      <p:bldP spid="11" grpId="0" animBg="1"/>
      <p:bldP spid="12" grpId="0"/>
      <p:bldP spid="13" grpId="0" animBg="1"/>
      <p:bldP spid="14" grpId="0"/>
      <p:bldP spid="15" grpId="0" animBg="1"/>
      <p:bldP spid="16"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flipH="1">
            <a:off x="7795260" y="3473063"/>
            <a:ext cx="4396740" cy="3532257"/>
          </a:xfrm>
          <a:prstGeom prst="rect">
            <a:avLst/>
          </a:prstGeom>
        </p:spPr>
      </p:pic>
      <p:grpSp>
        <p:nvGrpSpPr>
          <p:cNvPr id="7" name="组合 6"/>
          <p:cNvGrpSpPr/>
          <p:nvPr/>
        </p:nvGrpSpPr>
        <p:grpSpPr>
          <a:xfrm>
            <a:off x="905510" y="1784985"/>
            <a:ext cx="880110" cy="3577590"/>
            <a:chOff x="1657" y="2649"/>
            <a:chExt cx="1386" cy="5634"/>
          </a:xfrm>
        </p:grpSpPr>
        <p:grpSp>
          <p:nvGrpSpPr>
            <p:cNvPr id="5" name="组合 4"/>
            <p:cNvGrpSpPr/>
            <p:nvPr/>
          </p:nvGrpSpPr>
          <p:grpSpPr>
            <a:xfrm>
              <a:off x="1657" y="2649"/>
              <a:ext cx="1386" cy="5634"/>
              <a:chOff x="1657" y="2649"/>
              <a:chExt cx="1386" cy="5634"/>
            </a:xfrm>
          </p:grpSpPr>
          <p:sp>
            <p:nvSpPr>
              <p:cNvPr id="4" name="圆角矩形 3"/>
              <p:cNvSpPr/>
              <p:nvPr/>
            </p:nvSpPr>
            <p:spPr>
              <a:xfrm>
                <a:off x="1657" y="2877"/>
                <a:ext cx="1386" cy="5406"/>
              </a:xfrm>
              <a:prstGeom prst="roundRect">
                <a:avLst>
                  <a:gd name="adj" fmla="val 2835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741" y="3384"/>
                <a:ext cx="1217" cy="4392"/>
              </a:xfrm>
              <a:prstGeom prst="rect">
                <a:avLst/>
              </a:prstGeom>
            </p:spPr>
            <p:txBody>
              <a:bodyPr vert="eaVert"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defRPr/>
                </a:pPr>
                <a:r>
                  <a:rPr lang="zh-CN" altLang="en-US" sz="1600" kern="100" dirty="0">
                    <a:latin typeface="字魂36号-正文宋楷" panose="00000500000000000000" charset="-122"/>
                    <a:ea typeface="字魂36号-正文宋楷" panose="00000500000000000000" charset="-122"/>
                    <a:cs typeface="方正苏新诗柳楷简体-yolan" panose="02000000000000000000" pitchFamily="2" charset="-122"/>
                  </a:rPr>
                  <a:t>请替换文本复制您所需要的文本在黏贴选项中选择即可。</a:t>
                </a:r>
              </a:p>
            </p:txBody>
          </p:sp>
          <p:sp>
            <p:nvSpPr>
              <p:cNvPr id="8" name="椭圆 7"/>
              <p:cNvSpPr/>
              <p:nvPr/>
            </p:nvSpPr>
            <p:spPr>
              <a:xfrm>
                <a:off x="2046" y="2649"/>
                <a:ext cx="607" cy="5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字魂73号-江南手书" panose="00000500000000000000" charset="-122"/>
                    <a:ea typeface="字魂73号-江南手书" panose="00000500000000000000" charset="-122"/>
                  </a:rPr>
                  <a:t>1</a:t>
                </a:r>
              </a:p>
            </p:txBody>
          </p:sp>
        </p:grpSp>
        <p:sp>
          <p:nvSpPr>
            <p:cNvPr id="6" name="Freeform 573"/>
            <p:cNvSpPr/>
            <p:nvPr/>
          </p:nvSpPr>
          <p:spPr bwMode="auto">
            <a:xfrm flipH="1">
              <a:off x="2124" y="7894"/>
              <a:ext cx="529" cy="389"/>
            </a:xfrm>
            <a:custGeom>
              <a:avLst/>
              <a:gdLst>
                <a:gd name="T0" fmla="*/ 74 w 99"/>
                <a:gd name="T1" fmla="*/ 68 h 68"/>
                <a:gd name="T2" fmla="*/ 89 w 99"/>
                <a:gd name="T3" fmla="*/ 57 h 68"/>
                <a:gd name="T4" fmla="*/ 97 w 99"/>
                <a:gd name="T5" fmla="*/ 31 h 68"/>
                <a:gd name="T6" fmla="*/ 78 w 99"/>
                <a:gd name="T7" fmla="*/ 6 h 68"/>
                <a:gd name="T8" fmla="*/ 63 w 99"/>
                <a:gd name="T9" fmla="*/ 1 h 68"/>
                <a:gd name="T10" fmla="*/ 43 w 99"/>
                <a:gd name="T11" fmla="*/ 4 h 68"/>
                <a:gd name="T12" fmla="*/ 34 w 99"/>
                <a:gd name="T13" fmla="*/ 10 h 68"/>
                <a:gd name="T14" fmla="*/ 26 w 99"/>
                <a:gd name="T15" fmla="*/ 16 h 68"/>
                <a:gd name="T16" fmla="*/ 14 w 99"/>
                <a:gd name="T17" fmla="*/ 17 h 68"/>
                <a:gd name="T18" fmla="*/ 9 w 99"/>
                <a:gd name="T19" fmla="*/ 11 h 68"/>
                <a:gd name="T20" fmla="*/ 12 w 99"/>
                <a:gd name="T21" fmla="*/ 4 h 68"/>
                <a:gd name="T22" fmla="*/ 3 w 99"/>
                <a:gd name="T23" fmla="*/ 9 h 68"/>
                <a:gd name="T24" fmla="*/ 0 w 99"/>
                <a:gd name="T25" fmla="*/ 16 h 68"/>
                <a:gd name="T26" fmla="*/ 5 w 99"/>
                <a:gd name="T27" fmla="*/ 23 h 68"/>
                <a:gd name="T28" fmla="*/ 19 w 99"/>
                <a:gd name="T29" fmla="*/ 25 h 68"/>
                <a:gd name="T30" fmla="*/ 30 w 99"/>
                <a:gd name="T31" fmla="*/ 18 h 68"/>
                <a:gd name="T32" fmla="*/ 30 w 99"/>
                <a:gd name="T33" fmla="*/ 31 h 68"/>
                <a:gd name="T34" fmla="*/ 39 w 99"/>
                <a:gd name="T35" fmla="*/ 43 h 68"/>
                <a:gd name="T36" fmla="*/ 54 w 99"/>
                <a:gd name="T37" fmla="*/ 46 h 68"/>
                <a:gd name="T38" fmla="*/ 66 w 99"/>
                <a:gd name="T39" fmla="*/ 40 h 68"/>
                <a:gd name="T40" fmla="*/ 71 w 99"/>
                <a:gd name="T41" fmla="*/ 29 h 68"/>
                <a:gd name="T42" fmla="*/ 65 w 99"/>
                <a:gd name="T43" fmla="*/ 20 h 68"/>
                <a:gd name="T44" fmla="*/ 59 w 99"/>
                <a:gd name="T45" fmla="*/ 18 h 68"/>
                <a:gd name="T46" fmla="*/ 51 w 99"/>
                <a:gd name="T47" fmla="*/ 22 h 68"/>
                <a:gd name="T48" fmla="*/ 51 w 99"/>
                <a:gd name="T49" fmla="*/ 30 h 68"/>
                <a:gd name="T50" fmla="*/ 53 w 99"/>
                <a:gd name="T51" fmla="*/ 32 h 68"/>
                <a:gd name="T52" fmla="*/ 55 w 99"/>
                <a:gd name="T53" fmla="*/ 30 h 68"/>
                <a:gd name="T54" fmla="*/ 59 w 99"/>
                <a:gd name="T55" fmla="*/ 27 h 68"/>
                <a:gd name="T56" fmla="*/ 63 w 99"/>
                <a:gd name="T57" fmla="*/ 28 h 68"/>
                <a:gd name="T58" fmla="*/ 66 w 99"/>
                <a:gd name="T59" fmla="*/ 33 h 68"/>
                <a:gd name="T60" fmla="*/ 63 w 99"/>
                <a:gd name="T61" fmla="*/ 38 h 68"/>
                <a:gd name="T62" fmla="*/ 54 w 99"/>
                <a:gd name="T63" fmla="*/ 44 h 68"/>
                <a:gd name="T64" fmla="*/ 41 w 99"/>
                <a:gd name="T65" fmla="*/ 41 h 68"/>
                <a:gd name="T66" fmla="*/ 31 w 99"/>
                <a:gd name="T67" fmla="*/ 28 h 68"/>
                <a:gd name="T68" fmla="*/ 36 w 99"/>
                <a:gd name="T69" fmla="*/ 13 h 68"/>
                <a:gd name="T70" fmla="*/ 58 w 99"/>
                <a:gd name="T71" fmla="*/ 3 h 68"/>
                <a:gd name="T72" fmla="*/ 77 w 99"/>
                <a:gd name="T73" fmla="*/ 8 h 68"/>
                <a:gd name="T74" fmla="*/ 93 w 99"/>
                <a:gd name="T75" fmla="*/ 34 h 68"/>
                <a:gd name="T76" fmla="*/ 84 w 99"/>
                <a:gd name="T77" fmla="*/ 54 h 68"/>
                <a:gd name="T78" fmla="*/ 65 w 99"/>
                <a:gd name="T79"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 h="68">
                  <a:moveTo>
                    <a:pt x="74" y="68"/>
                  </a:moveTo>
                  <a:cubicBezTo>
                    <a:pt x="80" y="65"/>
                    <a:pt x="84" y="61"/>
                    <a:pt x="89" y="57"/>
                  </a:cubicBezTo>
                  <a:cubicBezTo>
                    <a:pt x="96" y="49"/>
                    <a:pt x="99" y="40"/>
                    <a:pt x="97" y="31"/>
                  </a:cubicBezTo>
                  <a:cubicBezTo>
                    <a:pt x="95" y="22"/>
                    <a:pt x="89" y="13"/>
                    <a:pt x="78" y="6"/>
                  </a:cubicBezTo>
                  <a:cubicBezTo>
                    <a:pt x="74" y="3"/>
                    <a:pt x="68" y="1"/>
                    <a:pt x="63" y="1"/>
                  </a:cubicBezTo>
                  <a:cubicBezTo>
                    <a:pt x="56" y="0"/>
                    <a:pt x="49" y="1"/>
                    <a:pt x="43" y="4"/>
                  </a:cubicBezTo>
                  <a:cubicBezTo>
                    <a:pt x="40" y="5"/>
                    <a:pt x="38" y="7"/>
                    <a:pt x="34" y="10"/>
                  </a:cubicBezTo>
                  <a:cubicBezTo>
                    <a:pt x="31" y="13"/>
                    <a:pt x="28" y="15"/>
                    <a:pt x="26" y="16"/>
                  </a:cubicBezTo>
                  <a:cubicBezTo>
                    <a:pt x="21" y="19"/>
                    <a:pt x="17" y="19"/>
                    <a:pt x="14" y="17"/>
                  </a:cubicBezTo>
                  <a:cubicBezTo>
                    <a:pt x="11" y="15"/>
                    <a:pt x="10" y="13"/>
                    <a:pt x="9" y="11"/>
                  </a:cubicBezTo>
                  <a:cubicBezTo>
                    <a:pt x="9" y="10"/>
                    <a:pt x="10" y="7"/>
                    <a:pt x="12" y="4"/>
                  </a:cubicBezTo>
                  <a:cubicBezTo>
                    <a:pt x="8" y="5"/>
                    <a:pt x="6" y="6"/>
                    <a:pt x="3" y="9"/>
                  </a:cubicBezTo>
                  <a:cubicBezTo>
                    <a:pt x="1" y="11"/>
                    <a:pt x="0" y="13"/>
                    <a:pt x="0" y="16"/>
                  </a:cubicBezTo>
                  <a:cubicBezTo>
                    <a:pt x="1" y="19"/>
                    <a:pt x="2" y="21"/>
                    <a:pt x="5" y="23"/>
                  </a:cubicBezTo>
                  <a:cubicBezTo>
                    <a:pt x="9" y="25"/>
                    <a:pt x="13" y="26"/>
                    <a:pt x="19" y="25"/>
                  </a:cubicBezTo>
                  <a:cubicBezTo>
                    <a:pt x="24" y="23"/>
                    <a:pt x="28" y="21"/>
                    <a:pt x="30" y="18"/>
                  </a:cubicBezTo>
                  <a:cubicBezTo>
                    <a:pt x="29" y="23"/>
                    <a:pt x="29" y="27"/>
                    <a:pt x="30" y="31"/>
                  </a:cubicBezTo>
                  <a:cubicBezTo>
                    <a:pt x="31" y="36"/>
                    <a:pt x="34" y="40"/>
                    <a:pt x="39" y="43"/>
                  </a:cubicBezTo>
                  <a:cubicBezTo>
                    <a:pt x="43" y="46"/>
                    <a:pt x="48" y="47"/>
                    <a:pt x="54" y="46"/>
                  </a:cubicBezTo>
                  <a:cubicBezTo>
                    <a:pt x="59" y="45"/>
                    <a:pt x="63" y="43"/>
                    <a:pt x="66" y="40"/>
                  </a:cubicBezTo>
                  <a:cubicBezTo>
                    <a:pt x="69" y="37"/>
                    <a:pt x="71" y="33"/>
                    <a:pt x="71" y="29"/>
                  </a:cubicBezTo>
                  <a:cubicBezTo>
                    <a:pt x="71" y="26"/>
                    <a:pt x="69" y="23"/>
                    <a:pt x="65" y="20"/>
                  </a:cubicBezTo>
                  <a:cubicBezTo>
                    <a:pt x="63" y="19"/>
                    <a:pt x="61" y="18"/>
                    <a:pt x="59" y="18"/>
                  </a:cubicBezTo>
                  <a:cubicBezTo>
                    <a:pt x="56" y="18"/>
                    <a:pt x="53" y="19"/>
                    <a:pt x="51" y="22"/>
                  </a:cubicBezTo>
                  <a:cubicBezTo>
                    <a:pt x="49" y="24"/>
                    <a:pt x="49" y="27"/>
                    <a:pt x="51" y="30"/>
                  </a:cubicBezTo>
                  <a:cubicBezTo>
                    <a:pt x="52" y="30"/>
                    <a:pt x="52" y="31"/>
                    <a:pt x="53" y="32"/>
                  </a:cubicBezTo>
                  <a:cubicBezTo>
                    <a:pt x="54" y="31"/>
                    <a:pt x="54" y="31"/>
                    <a:pt x="55" y="30"/>
                  </a:cubicBezTo>
                  <a:cubicBezTo>
                    <a:pt x="56" y="28"/>
                    <a:pt x="58" y="27"/>
                    <a:pt x="59" y="27"/>
                  </a:cubicBezTo>
                  <a:cubicBezTo>
                    <a:pt x="61" y="27"/>
                    <a:pt x="62" y="28"/>
                    <a:pt x="63" y="28"/>
                  </a:cubicBezTo>
                  <a:cubicBezTo>
                    <a:pt x="65" y="29"/>
                    <a:pt x="66" y="31"/>
                    <a:pt x="66" y="33"/>
                  </a:cubicBezTo>
                  <a:cubicBezTo>
                    <a:pt x="66" y="35"/>
                    <a:pt x="65" y="37"/>
                    <a:pt x="63" y="38"/>
                  </a:cubicBezTo>
                  <a:cubicBezTo>
                    <a:pt x="61" y="42"/>
                    <a:pt x="57" y="43"/>
                    <a:pt x="54" y="44"/>
                  </a:cubicBezTo>
                  <a:cubicBezTo>
                    <a:pt x="49" y="45"/>
                    <a:pt x="45" y="44"/>
                    <a:pt x="41" y="41"/>
                  </a:cubicBezTo>
                  <a:cubicBezTo>
                    <a:pt x="35" y="38"/>
                    <a:pt x="32" y="33"/>
                    <a:pt x="31" y="28"/>
                  </a:cubicBezTo>
                  <a:cubicBezTo>
                    <a:pt x="30" y="22"/>
                    <a:pt x="32" y="17"/>
                    <a:pt x="36" y="13"/>
                  </a:cubicBezTo>
                  <a:cubicBezTo>
                    <a:pt x="42" y="7"/>
                    <a:pt x="49" y="4"/>
                    <a:pt x="58" y="3"/>
                  </a:cubicBezTo>
                  <a:cubicBezTo>
                    <a:pt x="65" y="3"/>
                    <a:pt x="72" y="5"/>
                    <a:pt x="77" y="8"/>
                  </a:cubicBezTo>
                  <a:cubicBezTo>
                    <a:pt x="88" y="16"/>
                    <a:pt x="94" y="24"/>
                    <a:pt x="93" y="34"/>
                  </a:cubicBezTo>
                  <a:cubicBezTo>
                    <a:pt x="93" y="41"/>
                    <a:pt x="90" y="48"/>
                    <a:pt x="84" y="54"/>
                  </a:cubicBezTo>
                  <a:cubicBezTo>
                    <a:pt x="79" y="60"/>
                    <a:pt x="72" y="64"/>
                    <a:pt x="65" y="67"/>
                  </a:cubicBezTo>
                </a:path>
              </a:pathLst>
            </a:custGeom>
            <a:solidFill>
              <a:schemeClr val="tx1"/>
            </a:solidFill>
            <a:ln>
              <a:solidFill>
                <a:schemeClr val="tx1"/>
              </a:solidFill>
              <a:miter lim="800000"/>
            </a:ln>
          </p:spPr>
          <p:txBody>
            <a:bodyPr vert="horz" wrap="square" lIns="91440" tIns="45720" rIns="91440" bIns="45720" numCol="1" anchor="t" anchorCtr="0" compatLnSpc="1"/>
            <a:lstStyle/>
            <a:p>
              <a:endParaRPr lang="zh-CN" altLang="en-US"/>
            </a:p>
          </p:txBody>
        </p:sp>
      </p:grpSp>
      <p:grpSp>
        <p:nvGrpSpPr>
          <p:cNvPr id="17" name="组合 16"/>
          <p:cNvGrpSpPr/>
          <p:nvPr/>
        </p:nvGrpSpPr>
        <p:grpSpPr>
          <a:xfrm>
            <a:off x="2294255" y="2381250"/>
            <a:ext cx="880110" cy="3577590"/>
            <a:chOff x="1657" y="2649"/>
            <a:chExt cx="1386" cy="5634"/>
          </a:xfrm>
        </p:grpSpPr>
        <p:grpSp>
          <p:nvGrpSpPr>
            <p:cNvPr id="18" name="组合 17"/>
            <p:cNvGrpSpPr/>
            <p:nvPr/>
          </p:nvGrpSpPr>
          <p:grpSpPr>
            <a:xfrm>
              <a:off x="1657" y="2649"/>
              <a:ext cx="1386" cy="5634"/>
              <a:chOff x="1657" y="2649"/>
              <a:chExt cx="1386" cy="5634"/>
            </a:xfrm>
          </p:grpSpPr>
          <p:sp>
            <p:nvSpPr>
              <p:cNvPr id="19" name="圆角矩形 18"/>
              <p:cNvSpPr/>
              <p:nvPr/>
            </p:nvSpPr>
            <p:spPr>
              <a:xfrm>
                <a:off x="1657" y="2877"/>
                <a:ext cx="1386" cy="5406"/>
              </a:xfrm>
              <a:prstGeom prst="roundRect">
                <a:avLst>
                  <a:gd name="adj" fmla="val 2835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741" y="3384"/>
                <a:ext cx="1217" cy="4392"/>
              </a:xfrm>
              <a:prstGeom prst="rect">
                <a:avLst/>
              </a:prstGeom>
            </p:spPr>
            <p:txBody>
              <a:bodyPr vert="eaVert"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defRPr/>
                </a:pPr>
                <a:r>
                  <a:rPr lang="zh-CN" altLang="en-US" sz="1600" kern="100" dirty="0">
                    <a:latin typeface="字魂36号-正文宋楷" panose="00000500000000000000" charset="-122"/>
                    <a:ea typeface="字魂36号-正文宋楷" panose="00000500000000000000" charset="-122"/>
                    <a:cs typeface="方正苏新诗柳楷简体-yolan" panose="02000000000000000000" pitchFamily="2" charset="-122"/>
                  </a:rPr>
                  <a:t>请替换文本复制您所需要的文本在黏贴选项中选择即可。</a:t>
                </a:r>
              </a:p>
            </p:txBody>
          </p:sp>
          <p:sp>
            <p:nvSpPr>
              <p:cNvPr id="21" name="椭圆 20"/>
              <p:cNvSpPr/>
              <p:nvPr/>
            </p:nvSpPr>
            <p:spPr>
              <a:xfrm>
                <a:off x="2046" y="2649"/>
                <a:ext cx="607" cy="5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字魂73号-江南手书" panose="00000500000000000000" charset="-122"/>
                    <a:ea typeface="字魂73号-江南手书" panose="00000500000000000000" charset="-122"/>
                  </a:rPr>
                  <a:t>2</a:t>
                </a:r>
              </a:p>
            </p:txBody>
          </p:sp>
        </p:grpSp>
        <p:sp>
          <p:nvSpPr>
            <p:cNvPr id="22" name="Freeform 573"/>
            <p:cNvSpPr/>
            <p:nvPr/>
          </p:nvSpPr>
          <p:spPr bwMode="auto">
            <a:xfrm flipH="1">
              <a:off x="2124" y="7894"/>
              <a:ext cx="529" cy="389"/>
            </a:xfrm>
            <a:custGeom>
              <a:avLst/>
              <a:gdLst>
                <a:gd name="T0" fmla="*/ 74 w 99"/>
                <a:gd name="T1" fmla="*/ 68 h 68"/>
                <a:gd name="T2" fmla="*/ 89 w 99"/>
                <a:gd name="T3" fmla="*/ 57 h 68"/>
                <a:gd name="T4" fmla="*/ 97 w 99"/>
                <a:gd name="T5" fmla="*/ 31 h 68"/>
                <a:gd name="T6" fmla="*/ 78 w 99"/>
                <a:gd name="T7" fmla="*/ 6 h 68"/>
                <a:gd name="T8" fmla="*/ 63 w 99"/>
                <a:gd name="T9" fmla="*/ 1 h 68"/>
                <a:gd name="T10" fmla="*/ 43 w 99"/>
                <a:gd name="T11" fmla="*/ 4 h 68"/>
                <a:gd name="T12" fmla="*/ 34 w 99"/>
                <a:gd name="T13" fmla="*/ 10 h 68"/>
                <a:gd name="T14" fmla="*/ 26 w 99"/>
                <a:gd name="T15" fmla="*/ 16 h 68"/>
                <a:gd name="T16" fmla="*/ 14 w 99"/>
                <a:gd name="T17" fmla="*/ 17 h 68"/>
                <a:gd name="T18" fmla="*/ 9 w 99"/>
                <a:gd name="T19" fmla="*/ 11 h 68"/>
                <a:gd name="T20" fmla="*/ 12 w 99"/>
                <a:gd name="T21" fmla="*/ 4 h 68"/>
                <a:gd name="T22" fmla="*/ 3 w 99"/>
                <a:gd name="T23" fmla="*/ 9 h 68"/>
                <a:gd name="T24" fmla="*/ 0 w 99"/>
                <a:gd name="T25" fmla="*/ 16 h 68"/>
                <a:gd name="T26" fmla="*/ 5 w 99"/>
                <a:gd name="T27" fmla="*/ 23 h 68"/>
                <a:gd name="T28" fmla="*/ 19 w 99"/>
                <a:gd name="T29" fmla="*/ 25 h 68"/>
                <a:gd name="T30" fmla="*/ 30 w 99"/>
                <a:gd name="T31" fmla="*/ 18 h 68"/>
                <a:gd name="T32" fmla="*/ 30 w 99"/>
                <a:gd name="T33" fmla="*/ 31 h 68"/>
                <a:gd name="T34" fmla="*/ 39 w 99"/>
                <a:gd name="T35" fmla="*/ 43 h 68"/>
                <a:gd name="T36" fmla="*/ 54 w 99"/>
                <a:gd name="T37" fmla="*/ 46 h 68"/>
                <a:gd name="T38" fmla="*/ 66 w 99"/>
                <a:gd name="T39" fmla="*/ 40 h 68"/>
                <a:gd name="T40" fmla="*/ 71 w 99"/>
                <a:gd name="T41" fmla="*/ 29 h 68"/>
                <a:gd name="T42" fmla="*/ 65 w 99"/>
                <a:gd name="T43" fmla="*/ 20 h 68"/>
                <a:gd name="T44" fmla="*/ 59 w 99"/>
                <a:gd name="T45" fmla="*/ 18 h 68"/>
                <a:gd name="T46" fmla="*/ 51 w 99"/>
                <a:gd name="T47" fmla="*/ 22 h 68"/>
                <a:gd name="T48" fmla="*/ 51 w 99"/>
                <a:gd name="T49" fmla="*/ 30 h 68"/>
                <a:gd name="T50" fmla="*/ 53 w 99"/>
                <a:gd name="T51" fmla="*/ 32 h 68"/>
                <a:gd name="T52" fmla="*/ 55 w 99"/>
                <a:gd name="T53" fmla="*/ 30 h 68"/>
                <a:gd name="T54" fmla="*/ 59 w 99"/>
                <a:gd name="T55" fmla="*/ 27 h 68"/>
                <a:gd name="T56" fmla="*/ 63 w 99"/>
                <a:gd name="T57" fmla="*/ 28 h 68"/>
                <a:gd name="T58" fmla="*/ 66 w 99"/>
                <a:gd name="T59" fmla="*/ 33 h 68"/>
                <a:gd name="T60" fmla="*/ 63 w 99"/>
                <a:gd name="T61" fmla="*/ 38 h 68"/>
                <a:gd name="T62" fmla="*/ 54 w 99"/>
                <a:gd name="T63" fmla="*/ 44 h 68"/>
                <a:gd name="T64" fmla="*/ 41 w 99"/>
                <a:gd name="T65" fmla="*/ 41 h 68"/>
                <a:gd name="T66" fmla="*/ 31 w 99"/>
                <a:gd name="T67" fmla="*/ 28 h 68"/>
                <a:gd name="T68" fmla="*/ 36 w 99"/>
                <a:gd name="T69" fmla="*/ 13 h 68"/>
                <a:gd name="T70" fmla="*/ 58 w 99"/>
                <a:gd name="T71" fmla="*/ 3 h 68"/>
                <a:gd name="T72" fmla="*/ 77 w 99"/>
                <a:gd name="T73" fmla="*/ 8 h 68"/>
                <a:gd name="T74" fmla="*/ 93 w 99"/>
                <a:gd name="T75" fmla="*/ 34 h 68"/>
                <a:gd name="T76" fmla="*/ 84 w 99"/>
                <a:gd name="T77" fmla="*/ 54 h 68"/>
                <a:gd name="T78" fmla="*/ 65 w 99"/>
                <a:gd name="T79"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 h="68">
                  <a:moveTo>
                    <a:pt x="74" y="68"/>
                  </a:moveTo>
                  <a:cubicBezTo>
                    <a:pt x="80" y="65"/>
                    <a:pt x="84" y="61"/>
                    <a:pt x="89" y="57"/>
                  </a:cubicBezTo>
                  <a:cubicBezTo>
                    <a:pt x="96" y="49"/>
                    <a:pt x="99" y="40"/>
                    <a:pt x="97" y="31"/>
                  </a:cubicBezTo>
                  <a:cubicBezTo>
                    <a:pt x="95" y="22"/>
                    <a:pt x="89" y="13"/>
                    <a:pt x="78" y="6"/>
                  </a:cubicBezTo>
                  <a:cubicBezTo>
                    <a:pt x="74" y="3"/>
                    <a:pt x="68" y="1"/>
                    <a:pt x="63" y="1"/>
                  </a:cubicBezTo>
                  <a:cubicBezTo>
                    <a:pt x="56" y="0"/>
                    <a:pt x="49" y="1"/>
                    <a:pt x="43" y="4"/>
                  </a:cubicBezTo>
                  <a:cubicBezTo>
                    <a:pt x="40" y="5"/>
                    <a:pt x="38" y="7"/>
                    <a:pt x="34" y="10"/>
                  </a:cubicBezTo>
                  <a:cubicBezTo>
                    <a:pt x="31" y="13"/>
                    <a:pt x="28" y="15"/>
                    <a:pt x="26" y="16"/>
                  </a:cubicBezTo>
                  <a:cubicBezTo>
                    <a:pt x="21" y="19"/>
                    <a:pt x="17" y="19"/>
                    <a:pt x="14" y="17"/>
                  </a:cubicBezTo>
                  <a:cubicBezTo>
                    <a:pt x="11" y="15"/>
                    <a:pt x="10" y="13"/>
                    <a:pt x="9" y="11"/>
                  </a:cubicBezTo>
                  <a:cubicBezTo>
                    <a:pt x="9" y="10"/>
                    <a:pt x="10" y="7"/>
                    <a:pt x="12" y="4"/>
                  </a:cubicBezTo>
                  <a:cubicBezTo>
                    <a:pt x="8" y="5"/>
                    <a:pt x="6" y="6"/>
                    <a:pt x="3" y="9"/>
                  </a:cubicBezTo>
                  <a:cubicBezTo>
                    <a:pt x="1" y="11"/>
                    <a:pt x="0" y="13"/>
                    <a:pt x="0" y="16"/>
                  </a:cubicBezTo>
                  <a:cubicBezTo>
                    <a:pt x="1" y="19"/>
                    <a:pt x="2" y="21"/>
                    <a:pt x="5" y="23"/>
                  </a:cubicBezTo>
                  <a:cubicBezTo>
                    <a:pt x="9" y="25"/>
                    <a:pt x="13" y="26"/>
                    <a:pt x="19" y="25"/>
                  </a:cubicBezTo>
                  <a:cubicBezTo>
                    <a:pt x="24" y="23"/>
                    <a:pt x="28" y="21"/>
                    <a:pt x="30" y="18"/>
                  </a:cubicBezTo>
                  <a:cubicBezTo>
                    <a:pt x="29" y="23"/>
                    <a:pt x="29" y="27"/>
                    <a:pt x="30" y="31"/>
                  </a:cubicBezTo>
                  <a:cubicBezTo>
                    <a:pt x="31" y="36"/>
                    <a:pt x="34" y="40"/>
                    <a:pt x="39" y="43"/>
                  </a:cubicBezTo>
                  <a:cubicBezTo>
                    <a:pt x="43" y="46"/>
                    <a:pt x="48" y="47"/>
                    <a:pt x="54" y="46"/>
                  </a:cubicBezTo>
                  <a:cubicBezTo>
                    <a:pt x="59" y="45"/>
                    <a:pt x="63" y="43"/>
                    <a:pt x="66" y="40"/>
                  </a:cubicBezTo>
                  <a:cubicBezTo>
                    <a:pt x="69" y="37"/>
                    <a:pt x="71" y="33"/>
                    <a:pt x="71" y="29"/>
                  </a:cubicBezTo>
                  <a:cubicBezTo>
                    <a:pt x="71" y="26"/>
                    <a:pt x="69" y="23"/>
                    <a:pt x="65" y="20"/>
                  </a:cubicBezTo>
                  <a:cubicBezTo>
                    <a:pt x="63" y="19"/>
                    <a:pt x="61" y="18"/>
                    <a:pt x="59" y="18"/>
                  </a:cubicBezTo>
                  <a:cubicBezTo>
                    <a:pt x="56" y="18"/>
                    <a:pt x="53" y="19"/>
                    <a:pt x="51" y="22"/>
                  </a:cubicBezTo>
                  <a:cubicBezTo>
                    <a:pt x="49" y="24"/>
                    <a:pt x="49" y="27"/>
                    <a:pt x="51" y="30"/>
                  </a:cubicBezTo>
                  <a:cubicBezTo>
                    <a:pt x="52" y="30"/>
                    <a:pt x="52" y="31"/>
                    <a:pt x="53" y="32"/>
                  </a:cubicBezTo>
                  <a:cubicBezTo>
                    <a:pt x="54" y="31"/>
                    <a:pt x="54" y="31"/>
                    <a:pt x="55" y="30"/>
                  </a:cubicBezTo>
                  <a:cubicBezTo>
                    <a:pt x="56" y="28"/>
                    <a:pt x="58" y="27"/>
                    <a:pt x="59" y="27"/>
                  </a:cubicBezTo>
                  <a:cubicBezTo>
                    <a:pt x="61" y="27"/>
                    <a:pt x="62" y="28"/>
                    <a:pt x="63" y="28"/>
                  </a:cubicBezTo>
                  <a:cubicBezTo>
                    <a:pt x="65" y="29"/>
                    <a:pt x="66" y="31"/>
                    <a:pt x="66" y="33"/>
                  </a:cubicBezTo>
                  <a:cubicBezTo>
                    <a:pt x="66" y="35"/>
                    <a:pt x="65" y="37"/>
                    <a:pt x="63" y="38"/>
                  </a:cubicBezTo>
                  <a:cubicBezTo>
                    <a:pt x="61" y="42"/>
                    <a:pt x="57" y="43"/>
                    <a:pt x="54" y="44"/>
                  </a:cubicBezTo>
                  <a:cubicBezTo>
                    <a:pt x="49" y="45"/>
                    <a:pt x="45" y="44"/>
                    <a:pt x="41" y="41"/>
                  </a:cubicBezTo>
                  <a:cubicBezTo>
                    <a:pt x="35" y="38"/>
                    <a:pt x="32" y="33"/>
                    <a:pt x="31" y="28"/>
                  </a:cubicBezTo>
                  <a:cubicBezTo>
                    <a:pt x="30" y="22"/>
                    <a:pt x="32" y="17"/>
                    <a:pt x="36" y="13"/>
                  </a:cubicBezTo>
                  <a:cubicBezTo>
                    <a:pt x="42" y="7"/>
                    <a:pt x="49" y="4"/>
                    <a:pt x="58" y="3"/>
                  </a:cubicBezTo>
                  <a:cubicBezTo>
                    <a:pt x="65" y="3"/>
                    <a:pt x="72" y="5"/>
                    <a:pt x="77" y="8"/>
                  </a:cubicBezTo>
                  <a:cubicBezTo>
                    <a:pt x="88" y="16"/>
                    <a:pt x="94" y="24"/>
                    <a:pt x="93" y="34"/>
                  </a:cubicBezTo>
                  <a:cubicBezTo>
                    <a:pt x="93" y="41"/>
                    <a:pt x="90" y="48"/>
                    <a:pt x="84" y="54"/>
                  </a:cubicBezTo>
                  <a:cubicBezTo>
                    <a:pt x="79" y="60"/>
                    <a:pt x="72" y="64"/>
                    <a:pt x="65" y="67"/>
                  </a:cubicBezTo>
                </a:path>
              </a:pathLst>
            </a:custGeom>
            <a:solidFill>
              <a:schemeClr val="tx1"/>
            </a:solidFill>
            <a:ln>
              <a:solidFill>
                <a:schemeClr val="tx1"/>
              </a:solidFill>
              <a:miter lim="800000"/>
            </a:ln>
          </p:spPr>
          <p:txBody>
            <a:bodyPr vert="horz" wrap="square" lIns="91440" tIns="45720" rIns="91440" bIns="45720" numCol="1" anchor="t" anchorCtr="0" compatLnSpc="1"/>
            <a:lstStyle/>
            <a:p>
              <a:endParaRPr lang="zh-CN" altLang="en-US"/>
            </a:p>
          </p:txBody>
        </p:sp>
      </p:grpSp>
      <p:grpSp>
        <p:nvGrpSpPr>
          <p:cNvPr id="23" name="组合 22"/>
          <p:cNvGrpSpPr/>
          <p:nvPr/>
        </p:nvGrpSpPr>
        <p:grpSpPr>
          <a:xfrm>
            <a:off x="3673475" y="1784985"/>
            <a:ext cx="880110" cy="3577590"/>
            <a:chOff x="1657" y="2649"/>
            <a:chExt cx="1386" cy="5634"/>
          </a:xfrm>
        </p:grpSpPr>
        <p:grpSp>
          <p:nvGrpSpPr>
            <p:cNvPr id="24" name="组合 23"/>
            <p:cNvGrpSpPr/>
            <p:nvPr/>
          </p:nvGrpSpPr>
          <p:grpSpPr>
            <a:xfrm>
              <a:off x="1657" y="2649"/>
              <a:ext cx="1386" cy="5634"/>
              <a:chOff x="1657" y="2649"/>
              <a:chExt cx="1386" cy="5634"/>
            </a:xfrm>
          </p:grpSpPr>
          <p:sp>
            <p:nvSpPr>
              <p:cNvPr id="25" name="圆角矩形 24"/>
              <p:cNvSpPr/>
              <p:nvPr/>
            </p:nvSpPr>
            <p:spPr>
              <a:xfrm>
                <a:off x="1657" y="2877"/>
                <a:ext cx="1386" cy="5406"/>
              </a:xfrm>
              <a:prstGeom prst="roundRect">
                <a:avLst>
                  <a:gd name="adj" fmla="val 2835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741" y="3384"/>
                <a:ext cx="1217" cy="4392"/>
              </a:xfrm>
              <a:prstGeom prst="rect">
                <a:avLst/>
              </a:prstGeom>
            </p:spPr>
            <p:txBody>
              <a:bodyPr vert="eaVert"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defRPr/>
                </a:pPr>
                <a:r>
                  <a:rPr lang="zh-CN" altLang="en-US" sz="1600" kern="100" dirty="0">
                    <a:latin typeface="字魂36号-正文宋楷" panose="00000500000000000000" charset="-122"/>
                    <a:ea typeface="字魂36号-正文宋楷" panose="00000500000000000000" charset="-122"/>
                    <a:cs typeface="方正苏新诗柳楷简体-yolan" panose="02000000000000000000" pitchFamily="2" charset="-122"/>
                  </a:rPr>
                  <a:t>请替换文本复制您所需要的文本在黏贴选项中选择即可。</a:t>
                </a:r>
              </a:p>
            </p:txBody>
          </p:sp>
          <p:sp>
            <p:nvSpPr>
              <p:cNvPr id="27" name="椭圆 26"/>
              <p:cNvSpPr/>
              <p:nvPr/>
            </p:nvSpPr>
            <p:spPr>
              <a:xfrm>
                <a:off x="2046" y="2649"/>
                <a:ext cx="607" cy="5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字魂73号-江南手书" panose="00000500000000000000" charset="-122"/>
                    <a:ea typeface="字魂73号-江南手书" panose="00000500000000000000" charset="-122"/>
                  </a:rPr>
                  <a:t>3</a:t>
                </a:r>
              </a:p>
            </p:txBody>
          </p:sp>
        </p:grpSp>
        <p:sp>
          <p:nvSpPr>
            <p:cNvPr id="28" name="Freeform 573"/>
            <p:cNvSpPr/>
            <p:nvPr/>
          </p:nvSpPr>
          <p:spPr bwMode="auto">
            <a:xfrm flipH="1">
              <a:off x="2124" y="7894"/>
              <a:ext cx="529" cy="389"/>
            </a:xfrm>
            <a:custGeom>
              <a:avLst/>
              <a:gdLst>
                <a:gd name="T0" fmla="*/ 74 w 99"/>
                <a:gd name="T1" fmla="*/ 68 h 68"/>
                <a:gd name="T2" fmla="*/ 89 w 99"/>
                <a:gd name="T3" fmla="*/ 57 h 68"/>
                <a:gd name="T4" fmla="*/ 97 w 99"/>
                <a:gd name="T5" fmla="*/ 31 h 68"/>
                <a:gd name="T6" fmla="*/ 78 w 99"/>
                <a:gd name="T7" fmla="*/ 6 h 68"/>
                <a:gd name="T8" fmla="*/ 63 w 99"/>
                <a:gd name="T9" fmla="*/ 1 h 68"/>
                <a:gd name="T10" fmla="*/ 43 w 99"/>
                <a:gd name="T11" fmla="*/ 4 h 68"/>
                <a:gd name="T12" fmla="*/ 34 w 99"/>
                <a:gd name="T13" fmla="*/ 10 h 68"/>
                <a:gd name="T14" fmla="*/ 26 w 99"/>
                <a:gd name="T15" fmla="*/ 16 h 68"/>
                <a:gd name="T16" fmla="*/ 14 w 99"/>
                <a:gd name="T17" fmla="*/ 17 h 68"/>
                <a:gd name="T18" fmla="*/ 9 w 99"/>
                <a:gd name="T19" fmla="*/ 11 h 68"/>
                <a:gd name="T20" fmla="*/ 12 w 99"/>
                <a:gd name="T21" fmla="*/ 4 h 68"/>
                <a:gd name="T22" fmla="*/ 3 w 99"/>
                <a:gd name="T23" fmla="*/ 9 h 68"/>
                <a:gd name="T24" fmla="*/ 0 w 99"/>
                <a:gd name="T25" fmla="*/ 16 h 68"/>
                <a:gd name="T26" fmla="*/ 5 w 99"/>
                <a:gd name="T27" fmla="*/ 23 h 68"/>
                <a:gd name="T28" fmla="*/ 19 w 99"/>
                <a:gd name="T29" fmla="*/ 25 h 68"/>
                <a:gd name="T30" fmla="*/ 30 w 99"/>
                <a:gd name="T31" fmla="*/ 18 h 68"/>
                <a:gd name="T32" fmla="*/ 30 w 99"/>
                <a:gd name="T33" fmla="*/ 31 h 68"/>
                <a:gd name="T34" fmla="*/ 39 w 99"/>
                <a:gd name="T35" fmla="*/ 43 h 68"/>
                <a:gd name="T36" fmla="*/ 54 w 99"/>
                <a:gd name="T37" fmla="*/ 46 h 68"/>
                <a:gd name="T38" fmla="*/ 66 w 99"/>
                <a:gd name="T39" fmla="*/ 40 h 68"/>
                <a:gd name="T40" fmla="*/ 71 w 99"/>
                <a:gd name="T41" fmla="*/ 29 h 68"/>
                <a:gd name="T42" fmla="*/ 65 w 99"/>
                <a:gd name="T43" fmla="*/ 20 h 68"/>
                <a:gd name="T44" fmla="*/ 59 w 99"/>
                <a:gd name="T45" fmla="*/ 18 h 68"/>
                <a:gd name="T46" fmla="*/ 51 w 99"/>
                <a:gd name="T47" fmla="*/ 22 h 68"/>
                <a:gd name="T48" fmla="*/ 51 w 99"/>
                <a:gd name="T49" fmla="*/ 30 h 68"/>
                <a:gd name="T50" fmla="*/ 53 w 99"/>
                <a:gd name="T51" fmla="*/ 32 h 68"/>
                <a:gd name="T52" fmla="*/ 55 w 99"/>
                <a:gd name="T53" fmla="*/ 30 h 68"/>
                <a:gd name="T54" fmla="*/ 59 w 99"/>
                <a:gd name="T55" fmla="*/ 27 h 68"/>
                <a:gd name="T56" fmla="*/ 63 w 99"/>
                <a:gd name="T57" fmla="*/ 28 h 68"/>
                <a:gd name="T58" fmla="*/ 66 w 99"/>
                <a:gd name="T59" fmla="*/ 33 h 68"/>
                <a:gd name="T60" fmla="*/ 63 w 99"/>
                <a:gd name="T61" fmla="*/ 38 h 68"/>
                <a:gd name="T62" fmla="*/ 54 w 99"/>
                <a:gd name="T63" fmla="*/ 44 h 68"/>
                <a:gd name="T64" fmla="*/ 41 w 99"/>
                <a:gd name="T65" fmla="*/ 41 h 68"/>
                <a:gd name="T66" fmla="*/ 31 w 99"/>
                <a:gd name="T67" fmla="*/ 28 h 68"/>
                <a:gd name="T68" fmla="*/ 36 w 99"/>
                <a:gd name="T69" fmla="*/ 13 h 68"/>
                <a:gd name="T70" fmla="*/ 58 w 99"/>
                <a:gd name="T71" fmla="*/ 3 h 68"/>
                <a:gd name="T72" fmla="*/ 77 w 99"/>
                <a:gd name="T73" fmla="*/ 8 h 68"/>
                <a:gd name="T74" fmla="*/ 93 w 99"/>
                <a:gd name="T75" fmla="*/ 34 h 68"/>
                <a:gd name="T76" fmla="*/ 84 w 99"/>
                <a:gd name="T77" fmla="*/ 54 h 68"/>
                <a:gd name="T78" fmla="*/ 65 w 99"/>
                <a:gd name="T79"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 h="68">
                  <a:moveTo>
                    <a:pt x="74" y="68"/>
                  </a:moveTo>
                  <a:cubicBezTo>
                    <a:pt x="80" y="65"/>
                    <a:pt x="84" y="61"/>
                    <a:pt x="89" y="57"/>
                  </a:cubicBezTo>
                  <a:cubicBezTo>
                    <a:pt x="96" y="49"/>
                    <a:pt x="99" y="40"/>
                    <a:pt x="97" y="31"/>
                  </a:cubicBezTo>
                  <a:cubicBezTo>
                    <a:pt x="95" y="22"/>
                    <a:pt x="89" y="13"/>
                    <a:pt x="78" y="6"/>
                  </a:cubicBezTo>
                  <a:cubicBezTo>
                    <a:pt x="74" y="3"/>
                    <a:pt x="68" y="1"/>
                    <a:pt x="63" y="1"/>
                  </a:cubicBezTo>
                  <a:cubicBezTo>
                    <a:pt x="56" y="0"/>
                    <a:pt x="49" y="1"/>
                    <a:pt x="43" y="4"/>
                  </a:cubicBezTo>
                  <a:cubicBezTo>
                    <a:pt x="40" y="5"/>
                    <a:pt x="38" y="7"/>
                    <a:pt x="34" y="10"/>
                  </a:cubicBezTo>
                  <a:cubicBezTo>
                    <a:pt x="31" y="13"/>
                    <a:pt x="28" y="15"/>
                    <a:pt x="26" y="16"/>
                  </a:cubicBezTo>
                  <a:cubicBezTo>
                    <a:pt x="21" y="19"/>
                    <a:pt x="17" y="19"/>
                    <a:pt x="14" y="17"/>
                  </a:cubicBezTo>
                  <a:cubicBezTo>
                    <a:pt x="11" y="15"/>
                    <a:pt x="10" y="13"/>
                    <a:pt x="9" y="11"/>
                  </a:cubicBezTo>
                  <a:cubicBezTo>
                    <a:pt x="9" y="10"/>
                    <a:pt x="10" y="7"/>
                    <a:pt x="12" y="4"/>
                  </a:cubicBezTo>
                  <a:cubicBezTo>
                    <a:pt x="8" y="5"/>
                    <a:pt x="6" y="6"/>
                    <a:pt x="3" y="9"/>
                  </a:cubicBezTo>
                  <a:cubicBezTo>
                    <a:pt x="1" y="11"/>
                    <a:pt x="0" y="13"/>
                    <a:pt x="0" y="16"/>
                  </a:cubicBezTo>
                  <a:cubicBezTo>
                    <a:pt x="1" y="19"/>
                    <a:pt x="2" y="21"/>
                    <a:pt x="5" y="23"/>
                  </a:cubicBezTo>
                  <a:cubicBezTo>
                    <a:pt x="9" y="25"/>
                    <a:pt x="13" y="26"/>
                    <a:pt x="19" y="25"/>
                  </a:cubicBezTo>
                  <a:cubicBezTo>
                    <a:pt x="24" y="23"/>
                    <a:pt x="28" y="21"/>
                    <a:pt x="30" y="18"/>
                  </a:cubicBezTo>
                  <a:cubicBezTo>
                    <a:pt x="29" y="23"/>
                    <a:pt x="29" y="27"/>
                    <a:pt x="30" y="31"/>
                  </a:cubicBezTo>
                  <a:cubicBezTo>
                    <a:pt x="31" y="36"/>
                    <a:pt x="34" y="40"/>
                    <a:pt x="39" y="43"/>
                  </a:cubicBezTo>
                  <a:cubicBezTo>
                    <a:pt x="43" y="46"/>
                    <a:pt x="48" y="47"/>
                    <a:pt x="54" y="46"/>
                  </a:cubicBezTo>
                  <a:cubicBezTo>
                    <a:pt x="59" y="45"/>
                    <a:pt x="63" y="43"/>
                    <a:pt x="66" y="40"/>
                  </a:cubicBezTo>
                  <a:cubicBezTo>
                    <a:pt x="69" y="37"/>
                    <a:pt x="71" y="33"/>
                    <a:pt x="71" y="29"/>
                  </a:cubicBezTo>
                  <a:cubicBezTo>
                    <a:pt x="71" y="26"/>
                    <a:pt x="69" y="23"/>
                    <a:pt x="65" y="20"/>
                  </a:cubicBezTo>
                  <a:cubicBezTo>
                    <a:pt x="63" y="19"/>
                    <a:pt x="61" y="18"/>
                    <a:pt x="59" y="18"/>
                  </a:cubicBezTo>
                  <a:cubicBezTo>
                    <a:pt x="56" y="18"/>
                    <a:pt x="53" y="19"/>
                    <a:pt x="51" y="22"/>
                  </a:cubicBezTo>
                  <a:cubicBezTo>
                    <a:pt x="49" y="24"/>
                    <a:pt x="49" y="27"/>
                    <a:pt x="51" y="30"/>
                  </a:cubicBezTo>
                  <a:cubicBezTo>
                    <a:pt x="52" y="30"/>
                    <a:pt x="52" y="31"/>
                    <a:pt x="53" y="32"/>
                  </a:cubicBezTo>
                  <a:cubicBezTo>
                    <a:pt x="54" y="31"/>
                    <a:pt x="54" y="31"/>
                    <a:pt x="55" y="30"/>
                  </a:cubicBezTo>
                  <a:cubicBezTo>
                    <a:pt x="56" y="28"/>
                    <a:pt x="58" y="27"/>
                    <a:pt x="59" y="27"/>
                  </a:cubicBezTo>
                  <a:cubicBezTo>
                    <a:pt x="61" y="27"/>
                    <a:pt x="62" y="28"/>
                    <a:pt x="63" y="28"/>
                  </a:cubicBezTo>
                  <a:cubicBezTo>
                    <a:pt x="65" y="29"/>
                    <a:pt x="66" y="31"/>
                    <a:pt x="66" y="33"/>
                  </a:cubicBezTo>
                  <a:cubicBezTo>
                    <a:pt x="66" y="35"/>
                    <a:pt x="65" y="37"/>
                    <a:pt x="63" y="38"/>
                  </a:cubicBezTo>
                  <a:cubicBezTo>
                    <a:pt x="61" y="42"/>
                    <a:pt x="57" y="43"/>
                    <a:pt x="54" y="44"/>
                  </a:cubicBezTo>
                  <a:cubicBezTo>
                    <a:pt x="49" y="45"/>
                    <a:pt x="45" y="44"/>
                    <a:pt x="41" y="41"/>
                  </a:cubicBezTo>
                  <a:cubicBezTo>
                    <a:pt x="35" y="38"/>
                    <a:pt x="32" y="33"/>
                    <a:pt x="31" y="28"/>
                  </a:cubicBezTo>
                  <a:cubicBezTo>
                    <a:pt x="30" y="22"/>
                    <a:pt x="32" y="17"/>
                    <a:pt x="36" y="13"/>
                  </a:cubicBezTo>
                  <a:cubicBezTo>
                    <a:pt x="42" y="7"/>
                    <a:pt x="49" y="4"/>
                    <a:pt x="58" y="3"/>
                  </a:cubicBezTo>
                  <a:cubicBezTo>
                    <a:pt x="65" y="3"/>
                    <a:pt x="72" y="5"/>
                    <a:pt x="77" y="8"/>
                  </a:cubicBezTo>
                  <a:cubicBezTo>
                    <a:pt x="88" y="16"/>
                    <a:pt x="94" y="24"/>
                    <a:pt x="93" y="34"/>
                  </a:cubicBezTo>
                  <a:cubicBezTo>
                    <a:pt x="93" y="41"/>
                    <a:pt x="90" y="48"/>
                    <a:pt x="84" y="54"/>
                  </a:cubicBezTo>
                  <a:cubicBezTo>
                    <a:pt x="79" y="60"/>
                    <a:pt x="72" y="64"/>
                    <a:pt x="65" y="67"/>
                  </a:cubicBezTo>
                </a:path>
              </a:pathLst>
            </a:custGeom>
            <a:solidFill>
              <a:schemeClr val="tx1"/>
            </a:solidFill>
            <a:ln>
              <a:solidFill>
                <a:schemeClr val="tx1"/>
              </a:solidFill>
              <a:miter lim="800000"/>
            </a:ln>
          </p:spPr>
          <p:txBody>
            <a:bodyPr vert="horz" wrap="square" lIns="91440" tIns="45720" rIns="91440" bIns="45720" numCol="1" anchor="t" anchorCtr="0" compatLnSpc="1"/>
            <a:lstStyle/>
            <a:p>
              <a:endParaRPr lang="zh-CN" altLang="en-US"/>
            </a:p>
          </p:txBody>
        </p:sp>
      </p:grpSp>
      <p:grpSp>
        <p:nvGrpSpPr>
          <p:cNvPr id="29" name="组合 28"/>
          <p:cNvGrpSpPr/>
          <p:nvPr/>
        </p:nvGrpSpPr>
        <p:grpSpPr>
          <a:xfrm>
            <a:off x="5052060" y="2276475"/>
            <a:ext cx="880110" cy="3577590"/>
            <a:chOff x="1657" y="2649"/>
            <a:chExt cx="1386" cy="5634"/>
          </a:xfrm>
        </p:grpSpPr>
        <p:grpSp>
          <p:nvGrpSpPr>
            <p:cNvPr id="30" name="组合 29"/>
            <p:cNvGrpSpPr/>
            <p:nvPr/>
          </p:nvGrpSpPr>
          <p:grpSpPr>
            <a:xfrm>
              <a:off x="1657" y="2649"/>
              <a:ext cx="1386" cy="5634"/>
              <a:chOff x="1657" y="2649"/>
              <a:chExt cx="1386" cy="5634"/>
            </a:xfrm>
          </p:grpSpPr>
          <p:sp>
            <p:nvSpPr>
              <p:cNvPr id="31" name="圆角矩形 30"/>
              <p:cNvSpPr/>
              <p:nvPr/>
            </p:nvSpPr>
            <p:spPr>
              <a:xfrm>
                <a:off x="1657" y="2877"/>
                <a:ext cx="1386" cy="5406"/>
              </a:xfrm>
              <a:prstGeom prst="roundRect">
                <a:avLst>
                  <a:gd name="adj" fmla="val 2835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741" y="3384"/>
                <a:ext cx="1217" cy="4392"/>
              </a:xfrm>
              <a:prstGeom prst="rect">
                <a:avLst/>
              </a:prstGeom>
            </p:spPr>
            <p:txBody>
              <a:bodyPr vert="eaVert"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defRPr/>
                </a:pPr>
                <a:r>
                  <a:rPr lang="zh-CN" altLang="en-US" sz="1600" kern="100" dirty="0">
                    <a:latin typeface="字魂36号-正文宋楷" panose="00000500000000000000" charset="-122"/>
                    <a:ea typeface="字魂36号-正文宋楷" panose="00000500000000000000" charset="-122"/>
                    <a:cs typeface="方正苏新诗柳楷简体-yolan" panose="02000000000000000000" pitchFamily="2" charset="-122"/>
                  </a:rPr>
                  <a:t>请替换文本复制您所需要的文本在黏贴选项中选择即可。</a:t>
                </a:r>
              </a:p>
            </p:txBody>
          </p:sp>
          <p:sp>
            <p:nvSpPr>
              <p:cNvPr id="33" name="椭圆 32"/>
              <p:cNvSpPr/>
              <p:nvPr/>
            </p:nvSpPr>
            <p:spPr>
              <a:xfrm>
                <a:off x="2046" y="2649"/>
                <a:ext cx="607" cy="5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字魂73号-江南手书" panose="00000500000000000000" charset="-122"/>
                    <a:ea typeface="字魂73号-江南手书" panose="00000500000000000000" charset="-122"/>
                  </a:rPr>
                  <a:t>4</a:t>
                </a:r>
              </a:p>
            </p:txBody>
          </p:sp>
        </p:grpSp>
        <p:sp>
          <p:nvSpPr>
            <p:cNvPr id="34" name="Freeform 573"/>
            <p:cNvSpPr/>
            <p:nvPr/>
          </p:nvSpPr>
          <p:spPr bwMode="auto">
            <a:xfrm flipH="1">
              <a:off x="2124" y="7894"/>
              <a:ext cx="529" cy="389"/>
            </a:xfrm>
            <a:custGeom>
              <a:avLst/>
              <a:gdLst>
                <a:gd name="T0" fmla="*/ 74 w 99"/>
                <a:gd name="T1" fmla="*/ 68 h 68"/>
                <a:gd name="T2" fmla="*/ 89 w 99"/>
                <a:gd name="T3" fmla="*/ 57 h 68"/>
                <a:gd name="T4" fmla="*/ 97 w 99"/>
                <a:gd name="T5" fmla="*/ 31 h 68"/>
                <a:gd name="T6" fmla="*/ 78 w 99"/>
                <a:gd name="T7" fmla="*/ 6 h 68"/>
                <a:gd name="T8" fmla="*/ 63 w 99"/>
                <a:gd name="T9" fmla="*/ 1 h 68"/>
                <a:gd name="T10" fmla="*/ 43 w 99"/>
                <a:gd name="T11" fmla="*/ 4 h 68"/>
                <a:gd name="T12" fmla="*/ 34 w 99"/>
                <a:gd name="T13" fmla="*/ 10 h 68"/>
                <a:gd name="T14" fmla="*/ 26 w 99"/>
                <a:gd name="T15" fmla="*/ 16 h 68"/>
                <a:gd name="T16" fmla="*/ 14 w 99"/>
                <a:gd name="T17" fmla="*/ 17 h 68"/>
                <a:gd name="T18" fmla="*/ 9 w 99"/>
                <a:gd name="T19" fmla="*/ 11 h 68"/>
                <a:gd name="T20" fmla="*/ 12 w 99"/>
                <a:gd name="T21" fmla="*/ 4 h 68"/>
                <a:gd name="T22" fmla="*/ 3 w 99"/>
                <a:gd name="T23" fmla="*/ 9 h 68"/>
                <a:gd name="T24" fmla="*/ 0 w 99"/>
                <a:gd name="T25" fmla="*/ 16 h 68"/>
                <a:gd name="T26" fmla="*/ 5 w 99"/>
                <a:gd name="T27" fmla="*/ 23 h 68"/>
                <a:gd name="T28" fmla="*/ 19 w 99"/>
                <a:gd name="T29" fmla="*/ 25 h 68"/>
                <a:gd name="T30" fmla="*/ 30 w 99"/>
                <a:gd name="T31" fmla="*/ 18 h 68"/>
                <a:gd name="T32" fmla="*/ 30 w 99"/>
                <a:gd name="T33" fmla="*/ 31 h 68"/>
                <a:gd name="T34" fmla="*/ 39 w 99"/>
                <a:gd name="T35" fmla="*/ 43 h 68"/>
                <a:gd name="T36" fmla="*/ 54 w 99"/>
                <a:gd name="T37" fmla="*/ 46 h 68"/>
                <a:gd name="T38" fmla="*/ 66 w 99"/>
                <a:gd name="T39" fmla="*/ 40 h 68"/>
                <a:gd name="T40" fmla="*/ 71 w 99"/>
                <a:gd name="T41" fmla="*/ 29 h 68"/>
                <a:gd name="T42" fmla="*/ 65 w 99"/>
                <a:gd name="T43" fmla="*/ 20 h 68"/>
                <a:gd name="T44" fmla="*/ 59 w 99"/>
                <a:gd name="T45" fmla="*/ 18 h 68"/>
                <a:gd name="T46" fmla="*/ 51 w 99"/>
                <a:gd name="T47" fmla="*/ 22 h 68"/>
                <a:gd name="T48" fmla="*/ 51 w 99"/>
                <a:gd name="T49" fmla="*/ 30 h 68"/>
                <a:gd name="T50" fmla="*/ 53 w 99"/>
                <a:gd name="T51" fmla="*/ 32 h 68"/>
                <a:gd name="T52" fmla="*/ 55 w 99"/>
                <a:gd name="T53" fmla="*/ 30 h 68"/>
                <a:gd name="T54" fmla="*/ 59 w 99"/>
                <a:gd name="T55" fmla="*/ 27 h 68"/>
                <a:gd name="T56" fmla="*/ 63 w 99"/>
                <a:gd name="T57" fmla="*/ 28 h 68"/>
                <a:gd name="T58" fmla="*/ 66 w 99"/>
                <a:gd name="T59" fmla="*/ 33 h 68"/>
                <a:gd name="T60" fmla="*/ 63 w 99"/>
                <a:gd name="T61" fmla="*/ 38 h 68"/>
                <a:gd name="T62" fmla="*/ 54 w 99"/>
                <a:gd name="T63" fmla="*/ 44 h 68"/>
                <a:gd name="T64" fmla="*/ 41 w 99"/>
                <a:gd name="T65" fmla="*/ 41 h 68"/>
                <a:gd name="T66" fmla="*/ 31 w 99"/>
                <a:gd name="T67" fmla="*/ 28 h 68"/>
                <a:gd name="T68" fmla="*/ 36 w 99"/>
                <a:gd name="T69" fmla="*/ 13 h 68"/>
                <a:gd name="T70" fmla="*/ 58 w 99"/>
                <a:gd name="T71" fmla="*/ 3 h 68"/>
                <a:gd name="T72" fmla="*/ 77 w 99"/>
                <a:gd name="T73" fmla="*/ 8 h 68"/>
                <a:gd name="T74" fmla="*/ 93 w 99"/>
                <a:gd name="T75" fmla="*/ 34 h 68"/>
                <a:gd name="T76" fmla="*/ 84 w 99"/>
                <a:gd name="T77" fmla="*/ 54 h 68"/>
                <a:gd name="T78" fmla="*/ 65 w 99"/>
                <a:gd name="T79"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 h="68">
                  <a:moveTo>
                    <a:pt x="74" y="68"/>
                  </a:moveTo>
                  <a:cubicBezTo>
                    <a:pt x="80" y="65"/>
                    <a:pt x="84" y="61"/>
                    <a:pt x="89" y="57"/>
                  </a:cubicBezTo>
                  <a:cubicBezTo>
                    <a:pt x="96" y="49"/>
                    <a:pt x="99" y="40"/>
                    <a:pt x="97" y="31"/>
                  </a:cubicBezTo>
                  <a:cubicBezTo>
                    <a:pt x="95" y="22"/>
                    <a:pt x="89" y="13"/>
                    <a:pt x="78" y="6"/>
                  </a:cubicBezTo>
                  <a:cubicBezTo>
                    <a:pt x="74" y="3"/>
                    <a:pt x="68" y="1"/>
                    <a:pt x="63" y="1"/>
                  </a:cubicBezTo>
                  <a:cubicBezTo>
                    <a:pt x="56" y="0"/>
                    <a:pt x="49" y="1"/>
                    <a:pt x="43" y="4"/>
                  </a:cubicBezTo>
                  <a:cubicBezTo>
                    <a:pt x="40" y="5"/>
                    <a:pt x="38" y="7"/>
                    <a:pt x="34" y="10"/>
                  </a:cubicBezTo>
                  <a:cubicBezTo>
                    <a:pt x="31" y="13"/>
                    <a:pt x="28" y="15"/>
                    <a:pt x="26" y="16"/>
                  </a:cubicBezTo>
                  <a:cubicBezTo>
                    <a:pt x="21" y="19"/>
                    <a:pt x="17" y="19"/>
                    <a:pt x="14" y="17"/>
                  </a:cubicBezTo>
                  <a:cubicBezTo>
                    <a:pt x="11" y="15"/>
                    <a:pt x="10" y="13"/>
                    <a:pt x="9" y="11"/>
                  </a:cubicBezTo>
                  <a:cubicBezTo>
                    <a:pt x="9" y="10"/>
                    <a:pt x="10" y="7"/>
                    <a:pt x="12" y="4"/>
                  </a:cubicBezTo>
                  <a:cubicBezTo>
                    <a:pt x="8" y="5"/>
                    <a:pt x="6" y="6"/>
                    <a:pt x="3" y="9"/>
                  </a:cubicBezTo>
                  <a:cubicBezTo>
                    <a:pt x="1" y="11"/>
                    <a:pt x="0" y="13"/>
                    <a:pt x="0" y="16"/>
                  </a:cubicBezTo>
                  <a:cubicBezTo>
                    <a:pt x="1" y="19"/>
                    <a:pt x="2" y="21"/>
                    <a:pt x="5" y="23"/>
                  </a:cubicBezTo>
                  <a:cubicBezTo>
                    <a:pt x="9" y="25"/>
                    <a:pt x="13" y="26"/>
                    <a:pt x="19" y="25"/>
                  </a:cubicBezTo>
                  <a:cubicBezTo>
                    <a:pt x="24" y="23"/>
                    <a:pt x="28" y="21"/>
                    <a:pt x="30" y="18"/>
                  </a:cubicBezTo>
                  <a:cubicBezTo>
                    <a:pt x="29" y="23"/>
                    <a:pt x="29" y="27"/>
                    <a:pt x="30" y="31"/>
                  </a:cubicBezTo>
                  <a:cubicBezTo>
                    <a:pt x="31" y="36"/>
                    <a:pt x="34" y="40"/>
                    <a:pt x="39" y="43"/>
                  </a:cubicBezTo>
                  <a:cubicBezTo>
                    <a:pt x="43" y="46"/>
                    <a:pt x="48" y="47"/>
                    <a:pt x="54" y="46"/>
                  </a:cubicBezTo>
                  <a:cubicBezTo>
                    <a:pt x="59" y="45"/>
                    <a:pt x="63" y="43"/>
                    <a:pt x="66" y="40"/>
                  </a:cubicBezTo>
                  <a:cubicBezTo>
                    <a:pt x="69" y="37"/>
                    <a:pt x="71" y="33"/>
                    <a:pt x="71" y="29"/>
                  </a:cubicBezTo>
                  <a:cubicBezTo>
                    <a:pt x="71" y="26"/>
                    <a:pt x="69" y="23"/>
                    <a:pt x="65" y="20"/>
                  </a:cubicBezTo>
                  <a:cubicBezTo>
                    <a:pt x="63" y="19"/>
                    <a:pt x="61" y="18"/>
                    <a:pt x="59" y="18"/>
                  </a:cubicBezTo>
                  <a:cubicBezTo>
                    <a:pt x="56" y="18"/>
                    <a:pt x="53" y="19"/>
                    <a:pt x="51" y="22"/>
                  </a:cubicBezTo>
                  <a:cubicBezTo>
                    <a:pt x="49" y="24"/>
                    <a:pt x="49" y="27"/>
                    <a:pt x="51" y="30"/>
                  </a:cubicBezTo>
                  <a:cubicBezTo>
                    <a:pt x="52" y="30"/>
                    <a:pt x="52" y="31"/>
                    <a:pt x="53" y="32"/>
                  </a:cubicBezTo>
                  <a:cubicBezTo>
                    <a:pt x="54" y="31"/>
                    <a:pt x="54" y="31"/>
                    <a:pt x="55" y="30"/>
                  </a:cubicBezTo>
                  <a:cubicBezTo>
                    <a:pt x="56" y="28"/>
                    <a:pt x="58" y="27"/>
                    <a:pt x="59" y="27"/>
                  </a:cubicBezTo>
                  <a:cubicBezTo>
                    <a:pt x="61" y="27"/>
                    <a:pt x="62" y="28"/>
                    <a:pt x="63" y="28"/>
                  </a:cubicBezTo>
                  <a:cubicBezTo>
                    <a:pt x="65" y="29"/>
                    <a:pt x="66" y="31"/>
                    <a:pt x="66" y="33"/>
                  </a:cubicBezTo>
                  <a:cubicBezTo>
                    <a:pt x="66" y="35"/>
                    <a:pt x="65" y="37"/>
                    <a:pt x="63" y="38"/>
                  </a:cubicBezTo>
                  <a:cubicBezTo>
                    <a:pt x="61" y="42"/>
                    <a:pt x="57" y="43"/>
                    <a:pt x="54" y="44"/>
                  </a:cubicBezTo>
                  <a:cubicBezTo>
                    <a:pt x="49" y="45"/>
                    <a:pt x="45" y="44"/>
                    <a:pt x="41" y="41"/>
                  </a:cubicBezTo>
                  <a:cubicBezTo>
                    <a:pt x="35" y="38"/>
                    <a:pt x="32" y="33"/>
                    <a:pt x="31" y="28"/>
                  </a:cubicBezTo>
                  <a:cubicBezTo>
                    <a:pt x="30" y="22"/>
                    <a:pt x="32" y="17"/>
                    <a:pt x="36" y="13"/>
                  </a:cubicBezTo>
                  <a:cubicBezTo>
                    <a:pt x="42" y="7"/>
                    <a:pt x="49" y="4"/>
                    <a:pt x="58" y="3"/>
                  </a:cubicBezTo>
                  <a:cubicBezTo>
                    <a:pt x="65" y="3"/>
                    <a:pt x="72" y="5"/>
                    <a:pt x="77" y="8"/>
                  </a:cubicBezTo>
                  <a:cubicBezTo>
                    <a:pt x="88" y="16"/>
                    <a:pt x="94" y="24"/>
                    <a:pt x="93" y="34"/>
                  </a:cubicBezTo>
                  <a:cubicBezTo>
                    <a:pt x="93" y="41"/>
                    <a:pt x="90" y="48"/>
                    <a:pt x="84" y="54"/>
                  </a:cubicBezTo>
                  <a:cubicBezTo>
                    <a:pt x="79" y="60"/>
                    <a:pt x="72" y="64"/>
                    <a:pt x="65" y="67"/>
                  </a:cubicBezTo>
                </a:path>
              </a:pathLst>
            </a:custGeom>
            <a:solidFill>
              <a:schemeClr val="tx1"/>
            </a:solidFill>
            <a:ln>
              <a:solidFill>
                <a:schemeClr val="tx1"/>
              </a:solidFill>
              <a:miter lim="800000"/>
            </a:ln>
          </p:spPr>
          <p:txBody>
            <a:bodyPr vert="horz" wrap="square" lIns="91440" tIns="45720" rIns="91440" bIns="45720" numCol="1" anchor="t" anchorCtr="0" compatLnSpc="1"/>
            <a:lstStyle/>
            <a:p>
              <a:endParaRPr lang="zh-CN" altLang="en-US"/>
            </a:p>
          </p:txBody>
        </p:sp>
      </p:grpSp>
      <p:grpSp>
        <p:nvGrpSpPr>
          <p:cNvPr id="35" name="组合 34"/>
          <p:cNvGrpSpPr/>
          <p:nvPr/>
        </p:nvGrpSpPr>
        <p:grpSpPr>
          <a:xfrm>
            <a:off x="6446520" y="1784985"/>
            <a:ext cx="880110" cy="3577590"/>
            <a:chOff x="1657" y="2649"/>
            <a:chExt cx="1386" cy="5634"/>
          </a:xfrm>
        </p:grpSpPr>
        <p:grpSp>
          <p:nvGrpSpPr>
            <p:cNvPr id="36" name="组合 35"/>
            <p:cNvGrpSpPr/>
            <p:nvPr/>
          </p:nvGrpSpPr>
          <p:grpSpPr>
            <a:xfrm>
              <a:off x="1657" y="2649"/>
              <a:ext cx="1386" cy="5634"/>
              <a:chOff x="1657" y="2649"/>
              <a:chExt cx="1386" cy="5634"/>
            </a:xfrm>
          </p:grpSpPr>
          <p:sp>
            <p:nvSpPr>
              <p:cNvPr id="37" name="圆角矩形 36"/>
              <p:cNvSpPr/>
              <p:nvPr/>
            </p:nvSpPr>
            <p:spPr>
              <a:xfrm>
                <a:off x="1657" y="2877"/>
                <a:ext cx="1386" cy="5406"/>
              </a:xfrm>
              <a:prstGeom prst="roundRect">
                <a:avLst>
                  <a:gd name="adj" fmla="val 2835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741" y="3384"/>
                <a:ext cx="1217" cy="4392"/>
              </a:xfrm>
              <a:prstGeom prst="rect">
                <a:avLst/>
              </a:prstGeom>
            </p:spPr>
            <p:txBody>
              <a:bodyPr vert="eaVert"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defRPr/>
                </a:pPr>
                <a:r>
                  <a:rPr lang="zh-CN" altLang="en-US" sz="1600" kern="100" dirty="0">
                    <a:latin typeface="字魂36号-正文宋楷" panose="00000500000000000000" charset="-122"/>
                    <a:ea typeface="字魂36号-正文宋楷" panose="00000500000000000000" charset="-122"/>
                    <a:cs typeface="方正苏新诗柳楷简体-yolan" panose="02000000000000000000" pitchFamily="2" charset="-122"/>
                  </a:rPr>
                  <a:t>请替换文本复制您所需要的文本在黏贴选项中选择即可。</a:t>
                </a:r>
              </a:p>
            </p:txBody>
          </p:sp>
          <p:sp>
            <p:nvSpPr>
              <p:cNvPr id="39" name="椭圆 38"/>
              <p:cNvSpPr/>
              <p:nvPr/>
            </p:nvSpPr>
            <p:spPr>
              <a:xfrm>
                <a:off x="2046" y="2649"/>
                <a:ext cx="607" cy="5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字魂73号-江南手书" panose="00000500000000000000" charset="-122"/>
                    <a:ea typeface="字魂73号-江南手书" panose="00000500000000000000" charset="-122"/>
                  </a:rPr>
                  <a:t>5</a:t>
                </a:r>
              </a:p>
            </p:txBody>
          </p:sp>
        </p:grpSp>
        <p:sp>
          <p:nvSpPr>
            <p:cNvPr id="40" name="Freeform 573"/>
            <p:cNvSpPr/>
            <p:nvPr/>
          </p:nvSpPr>
          <p:spPr bwMode="auto">
            <a:xfrm flipH="1">
              <a:off x="2124" y="7894"/>
              <a:ext cx="529" cy="389"/>
            </a:xfrm>
            <a:custGeom>
              <a:avLst/>
              <a:gdLst>
                <a:gd name="T0" fmla="*/ 74 w 99"/>
                <a:gd name="T1" fmla="*/ 68 h 68"/>
                <a:gd name="T2" fmla="*/ 89 w 99"/>
                <a:gd name="T3" fmla="*/ 57 h 68"/>
                <a:gd name="T4" fmla="*/ 97 w 99"/>
                <a:gd name="T5" fmla="*/ 31 h 68"/>
                <a:gd name="T6" fmla="*/ 78 w 99"/>
                <a:gd name="T7" fmla="*/ 6 h 68"/>
                <a:gd name="T8" fmla="*/ 63 w 99"/>
                <a:gd name="T9" fmla="*/ 1 h 68"/>
                <a:gd name="T10" fmla="*/ 43 w 99"/>
                <a:gd name="T11" fmla="*/ 4 h 68"/>
                <a:gd name="T12" fmla="*/ 34 w 99"/>
                <a:gd name="T13" fmla="*/ 10 h 68"/>
                <a:gd name="T14" fmla="*/ 26 w 99"/>
                <a:gd name="T15" fmla="*/ 16 h 68"/>
                <a:gd name="T16" fmla="*/ 14 w 99"/>
                <a:gd name="T17" fmla="*/ 17 h 68"/>
                <a:gd name="T18" fmla="*/ 9 w 99"/>
                <a:gd name="T19" fmla="*/ 11 h 68"/>
                <a:gd name="T20" fmla="*/ 12 w 99"/>
                <a:gd name="T21" fmla="*/ 4 h 68"/>
                <a:gd name="T22" fmla="*/ 3 w 99"/>
                <a:gd name="T23" fmla="*/ 9 h 68"/>
                <a:gd name="T24" fmla="*/ 0 w 99"/>
                <a:gd name="T25" fmla="*/ 16 h 68"/>
                <a:gd name="T26" fmla="*/ 5 w 99"/>
                <a:gd name="T27" fmla="*/ 23 h 68"/>
                <a:gd name="T28" fmla="*/ 19 w 99"/>
                <a:gd name="T29" fmla="*/ 25 h 68"/>
                <a:gd name="T30" fmla="*/ 30 w 99"/>
                <a:gd name="T31" fmla="*/ 18 h 68"/>
                <a:gd name="T32" fmla="*/ 30 w 99"/>
                <a:gd name="T33" fmla="*/ 31 h 68"/>
                <a:gd name="T34" fmla="*/ 39 w 99"/>
                <a:gd name="T35" fmla="*/ 43 h 68"/>
                <a:gd name="T36" fmla="*/ 54 w 99"/>
                <a:gd name="T37" fmla="*/ 46 h 68"/>
                <a:gd name="T38" fmla="*/ 66 w 99"/>
                <a:gd name="T39" fmla="*/ 40 h 68"/>
                <a:gd name="T40" fmla="*/ 71 w 99"/>
                <a:gd name="T41" fmla="*/ 29 h 68"/>
                <a:gd name="T42" fmla="*/ 65 w 99"/>
                <a:gd name="T43" fmla="*/ 20 h 68"/>
                <a:gd name="T44" fmla="*/ 59 w 99"/>
                <a:gd name="T45" fmla="*/ 18 h 68"/>
                <a:gd name="T46" fmla="*/ 51 w 99"/>
                <a:gd name="T47" fmla="*/ 22 h 68"/>
                <a:gd name="T48" fmla="*/ 51 w 99"/>
                <a:gd name="T49" fmla="*/ 30 h 68"/>
                <a:gd name="T50" fmla="*/ 53 w 99"/>
                <a:gd name="T51" fmla="*/ 32 h 68"/>
                <a:gd name="T52" fmla="*/ 55 w 99"/>
                <a:gd name="T53" fmla="*/ 30 h 68"/>
                <a:gd name="T54" fmla="*/ 59 w 99"/>
                <a:gd name="T55" fmla="*/ 27 h 68"/>
                <a:gd name="T56" fmla="*/ 63 w 99"/>
                <a:gd name="T57" fmla="*/ 28 h 68"/>
                <a:gd name="T58" fmla="*/ 66 w 99"/>
                <a:gd name="T59" fmla="*/ 33 h 68"/>
                <a:gd name="T60" fmla="*/ 63 w 99"/>
                <a:gd name="T61" fmla="*/ 38 h 68"/>
                <a:gd name="T62" fmla="*/ 54 w 99"/>
                <a:gd name="T63" fmla="*/ 44 h 68"/>
                <a:gd name="T64" fmla="*/ 41 w 99"/>
                <a:gd name="T65" fmla="*/ 41 h 68"/>
                <a:gd name="T66" fmla="*/ 31 w 99"/>
                <a:gd name="T67" fmla="*/ 28 h 68"/>
                <a:gd name="T68" fmla="*/ 36 w 99"/>
                <a:gd name="T69" fmla="*/ 13 h 68"/>
                <a:gd name="T70" fmla="*/ 58 w 99"/>
                <a:gd name="T71" fmla="*/ 3 h 68"/>
                <a:gd name="T72" fmla="*/ 77 w 99"/>
                <a:gd name="T73" fmla="*/ 8 h 68"/>
                <a:gd name="T74" fmla="*/ 93 w 99"/>
                <a:gd name="T75" fmla="*/ 34 h 68"/>
                <a:gd name="T76" fmla="*/ 84 w 99"/>
                <a:gd name="T77" fmla="*/ 54 h 68"/>
                <a:gd name="T78" fmla="*/ 65 w 99"/>
                <a:gd name="T79"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 h="68">
                  <a:moveTo>
                    <a:pt x="74" y="68"/>
                  </a:moveTo>
                  <a:cubicBezTo>
                    <a:pt x="80" y="65"/>
                    <a:pt x="84" y="61"/>
                    <a:pt x="89" y="57"/>
                  </a:cubicBezTo>
                  <a:cubicBezTo>
                    <a:pt x="96" y="49"/>
                    <a:pt x="99" y="40"/>
                    <a:pt x="97" y="31"/>
                  </a:cubicBezTo>
                  <a:cubicBezTo>
                    <a:pt x="95" y="22"/>
                    <a:pt x="89" y="13"/>
                    <a:pt x="78" y="6"/>
                  </a:cubicBezTo>
                  <a:cubicBezTo>
                    <a:pt x="74" y="3"/>
                    <a:pt x="68" y="1"/>
                    <a:pt x="63" y="1"/>
                  </a:cubicBezTo>
                  <a:cubicBezTo>
                    <a:pt x="56" y="0"/>
                    <a:pt x="49" y="1"/>
                    <a:pt x="43" y="4"/>
                  </a:cubicBezTo>
                  <a:cubicBezTo>
                    <a:pt x="40" y="5"/>
                    <a:pt x="38" y="7"/>
                    <a:pt x="34" y="10"/>
                  </a:cubicBezTo>
                  <a:cubicBezTo>
                    <a:pt x="31" y="13"/>
                    <a:pt x="28" y="15"/>
                    <a:pt x="26" y="16"/>
                  </a:cubicBezTo>
                  <a:cubicBezTo>
                    <a:pt x="21" y="19"/>
                    <a:pt x="17" y="19"/>
                    <a:pt x="14" y="17"/>
                  </a:cubicBezTo>
                  <a:cubicBezTo>
                    <a:pt x="11" y="15"/>
                    <a:pt x="10" y="13"/>
                    <a:pt x="9" y="11"/>
                  </a:cubicBezTo>
                  <a:cubicBezTo>
                    <a:pt x="9" y="10"/>
                    <a:pt x="10" y="7"/>
                    <a:pt x="12" y="4"/>
                  </a:cubicBezTo>
                  <a:cubicBezTo>
                    <a:pt x="8" y="5"/>
                    <a:pt x="6" y="6"/>
                    <a:pt x="3" y="9"/>
                  </a:cubicBezTo>
                  <a:cubicBezTo>
                    <a:pt x="1" y="11"/>
                    <a:pt x="0" y="13"/>
                    <a:pt x="0" y="16"/>
                  </a:cubicBezTo>
                  <a:cubicBezTo>
                    <a:pt x="1" y="19"/>
                    <a:pt x="2" y="21"/>
                    <a:pt x="5" y="23"/>
                  </a:cubicBezTo>
                  <a:cubicBezTo>
                    <a:pt x="9" y="25"/>
                    <a:pt x="13" y="26"/>
                    <a:pt x="19" y="25"/>
                  </a:cubicBezTo>
                  <a:cubicBezTo>
                    <a:pt x="24" y="23"/>
                    <a:pt x="28" y="21"/>
                    <a:pt x="30" y="18"/>
                  </a:cubicBezTo>
                  <a:cubicBezTo>
                    <a:pt x="29" y="23"/>
                    <a:pt x="29" y="27"/>
                    <a:pt x="30" y="31"/>
                  </a:cubicBezTo>
                  <a:cubicBezTo>
                    <a:pt x="31" y="36"/>
                    <a:pt x="34" y="40"/>
                    <a:pt x="39" y="43"/>
                  </a:cubicBezTo>
                  <a:cubicBezTo>
                    <a:pt x="43" y="46"/>
                    <a:pt x="48" y="47"/>
                    <a:pt x="54" y="46"/>
                  </a:cubicBezTo>
                  <a:cubicBezTo>
                    <a:pt x="59" y="45"/>
                    <a:pt x="63" y="43"/>
                    <a:pt x="66" y="40"/>
                  </a:cubicBezTo>
                  <a:cubicBezTo>
                    <a:pt x="69" y="37"/>
                    <a:pt x="71" y="33"/>
                    <a:pt x="71" y="29"/>
                  </a:cubicBezTo>
                  <a:cubicBezTo>
                    <a:pt x="71" y="26"/>
                    <a:pt x="69" y="23"/>
                    <a:pt x="65" y="20"/>
                  </a:cubicBezTo>
                  <a:cubicBezTo>
                    <a:pt x="63" y="19"/>
                    <a:pt x="61" y="18"/>
                    <a:pt x="59" y="18"/>
                  </a:cubicBezTo>
                  <a:cubicBezTo>
                    <a:pt x="56" y="18"/>
                    <a:pt x="53" y="19"/>
                    <a:pt x="51" y="22"/>
                  </a:cubicBezTo>
                  <a:cubicBezTo>
                    <a:pt x="49" y="24"/>
                    <a:pt x="49" y="27"/>
                    <a:pt x="51" y="30"/>
                  </a:cubicBezTo>
                  <a:cubicBezTo>
                    <a:pt x="52" y="30"/>
                    <a:pt x="52" y="31"/>
                    <a:pt x="53" y="32"/>
                  </a:cubicBezTo>
                  <a:cubicBezTo>
                    <a:pt x="54" y="31"/>
                    <a:pt x="54" y="31"/>
                    <a:pt x="55" y="30"/>
                  </a:cubicBezTo>
                  <a:cubicBezTo>
                    <a:pt x="56" y="28"/>
                    <a:pt x="58" y="27"/>
                    <a:pt x="59" y="27"/>
                  </a:cubicBezTo>
                  <a:cubicBezTo>
                    <a:pt x="61" y="27"/>
                    <a:pt x="62" y="28"/>
                    <a:pt x="63" y="28"/>
                  </a:cubicBezTo>
                  <a:cubicBezTo>
                    <a:pt x="65" y="29"/>
                    <a:pt x="66" y="31"/>
                    <a:pt x="66" y="33"/>
                  </a:cubicBezTo>
                  <a:cubicBezTo>
                    <a:pt x="66" y="35"/>
                    <a:pt x="65" y="37"/>
                    <a:pt x="63" y="38"/>
                  </a:cubicBezTo>
                  <a:cubicBezTo>
                    <a:pt x="61" y="42"/>
                    <a:pt x="57" y="43"/>
                    <a:pt x="54" y="44"/>
                  </a:cubicBezTo>
                  <a:cubicBezTo>
                    <a:pt x="49" y="45"/>
                    <a:pt x="45" y="44"/>
                    <a:pt x="41" y="41"/>
                  </a:cubicBezTo>
                  <a:cubicBezTo>
                    <a:pt x="35" y="38"/>
                    <a:pt x="32" y="33"/>
                    <a:pt x="31" y="28"/>
                  </a:cubicBezTo>
                  <a:cubicBezTo>
                    <a:pt x="30" y="22"/>
                    <a:pt x="32" y="17"/>
                    <a:pt x="36" y="13"/>
                  </a:cubicBezTo>
                  <a:cubicBezTo>
                    <a:pt x="42" y="7"/>
                    <a:pt x="49" y="4"/>
                    <a:pt x="58" y="3"/>
                  </a:cubicBezTo>
                  <a:cubicBezTo>
                    <a:pt x="65" y="3"/>
                    <a:pt x="72" y="5"/>
                    <a:pt x="77" y="8"/>
                  </a:cubicBezTo>
                  <a:cubicBezTo>
                    <a:pt x="88" y="16"/>
                    <a:pt x="94" y="24"/>
                    <a:pt x="93" y="34"/>
                  </a:cubicBezTo>
                  <a:cubicBezTo>
                    <a:pt x="93" y="41"/>
                    <a:pt x="90" y="48"/>
                    <a:pt x="84" y="54"/>
                  </a:cubicBezTo>
                  <a:cubicBezTo>
                    <a:pt x="79" y="60"/>
                    <a:pt x="72" y="64"/>
                    <a:pt x="65" y="67"/>
                  </a:cubicBezTo>
                </a:path>
              </a:pathLst>
            </a:custGeom>
            <a:solidFill>
              <a:schemeClr val="tx1"/>
            </a:solidFill>
            <a:ln>
              <a:solidFill>
                <a:schemeClr val="tx1"/>
              </a:solidFill>
              <a:miter lim="800000"/>
            </a:ln>
          </p:spPr>
          <p:txBody>
            <a:bodyPr vert="horz" wrap="square" lIns="91440" tIns="45720" rIns="91440" bIns="45720" numCol="1" anchor="t" anchorCtr="0" compatLnSpc="1"/>
            <a:lstStyle/>
            <a:p>
              <a:endParaRPr lang="zh-CN" altLang="en-US"/>
            </a:p>
          </p:txBody>
        </p:sp>
      </p:grpSp>
      <p:sp>
        <p:nvSpPr>
          <p:cNvPr id="41" name="文本框 40"/>
          <p:cNvSpPr txBox="1"/>
          <p:nvPr/>
        </p:nvSpPr>
        <p:spPr>
          <a:xfrm>
            <a:off x="1196975" y="569595"/>
            <a:ext cx="2581275" cy="645160"/>
          </a:xfrm>
          <a:prstGeom prst="rect">
            <a:avLst/>
          </a:prstGeom>
          <a:noFill/>
        </p:spPr>
        <p:txBody>
          <a:bodyPr wrap="square" rtlCol="0">
            <a:spAutoFit/>
          </a:bodyPr>
          <a:lstStyle/>
          <a:p>
            <a:pPr algn="dist"/>
            <a:r>
              <a:rPr lang="zh-CN" altLang="en-US" sz="3600" b="1" dirty="0">
                <a:latin typeface="字魂73号-江南手书" panose="00000500000000000000" charset="-122"/>
                <a:ea typeface="字魂73号-江南手书" panose="00000500000000000000" charset="-122"/>
              </a:rPr>
              <a:t>请添加标题</a:t>
            </a:r>
          </a:p>
        </p:txBody>
      </p:sp>
      <p:pic>
        <p:nvPicPr>
          <p:cNvPr id="42" name="图片 4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V="1">
            <a:off x="87414" y="708387"/>
            <a:ext cx="1149535" cy="3050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Click="0" advTm="3000">
        <p14:prism isContent="1" isInverted="1"/>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3"/>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50" presetClass="entr" presetSubtype="0" decel="10000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strVal val="#ppt_w+.3"/>
                                          </p:val>
                                        </p:tav>
                                        <p:tav tm="100000">
                                          <p:val>
                                            <p:strVal val="#ppt_w"/>
                                          </p:val>
                                        </p:tav>
                                      </p:tavLst>
                                    </p:anim>
                                    <p:anim calcmode="lin" valueType="num">
                                      <p:cBhvr>
                                        <p:cTn id="13" dur="1000" fill="hold"/>
                                        <p:tgtEl>
                                          <p:spTgt spid="7"/>
                                        </p:tgtEl>
                                        <p:attrNameLst>
                                          <p:attrName>ppt_h</p:attrName>
                                        </p:attrNameLst>
                                      </p:cBhvr>
                                      <p:tavLst>
                                        <p:tav tm="0">
                                          <p:val>
                                            <p:strVal val="#ppt_h"/>
                                          </p:val>
                                        </p:tav>
                                        <p:tav tm="100000">
                                          <p:val>
                                            <p:strVal val="#ppt_h"/>
                                          </p:val>
                                        </p:tav>
                                      </p:tavLst>
                                    </p:anim>
                                    <p:animEffect transition="in" filter="fade">
                                      <p:cBhvr>
                                        <p:cTn id="14" dur="1000"/>
                                        <p:tgtEl>
                                          <p:spTgt spid="7"/>
                                        </p:tgtEl>
                                      </p:cBhvr>
                                    </p:animEffect>
                                  </p:childTnLst>
                                </p:cTn>
                              </p:par>
                              <p:par>
                                <p:cTn id="15" presetID="50" presetClass="entr" presetSubtype="0" decel="10000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1000" fill="hold"/>
                                        <p:tgtEl>
                                          <p:spTgt spid="17"/>
                                        </p:tgtEl>
                                        <p:attrNameLst>
                                          <p:attrName>ppt_w</p:attrName>
                                        </p:attrNameLst>
                                      </p:cBhvr>
                                      <p:tavLst>
                                        <p:tav tm="0">
                                          <p:val>
                                            <p:strVal val="#ppt_w+.3"/>
                                          </p:val>
                                        </p:tav>
                                        <p:tav tm="100000">
                                          <p:val>
                                            <p:strVal val="#ppt_w"/>
                                          </p:val>
                                        </p:tav>
                                      </p:tavLst>
                                    </p:anim>
                                    <p:anim calcmode="lin" valueType="num">
                                      <p:cBhvr>
                                        <p:cTn id="18" dur="1000" fill="hold"/>
                                        <p:tgtEl>
                                          <p:spTgt spid="17"/>
                                        </p:tgtEl>
                                        <p:attrNameLst>
                                          <p:attrName>ppt_h</p:attrName>
                                        </p:attrNameLst>
                                      </p:cBhvr>
                                      <p:tavLst>
                                        <p:tav tm="0">
                                          <p:val>
                                            <p:strVal val="#ppt_h"/>
                                          </p:val>
                                        </p:tav>
                                        <p:tav tm="100000">
                                          <p:val>
                                            <p:strVal val="#ppt_h"/>
                                          </p:val>
                                        </p:tav>
                                      </p:tavLst>
                                    </p:anim>
                                    <p:animEffect transition="in" filter="fade">
                                      <p:cBhvr>
                                        <p:cTn id="19" dur="1000"/>
                                        <p:tgtEl>
                                          <p:spTgt spid="17"/>
                                        </p:tgtEl>
                                      </p:cBhvr>
                                    </p:animEffect>
                                  </p:childTnLst>
                                </p:cTn>
                              </p:par>
                              <p:par>
                                <p:cTn id="20" presetID="50" presetClass="entr" presetSubtype="0" decel="10000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p:cTn id="22" dur="1000" fill="hold"/>
                                        <p:tgtEl>
                                          <p:spTgt spid="23"/>
                                        </p:tgtEl>
                                        <p:attrNameLst>
                                          <p:attrName>ppt_w</p:attrName>
                                        </p:attrNameLst>
                                      </p:cBhvr>
                                      <p:tavLst>
                                        <p:tav tm="0">
                                          <p:val>
                                            <p:strVal val="#ppt_w+.3"/>
                                          </p:val>
                                        </p:tav>
                                        <p:tav tm="100000">
                                          <p:val>
                                            <p:strVal val="#ppt_w"/>
                                          </p:val>
                                        </p:tav>
                                      </p:tavLst>
                                    </p:anim>
                                    <p:anim calcmode="lin" valueType="num">
                                      <p:cBhvr>
                                        <p:cTn id="23" dur="1000" fill="hold"/>
                                        <p:tgtEl>
                                          <p:spTgt spid="23"/>
                                        </p:tgtEl>
                                        <p:attrNameLst>
                                          <p:attrName>ppt_h</p:attrName>
                                        </p:attrNameLst>
                                      </p:cBhvr>
                                      <p:tavLst>
                                        <p:tav tm="0">
                                          <p:val>
                                            <p:strVal val="#ppt_h"/>
                                          </p:val>
                                        </p:tav>
                                        <p:tav tm="100000">
                                          <p:val>
                                            <p:strVal val="#ppt_h"/>
                                          </p:val>
                                        </p:tav>
                                      </p:tavLst>
                                    </p:anim>
                                    <p:animEffect transition="in" filter="fade">
                                      <p:cBhvr>
                                        <p:cTn id="24" dur="1000"/>
                                        <p:tgtEl>
                                          <p:spTgt spid="23"/>
                                        </p:tgtEl>
                                      </p:cBhvr>
                                    </p:animEffect>
                                  </p:childTnLst>
                                </p:cTn>
                              </p:par>
                              <p:par>
                                <p:cTn id="25" presetID="50" presetClass="entr" presetSubtype="0" decel="10000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p:cTn id="27" dur="1000" fill="hold"/>
                                        <p:tgtEl>
                                          <p:spTgt spid="29"/>
                                        </p:tgtEl>
                                        <p:attrNameLst>
                                          <p:attrName>ppt_w</p:attrName>
                                        </p:attrNameLst>
                                      </p:cBhvr>
                                      <p:tavLst>
                                        <p:tav tm="0">
                                          <p:val>
                                            <p:strVal val="#ppt_w+.3"/>
                                          </p:val>
                                        </p:tav>
                                        <p:tav tm="100000">
                                          <p:val>
                                            <p:strVal val="#ppt_w"/>
                                          </p:val>
                                        </p:tav>
                                      </p:tavLst>
                                    </p:anim>
                                    <p:anim calcmode="lin" valueType="num">
                                      <p:cBhvr>
                                        <p:cTn id="28" dur="1000" fill="hold"/>
                                        <p:tgtEl>
                                          <p:spTgt spid="29"/>
                                        </p:tgtEl>
                                        <p:attrNameLst>
                                          <p:attrName>ppt_h</p:attrName>
                                        </p:attrNameLst>
                                      </p:cBhvr>
                                      <p:tavLst>
                                        <p:tav tm="0">
                                          <p:val>
                                            <p:strVal val="#ppt_h"/>
                                          </p:val>
                                        </p:tav>
                                        <p:tav tm="100000">
                                          <p:val>
                                            <p:strVal val="#ppt_h"/>
                                          </p:val>
                                        </p:tav>
                                      </p:tavLst>
                                    </p:anim>
                                    <p:animEffect transition="in" filter="fade">
                                      <p:cBhvr>
                                        <p:cTn id="29" dur="1000"/>
                                        <p:tgtEl>
                                          <p:spTgt spid="29"/>
                                        </p:tgtEl>
                                      </p:cBhvr>
                                    </p:animEffect>
                                  </p:childTnLst>
                                </p:cTn>
                              </p:par>
                              <p:par>
                                <p:cTn id="30" presetID="50" presetClass="entr" presetSubtype="0" decel="100000" fill="hold" nodeType="withEffect">
                                  <p:stCondLst>
                                    <p:cond delay="0"/>
                                  </p:stCondLst>
                                  <p:childTnLst>
                                    <p:set>
                                      <p:cBhvr>
                                        <p:cTn id="31" dur="1" fill="hold">
                                          <p:stCondLst>
                                            <p:cond delay="0"/>
                                          </p:stCondLst>
                                        </p:cTn>
                                        <p:tgtEl>
                                          <p:spTgt spid="35"/>
                                        </p:tgtEl>
                                        <p:attrNameLst>
                                          <p:attrName>style.visibility</p:attrName>
                                        </p:attrNameLst>
                                      </p:cBhvr>
                                      <p:to>
                                        <p:strVal val="visible"/>
                                      </p:to>
                                    </p:set>
                                    <p:anim calcmode="lin" valueType="num">
                                      <p:cBhvr>
                                        <p:cTn id="32" dur="1000" fill="hold"/>
                                        <p:tgtEl>
                                          <p:spTgt spid="35"/>
                                        </p:tgtEl>
                                        <p:attrNameLst>
                                          <p:attrName>ppt_w</p:attrName>
                                        </p:attrNameLst>
                                      </p:cBhvr>
                                      <p:tavLst>
                                        <p:tav tm="0">
                                          <p:val>
                                            <p:strVal val="#ppt_w+.3"/>
                                          </p:val>
                                        </p:tav>
                                        <p:tav tm="100000">
                                          <p:val>
                                            <p:strVal val="#ppt_w"/>
                                          </p:val>
                                        </p:tav>
                                      </p:tavLst>
                                    </p:anim>
                                    <p:anim calcmode="lin" valueType="num">
                                      <p:cBhvr>
                                        <p:cTn id="33" dur="1000" fill="hold"/>
                                        <p:tgtEl>
                                          <p:spTgt spid="35"/>
                                        </p:tgtEl>
                                        <p:attrNameLst>
                                          <p:attrName>ppt_h</p:attrName>
                                        </p:attrNameLst>
                                      </p:cBhvr>
                                      <p:tavLst>
                                        <p:tav tm="0">
                                          <p:val>
                                            <p:strVal val="#ppt_h"/>
                                          </p:val>
                                        </p:tav>
                                        <p:tav tm="100000">
                                          <p:val>
                                            <p:strVal val="#ppt_h"/>
                                          </p:val>
                                        </p:tav>
                                      </p:tavLst>
                                    </p:anim>
                                    <p:animEffect transition="in" filter="fade">
                                      <p:cBhvr>
                                        <p:cTn id="34" dur="1000"/>
                                        <p:tgtEl>
                                          <p:spTgt spid="35"/>
                                        </p:tgtEl>
                                      </p:cBhvr>
                                    </p:animEffect>
                                  </p:childTnLst>
                                </p:cTn>
                              </p:par>
                              <p:par>
                                <p:cTn id="35" presetID="50" presetClass="entr" presetSubtype="0" decel="100000"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p:cTn id="37" dur="1000" fill="hold"/>
                                        <p:tgtEl>
                                          <p:spTgt spid="41"/>
                                        </p:tgtEl>
                                        <p:attrNameLst>
                                          <p:attrName>ppt_w</p:attrName>
                                        </p:attrNameLst>
                                      </p:cBhvr>
                                      <p:tavLst>
                                        <p:tav tm="0">
                                          <p:val>
                                            <p:strVal val="#ppt_w+.3"/>
                                          </p:val>
                                        </p:tav>
                                        <p:tav tm="100000">
                                          <p:val>
                                            <p:strVal val="#ppt_w"/>
                                          </p:val>
                                        </p:tav>
                                      </p:tavLst>
                                    </p:anim>
                                    <p:anim calcmode="lin" valueType="num">
                                      <p:cBhvr>
                                        <p:cTn id="38" dur="1000" fill="hold"/>
                                        <p:tgtEl>
                                          <p:spTgt spid="41"/>
                                        </p:tgtEl>
                                        <p:attrNameLst>
                                          <p:attrName>ppt_h</p:attrName>
                                        </p:attrNameLst>
                                      </p:cBhvr>
                                      <p:tavLst>
                                        <p:tav tm="0">
                                          <p:val>
                                            <p:strVal val="#ppt_h"/>
                                          </p:val>
                                        </p:tav>
                                        <p:tav tm="100000">
                                          <p:val>
                                            <p:strVal val="#ppt_h"/>
                                          </p:val>
                                        </p:tav>
                                      </p:tavLst>
                                    </p:anim>
                                    <p:animEffect transition="in" filter="fade">
                                      <p:cBhvr>
                                        <p:cTn id="39" dur="1000"/>
                                        <p:tgtEl>
                                          <p:spTgt spid="41"/>
                                        </p:tgtEl>
                                      </p:cBhvr>
                                    </p:animEffect>
                                  </p:childTnLst>
                                </p:cTn>
                              </p:par>
                              <p:par>
                                <p:cTn id="40" presetID="50" presetClass="entr" presetSubtype="0" decel="100000"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 calcmode="lin" valueType="num">
                                      <p:cBhvr>
                                        <p:cTn id="42" dur="1000" fill="hold"/>
                                        <p:tgtEl>
                                          <p:spTgt spid="42"/>
                                        </p:tgtEl>
                                        <p:attrNameLst>
                                          <p:attrName>ppt_w</p:attrName>
                                        </p:attrNameLst>
                                      </p:cBhvr>
                                      <p:tavLst>
                                        <p:tav tm="0">
                                          <p:val>
                                            <p:strVal val="#ppt_w+.3"/>
                                          </p:val>
                                        </p:tav>
                                        <p:tav tm="100000">
                                          <p:val>
                                            <p:strVal val="#ppt_w"/>
                                          </p:val>
                                        </p:tav>
                                      </p:tavLst>
                                    </p:anim>
                                    <p:anim calcmode="lin" valueType="num">
                                      <p:cBhvr>
                                        <p:cTn id="43" dur="1000" fill="hold"/>
                                        <p:tgtEl>
                                          <p:spTgt spid="42"/>
                                        </p:tgtEl>
                                        <p:attrNameLst>
                                          <p:attrName>ppt_h</p:attrName>
                                        </p:attrNameLst>
                                      </p:cBhvr>
                                      <p:tavLst>
                                        <p:tav tm="0">
                                          <p:val>
                                            <p:strVal val="#ppt_h"/>
                                          </p:val>
                                        </p:tav>
                                        <p:tav tm="100000">
                                          <p:val>
                                            <p:strVal val="#ppt_h"/>
                                          </p:val>
                                        </p:tav>
                                      </p:tavLst>
                                    </p:anim>
                                    <p:animEffect transition="in" filter="fade">
                                      <p:cBhvr>
                                        <p:cTn id="44" dur="1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0" y="895501"/>
            <a:ext cx="5623560" cy="4122270"/>
          </a:xfrm>
          <a:prstGeom prst="rect">
            <a:avLst/>
          </a:prstGeom>
          <a:effectLst>
            <a:reflection blurRad="6350" stA="50000" endA="300" endPos="38500" dist="50800" dir="5400000" sy="-100000" algn="bl" rotWithShape="0"/>
          </a:effectLst>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0362204" flipV="1">
            <a:off x="10641227" y="2572533"/>
            <a:ext cx="1293775" cy="343282"/>
          </a:xfrm>
          <a:prstGeom prst="rect">
            <a:avLst/>
          </a:prstGeom>
        </p:spPr>
      </p:pic>
      <p:pic>
        <p:nvPicPr>
          <p:cNvPr id="6" name="图片 5"/>
          <p:cNvPicPr>
            <a:picLocks noChangeAspect="1"/>
          </p:cNvPicPr>
          <p:nvPr/>
        </p:nvPicPr>
        <p:blipFill rotWithShape="1">
          <a:blip r:embed="rId5"/>
          <a:srcRect/>
          <a:stretch>
            <a:fillRect/>
          </a:stretch>
        </p:blipFill>
        <p:spPr>
          <a:xfrm>
            <a:off x="5737859" y="2744174"/>
            <a:ext cx="5063491" cy="157734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advClick="0" advTm="3000">
        <p14:shred/>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par>
                                <p:cTn id="11" presetID="22" presetClass="entr" presetSubtype="4"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古建筑中国风教学策划答辩通用PPT模板"/>
</p:tagLst>
</file>

<file path=ppt/tags/tag2.xml><?xml version="1.0" encoding="utf-8"?>
<p:tagLst xmlns:a="http://schemas.openxmlformats.org/drawingml/2006/main" xmlns:r="http://schemas.openxmlformats.org/officeDocument/2006/relationships" xmlns:p="http://schemas.openxmlformats.org/presentationml/2006/main">
  <p:tag name="KSO_WM_TEMPLATE_TOPIC_ID" val="2869567"/>
  <p:tag name="KSO_WM_TEMPLATE_OUTLINE_ID" val="15"/>
  <p:tag name="KSO_WM_TEMPLATE_SCENE_ID" val="1"/>
  <p:tag name="KSO_WM_TEMPLATE_JOB_ID" val="2"/>
  <p:tag name="KSO_WM_TEMPLATE_TOPIC_DEFAULT"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1333</Words>
  <Application>Microsoft Office PowerPoint</Application>
  <PresentationFormat>宽屏</PresentationFormat>
  <Paragraphs>133</Paragraphs>
  <Slides>20</Slides>
  <Notes>20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20</vt:i4>
      </vt:variant>
    </vt:vector>
  </HeadingPairs>
  <TitlesOfParts>
    <vt:vector size="27" baseType="lpstr">
      <vt:lpstr>字魂36号-正文宋楷</vt:lpstr>
      <vt:lpstr>字魂59号-创粗黑</vt:lpstr>
      <vt:lpstr>字魂73号-江南手书</vt: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古建筑中国风教学策划答辩通用PPT模板</dc:title>
  <dc:creator>NOT NULL</dc:creator>
  <cp:lastModifiedBy>蜜桃收藏馆</cp:lastModifiedBy>
  <cp:revision>40</cp:revision>
  <dcterms:created xsi:type="dcterms:W3CDTF">2018-06-07T09:19:00Z</dcterms:created>
  <dcterms:modified xsi:type="dcterms:W3CDTF">2021-06-06T08:48:05Z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2</vt:lpwstr>
  </property>
  <property fmtid="{D5CDD505-2E9C-101B-9397-08002B2CF9AE}" pid="3" name="KSOProductBuildVer">
    <vt:lpwstr>2052-11.1.0.9584</vt:lpwstr>
  </property>
</Properties>
</file>