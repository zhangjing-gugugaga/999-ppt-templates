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99" r:id="rId2"/>
    <p:sldId id="280" r:id="rId3"/>
    <p:sldId id="281" r:id="rId4"/>
    <p:sldId id="282" r:id="rId5"/>
    <p:sldId id="283" r:id="rId6"/>
    <p:sldId id="284" r:id="rId7"/>
    <p:sldId id="285" r:id="rId8"/>
    <p:sldId id="286" r:id="rId9"/>
    <p:sldId id="288" r:id="rId10"/>
    <p:sldId id="300" r:id="rId11"/>
    <p:sldId id="291" r:id="rId12"/>
    <p:sldId id="292" r:id="rId13"/>
    <p:sldId id="294" r:id="rId14"/>
    <p:sldId id="298" r:id="rId15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B07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152" autoAdjust="0"/>
    <p:restoredTop sz="86784" autoAdjust="0"/>
  </p:normalViewPr>
  <p:slideViewPr>
    <p:cSldViewPr snapToGrid="0">
      <p:cViewPr>
        <p:scale>
          <a:sx n="50" d="100"/>
          <a:sy n="50" d="100"/>
        </p:scale>
        <p:origin x="-2820" y="-14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D4A891-F9A3-44B5-B733-09602E748DCB}" type="datetimeFigureOut">
              <a:rPr lang="zh-CN" altLang="en-US" smtClean="0"/>
              <a:t>2017/9/12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8F1ADB-5708-424B-B98F-4FE8806552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2469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8F1ADB-5708-424B-B98F-4FE8806552F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10479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8F1ADB-5708-424B-B98F-4FE8806552F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28546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8F1ADB-5708-424B-B98F-4FE8806552F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68748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8F1ADB-5708-424B-B98F-4FE8806552F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35273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8F1ADB-5708-424B-B98F-4FE8806552F9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20423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8F1ADB-5708-424B-B98F-4FE8806552F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77398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8F1ADB-5708-424B-B98F-4FE8806552F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61973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8F1ADB-5708-424B-B98F-4FE8806552F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89746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8F1ADB-5708-424B-B98F-4FE8806552F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91207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8F1ADB-5708-424B-B98F-4FE8806552F9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48943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8F1ADB-5708-424B-B98F-4FE8806552F9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68678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8F1ADB-5708-424B-B98F-4FE8806552F9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75946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8F1ADB-5708-424B-B98F-4FE8806552F9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12098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8F1ADB-5708-424B-B98F-4FE8806552F9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18143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4010648"/>
      </p:ext>
    </p:extLst>
  </p:cSld>
  <p:clrMapOvr>
    <a:masterClrMapping/>
  </p:clrMapOvr>
  <p:transition spd="slow" advClick="0" advTm="5000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773610"/>
      </p:ext>
    </p:extLst>
  </p:cSld>
  <p:clrMapOvr>
    <a:masterClrMapping/>
  </p:clrMapOvr>
  <p:transition spd="slow" advClick="0" advTm="5000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4"/>
          <p:cNvSpPr>
            <a:spLocks noGrp="1"/>
          </p:cNvSpPr>
          <p:nvPr>
            <p:ph type="pic" sz="quarter" idx="27" hasCustomPrompt="1"/>
          </p:nvPr>
        </p:nvSpPr>
        <p:spPr>
          <a:xfrm>
            <a:off x="6188074" y="1967002"/>
            <a:ext cx="2087423" cy="2414840"/>
          </a:xfrm>
          <a:prstGeom prst="rect">
            <a:avLst/>
          </a:prstGeom>
        </p:spPr>
        <p:txBody>
          <a:bodyPr vert="horz" anchor="ctr"/>
          <a:lstStyle>
            <a:lvl1pPr algn="ctr">
              <a:defRPr sz="1333" baseline="0">
                <a:latin typeface="Roboto Regular"/>
                <a:cs typeface="Roboto Regular"/>
              </a:defRPr>
            </a:lvl1pPr>
          </a:lstStyle>
          <a:p>
            <a:r>
              <a:rPr lang="zh-CN" altLang="en-US" dirty="0"/>
              <a:t>点击替换图片</a:t>
            </a:r>
            <a:endParaRPr lang="en-US" dirty="0"/>
          </a:p>
        </p:txBody>
      </p:sp>
      <p:sp>
        <p:nvSpPr>
          <p:cNvPr id="8" name="Picture Placeholder 4"/>
          <p:cNvSpPr>
            <a:spLocks noGrp="1"/>
          </p:cNvSpPr>
          <p:nvPr>
            <p:ph type="pic" sz="quarter" idx="26" hasCustomPrompt="1"/>
          </p:nvPr>
        </p:nvSpPr>
        <p:spPr>
          <a:xfrm>
            <a:off x="1007163" y="1946364"/>
            <a:ext cx="2087423" cy="2414840"/>
          </a:xfrm>
          <a:prstGeom prst="rect">
            <a:avLst/>
          </a:prstGeom>
        </p:spPr>
        <p:txBody>
          <a:bodyPr vert="horz" anchor="ctr"/>
          <a:lstStyle>
            <a:lvl1pPr algn="ctr">
              <a:defRPr sz="1333" baseline="0">
                <a:latin typeface="Roboto Regular"/>
                <a:cs typeface="Roboto Regular"/>
              </a:defRPr>
            </a:lvl1pPr>
          </a:lstStyle>
          <a:p>
            <a:r>
              <a:rPr lang="zh-CN" altLang="en-US" dirty="0"/>
              <a:t>点击替换图片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078180"/>
      </p:ext>
    </p:extLst>
  </p:cSld>
  <p:clrMapOvr>
    <a:masterClrMapping/>
  </p:clrMapOvr>
  <p:transition spd="slow" advClick="0" advTm="5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25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8" grpId="0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4"/>
          <p:cNvSpPr>
            <a:spLocks noGrp="1"/>
          </p:cNvSpPr>
          <p:nvPr>
            <p:ph type="pic" sz="quarter" idx="26" hasCustomPrompt="1"/>
          </p:nvPr>
        </p:nvSpPr>
        <p:spPr>
          <a:xfrm>
            <a:off x="2705100" y="2191319"/>
            <a:ext cx="1897552" cy="1921353"/>
          </a:xfrm>
          <a:prstGeom prst="ellipse">
            <a:avLst/>
          </a:prstGeom>
        </p:spPr>
        <p:txBody>
          <a:bodyPr vert="horz" anchor="ctr"/>
          <a:lstStyle>
            <a:lvl1pPr algn="ctr">
              <a:defRPr sz="1333" baseline="0">
                <a:latin typeface="Roboto Regular"/>
                <a:cs typeface="Roboto Regular"/>
              </a:defRPr>
            </a:lvl1pPr>
          </a:lstStyle>
          <a:p>
            <a:r>
              <a:rPr lang="zh-CN" altLang="en-US" dirty="0"/>
              <a:t>点击替换图片</a:t>
            </a:r>
            <a:endParaRPr lang="en-US" dirty="0"/>
          </a:p>
        </p:txBody>
      </p:sp>
      <p:sp>
        <p:nvSpPr>
          <p:cNvPr id="12" name="Picture Placeholder 4"/>
          <p:cNvSpPr>
            <a:spLocks noGrp="1"/>
          </p:cNvSpPr>
          <p:nvPr>
            <p:ph type="pic" sz="quarter" idx="27" hasCustomPrompt="1"/>
          </p:nvPr>
        </p:nvSpPr>
        <p:spPr>
          <a:xfrm>
            <a:off x="5052475" y="2183602"/>
            <a:ext cx="1897552" cy="1921353"/>
          </a:xfrm>
          <a:prstGeom prst="ellipse">
            <a:avLst/>
          </a:prstGeom>
        </p:spPr>
        <p:txBody>
          <a:bodyPr vert="horz" anchor="ctr"/>
          <a:lstStyle>
            <a:lvl1pPr algn="ctr">
              <a:defRPr sz="1333" baseline="0">
                <a:latin typeface="Roboto Regular"/>
                <a:cs typeface="Roboto Regular"/>
              </a:defRPr>
            </a:lvl1pPr>
          </a:lstStyle>
          <a:p>
            <a:r>
              <a:rPr lang="zh-CN" altLang="en-US" dirty="0"/>
              <a:t>点击替换图片</a:t>
            </a:r>
            <a:endParaRPr lang="en-US" dirty="0"/>
          </a:p>
        </p:txBody>
      </p:sp>
      <p:sp>
        <p:nvSpPr>
          <p:cNvPr id="13" name="Picture Placeholder 4"/>
          <p:cNvSpPr>
            <a:spLocks noGrp="1"/>
          </p:cNvSpPr>
          <p:nvPr>
            <p:ph type="pic" sz="quarter" idx="28" hasCustomPrompt="1"/>
          </p:nvPr>
        </p:nvSpPr>
        <p:spPr>
          <a:xfrm>
            <a:off x="7394607" y="2191318"/>
            <a:ext cx="1897552" cy="1921353"/>
          </a:xfrm>
          <a:prstGeom prst="ellipse">
            <a:avLst/>
          </a:prstGeom>
        </p:spPr>
        <p:txBody>
          <a:bodyPr vert="horz" anchor="ctr"/>
          <a:lstStyle>
            <a:lvl1pPr algn="ctr">
              <a:defRPr sz="1333" baseline="0">
                <a:latin typeface="Roboto Regular"/>
                <a:cs typeface="Roboto Regular"/>
              </a:defRPr>
            </a:lvl1pPr>
          </a:lstStyle>
          <a:p>
            <a:r>
              <a:rPr lang="zh-CN" altLang="en-US" dirty="0"/>
              <a:t>点击替换图片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6109779"/>
      </p:ext>
    </p:extLst>
  </p:cSld>
  <p:clrMapOvr>
    <a:masterClrMapping/>
  </p:clrMapOvr>
  <p:transition spd="slow" advClick="0" advTm="5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25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115747" y="104172"/>
            <a:ext cx="11968223" cy="6643868"/>
          </a:xfrm>
          <a:prstGeom prst="rect">
            <a:avLst/>
          </a:prstGeom>
          <a:noFill/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834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61" r:id="rId4"/>
  </p:sldLayoutIdLst>
  <p:transition spd="slow" advClick="0" advTm="5000"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microsoft.com/office/2007/relationships/hdphoto" Target="../media/hdphoto3.wdp"/><Relationship Id="rId5" Type="http://schemas.openxmlformats.org/officeDocument/2006/relationships/image" Target="../media/image5.png"/><Relationship Id="rId4" Type="http://schemas.microsoft.com/office/2007/relationships/hdphoto" Target="../media/hdphoto2.wdp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hdphoto" Target="../media/hdphoto6.wdp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microsoft.com/office/2007/relationships/hdphoto" Target="../media/hdphoto5.wdp"/><Relationship Id="rId5" Type="http://schemas.openxmlformats.org/officeDocument/2006/relationships/image" Target="../media/image7.png"/><Relationship Id="rId4" Type="http://schemas.microsoft.com/office/2007/relationships/hdphoto" Target="../media/hdphoto4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microsoft.com/office/2007/relationships/hdphoto" Target="../media/hdphoto7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8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9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6547" y="497575"/>
            <a:ext cx="3884023" cy="3325653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>
            <a:grayscl/>
          </a:blip>
          <a:stretch>
            <a:fillRect/>
          </a:stretch>
        </p:blipFill>
        <p:spPr>
          <a:xfrm>
            <a:off x="121920" y="2740960"/>
            <a:ext cx="11948159" cy="2799148"/>
          </a:xfrm>
          <a:prstGeom prst="rect">
            <a:avLst/>
          </a:prstGeom>
          <a:noFill/>
        </p:spPr>
      </p:pic>
      <p:sp>
        <p:nvSpPr>
          <p:cNvPr id="13" name="文本框 12"/>
          <p:cNvSpPr txBox="1"/>
          <p:nvPr/>
        </p:nvSpPr>
        <p:spPr>
          <a:xfrm>
            <a:off x="3984060" y="1524857"/>
            <a:ext cx="3877985" cy="1107996"/>
          </a:xfrm>
          <a:prstGeom prst="rect">
            <a:avLst/>
          </a:prstGeom>
          <a:solidFill>
            <a:schemeClr val="bg1">
              <a:alpha val="65000"/>
            </a:schemeClr>
          </a:solidFill>
        </p:spPr>
        <p:txBody>
          <a:bodyPr vert="horz" wrap="none" rtlCol="0">
            <a:spAutoFit/>
          </a:bodyPr>
          <a:lstStyle/>
          <a:p>
            <a:r>
              <a:rPr lang="zh-CN" altLang="en-US" sz="6600" spc="600" dirty="0" smtClean="0">
                <a:gradFill>
                  <a:gsLst>
                    <a:gs pos="0">
                      <a:schemeClr val="tx1"/>
                    </a:gs>
                    <a:gs pos="100000">
                      <a:schemeClr val="accent1">
                        <a:lumMod val="50000"/>
                      </a:schemeClr>
                    </a:gs>
                  </a:gsLst>
                  <a:lin ang="0" scaled="0"/>
                </a:gradFill>
                <a:latin typeface="方正清刻本悦宋简体" panose="02000000000000000000" pitchFamily="2" charset="-122"/>
                <a:ea typeface="方正清刻本悦宋简体" panose="02000000000000000000" pitchFamily="2" charset="-122"/>
                <a:cs typeface="Tahoma" panose="020B0604030504040204" pitchFamily="34" charset="0"/>
              </a:rPr>
              <a:t>清雅之风</a:t>
            </a:r>
            <a:endParaRPr lang="zh-CN" altLang="en-US" sz="6600" spc="600" dirty="0">
              <a:gradFill>
                <a:gsLst>
                  <a:gs pos="0">
                    <a:schemeClr val="tx1"/>
                  </a:gs>
                  <a:gs pos="100000">
                    <a:schemeClr val="accent1">
                      <a:lumMod val="50000"/>
                    </a:schemeClr>
                  </a:gs>
                </a:gsLst>
                <a:lin ang="0" scaled="0"/>
              </a:gradFill>
              <a:latin typeface="方正清刻本悦宋简体" panose="02000000000000000000" pitchFamily="2" charset="-122"/>
              <a:ea typeface="方正清刻本悦宋简体" panose="02000000000000000000" pitchFamily="2" charset="-122"/>
              <a:cs typeface="Tahoma" panose="020B0604030504040204" pitchFamily="34" charset="0"/>
            </a:endParaRPr>
          </a:p>
        </p:txBody>
      </p:sp>
      <p:sp>
        <p:nvSpPr>
          <p:cNvPr id="14" name="TextBox 10"/>
          <p:cNvSpPr txBox="1"/>
          <p:nvPr/>
        </p:nvSpPr>
        <p:spPr>
          <a:xfrm>
            <a:off x="2868371" y="3483980"/>
            <a:ext cx="6001643" cy="194802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>
              <a:lnSpc>
                <a:spcPct val="30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</a:rPr>
              <a:t>秋风起兮白云飞，草木黄落兮雁南归。</a:t>
            </a:r>
            <a:br>
              <a:rPr lang="zh-CN" altLang="en-US" sz="14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</a:rPr>
              <a:t>兰有秀兮菊有芳，怀佳人兮不能忘。</a:t>
            </a:r>
            <a:br>
              <a:rPr lang="zh-CN" altLang="en-US" sz="14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</a:rPr>
              <a:t>泛楼船兮济汾河，横中流兮扬素波。</a:t>
            </a:r>
            <a:br>
              <a:rPr lang="zh-CN" altLang="en-US" sz="14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</a:rPr>
              <a:t>箫鼓鸣兮发棹歌，欢乐极兮哀情多。</a:t>
            </a:r>
            <a:br>
              <a:rPr lang="zh-CN" altLang="en-US" sz="14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</a:rPr>
              <a:t>少壮几时兮奈老何！</a:t>
            </a:r>
          </a:p>
        </p:txBody>
      </p:sp>
    </p:spTree>
    <p:extLst>
      <p:ext uri="{BB962C8B-B14F-4D97-AF65-F5344CB8AC3E}">
        <p14:creationId xmlns:p14="http://schemas.microsoft.com/office/powerpoint/2010/main" val="123913395"/>
      </p:ext>
    </p:extLst>
  </p:cSld>
  <p:clrMapOvr>
    <a:masterClrMapping/>
  </p:clrMapOvr>
  <p:transition spd="slow" advClick="0" advTm="5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0005360" y="3035451"/>
            <a:ext cx="677108" cy="90024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3200" b="1" dirty="0">
                <a:solidFill>
                  <a:srgbClr val="445448"/>
                </a:solidFill>
              </a:rPr>
              <a:t>目录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7201425" y="2212521"/>
            <a:ext cx="461665" cy="784830"/>
          </a:xfrm>
          <a:prstGeom prst="rect">
            <a:avLst/>
          </a:prstGeom>
          <a:noFill/>
          <a:ln>
            <a:solidFill>
              <a:srgbClr val="445448"/>
            </a:solidFill>
          </a:ln>
        </p:spPr>
        <p:txBody>
          <a:bodyPr vert="eaVert" wrap="none" rtlCol="0">
            <a:spAutoFit/>
          </a:bodyPr>
          <a:lstStyle/>
          <a:p>
            <a:r>
              <a:rPr lang="zh-CN" altLang="en-US" dirty="0">
                <a:solidFill>
                  <a:srgbClr val="445448"/>
                </a:solidFill>
              </a:rPr>
              <a:t>第一章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6985000" y="2212521"/>
            <a:ext cx="1" cy="2511879"/>
          </a:xfrm>
          <a:prstGeom prst="line">
            <a:avLst/>
          </a:prstGeom>
          <a:ln>
            <a:solidFill>
              <a:srgbClr val="4454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5507673" y="3108266"/>
            <a:ext cx="1477328" cy="1169551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rPr>
              <a:t>请在这里，</a:t>
            </a: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</a:rPr>
              <a:t>输入副标</a:t>
            </a: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+mj-ea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</a:rPr>
              <a:t>题输入副标题</a:t>
            </a:r>
          </a:p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+mj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067815" y="2212521"/>
            <a:ext cx="461665" cy="784830"/>
          </a:xfrm>
          <a:prstGeom prst="rect">
            <a:avLst/>
          </a:prstGeom>
          <a:noFill/>
          <a:ln>
            <a:solidFill>
              <a:srgbClr val="445448"/>
            </a:solidFill>
          </a:ln>
        </p:spPr>
        <p:txBody>
          <a:bodyPr vert="eaVert" wrap="none" rtlCol="0">
            <a:spAutoFit/>
          </a:bodyPr>
          <a:lstStyle/>
          <a:p>
            <a:r>
              <a:rPr lang="zh-CN" altLang="en-US" dirty="0">
                <a:solidFill>
                  <a:srgbClr val="445448"/>
                </a:solidFill>
              </a:rPr>
              <a:t>第二章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4851390" y="2212521"/>
            <a:ext cx="1" cy="2511879"/>
          </a:xfrm>
          <a:prstGeom prst="line">
            <a:avLst/>
          </a:prstGeom>
          <a:ln>
            <a:solidFill>
              <a:srgbClr val="4454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3374063" y="3108266"/>
            <a:ext cx="1477328" cy="1169551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rPr>
              <a:t>请在这里，</a:t>
            </a: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</a:rPr>
              <a:t>输入副标</a:t>
            </a: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+mj-ea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</a:rPr>
              <a:t>题输入副标题</a:t>
            </a:r>
          </a:p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+mj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912398" y="2212521"/>
            <a:ext cx="461665" cy="784830"/>
          </a:xfrm>
          <a:prstGeom prst="rect">
            <a:avLst/>
          </a:prstGeom>
          <a:noFill/>
          <a:ln>
            <a:solidFill>
              <a:srgbClr val="445448"/>
            </a:solidFill>
          </a:ln>
        </p:spPr>
        <p:txBody>
          <a:bodyPr vert="eaVert" wrap="none" rtlCol="0">
            <a:spAutoFit/>
          </a:bodyPr>
          <a:lstStyle/>
          <a:p>
            <a:r>
              <a:rPr lang="zh-CN" altLang="en-US" dirty="0">
                <a:solidFill>
                  <a:srgbClr val="445448"/>
                </a:solidFill>
              </a:rPr>
              <a:t>第三章</a:t>
            </a:r>
          </a:p>
        </p:txBody>
      </p:sp>
      <p:cxnSp>
        <p:nvCxnSpPr>
          <p:cNvPr id="17" name="直接连接符 16"/>
          <p:cNvCxnSpPr/>
          <p:nvPr/>
        </p:nvCxnSpPr>
        <p:spPr>
          <a:xfrm>
            <a:off x="2695973" y="2212521"/>
            <a:ext cx="1" cy="2511879"/>
          </a:xfrm>
          <a:prstGeom prst="line">
            <a:avLst/>
          </a:prstGeom>
          <a:ln>
            <a:solidFill>
              <a:srgbClr val="4454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1218646" y="3108266"/>
            <a:ext cx="1477328" cy="1169551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rPr>
              <a:t>请在这里，</a:t>
            </a: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</a:rPr>
              <a:t>输入副标</a:t>
            </a: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+mj-ea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</a:rPr>
              <a:t>题输入副标题</a:t>
            </a:r>
          </a:p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460843603"/>
      </p:ext>
    </p:extLst>
  </p:cSld>
  <p:clrMapOvr>
    <a:masterClrMapping/>
  </p:clrMapOvr>
  <p:transition spd="slow" advClick="0" advTm="5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7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25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875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125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11" grpId="0"/>
      <p:bldP spid="13" grpId="0" animBg="1"/>
      <p:bldP spid="15" grpId="0"/>
      <p:bldP spid="16" grpId="0" animBg="1"/>
      <p:bldP spid="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0044340" y="2164896"/>
            <a:ext cx="461665" cy="784830"/>
          </a:xfrm>
          <a:prstGeom prst="rect">
            <a:avLst/>
          </a:prstGeom>
          <a:noFill/>
          <a:ln>
            <a:solidFill>
              <a:srgbClr val="445448"/>
            </a:solidFill>
          </a:ln>
        </p:spPr>
        <p:txBody>
          <a:bodyPr vert="eaVert" wrap="none" rtlCol="0">
            <a:spAutoFit/>
          </a:bodyPr>
          <a:lstStyle/>
          <a:p>
            <a:r>
              <a:rPr lang="zh-CN" altLang="en-US" dirty="0">
                <a:solidFill>
                  <a:srgbClr val="445448"/>
                </a:solidFill>
              </a:rPr>
              <a:t>第一章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9827915" y="2164896"/>
            <a:ext cx="1" cy="2511879"/>
          </a:xfrm>
          <a:prstGeom prst="line">
            <a:avLst/>
          </a:prstGeom>
          <a:ln>
            <a:solidFill>
              <a:srgbClr val="4454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8350588" y="3060641"/>
            <a:ext cx="1477328" cy="1169551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rPr>
              <a:t>请在这里，</a:t>
            </a: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</a:rPr>
              <a:t>输入副标</a:t>
            </a: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+mj-ea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</a:rPr>
              <a:t>题输入副标题</a:t>
            </a:r>
          </a:p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+mj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722239" y="3096618"/>
            <a:ext cx="1431161" cy="1186030"/>
          </a:xfrm>
          <a:prstGeom prst="rect">
            <a:avLst/>
          </a:prstGeom>
        </p:spPr>
        <p:txBody>
          <a:bodyPr vert="eaVert"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600" dirty="0">
                <a:solidFill>
                  <a:schemeClr val="bg1">
                    <a:lumMod val="75000"/>
                  </a:schemeClr>
                </a:solidFill>
              </a:rPr>
              <a:t>ICIBA English for the majority of users to provide online translation, online dictionary, spoken English, English learning materials, Chinese dictionary, </a:t>
            </a:r>
            <a:r>
              <a:rPr lang="en-US" altLang="zh-CN" sz="600" dirty="0" err="1">
                <a:solidFill>
                  <a:schemeClr val="bg1">
                    <a:lumMod val="75000"/>
                  </a:schemeClr>
                </a:solidFill>
              </a:rPr>
              <a:t>Kingsoft</a:t>
            </a:r>
            <a:r>
              <a:rPr lang="en-US" altLang="zh-CN" sz="600" dirty="0">
                <a:solidFill>
                  <a:schemeClr val="bg1">
                    <a:lumMod val="75000"/>
                  </a:schemeClr>
                </a:solidFill>
              </a:rPr>
              <a:t> downloading services, is committed to provide you with quality authoritative online English service is 50 million English learners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2" y="2208257"/>
            <a:ext cx="5609095" cy="4543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326443"/>
      </p:ext>
    </p:extLst>
  </p:cSld>
  <p:clrMapOvr>
    <a:masterClrMapping/>
  </p:clrMapOvr>
  <p:transition spd="slow" advClick="0" advTm="5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7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5068382" y="570199"/>
            <a:ext cx="1500784" cy="629194"/>
            <a:chOff x="5068382" y="570199"/>
            <a:chExt cx="1500784" cy="629194"/>
          </a:xfrm>
        </p:grpSpPr>
        <p:grpSp>
          <p:nvGrpSpPr>
            <p:cNvPr id="7" name="组合 6"/>
            <p:cNvGrpSpPr/>
            <p:nvPr/>
          </p:nvGrpSpPr>
          <p:grpSpPr>
            <a:xfrm>
              <a:off x="5068382" y="570199"/>
              <a:ext cx="1500784" cy="629194"/>
              <a:chOff x="4619533" y="570199"/>
              <a:chExt cx="1500784" cy="629194"/>
            </a:xfrm>
          </p:grpSpPr>
          <p:sp>
            <p:nvSpPr>
              <p:cNvPr id="4" name="矩形 3"/>
              <p:cNvSpPr/>
              <p:nvPr/>
            </p:nvSpPr>
            <p:spPr>
              <a:xfrm>
                <a:off x="4941757" y="570199"/>
                <a:ext cx="1178560" cy="629194"/>
              </a:xfrm>
              <a:prstGeom prst="rect">
                <a:avLst/>
              </a:prstGeom>
              <a:noFill/>
              <a:ln w="38100">
                <a:solidFill>
                  <a:srgbClr val="44544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文本框 4"/>
              <p:cNvSpPr txBox="1"/>
              <p:nvPr/>
            </p:nvSpPr>
            <p:spPr>
              <a:xfrm>
                <a:off x="4619533" y="622770"/>
                <a:ext cx="1415772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rtlCol="0">
                <a:spAutoFit/>
              </a:bodyPr>
              <a:lstStyle/>
              <a:p>
                <a:r>
                  <a:rPr lang="zh-CN" altLang="en-US" sz="2400" dirty="0" smtClean="0">
                    <a:solidFill>
                      <a:srgbClr val="445448"/>
                    </a:solidFill>
                    <a:latin typeface="+mn-ea"/>
                    <a:cs typeface="Tahoma" panose="020B0604030504040204" pitchFamily="34" charset="0"/>
                  </a:rPr>
                  <a:t>清雅之风</a:t>
                </a:r>
                <a:endParaRPr lang="zh-CN" altLang="en-US" sz="2400" dirty="0">
                  <a:solidFill>
                    <a:srgbClr val="445448"/>
                  </a:solidFill>
                  <a:latin typeface="+mn-ea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9" name="矩形 8"/>
            <p:cNvSpPr/>
            <p:nvPr/>
          </p:nvSpPr>
          <p:spPr>
            <a:xfrm>
              <a:off x="5620615" y="1003406"/>
              <a:ext cx="772969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600" dirty="0">
                  <a:solidFill>
                    <a:schemeClr val="bg1">
                      <a:lumMod val="50000"/>
                    </a:schemeClr>
                  </a:solidFill>
                </a:rPr>
                <a:t>LOVE CHINA WIND</a:t>
              </a:r>
              <a:endParaRPr lang="zh-CN" altLang="en-US" sz="6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3187138" y="1748788"/>
            <a:ext cx="5893921" cy="157257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>
              <a:lnSpc>
                <a:spcPct val="30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</a:rPr>
              <a:t>义公习禅处，结宇依空林。</a:t>
            </a:r>
            <a:br>
              <a:rPr lang="zh-CN" altLang="en-US" sz="14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</a:rPr>
              <a:t>户外一峰秀，阶前众壑深。</a:t>
            </a:r>
            <a:br>
              <a:rPr lang="zh-CN" altLang="en-US" sz="14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</a:rPr>
              <a:t>夕阳连雨足，空翠落庭阴。</a:t>
            </a:r>
            <a:br>
              <a:rPr lang="zh-CN" altLang="en-US" sz="14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</a:rPr>
              <a:t>看取莲花净，应知不染心。</a:t>
            </a:r>
            <a:br>
              <a:rPr lang="zh-CN" altLang="en-US" sz="14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</a:rPr>
              <a:t>题大禹寺义公禅房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121920" y="3624880"/>
            <a:ext cx="11948159" cy="279914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15589480"/>
      </p:ext>
    </p:extLst>
  </p:cSld>
  <p:clrMapOvr>
    <a:masterClrMapping/>
  </p:clrMapOvr>
  <p:transition spd="slow" advClick="0" advTm="5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25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6166" y="2314937"/>
            <a:ext cx="5305834" cy="4543063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CrisscrossEtching/>
                    </a14:imgEffect>
                    <a14:imgEffect>
                      <a14:brightnessContrast bright="1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60918" y="2910841"/>
            <a:ext cx="2215591" cy="3947160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068382" y="570199"/>
            <a:ext cx="1500784" cy="629194"/>
            <a:chOff x="5068382" y="570199"/>
            <a:chExt cx="1500784" cy="629194"/>
          </a:xfrm>
        </p:grpSpPr>
        <p:grpSp>
          <p:nvGrpSpPr>
            <p:cNvPr id="7" name="组合 6"/>
            <p:cNvGrpSpPr/>
            <p:nvPr/>
          </p:nvGrpSpPr>
          <p:grpSpPr>
            <a:xfrm>
              <a:off x="5068382" y="570199"/>
              <a:ext cx="1500784" cy="629194"/>
              <a:chOff x="4619533" y="570199"/>
              <a:chExt cx="1500784" cy="629194"/>
            </a:xfrm>
          </p:grpSpPr>
          <p:sp>
            <p:nvSpPr>
              <p:cNvPr id="4" name="矩形 3"/>
              <p:cNvSpPr/>
              <p:nvPr/>
            </p:nvSpPr>
            <p:spPr>
              <a:xfrm>
                <a:off x="4941757" y="570199"/>
                <a:ext cx="1178560" cy="629194"/>
              </a:xfrm>
              <a:prstGeom prst="rect">
                <a:avLst/>
              </a:prstGeom>
              <a:noFill/>
              <a:ln w="38100">
                <a:solidFill>
                  <a:srgbClr val="44544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文本框 4"/>
              <p:cNvSpPr txBox="1"/>
              <p:nvPr/>
            </p:nvSpPr>
            <p:spPr>
              <a:xfrm>
                <a:off x="4619533" y="622770"/>
                <a:ext cx="1415772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rtlCol="0">
                <a:spAutoFit/>
              </a:bodyPr>
              <a:lstStyle/>
              <a:p>
                <a:r>
                  <a:rPr lang="zh-CN" altLang="en-US" sz="2400" dirty="0" smtClean="0">
                    <a:solidFill>
                      <a:srgbClr val="445448"/>
                    </a:solidFill>
                    <a:latin typeface="+mn-ea"/>
                    <a:cs typeface="Tahoma" panose="020B0604030504040204" pitchFamily="34" charset="0"/>
                  </a:rPr>
                  <a:t>清雅之风</a:t>
                </a:r>
                <a:endParaRPr lang="zh-CN" altLang="en-US" sz="2400" dirty="0">
                  <a:solidFill>
                    <a:srgbClr val="445448"/>
                  </a:solidFill>
                  <a:latin typeface="+mn-ea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9" name="矩形 8"/>
            <p:cNvSpPr/>
            <p:nvPr/>
          </p:nvSpPr>
          <p:spPr>
            <a:xfrm>
              <a:off x="5620615" y="1003406"/>
              <a:ext cx="772969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600" dirty="0">
                  <a:solidFill>
                    <a:schemeClr val="bg1">
                      <a:lumMod val="50000"/>
                    </a:schemeClr>
                  </a:solidFill>
                </a:rPr>
                <a:t>LOVE CHINA WIND</a:t>
              </a:r>
              <a:endParaRPr lang="zh-CN" altLang="en-US" sz="6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13" name="椭圆 12"/>
          <p:cNvSpPr/>
          <p:nvPr/>
        </p:nvSpPr>
        <p:spPr>
          <a:xfrm>
            <a:off x="1129859" y="2064891"/>
            <a:ext cx="2643860" cy="2643861"/>
          </a:xfrm>
          <a:prstGeom prst="ellipse">
            <a:avLst/>
          </a:prstGeom>
          <a:noFill/>
          <a:ln>
            <a:solidFill>
              <a:srgbClr val="44544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4305616" y="2600532"/>
            <a:ext cx="4062651" cy="157257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</a:rPr>
              <a:t>义公习禅处，结宇依空林。</a:t>
            </a:r>
            <a:br>
              <a:rPr lang="zh-CN" altLang="en-US" sz="14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</a:rPr>
              <a:t>户外一峰秀，阶前众壑深。</a:t>
            </a:r>
            <a:br>
              <a:rPr lang="zh-CN" altLang="en-US" sz="14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</a:rPr>
              <a:t>夕阳连雨足，空翠落庭阴。</a:t>
            </a:r>
            <a:br>
              <a:rPr lang="zh-CN" altLang="en-US" sz="14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</a:rPr>
              <a:t>看取莲花净，应知不染心。</a:t>
            </a:r>
            <a:br>
              <a:rPr lang="zh-CN" altLang="en-US" sz="14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</a:rPr>
              <a:t>题大禹寺义公禅房</a:t>
            </a:r>
          </a:p>
        </p:txBody>
      </p:sp>
      <p:sp>
        <p:nvSpPr>
          <p:cNvPr id="17" name="文本框 5"/>
          <p:cNvSpPr txBox="1"/>
          <p:nvPr/>
        </p:nvSpPr>
        <p:spPr>
          <a:xfrm>
            <a:off x="8712529" y="2644074"/>
            <a:ext cx="400110" cy="1169551"/>
          </a:xfrm>
          <a:prstGeom prst="rect">
            <a:avLst/>
          </a:prstGeom>
          <a:noFill/>
          <a:ln>
            <a:solidFill>
              <a:srgbClr val="445448"/>
            </a:solidFill>
          </a:ln>
        </p:spPr>
        <p:txBody>
          <a:bodyPr vert="eaVert" wrap="none" rtlCol="0">
            <a:spAutoFit/>
          </a:bodyPr>
          <a:lstStyle/>
          <a:p>
            <a:r>
              <a:rPr lang="zh-CN" altLang="en-US" sz="1400" dirty="0">
                <a:solidFill>
                  <a:srgbClr val="445448"/>
                </a:solidFill>
              </a:rPr>
              <a:t>这里输入标题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4334191" y="2644074"/>
            <a:ext cx="0" cy="15290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4762380" y="2644074"/>
            <a:ext cx="0" cy="132150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5190569" y="2644074"/>
            <a:ext cx="0" cy="132150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5618758" y="2644074"/>
            <a:ext cx="0" cy="128975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6046947" y="2644074"/>
            <a:ext cx="0" cy="128975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6475136" y="2644074"/>
            <a:ext cx="0" cy="128975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6903325" y="2644074"/>
            <a:ext cx="0" cy="128975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7331514" y="2644074"/>
            <a:ext cx="0" cy="15290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7759700" y="2644074"/>
            <a:ext cx="0" cy="132150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7964191"/>
      </p:ext>
    </p:extLst>
  </p:cSld>
  <p:clrMapOvr>
    <a:masterClrMapping/>
  </p:clrMapOvr>
  <p:transition spd="slow" advClick="0" advTm="5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25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75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25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7500"/>
                            </p:stCondLst>
                            <p:childTnLst>
                              <p:par>
                                <p:cTn id="4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8750"/>
                            </p:stCondLst>
                            <p:childTnLst>
                              <p:par>
                                <p:cTn id="4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0"/>
                            </p:stCondLst>
                            <p:childTnLst>
                              <p:par>
                                <p:cTn id="5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1250"/>
                            </p:stCondLst>
                            <p:childTnLst>
                              <p:par>
                                <p:cTn id="5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2500"/>
                            </p:stCondLst>
                            <p:childTnLst>
                              <p:par>
                                <p:cTn id="6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3750"/>
                            </p:stCondLst>
                            <p:childTnLst>
                              <p:par>
                                <p:cTn id="7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5068382" y="570199"/>
            <a:ext cx="1500784" cy="629194"/>
            <a:chOff x="5068382" y="570199"/>
            <a:chExt cx="1500784" cy="629194"/>
          </a:xfrm>
        </p:grpSpPr>
        <p:grpSp>
          <p:nvGrpSpPr>
            <p:cNvPr id="7" name="组合 6"/>
            <p:cNvGrpSpPr/>
            <p:nvPr/>
          </p:nvGrpSpPr>
          <p:grpSpPr>
            <a:xfrm>
              <a:off x="5068382" y="570199"/>
              <a:ext cx="1500784" cy="629194"/>
              <a:chOff x="4619533" y="570199"/>
              <a:chExt cx="1500784" cy="629194"/>
            </a:xfrm>
          </p:grpSpPr>
          <p:sp>
            <p:nvSpPr>
              <p:cNvPr id="4" name="矩形 3"/>
              <p:cNvSpPr/>
              <p:nvPr/>
            </p:nvSpPr>
            <p:spPr>
              <a:xfrm>
                <a:off x="4941757" y="570199"/>
                <a:ext cx="1178560" cy="629194"/>
              </a:xfrm>
              <a:prstGeom prst="rect">
                <a:avLst/>
              </a:prstGeom>
              <a:noFill/>
              <a:ln w="38100">
                <a:solidFill>
                  <a:srgbClr val="44544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文本框 4"/>
              <p:cNvSpPr txBox="1"/>
              <p:nvPr/>
            </p:nvSpPr>
            <p:spPr>
              <a:xfrm>
                <a:off x="4619533" y="622770"/>
                <a:ext cx="1415772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rtlCol="0">
                <a:spAutoFit/>
              </a:bodyPr>
              <a:lstStyle/>
              <a:p>
                <a:r>
                  <a:rPr lang="zh-CN" altLang="en-US" sz="2400" dirty="0" smtClean="0">
                    <a:solidFill>
                      <a:srgbClr val="445448"/>
                    </a:solidFill>
                    <a:latin typeface="+mn-ea"/>
                    <a:cs typeface="Tahoma" panose="020B0604030504040204" pitchFamily="34" charset="0"/>
                  </a:rPr>
                  <a:t>清雅之风</a:t>
                </a:r>
                <a:endParaRPr lang="zh-CN" altLang="en-US" sz="2400" dirty="0">
                  <a:solidFill>
                    <a:srgbClr val="445448"/>
                  </a:solidFill>
                  <a:latin typeface="+mn-ea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9" name="矩形 8"/>
            <p:cNvSpPr/>
            <p:nvPr/>
          </p:nvSpPr>
          <p:spPr>
            <a:xfrm>
              <a:off x="5620615" y="1003406"/>
              <a:ext cx="772969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600" dirty="0">
                  <a:solidFill>
                    <a:schemeClr val="bg1">
                      <a:lumMod val="50000"/>
                    </a:schemeClr>
                  </a:solidFill>
                </a:rPr>
                <a:t>LOVE CHINA WIND</a:t>
              </a:r>
              <a:endParaRPr lang="zh-CN" altLang="en-US" sz="6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3" name="矩形 2"/>
          <p:cNvSpPr/>
          <p:nvPr/>
        </p:nvSpPr>
        <p:spPr>
          <a:xfrm rot="2700000">
            <a:off x="2076450" y="1943100"/>
            <a:ext cx="900000" cy="900000"/>
          </a:xfrm>
          <a:prstGeom prst="rect">
            <a:avLst/>
          </a:prstGeom>
          <a:noFill/>
          <a:ln>
            <a:solidFill>
              <a:srgbClr val="44544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1" name="矩形 30"/>
          <p:cNvSpPr/>
          <p:nvPr/>
        </p:nvSpPr>
        <p:spPr>
          <a:xfrm rot="2700000">
            <a:off x="4216688" y="1943100"/>
            <a:ext cx="900000" cy="900000"/>
          </a:xfrm>
          <a:prstGeom prst="rect">
            <a:avLst/>
          </a:prstGeom>
          <a:noFill/>
          <a:ln>
            <a:solidFill>
              <a:srgbClr val="44544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2" name="矩形 31"/>
          <p:cNvSpPr/>
          <p:nvPr/>
        </p:nvSpPr>
        <p:spPr>
          <a:xfrm rot="2700000">
            <a:off x="6356926" y="1943100"/>
            <a:ext cx="900000" cy="900000"/>
          </a:xfrm>
          <a:prstGeom prst="rect">
            <a:avLst/>
          </a:prstGeom>
          <a:noFill/>
          <a:ln>
            <a:solidFill>
              <a:srgbClr val="44544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3" name="矩形 32"/>
          <p:cNvSpPr/>
          <p:nvPr/>
        </p:nvSpPr>
        <p:spPr>
          <a:xfrm rot="2700000">
            <a:off x="8497165" y="1943100"/>
            <a:ext cx="900000" cy="900000"/>
          </a:xfrm>
          <a:prstGeom prst="rect">
            <a:avLst/>
          </a:prstGeom>
          <a:noFill/>
          <a:ln>
            <a:solidFill>
              <a:srgbClr val="44544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1753682" y="3394230"/>
            <a:ext cx="209441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毕竟西湖六月中，</a:t>
            </a:r>
            <a:b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风光不与四时同。</a:t>
            </a: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20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接天莲叶无穷碧，</a:t>
            </a:r>
            <a:b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3925923" y="3394230"/>
            <a:ext cx="209441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毕竟西湖六月中，</a:t>
            </a:r>
            <a:b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风光不与四时同。</a:t>
            </a: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20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映日荷花别样红。</a:t>
            </a:r>
            <a:b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6020341" y="3394230"/>
            <a:ext cx="209441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毕竟西湖六月中，</a:t>
            </a:r>
            <a:b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风光不与四时同。</a:t>
            </a: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20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接天莲叶无穷碧，</a:t>
            </a:r>
            <a:b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映日荷花别样红。</a:t>
            </a:r>
            <a:b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8190959" y="3394230"/>
            <a:ext cx="209441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毕竟西湖六月中，</a:t>
            </a:r>
            <a:b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风光不与四时同。</a:t>
            </a: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20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接天莲叶无穷碧，</a:t>
            </a:r>
            <a:b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映日荷花别样红。</a:t>
            </a:r>
            <a:b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9769192"/>
      </p:ext>
    </p:extLst>
  </p:cSld>
  <p:clrMapOvr>
    <a:masterClrMapping/>
  </p:clrMapOvr>
  <p:transition spd="slow" advClick="0" advTm="5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25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75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250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7500"/>
                            </p:stCondLst>
                            <p:childTnLst>
                              <p:par>
                                <p:cTn id="4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8750"/>
                            </p:stCondLst>
                            <p:childTnLst>
                              <p:par>
                                <p:cTn id="4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0"/>
                            </p:stCondLst>
                            <p:childTnLst>
                              <p:par>
                                <p:cTn id="5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1" grpId="0" animBg="1"/>
      <p:bldP spid="32" grpId="0" animBg="1"/>
      <p:bldP spid="33" grpId="0" animBg="1"/>
      <p:bldP spid="8" grpId="0"/>
      <p:bldP spid="34" grpId="0"/>
      <p:bldP spid="35" grpId="0"/>
      <p:bldP spid="3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5068382" y="570199"/>
            <a:ext cx="1500784" cy="629194"/>
            <a:chOff x="5068382" y="570199"/>
            <a:chExt cx="1500784" cy="629194"/>
          </a:xfrm>
        </p:grpSpPr>
        <p:grpSp>
          <p:nvGrpSpPr>
            <p:cNvPr id="7" name="组合 6"/>
            <p:cNvGrpSpPr/>
            <p:nvPr/>
          </p:nvGrpSpPr>
          <p:grpSpPr>
            <a:xfrm>
              <a:off x="5068382" y="570199"/>
              <a:ext cx="1500784" cy="629194"/>
              <a:chOff x="4619533" y="570199"/>
              <a:chExt cx="1500784" cy="629194"/>
            </a:xfrm>
          </p:grpSpPr>
          <p:sp>
            <p:nvSpPr>
              <p:cNvPr id="4" name="矩形 3"/>
              <p:cNvSpPr/>
              <p:nvPr/>
            </p:nvSpPr>
            <p:spPr>
              <a:xfrm>
                <a:off x="4941757" y="570199"/>
                <a:ext cx="1178560" cy="629194"/>
              </a:xfrm>
              <a:prstGeom prst="rect">
                <a:avLst/>
              </a:prstGeom>
              <a:noFill/>
              <a:ln w="38100">
                <a:solidFill>
                  <a:srgbClr val="44544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文本框 4"/>
              <p:cNvSpPr txBox="1"/>
              <p:nvPr/>
            </p:nvSpPr>
            <p:spPr>
              <a:xfrm>
                <a:off x="4619533" y="622770"/>
                <a:ext cx="1415772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rtlCol="0">
                <a:spAutoFit/>
              </a:bodyPr>
              <a:lstStyle/>
              <a:p>
                <a:r>
                  <a:rPr lang="zh-CN" altLang="en-US" sz="2400" dirty="0" smtClean="0">
                    <a:solidFill>
                      <a:srgbClr val="445448"/>
                    </a:solidFill>
                    <a:latin typeface="+mn-ea"/>
                    <a:cs typeface="Tahoma" panose="020B0604030504040204" pitchFamily="34" charset="0"/>
                  </a:rPr>
                  <a:t>清雅之风</a:t>
                </a:r>
                <a:endParaRPr lang="zh-CN" altLang="en-US" sz="2400" dirty="0">
                  <a:solidFill>
                    <a:srgbClr val="445448"/>
                  </a:solidFill>
                  <a:latin typeface="+mn-ea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9" name="矩形 8"/>
            <p:cNvSpPr/>
            <p:nvPr/>
          </p:nvSpPr>
          <p:spPr>
            <a:xfrm>
              <a:off x="5620615" y="1003406"/>
              <a:ext cx="772969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600" dirty="0">
                  <a:solidFill>
                    <a:schemeClr val="bg1">
                      <a:lumMod val="50000"/>
                    </a:schemeClr>
                  </a:solidFill>
                </a:rPr>
                <a:t>LOVE CHINA WIND</a:t>
              </a:r>
              <a:endParaRPr lang="zh-CN" altLang="en-US" sz="6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6" name="矩形 5"/>
          <p:cNvSpPr/>
          <p:nvPr/>
        </p:nvSpPr>
        <p:spPr>
          <a:xfrm>
            <a:off x="3730716" y="2808012"/>
            <a:ext cx="230813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小荷才露尖尖角，</a:t>
            </a:r>
            <a:endParaRPr lang="en-US" altLang="zh-CN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泉眼无声惜细流，</a:t>
            </a:r>
            <a:endParaRPr lang="en-US" altLang="zh-CN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树阴照水爱晴柔。</a:t>
            </a:r>
            <a:endParaRPr lang="en-US" altLang="zh-CN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早有蜻蜓立上头。</a:t>
            </a:r>
          </a:p>
        </p:txBody>
      </p:sp>
      <p:sp>
        <p:nvSpPr>
          <p:cNvPr id="19" name="矩形 18"/>
          <p:cNvSpPr/>
          <p:nvPr/>
        </p:nvSpPr>
        <p:spPr>
          <a:xfrm>
            <a:off x="8550366" y="2808012"/>
            <a:ext cx="230813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小荷才露尖尖角，</a:t>
            </a:r>
            <a:endParaRPr lang="en-US" altLang="zh-CN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泉眼无声惜细流，</a:t>
            </a:r>
            <a:endParaRPr lang="en-US" altLang="zh-CN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树阴照水爱晴柔。</a:t>
            </a:r>
            <a:endParaRPr lang="en-US" altLang="zh-CN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早有蜻蜓立上头。</a:t>
            </a:r>
          </a:p>
        </p:txBody>
      </p:sp>
      <p:sp>
        <p:nvSpPr>
          <p:cNvPr id="21" name="文本框 4"/>
          <p:cNvSpPr txBox="1"/>
          <p:nvPr/>
        </p:nvSpPr>
        <p:spPr>
          <a:xfrm>
            <a:off x="3743178" y="2193947"/>
            <a:ext cx="800219" cy="461665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zh-CN" altLang="en-US" sz="2400" dirty="0">
                <a:solidFill>
                  <a:srgbClr val="445448"/>
                </a:solidFill>
                <a:latin typeface="+mn-ea"/>
                <a:cs typeface="Tahoma" panose="020B0604030504040204" pitchFamily="34" charset="0"/>
              </a:rPr>
              <a:t>独爱</a:t>
            </a:r>
          </a:p>
        </p:txBody>
      </p:sp>
      <p:sp>
        <p:nvSpPr>
          <p:cNvPr id="22" name="文本框 4"/>
          <p:cNvSpPr txBox="1"/>
          <p:nvPr/>
        </p:nvSpPr>
        <p:spPr>
          <a:xfrm>
            <a:off x="8550366" y="2216194"/>
            <a:ext cx="1107996" cy="461665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zh-CN" altLang="en-US" sz="2400" dirty="0">
                <a:solidFill>
                  <a:srgbClr val="445448"/>
                </a:solidFill>
                <a:latin typeface="+mn-ea"/>
                <a:cs typeface="Tahoma" panose="020B0604030504040204" pitchFamily="34" charset="0"/>
              </a:rPr>
              <a:t>中国风</a:t>
            </a:r>
          </a:p>
        </p:txBody>
      </p:sp>
      <p:sp>
        <p:nvSpPr>
          <p:cNvPr id="23" name="矩形 22"/>
          <p:cNvSpPr/>
          <p:nvPr/>
        </p:nvSpPr>
        <p:spPr>
          <a:xfrm>
            <a:off x="3478907" y="5832642"/>
            <a:ext cx="5323086" cy="355034"/>
          </a:xfrm>
          <a:prstGeom prst="rect">
            <a:avLst/>
          </a:prstGeom>
        </p:spPr>
        <p:txBody>
          <a:bodyPr vert="horz"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600" dirty="0">
                <a:solidFill>
                  <a:schemeClr val="bg1">
                    <a:lumMod val="75000"/>
                  </a:schemeClr>
                </a:solidFill>
              </a:rPr>
              <a:t>ICIBA English for the majority of users to provide online translation, online dictionary, spoken English, English learning materials, Chinese dictionary, </a:t>
            </a:r>
            <a:r>
              <a:rPr lang="en-US" altLang="zh-CN" sz="600" dirty="0" err="1">
                <a:solidFill>
                  <a:schemeClr val="bg1">
                    <a:lumMod val="75000"/>
                  </a:schemeClr>
                </a:solidFill>
              </a:rPr>
              <a:t>Kingsoft</a:t>
            </a:r>
            <a:r>
              <a:rPr lang="en-US" altLang="zh-CN" sz="600" dirty="0">
                <a:solidFill>
                  <a:schemeClr val="bg1">
                    <a:lumMod val="75000"/>
                  </a:schemeClr>
                </a:solidFill>
              </a:rPr>
              <a:t> downloading services, is committed to provide you with quality authoritative online English service is 50 million English learners</a:t>
            </a:r>
          </a:p>
        </p:txBody>
      </p:sp>
      <p:pic>
        <p:nvPicPr>
          <p:cNvPr id="11" name="图片占位符 10"/>
          <p:cNvPicPr>
            <a:picLocks noGrp="1" noChangeAspect="1"/>
          </p:cNvPicPr>
          <p:nvPr>
            <p:ph type="pic" sz="quarter" idx="26"/>
          </p:nvPr>
        </p:nvPicPr>
        <p:blipFill>
          <a:blip r:embed="rId3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10000"/>
                    </a14:imgEffect>
                    <a14:imgEffect>
                      <a14:brightnessContrast bright="10000"/>
                    </a14:imgEffect>
                  </a14:imgLayer>
                </a14:imgProps>
              </a:ext>
            </a:extLst>
          </a:blip>
          <a:srcRect t="5233" b="5233"/>
          <a:stretch>
            <a:fillRect/>
          </a:stretch>
        </p:blipFill>
        <p:spPr>
          <a:prstGeom prst="rect">
            <a:avLst/>
          </a:prstGeom>
        </p:spPr>
      </p:pic>
      <p:pic>
        <p:nvPicPr>
          <p:cNvPr id="12" name="图片占位符 11"/>
          <p:cNvPicPr>
            <a:picLocks noGrp="1" noChangeAspect="1"/>
          </p:cNvPicPr>
          <p:nvPr>
            <p:ph type="pic" sz="quarter" idx="27"/>
          </p:nvPr>
        </p:nvPicPr>
        <p:blipFill>
          <a:blip r:embed="rId5">
            <a:grayscl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10000"/>
                    </a14:imgEffect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t="11228" b="11228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677680"/>
      </p:ext>
    </p:extLst>
  </p:cSld>
  <p:clrMapOvr>
    <a:masterClrMapping/>
  </p:clrMapOvr>
  <p:transition spd="slow" advClick="0" advTm="5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25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75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250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9" grpId="0"/>
      <p:bldP spid="21" grpId="0"/>
      <p:bldP spid="22" grpId="0"/>
      <p:bldP spid="2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5068382" y="570199"/>
            <a:ext cx="1500784" cy="629194"/>
            <a:chOff x="5068382" y="570199"/>
            <a:chExt cx="1500784" cy="629194"/>
          </a:xfrm>
        </p:grpSpPr>
        <p:grpSp>
          <p:nvGrpSpPr>
            <p:cNvPr id="7" name="组合 6"/>
            <p:cNvGrpSpPr/>
            <p:nvPr/>
          </p:nvGrpSpPr>
          <p:grpSpPr>
            <a:xfrm>
              <a:off x="5068382" y="570199"/>
              <a:ext cx="1500784" cy="629194"/>
              <a:chOff x="4619533" y="570199"/>
              <a:chExt cx="1500784" cy="629194"/>
            </a:xfrm>
          </p:grpSpPr>
          <p:sp>
            <p:nvSpPr>
              <p:cNvPr id="4" name="矩形 3"/>
              <p:cNvSpPr/>
              <p:nvPr/>
            </p:nvSpPr>
            <p:spPr>
              <a:xfrm>
                <a:off x="4941757" y="570199"/>
                <a:ext cx="1178560" cy="629194"/>
              </a:xfrm>
              <a:prstGeom prst="rect">
                <a:avLst/>
              </a:prstGeom>
              <a:noFill/>
              <a:ln w="38100">
                <a:solidFill>
                  <a:srgbClr val="44544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445448"/>
                  </a:solidFill>
                </a:endParaRPr>
              </a:p>
            </p:txBody>
          </p:sp>
          <p:sp>
            <p:nvSpPr>
              <p:cNvPr id="5" name="文本框 4"/>
              <p:cNvSpPr txBox="1"/>
              <p:nvPr/>
            </p:nvSpPr>
            <p:spPr>
              <a:xfrm>
                <a:off x="4619533" y="622770"/>
                <a:ext cx="1415772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rtlCol="0">
                <a:spAutoFit/>
              </a:bodyPr>
              <a:lstStyle/>
              <a:p>
                <a:r>
                  <a:rPr lang="zh-CN" altLang="en-US" sz="2400" dirty="0" smtClean="0">
                    <a:solidFill>
                      <a:srgbClr val="445448"/>
                    </a:solidFill>
                    <a:latin typeface="+mn-ea"/>
                    <a:cs typeface="Tahoma" panose="020B0604030504040204" pitchFamily="34" charset="0"/>
                  </a:rPr>
                  <a:t>清雅之风</a:t>
                </a:r>
                <a:endParaRPr lang="zh-CN" altLang="en-US" sz="2400" dirty="0">
                  <a:solidFill>
                    <a:srgbClr val="445448"/>
                  </a:solidFill>
                  <a:latin typeface="+mn-ea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9" name="矩形 8"/>
            <p:cNvSpPr/>
            <p:nvPr/>
          </p:nvSpPr>
          <p:spPr>
            <a:xfrm>
              <a:off x="5620615" y="1003406"/>
              <a:ext cx="772969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600" dirty="0">
                  <a:solidFill>
                    <a:srgbClr val="445448"/>
                  </a:solidFill>
                </a:rPr>
                <a:t>LOVE CHINA WIND</a:t>
              </a:r>
              <a:endParaRPr lang="zh-CN" altLang="en-US" sz="600" dirty="0">
                <a:solidFill>
                  <a:srgbClr val="445448"/>
                </a:solidFill>
              </a:endParaRPr>
            </a:p>
          </p:txBody>
        </p:sp>
      </p:grpSp>
      <p:sp>
        <p:nvSpPr>
          <p:cNvPr id="3" name="椭圆 2"/>
          <p:cNvSpPr/>
          <p:nvPr/>
        </p:nvSpPr>
        <p:spPr>
          <a:xfrm>
            <a:off x="2434676" y="1920222"/>
            <a:ext cx="2438400" cy="2438400"/>
          </a:xfrm>
          <a:prstGeom prst="ellipse">
            <a:avLst/>
          </a:prstGeom>
          <a:noFill/>
          <a:ln>
            <a:solidFill>
              <a:srgbClr val="44544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/>
          <p:cNvSpPr/>
          <p:nvPr/>
        </p:nvSpPr>
        <p:spPr>
          <a:xfrm>
            <a:off x="4772079" y="1920222"/>
            <a:ext cx="2438400" cy="2438400"/>
          </a:xfrm>
          <a:prstGeom prst="ellipse">
            <a:avLst/>
          </a:prstGeom>
          <a:noFill/>
          <a:ln>
            <a:solidFill>
              <a:srgbClr val="44544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/>
          <p:cNvSpPr/>
          <p:nvPr/>
        </p:nvSpPr>
        <p:spPr>
          <a:xfrm>
            <a:off x="7109481" y="1920222"/>
            <a:ext cx="2438400" cy="2438400"/>
          </a:xfrm>
          <a:prstGeom prst="ellipse">
            <a:avLst/>
          </a:prstGeom>
          <a:noFill/>
          <a:ln>
            <a:solidFill>
              <a:srgbClr val="44544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3460722" y="5292332"/>
            <a:ext cx="5323086" cy="646331"/>
          </a:xfrm>
          <a:prstGeom prst="rect">
            <a:avLst/>
          </a:prstGeom>
        </p:spPr>
        <p:txBody>
          <a:bodyPr vert="horz"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800" dirty="0">
                <a:solidFill>
                  <a:schemeClr val="bg1">
                    <a:lumMod val="75000"/>
                  </a:schemeClr>
                </a:solidFill>
              </a:rPr>
              <a:t>ICIBA English for the majority of users to provide online translation, online dictionary, spoken English, English learning materials, Chinese dictionary, </a:t>
            </a:r>
            <a:r>
              <a:rPr lang="en-US" altLang="zh-CN" sz="800" dirty="0" err="1">
                <a:solidFill>
                  <a:schemeClr val="bg1">
                    <a:lumMod val="75000"/>
                  </a:schemeClr>
                </a:solidFill>
              </a:rPr>
              <a:t>Kingsoft</a:t>
            </a:r>
            <a:r>
              <a:rPr lang="en-US" altLang="zh-CN" sz="800" dirty="0">
                <a:solidFill>
                  <a:schemeClr val="bg1">
                    <a:lumMod val="75000"/>
                  </a:schemeClr>
                </a:solidFill>
              </a:rPr>
              <a:t> downloading services, is committed to provide you with quality authoritative online English service is 50 million English learners</a:t>
            </a:r>
          </a:p>
        </p:txBody>
      </p:sp>
      <p:sp>
        <p:nvSpPr>
          <p:cNvPr id="30" name="文本框 4"/>
          <p:cNvSpPr txBox="1"/>
          <p:nvPr/>
        </p:nvSpPr>
        <p:spPr>
          <a:xfrm>
            <a:off x="5207507" y="4789827"/>
            <a:ext cx="1620957" cy="338554"/>
          </a:xfrm>
          <a:prstGeom prst="rect">
            <a:avLst/>
          </a:prstGeom>
          <a:solidFill>
            <a:schemeClr val="bg1"/>
          </a:solidFill>
          <a:ln>
            <a:solidFill>
              <a:srgbClr val="445448"/>
            </a:solidFill>
          </a:ln>
        </p:spPr>
        <p:txBody>
          <a:bodyPr vert="horz" wrap="none" rtlCol="0">
            <a:spAutoFit/>
          </a:bodyPr>
          <a:lstStyle/>
          <a:p>
            <a:r>
              <a:rPr lang="zh-CN" altLang="en-US" sz="1600" dirty="0">
                <a:solidFill>
                  <a:srgbClr val="445448"/>
                </a:solidFill>
                <a:latin typeface="+mn-ea"/>
                <a:cs typeface="Tahoma" panose="020B0604030504040204" pitchFamily="34" charset="0"/>
              </a:rPr>
              <a:t>时尚 高端 简约</a:t>
            </a:r>
          </a:p>
        </p:txBody>
      </p:sp>
      <p:pic>
        <p:nvPicPr>
          <p:cNvPr id="15" name="图片占位符 14"/>
          <p:cNvPicPr>
            <a:picLocks noGrp="1" noChangeAspect="1"/>
          </p:cNvPicPr>
          <p:nvPr>
            <p:ph type="pic" sz="quarter" idx="26"/>
          </p:nvPr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halkSketch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61" r="1861"/>
          <a:stretch>
            <a:fillRect/>
          </a:stretch>
        </p:blipFill>
        <p:spPr/>
      </p:pic>
      <p:pic>
        <p:nvPicPr>
          <p:cNvPr id="17" name="图片占位符 16"/>
          <p:cNvPicPr>
            <a:picLocks noGrp="1" noChangeAspect="1"/>
          </p:cNvPicPr>
          <p:nvPr>
            <p:ph type="pic" sz="quarter" idx="27"/>
          </p:nvPr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ChalkSketch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9184" r="9184"/>
          <a:stretch>
            <a:fillRect/>
          </a:stretch>
        </p:blipFill>
        <p:spPr/>
      </p:pic>
      <p:pic>
        <p:nvPicPr>
          <p:cNvPr id="19" name="图片占位符 18"/>
          <p:cNvPicPr>
            <a:picLocks noGrp="1" noChangeAspect="1"/>
          </p:cNvPicPr>
          <p:nvPr>
            <p:ph type="pic" sz="quarter" idx="28"/>
          </p:nvPr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artisticChalkSketch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731" r="873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678497775"/>
      </p:ext>
    </p:extLst>
  </p:cSld>
  <p:clrMapOvr>
    <a:masterClrMapping/>
  </p:clrMapOvr>
  <p:transition spd="slow" advClick="0" advTm="5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25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3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halkSketch/>
                    </a14:imgEffect>
                    <a14:imgEffect>
                      <a14:saturation sat="33000"/>
                    </a14:imgEffect>
                    <a14:imgEffect>
                      <a14:brightnessContrast bright="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977931" y="243840"/>
            <a:ext cx="5964149" cy="6246364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519840" y="2164895"/>
            <a:ext cx="461665" cy="784830"/>
          </a:xfrm>
          <a:prstGeom prst="rect">
            <a:avLst/>
          </a:prstGeom>
          <a:noFill/>
          <a:ln>
            <a:solidFill>
              <a:srgbClr val="445448"/>
            </a:solidFill>
          </a:ln>
        </p:spPr>
        <p:txBody>
          <a:bodyPr vert="eaVert" wrap="none" rtlCol="0">
            <a:spAutoFit/>
          </a:bodyPr>
          <a:lstStyle/>
          <a:p>
            <a:r>
              <a:rPr lang="zh-CN" altLang="en-US" dirty="0">
                <a:solidFill>
                  <a:srgbClr val="445448"/>
                </a:solidFill>
              </a:rPr>
              <a:t>第二章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4303415" y="2164895"/>
            <a:ext cx="1" cy="2511879"/>
          </a:xfrm>
          <a:prstGeom prst="line">
            <a:avLst/>
          </a:prstGeom>
          <a:ln>
            <a:solidFill>
              <a:srgbClr val="4454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2826088" y="3060640"/>
            <a:ext cx="1477328" cy="1169551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rPr>
              <a:t>请在这里，</a:t>
            </a: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</a:rPr>
              <a:t>输入副标</a:t>
            </a: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+mj-ea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</a:rPr>
              <a:t>题输入副标题</a:t>
            </a:r>
          </a:p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+mj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97739" y="3096617"/>
            <a:ext cx="1431161" cy="1186030"/>
          </a:xfrm>
          <a:prstGeom prst="rect">
            <a:avLst/>
          </a:prstGeom>
        </p:spPr>
        <p:txBody>
          <a:bodyPr vert="eaVert"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600" dirty="0">
                <a:solidFill>
                  <a:schemeClr val="bg1">
                    <a:lumMod val="75000"/>
                  </a:schemeClr>
                </a:solidFill>
              </a:rPr>
              <a:t>ICIBA English for the majority of users to provide online translation, online dictionary, spoken English, English learning materials, Chinese dictionary, </a:t>
            </a:r>
            <a:r>
              <a:rPr lang="en-US" altLang="zh-CN" sz="600" dirty="0" err="1">
                <a:solidFill>
                  <a:schemeClr val="bg1">
                    <a:lumMod val="75000"/>
                  </a:schemeClr>
                </a:solidFill>
              </a:rPr>
              <a:t>Kingsoft</a:t>
            </a:r>
            <a:r>
              <a:rPr lang="en-US" altLang="zh-CN" sz="600" dirty="0">
                <a:solidFill>
                  <a:schemeClr val="bg1">
                    <a:lumMod val="75000"/>
                  </a:schemeClr>
                </a:solidFill>
              </a:rPr>
              <a:t> downloading services, is committed to provide you with quality authoritative online English service is 50 million English learners</a:t>
            </a:r>
          </a:p>
        </p:txBody>
      </p:sp>
    </p:spTree>
    <p:extLst>
      <p:ext uri="{BB962C8B-B14F-4D97-AF65-F5344CB8AC3E}">
        <p14:creationId xmlns:p14="http://schemas.microsoft.com/office/powerpoint/2010/main" val="35273759"/>
      </p:ext>
    </p:extLst>
  </p:cSld>
  <p:clrMapOvr>
    <a:masterClrMapping/>
  </p:clrMapOvr>
  <p:transition spd="slow" advClick="0" advTm="5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25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75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411804" y="2209799"/>
            <a:ext cx="5609095" cy="4543063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068382" y="570199"/>
            <a:ext cx="1500784" cy="629194"/>
            <a:chOff x="5068382" y="570199"/>
            <a:chExt cx="1500784" cy="629194"/>
          </a:xfrm>
        </p:grpSpPr>
        <p:grpSp>
          <p:nvGrpSpPr>
            <p:cNvPr id="7" name="组合 6"/>
            <p:cNvGrpSpPr/>
            <p:nvPr/>
          </p:nvGrpSpPr>
          <p:grpSpPr>
            <a:xfrm>
              <a:off x="5068382" y="570199"/>
              <a:ext cx="1500784" cy="629194"/>
              <a:chOff x="4619533" y="570199"/>
              <a:chExt cx="1500784" cy="629194"/>
            </a:xfrm>
          </p:grpSpPr>
          <p:sp>
            <p:nvSpPr>
              <p:cNvPr id="4" name="矩形 3"/>
              <p:cNvSpPr/>
              <p:nvPr/>
            </p:nvSpPr>
            <p:spPr>
              <a:xfrm>
                <a:off x="4941757" y="570199"/>
                <a:ext cx="1178560" cy="629194"/>
              </a:xfrm>
              <a:prstGeom prst="rect">
                <a:avLst/>
              </a:prstGeom>
              <a:noFill/>
              <a:ln w="38100">
                <a:solidFill>
                  <a:srgbClr val="44544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445448"/>
                  </a:solidFill>
                </a:endParaRPr>
              </a:p>
            </p:txBody>
          </p:sp>
          <p:sp>
            <p:nvSpPr>
              <p:cNvPr id="5" name="文本框 4"/>
              <p:cNvSpPr txBox="1"/>
              <p:nvPr/>
            </p:nvSpPr>
            <p:spPr>
              <a:xfrm>
                <a:off x="4619533" y="622770"/>
                <a:ext cx="1415772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rtlCol="0">
                <a:spAutoFit/>
              </a:bodyPr>
              <a:lstStyle/>
              <a:p>
                <a:r>
                  <a:rPr lang="zh-CN" altLang="en-US" sz="2400" dirty="0" smtClean="0">
                    <a:solidFill>
                      <a:srgbClr val="445448"/>
                    </a:solidFill>
                    <a:latin typeface="+mn-ea"/>
                    <a:cs typeface="Tahoma" panose="020B0604030504040204" pitchFamily="34" charset="0"/>
                  </a:rPr>
                  <a:t>清雅之风</a:t>
                </a:r>
                <a:endParaRPr lang="zh-CN" altLang="en-US" sz="2400" dirty="0">
                  <a:solidFill>
                    <a:srgbClr val="445448"/>
                  </a:solidFill>
                  <a:latin typeface="+mn-ea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9" name="矩形 8"/>
            <p:cNvSpPr/>
            <p:nvPr/>
          </p:nvSpPr>
          <p:spPr>
            <a:xfrm>
              <a:off x="5620615" y="1003406"/>
              <a:ext cx="772969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600" dirty="0">
                  <a:solidFill>
                    <a:srgbClr val="445448"/>
                  </a:solidFill>
                </a:rPr>
                <a:t>LOVE CHINA WIND</a:t>
              </a:r>
              <a:endParaRPr lang="zh-CN" altLang="en-US" sz="600" dirty="0">
                <a:solidFill>
                  <a:srgbClr val="445448"/>
                </a:solidFill>
              </a:endParaRPr>
            </a:p>
          </p:txBody>
        </p:sp>
      </p:grpSp>
      <p:sp>
        <p:nvSpPr>
          <p:cNvPr id="11" name="矩形 10"/>
          <p:cNvSpPr/>
          <p:nvPr/>
        </p:nvSpPr>
        <p:spPr>
          <a:xfrm>
            <a:off x="8696905" y="2331719"/>
            <a:ext cx="2031325" cy="3124201"/>
          </a:xfrm>
          <a:prstGeom prst="rect">
            <a:avLst/>
          </a:prstGeom>
        </p:spPr>
        <p:txBody>
          <a:bodyPr vert="eaVert"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小池</a:t>
            </a:r>
            <a:endParaRPr lang="en-US" altLang="zh-CN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泉眼无声惜细流，树阴照水爱晴柔。</a:t>
            </a: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早有蜻蜓立上头。小荷才露尖尖角，</a:t>
            </a: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早有蜻蜓立上头。</a:t>
            </a: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523156" y="2514600"/>
            <a:ext cx="2031325" cy="3385075"/>
          </a:xfrm>
          <a:prstGeom prst="rect">
            <a:avLst/>
          </a:prstGeom>
        </p:spPr>
        <p:txBody>
          <a:bodyPr vert="eaVert"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小池</a:t>
            </a:r>
            <a:endParaRPr lang="en-US" altLang="zh-CN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泉眼无声惜细流，树阴照水爱晴柔。</a:t>
            </a: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早有蜻蜓立上头。小荷才露尖尖角，</a:t>
            </a: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早有蜻蜓立上头。</a:t>
            </a: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4906493" y="2331719"/>
            <a:ext cx="2438400" cy="2438400"/>
          </a:xfrm>
          <a:prstGeom prst="ellipse">
            <a:avLst/>
          </a:prstGeom>
          <a:noFill/>
          <a:ln>
            <a:solidFill>
              <a:srgbClr val="44544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2955883"/>
      </p:ext>
    </p:extLst>
  </p:cSld>
  <p:clrMapOvr>
    <a:masterClrMapping/>
  </p:clrMapOvr>
  <p:transition spd="slow" advClick="0" advTm="5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25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5068382" y="570199"/>
            <a:ext cx="1500784" cy="629194"/>
            <a:chOff x="5068382" y="570199"/>
            <a:chExt cx="1500784" cy="629194"/>
          </a:xfrm>
        </p:grpSpPr>
        <p:grpSp>
          <p:nvGrpSpPr>
            <p:cNvPr id="7" name="组合 6"/>
            <p:cNvGrpSpPr/>
            <p:nvPr/>
          </p:nvGrpSpPr>
          <p:grpSpPr>
            <a:xfrm>
              <a:off x="5068382" y="570199"/>
              <a:ext cx="1500784" cy="629194"/>
              <a:chOff x="4619533" y="570199"/>
              <a:chExt cx="1500784" cy="629194"/>
            </a:xfrm>
          </p:grpSpPr>
          <p:sp>
            <p:nvSpPr>
              <p:cNvPr id="4" name="矩形 3"/>
              <p:cNvSpPr/>
              <p:nvPr/>
            </p:nvSpPr>
            <p:spPr>
              <a:xfrm>
                <a:off x="4941757" y="570199"/>
                <a:ext cx="1178560" cy="629194"/>
              </a:xfrm>
              <a:prstGeom prst="rect">
                <a:avLst/>
              </a:prstGeom>
              <a:noFill/>
              <a:ln w="38100">
                <a:solidFill>
                  <a:srgbClr val="44544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445448"/>
                  </a:solidFill>
                </a:endParaRPr>
              </a:p>
            </p:txBody>
          </p:sp>
          <p:sp>
            <p:nvSpPr>
              <p:cNvPr id="5" name="文本框 4"/>
              <p:cNvSpPr txBox="1"/>
              <p:nvPr/>
            </p:nvSpPr>
            <p:spPr>
              <a:xfrm>
                <a:off x="4619533" y="622770"/>
                <a:ext cx="1415772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rtlCol="0">
                <a:spAutoFit/>
              </a:bodyPr>
              <a:lstStyle/>
              <a:p>
                <a:r>
                  <a:rPr lang="zh-CN" altLang="en-US" sz="2400" dirty="0" smtClean="0">
                    <a:solidFill>
                      <a:srgbClr val="445448"/>
                    </a:solidFill>
                    <a:latin typeface="+mn-ea"/>
                    <a:cs typeface="Tahoma" panose="020B0604030504040204" pitchFamily="34" charset="0"/>
                  </a:rPr>
                  <a:t>清雅之风</a:t>
                </a:r>
                <a:endParaRPr lang="zh-CN" altLang="en-US" sz="2400" dirty="0">
                  <a:solidFill>
                    <a:srgbClr val="445448"/>
                  </a:solidFill>
                  <a:latin typeface="+mn-ea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9" name="矩形 8"/>
            <p:cNvSpPr/>
            <p:nvPr/>
          </p:nvSpPr>
          <p:spPr>
            <a:xfrm>
              <a:off x="5620615" y="1003406"/>
              <a:ext cx="772969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600" dirty="0">
                  <a:solidFill>
                    <a:srgbClr val="445448"/>
                  </a:solidFill>
                </a:rPr>
                <a:t>LOVE CHINA WIND</a:t>
              </a:r>
              <a:endParaRPr lang="zh-CN" altLang="en-US" sz="600" dirty="0">
                <a:solidFill>
                  <a:srgbClr val="445448"/>
                </a:solidFill>
              </a:endParaRP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2945051" y="4535817"/>
            <a:ext cx="5786199" cy="157257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</a:rPr>
              <a:t>义公习禅处，结宇依空林。</a:t>
            </a:r>
            <a:br>
              <a:rPr lang="zh-CN" altLang="en-US" sz="14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</a:rPr>
              <a:t>户外一峰秀，阶前众壑深。</a:t>
            </a:r>
            <a:br>
              <a:rPr lang="zh-CN" altLang="en-US" sz="14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</a:rPr>
              <a:t>夕阳连雨足，空翠落庭阴。</a:t>
            </a:r>
            <a:br>
              <a:rPr lang="zh-CN" altLang="en-US" sz="14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</a:rPr>
              <a:t>看取莲花净，应知不染心。</a:t>
            </a:r>
            <a:br>
              <a:rPr lang="zh-CN" altLang="en-US" sz="14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</a:rPr>
              <a:t>题大禹寺义公禅房看取莲花净，应知不染心。</a:t>
            </a:r>
            <a:br>
              <a:rPr lang="zh-CN" altLang="en-US" sz="14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</a:rPr>
              <a:t>题大禹寺义公禅房</a:t>
            </a:r>
          </a:p>
          <a:p>
            <a:pPr>
              <a:lnSpc>
                <a:spcPct val="20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文本框 5"/>
          <p:cNvSpPr txBox="1"/>
          <p:nvPr/>
        </p:nvSpPr>
        <p:spPr>
          <a:xfrm>
            <a:off x="9075512" y="4579359"/>
            <a:ext cx="400110" cy="1169551"/>
          </a:xfrm>
          <a:prstGeom prst="rect">
            <a:avLst/>
          </a:prstGeom>
          <a:noFill/>
          <a:ln>
            <a:solidFill>
              <a:srgbClr val="445448"/>
            </a:solidFill>
          </a:ln>
        </p:spPr>
        <p:txBody>
          <a:bodyPr vert="eaVert" wrap="none" rtlCol="0">
            <a:spAutoFit/>
          </a:bodyPr>
          <a:lstStyle/>
          <a:p>
            <a:r>
              <a:rPr lang="zh-CN" altLang="en-US" sz="1400" dirty="0">
                <a:solidFill>
                  <a:srgbClr val="445448"/>
                </a:solidFill>
              </a:rPr>
              <a:t>这里输入标题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3401774" y="4579359"/>
            <a:ext cx="4720909" cy="1552017"/>
            <a:chOff x="3401774" y="4579359"/>
            <a:chExt cx="4720909" cy="1552017"/>
          </a:xfrm>
        </p:grpSpPr>
        <p:cxnSp>
          <p:nvCxnSpPr>
            <p:cNvPr id="15" name="直接连接符 14"/>
            <p:cNvCxnSpPr/>
            <p:nvPr/>
          </p:nvCxnSpPr>
          <p:spPr>
            <a:xfrm>
              <a:off x="4697174" y="4579359"/>
              <a:ext cx="0" cy="152903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5125363" y="4579359"/>
              <a:ext cx="0" cy="132150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>
              <a:off x="5553552" y="4579359"/>
              <a:ext cx="0" cy="132150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5981741" y="4579359"/>
              <a:ext cx="0" cy="128975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6409930" y="4579359"/>
              <a:ext cx="0" cy="128975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6838119" y="4579359"/>
              <a:ext cx="0" cy="128975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>
              <a:off x="7266308" y="4579359"/>
              <a:ext cx="0" cy="128975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7694497" y="4579359"/>
              <a:ext cx="0" cy="152903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>
              <a:off x="8122683" y="4579359"/>
              <a:ext cx="0" cy="132150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>
              <a:off x="4278074" y="4602340"/>
              <a:ext cx="0" cy="129852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3858974" y="4602340"/>
              <a:ext cx="0" cy="126677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>
              <a:off x="3401774" y="4602340"/>
              <a:ext cx="0" cy="152903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9" name="图片 28"/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132080" y="1872280"/>
            <a:ext cx="11937999" cy="222728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64051447"/>
      </p:ext>
    </p:extLst>
  </p:cSld>
  <p:clrMapOvr>
    <a:masterClrMapping/>
  </p:clrMapOvr>
  <p:transition spd="slow" advClick="0" advTm="5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25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75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halkSketch/>
                    </a14:imgEffect>
                    <a14:imgEffect>
                      <a14:saturation sat="33000"/>
                    </a14:imgEffect>
                    <a14:imgEffect>
                      <a14:brightnessContrast bright="1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3296" y="5018073"/>
            <a:ext cx="11551920" cy="16570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068382" y="570199"/>
            <a:ext cx="1500784" cy="629194"/>
            <a:chOff x="5068382" y="570199"/>
            <a:chExt cx="1500784" cy="629194"/>
          </a:xfrm>
        </p:grpSpPr>
        <p:grpSp>
          <p:nvGrpSpPr>
            <p:cNvPr id="7" name="组合 6"/>
            <p:cNvGrpSpPr/>
            <p:nvPr/>
          </p:nvGrpSpPr>
          <p:grpSpPr>
            <a:xfrm>
              <a:off x="5068382" y="570199"/>
              <a:ext cx="1500784" cy="629194"/>
              <a:chOff x="4619533" y="570199"/>
              <a:chExt cx="1500784" cy="629194"/>
            </a:xfrm>
          </p:grpSpPr>
          <p:sp>
            <p:nvSpPr>
              <p:cNvPr id="4" name="矩形 3"/>
              <p:cNvSpPr/>
              <p:nvPr/>
            </p:nvSpPr>
            <p:spPr>
              <a:xfrm>
                <a:off x="4941757" y="570199"/>
                <a:ext cx="1178560" cy="629194"/>
              </a:xfrm>
              <a:prstGeom prst="rect">
                <a:avLst/>
              </a:prstGeom>
              <a:noFill/>
              <a:ln w="38100">
                <a:solidFill>
                  <a:srgbClr val="44544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445448"/>
                  </a:solidFill>
                </a:endParaRPr>
              </a:p>
            </p:txBody>
          </p:sp>
          <p:sp>
            <p:nvSpPr>
              <p:cNvPr id="5" name="文本框 4"/>
              <p:cNvSpPr txBox="1"/>
              <p:nvPr/>
            </p:nvSpPr>
            <p:spPr>
              <a:xfrm>
                <a:off x="4619533" y="622770"/>
                <a:ext cx="1415772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rtlCol="0">
                <a:spAutoFit/>
              </a:bodyPr>
              <a:lstStyle/>
              <a:p>
                <a:r>
                  <a:rPr lang="zh-CN" altLang="en-US" sz="2400" dirty="0" smtClean="0">
                    <a:solidFill>
                      <a:srgbClr val="445448"/>
                    </a:solidFill>
                    <a:latin typeface="+mn-ea"/>
                    <a:cs typeface="Tahoma" panose="020B0604030504040204" pitchFamily="34" charset="0"/>
                  </a:rPr>
                  <a:t>清雅之风</a:t>
                </a:r>
                <a:endParaRPr lang="zh-CN" altLang="en-US" sz="2400" dirty="0">
                  <a:solidFill>
                    <a:srgbClr val="445448"/>
                  </a:solidFill>
                  <a:latin typeface="+mn-ea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9" name="矩形 8"/>
            <p:cNvSpPr/>
            <p:nvPr/>
          </p:nvSpPr>
          <p:spPr>
            <a:xfrm>
              <a:off x="5620615" y="1003406"/>
              <a:ext cx="772969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600" dirty="0">
                  <a:solidFill>
                    <a:srgbClr val="445448"/>
                  </a:solidFill>
                </a:rPr>
                <a:t>LOVE CHINA WIND</a:t>
              </a:r>
              <a:endParaRPr lang="zh-CN" altLang="en-US" sz="600" dirty="0">
                <a:solidFill>
                  <a:srgbClr val="445448"/>
                </a:solidFill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1901916" y="1868829"/>
            <a:ext cx="2308134" cy="2161478"/>
            <a:chOff x="2035266" y="1868829"/>
            <a:chExt cx="2308134" cy="2161478"/>
          </a:xfrm>
        </p:grpSpPr>
        <p:sp>
          <p:nvSpPr>
            <p:cNvPr id="43" name="矩形 42"/>
            <p:cNvSpPr/>
            <p:nvPr/>
          </p:nvSpPr>
          <p:spPr>
            <a:xfrm>
              <a:off x="2035266" y="2460647"/>
              <a:ext cx="2308134" cy="15696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泉眼无声惜细流，</a:t>
              </a:r>
              <a:endPara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树阴照水爱晴柔。</a:t>
              </a:r>
              <a:endPara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小荷才露尖尖角，</a:t>
              </a:r>
              <a:endPara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早有蜻蜓立上头。</a:t>
              </a:r>
            </a:p>
          </p:txBody>
        </p:sp>
        <p:sp>
          <p:nvSpPr>
            <p:cNvPr id="44" name="文本框 4"/>
            <p:cNvSpPr txBox="1"/>
            <p:nvPr/>
          </p:nvSpPr>
          <p:spPr>
            <a:xfrm>
              <a:off x="2340066" y="1868829"/>
              <a:ext cx="800219" cy="461665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r>
                <a:rPr lang="zh-CN" altLang="en-US" sz="2400" dirty="0">
                  <a:solidFill>
                    <a:srgbClr val="445448"/>
                  </a:solidFill>
                  <a:latin typeface="+mn-ea"/>
                  <a:cs typeface="Tahoma" panose="020B0604030504040204" pitchFamily="34" charset="0"/>
                </a:rPr>
                <a:t>小池</a:t>
              </a: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5074237" y="1868829"/>
            <a:ext cx="2308134" cy="2161478"/>
            <a:chOff x="5084258" y="1884682"/>
            <a:chExt cx="2308134" cy="2161478"/>
          </a:xfrm>
        </p:grpSpPr>
        <p:sp>
          <p:nvSpPr>
            <p:cNvPr id="45" name="矩形 44"/>
            <p:cNvSpPr/>
            <p:nvPr/>
          </p:nvSpPr>
          <p:spPr>
            <a:xfrm>
              <a:off x="5084258" y="2476500"/>
              <a:ext cx="2308134" cy="15696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泉眼无声惜细流，</a:t>
              </a:r>
              <a:endPara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树阴照水爱晴柔。</a:t>
              </a:r>
              <a:endPara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小荷才露尖尖角，</a:t>
              </a:r>
              <a:endPara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早有蜻蜓立上头。</a:t>
              </a:r>
            </a:p>
          </p:txBody>
        </p:sp>
        <p:sp>
          <p:nvSpPr>
            <p:cNvPr id="46" name="文本框 4"/>
            <p:cNvSpPr txBox="1"/>
            <p:nvPr/>
          </p:nvSpPr>
          <p:spPr>
            <a:xfrm>
              <a:off x="5389058" y="1884682"/>
              <a:ext cx="800219" cy="461665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r>
                <a:rPr lang="zh-CN" altLang="en-US" sz="2400" dirty="0">
                  <a:solidFill>
                    <a:srgbClr val="445448"/>
                  </a:solidFill>
                  <a:latin typeface="+mn-ea"/>
                  <a:cs typeface="Tahoma" panose="020B0604030504040204" pitchFamily="34" charset="0"/>
                </a:rPr>
                <a:t>小池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8246558" y="1868829"/>
            <a:ext cx="2308134" cy="2161478"/>
            <a:chOff x="8379908" y="1884682"/>
            <a:chExt cx="2308134" cy="2161478"/>
          </a:xfrm>
        </p:grpSpPr>
        <p:sp>
          <p:nvSpPr>
            <p:cNvPr id="47" name="矩形 46"/>
            <p:cNvSpPr/>
            <p:nvPr/>
          </p:nvSpPr>
          <p:spPr>
            <a:xfrm>
              <a:off x="8379908" y="2476500"/>
              <a:ext cx="2308134" cy="15696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泉眼无声惜细流，</a:t>
              </a:r>
              <a:endPara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树阴照水爱晴柔。</a:t>
              </a:r>
              <a:endPara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小荷才露尖尖角，</a:t>
              </a:r>
              <a:endPara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早有蜻蜓立上头。</a:t>
              </a:r>
            </a:p>
          </p:txBody>
        </p:sp>
        <p:sp>
          <p:nvSpPr>
            <p:cNvPr id="48" name="文本框 4"/>
            <p:cNvSpPr txBox="1"/>
            <p:nvPr/>
          </p:nvSpPr>
          <p:spPr>
            <a:xfrm>
              <a:off x="8684708" y="1884682"/>
              <a:ext cx="800219" cy="461665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r>
                <a:rPr lang="zh-CN" altLang="en-US" sz="2400" dirty="0">
                  <a:solidFill>
                    <a:srgbClr val="445448"/>
                  </a:solidFill>
                  <a:latin typeface="+mn-ea"/>
                  <a:cs typeface="Tahoma" panose="020B0604030504040204" pitchFamily="34" charset="0"/>
                </a:rPr>
                <a:t>小池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7488926"/>
      </p:ext>
    </p:extLst>
  </p:cSld>
  <p:clrMapOvr>
    <a:masterClrMapping/>
  </p:clrMapOvr>
  <p:transition spd="slow" advClick="0" advTm="5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25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75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halkSketch/>
                    </a14:imgEffect>
                    <a14:imgEffect>
                      <a14:saturation sat="8000"/>
                    </a14:imgEffect>
                    <a14:imgEffect>
                      <a14:brightnessContrast bright="4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2090" y="2768614"/>
            <a:ext cx="3755496" cy="2503251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068382" y="570199"/>
            <a:ext cx="1500784" cy="629194"/>
            <a:chOff x="5068382" y="570199"/>
            <a:chExt cx="1500784" cy="629194"/>
          </a:xfrm>
        </p:grpSpPr>
        <p:grpSp>
          <p:nvGrpSpPr>
            <p:cNvPr id="7" name="组合 6"/>
            <p:cNvGrpSpPr/>
            <p:nvPr/>
          </p:nvGrpSpPr>
          <p:grpSpPr>
            <a:xfrm>
              <a:off x="5068382" y="570199"/>
              <a:ext cx="1500784" cy="629194"/>
              <a:chOff x="4619533" y="570199"/>
              <a:chExt cx="1500784" cy="629194"/>
            </a:xfrm>
          </p:grpSpPr>
          <p:sp>
            <p:nvSpPr>
              <p:cNvPr id="4" name="矩形 3"/>
              <p:cNvSpPr/>
              <p:nvPr/>
            </p:nvSpPr>
            <p:spPr>
              <a:xfrm>
                <a:off x="4941757" y="570199"/>
                <a:ext cx="1178560" cy="629194"/>
              </a:xfrm>
              <a:prstGeom prst="rect">
                <a:avLst/>
              </a:prstGeom>
              <a:noFill/>
              <a:ln w="38100">
                <a:solidFill>
                  <a:srgbClr val="44544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445448"/>
                  </a:solidFill>
                </a:endParaRPr>
              </a:p>
            </p:txBody>
          </p:sp>
          <p:sp>
            <p:nvSpPr>
              <p:cNvPr id="5" name="文本框 4"/>
              <p:cNvSpPr txBox="1"/>
              <p:nvPr/>
            </p:nvSpPr>
            <p:spPr>
              <a:xfrm>
                <a:off x="4619533" y="622770"/>
                <a:ext cx="1415772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rtlCol="0">
                <a:spAutoFit/>
              </a:bodyPr>
              <a:lstStyle/>
              <a:p>
                <a:r>
                  <a:rPr lang="zh-CN" altLang="en-US" sz="2400" dirty="0" smtClean="0">
                    <a:solidFill>
                      <a:srgbClr val="445448"/>
                    </a:solidFill>
                    <a:latin typeface="+mn-ea"/>
                    <a:cs typeface="Tahoma" panose="020B0604030504040204" pitchFamily="34" charset="0"/>
                  </a:rPr>
                  <a:t>清雅之风</a:t>
                </a:r>
                <a:endParaRPr lang="zh-CN" altLang="en-US" sz="2400" dirty="0">
                  <a:solidFill>
                    <a:srgbClr val="445448"/>
                  </a:solidFill>
                  <a:latin typeface="+mn-ea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9" name="矩形 8"/>
            <p:cNvSpPr/>
            <p:nvPr/>
          </p:nvSpPr>
          <p:spPr>
            <a:xfrm>
              <a:off x="5620615" y="1003406"/>
              <a:ext cx="772969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600" dirty="0">
                  <a:solidFill>
                    <a:srgbClr val="445448"/>
                  </a:solidFill>
                </a:rPr>
                <a:t>LOVE CHINA WIND</a:t>
              </a:r>
              <a:endParaRPr lang="zh-CN" altLang="en-US" sz="600" dirty="0">
                <a:solidFill>
                  <a:srgbClr val="445448"/>
                </a:solidFill>
              </a:endParaRPr>
            </a:p>
          </p:txBody>
        </p:sp>
      </p:grpSp>
      <p:sp>
        <p:nvSpPr>
          <p:cNvPr id="19" name="矩形 18"/>
          <p:cNvSpPr/>
          <p:nvPr/>
        </p:nvSpPr>
        <p:spPr>
          <a:xfrm>
            <a:off x="5936259" y="2681530"/>
            <a:ext cx="2769989" cy="1726640"/>
          </a:xfrm>
          <a:prstGeom prst="rect">
            <a:avLst/>
          </a:prstGeom>
        </p:spPr>
        <p:txBody>
          <a:bodyPr vert="eaVert"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小池</a:t>
            </a:r>
            <a:endParaRPr lang="en-US" altLang="zh-CN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泉眼无声惜细流，树阴照水爱晴柔。</a:t>
            </a: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>
              <a:lnSpc>
                <a:spcPct val="150000"/>
              </a:lnSpc>
            </a:pP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小荷才露尖尖角，早有蜻蜓立上头。</a:t>
            </a: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>
              <a:lnSpc>
                <a:spcPct val="150000"/>
              </a:lnSpc>
            </a:pP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>
              <a:lnSpc>
                <a:spcPct val="150000"/>
              </a:lnSpc>
            </a:pP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>
              <a:lnSpc>
                <a:spcPct val="150000"/>
              </a:lnSpc>
            </a:pP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2018906" y="2007870"/>
            <a:ext cx="8049671" cy="3086100"/>
          </a:xfrm>
          <a:prstGeom prst="rect">
            <a:avLst/>
          </a:prstGeom>
          <a:noFill/>
          <a:ln w="19050">
            <a:solidFill>
              <a:srgbClr val="44544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5"/>
          <p:cNvSpPr txBox="1"/>
          <p:nvPr/>
        </p:nvSpPr>
        <p:spPr>
          <a:xfrm>
            <a:off x="8869772" y="2798030"/>
            <a:ext cx="400110" cy="1169551"/>
          </a:xfrm>
          <a:prstGeom prst="rect">
            <a:avLst/>
          </a:prstGeom>
          <a:noFill/>
          <a:ln>
            <a:solidFill>
              <a:srgbClr val="445448"/>
            </a:solidFill>
          </a:ln>
        </p:spPr>
        <p:txBody>
          <a:bodyPr vert="eaVert" wrap="none" rtlCol="0">
            <a:spAutoFit/>
          </a:bodyPr>
          <a:lstStyle/>
          <a:p>
            <a:r>
              <a:rPr lang="zh-CN" altLang="en-US" sz="1400" dirty="0">
                <a:solidFill>
                  <a:srgbClr val="445448"/>
                </a:solidFill>
              </a:rPr>
              <a:t>这里输入标题</a:t>
            </a:r>
          </a:p>
        </p:txBody>
      </p:sp>
      <p:sp>
        <p:nvSpPr>
          <p:cNvPr id="16" name="矩形 15"/>
          <p:cNvSpPr/>
          <p:nvPr/>
        </p:nvSpPr>
        <p:spPr>
          <a:xfrm>
            <a:off x="3152518" y="5873236"/>
            <a:ext cx="5323086" cy="355034"/>
          </a:xfrm>
          <a:prstGeom prst="rect">
            <a:avLst/>
          </a:prstGeom>
        </p:spPr>
        <p:txBody>
          <a:bodyPr vert="horz"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600" dirty="0">
                <a:solidFill>
                  <a:schemeClr val="bg1">
                    <a:lumMod val="75000"/>
                  </a:schemeClr>
                </a:solidFill>
              </a:rPr>
              <a:t>ICIBA English for the majority of users to provide online translation, online dictionary, spoken English, English learning materials, Chinese dictionary, </a:t>
            </a:r>
            <a:r>
              <a:rPr lang="en-US" altLang="zh-CN" sz="600" dirty="0" err="1">
                <a:solidFill>
                  <a:schemeClr val="bg1">
                    <a:lumMod val="75000"/>
                  </a:schemeClr>
                </a:solidFill>
              </a:rPr>
              <a:t>Kingsoft</a:t>
            </a:r>
            <a:r>
              <a:rPr lang="en-US" altLang="zh-CN" sz="600" dirty="0">
                <a:solidFill>
                  <a:schemeClr val="bg1">
                    <a:lumMod val="75000"/>
                  </a:schemeClr>
                </a:solidFill>
              </a:rPr>
              <a:t> downloading services, is committed to provide you with quality authoritative online English service is 50 million English learners</a:t>
            </a:r>
          </a:p>
        </p:txBody>
      </p:sp>
    </p:spTree>
    <p:extLst>
      <p:ext uri="{BB962C8B-B14F-4D97-AF65-F5344CB8AC3E}">
        <p14:creationId xmlns:p14="http://schemas.microsoft.com/office/powerpoint/2010/main" val="1363214399"/>
      </p:ext>
    </p:extLst>
  </p:cSld>
  <p:clrMapOvr>
    <a:masterClrMapping/>
  </p:clrMapOvr>
  <p:transition spd="slow" advClick="0" advTm="5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25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75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25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3" grpId="0" animBg="1"/>
      <p:bldP spid="13" grpId="0" animBg="1"/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1805" y="1"/>
            <a:ext cx="7884853" cy="675132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756744" y="2276190"/>
            <a:ext cx="1877437" cy="193899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zh-CN" altLang="en-US" sz="6000" spc="600" dirty="0" smtClean="0">
                <a:gradFill>
                  <a:gsLst>
                    <a:gs pos="0">
                      <a:schemeClr val="tx1"/>
                    </a:gs>
                    <a:gs pos="100000">
                      <a:schemeClr val="accent1">
                        <a:lumMod val="50000"/>
                      </a:schemeClr>
                    </a:gs>
                  </a:gsLst>
                  <a:lin ang="0" scaled="0"/>
                </a:gradFill>
                <a:latin typeface="方正清刻本悦宋简体" panose="02000000000000000000" pitchFamily="2" charset="-122"/>
                <a:ea typeface="方正清刻本悦宋简体" panose="02000000000000000000" pitchFamily="2" charset="-122"/>
                <a:cs typeface="Tahoma" panose="020B0604030504040204" pitchFamily="34" charset="0"/>
              </a:rPr>
              <a:t>谢谢</a:t>
            </a:r>
            <a:endParaRPr lang="en-US" altLang="zh-CN" sz="6000" spc="600" dirty="0" smtClean="0">
              <a:gradFill>
                <a:gsLst>
                  <a:gs pos="0">
                    <a:schemeClr val="tx1"/>
                  </a:gs>
                  <a:gs pos="100000">
                    <a:schemeClr val="accent1">
                      <a:lumMod val="50000"/>
                    </a:schemeClr>
                  </a:gs>
                </a:gsLst>
                <a:lin ang="0" scaled="0"/>
              </a:gradFill>
              <a:latin typeface="方正清刻本悦宋简体" panose="02000000000000000000" pitchFamily="2" charset="-122"/>
              <a:ea typeface="方正清刻本悦宋简体" panose="02000000000000000000" pitchFamily="2" charset="-122"/>
              <a:cs typeface="Tahoma" panose="020B0604030504040204" pitchFamily="34" charset="0"/>
            </a:endParaRPr>
          </a:p>
          <a:p>
            <a:r>
              <a:rPr lang="zh-CN" altLang="en-US" sz="6000" spc="600" dirty="0" smtClean="0">
                <a:gradFill>
                  <a:gsLst>
                    <a:gs pos="0">
                      <a:schemeClr val="tx1"/>
                    </a:gs>
                    <a:gs pos="100000">
                      <a:schemeClr val="accent1">
                        <a:lumMod val="50000"/>
                      </a:schemeClr>
                    </a:gs>
                  </a:gsLst>
                  <a:lin ang="0" scaled="0"/>
                </a:gradFill>
                <a:latin typeface="方正清刻本悦宋简体" panose="02000000000000000000" pitchFamily="2" charset="-122"/>
                <a:ea typeface="方正清刻本悦宋简体" panose="02000000000000000000" pitchFamily="2" charset="-122"/>
                <a:cs typeface="Tahoma" panose="020B0604030504040204" pitchFamily="34" charset="0"/>
              </a:rPr>
              <a:t>观看</a:t>
            </a:r>
            <a:endParaRPr lang="zh-CN" altLang="en-US" sz="6000" spc="600" dirty="0">
              <a:gradFill>
                <a:gsLst>
                  <a:gs pos="0">
                    <a:schemeClr val="tx1"/>
                  </a:gs>
                  <a:gs pos="100000">
                    <a:schemeClr val="accent1">
                      <a:lumMod val="50000"/>
                    </a:schemeClr>
                  </a:gs>
                </a:gsLst>
                <a:lin ang="0" scaled="0"/>
              </a:gradFill>
              <a:latin typeface="方正清刻本悦宋简体" panose="02000000000000000000" pitchFamily="2" charset="-122"/>
              <a:ea typeface="方正清刻本悦宋简体" panose="02000000000000000000" pitchFamily="2" charset="-122"/>
              <a:cs typeface="Tahoma" panose="020B0604030504040204" pitchFamily="34" charset="0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3255677" y="1805900"/>
            <a:ext cx="2879573" cy="2879573"/>
          </a:xfrm>
          <a:prstGeom prst="ellipse">
            <a:avLst/>
          </a:prstGeom>
          <a:noFill/>
          <a:ln>
            <a:solidFill>
              <a:srgbClr val="44544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7676005"/>
      </p:ext>
    </p:extLst>
  </p:cSld>
  <p:clrMapOvr>
    <a:masterClrMapping/>
  </p:clrMapOvr>
  <p:transition spd="slow" advClick="0" advTm="5000">
    <p:fade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中国风">
      <a:majorFont>
        <a:latin typeface="华文细黑"/>
        <a:ea typeface="方正清刻本悦宋简体"/>
        <a:cs typeface=""/>
      </a:majorFont>
      <a:minorFont>
        <a:latin typeface="华文细黑"/>
        <a:ea typeface="幼圆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668</TotalTime>
  <Words>667</Words>
  <Application>Microsoft Office PowerPoint</Application>
  <PresentationFormat>自定义</PresentationFormat>
  <Paragraphs>117</Paragraphs>
  <Slides>14</Slides>
  <Notes>14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5" baseType="lpstr"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大侠素材铺</dc:title>
  <dc:creator>https://dxpu.taobao.com/</dc:creator>
  <dc:description>大侠素材铺  淘宝店：https://dxpu.taobao.com/</dc:description>
  <cp:lastModifiedBy>微软用户</cp:lastModifiedBy>
  <cp:revision>68</cp:revision>
  <dcterms:created xsi:type="dcterms:W3CDTF">2016-05-09T13:01:27Z</dcterms:created>
  <dcterms:modified xsi:type="dcterms:W3CDTF">2017-09-12T07:02:04Z</dcterms:modified>
</cp:coreProperties>
</file>